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Ex1.xml" ContentType="application/vnd.ms-office.chartex+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33" r:id="rId1"/>
  </p:sldMasterIdLst>
  <p:sldIdLst>
    <p:sldId id="256" r:id="rId2"/>
    <p:sldId id="296" r:id="rId3"/>
    <p:sldId id="297" r:id="rId4"/>
    <p:sldId id="257" r:id="rId5"/>
    <p:sldId id="258" r:id="rId6"/>
    <p:sldId id="259" r:id="rId7"/>
    <p:sldId id="260" r:id="rId8"/>
    <p:sldId id="265" r:id="rId9"/>
    <p:sldId id="267" r:id="rId10"/>
    <p:sldId id="268" r:id="rId11"/>
    <p:sldId id="269" r:id="rId12"/>
    <p:sldId id="270" r:id="rId13"/>
    <p:sldId id="261" r:id="rId14"/>
    <p:sldId id="299" r:id="rId15"/>
    <p:sldId id="262" r:id="rId16"/>
    <p:sldId id="271" r:id="rId17"/>
    <p:sldId id="272" r:id="rId18"/>
    <p:sldId id="273" r:id="rId19"/>
    <p:sldId id="263" r:id="rId20"/>
    <p:sldId id="275" r:id="rId21"/>
    <p:sldId id="274" r:id="rId22"/>
    <p:sldId id="276" r:id="rId23"/>
    <p:sldId id="277" r:id="rId24"/>
    <p:sldId id="291" r:id="rId25"/>
    <p:sldId id="279" r:id="rId26"/>
    <p:sldId id="278" r:id="rId27"/>
    <p:sldId id="281" r:id="rId28"/>
    <p:sldId id="282" r:id="rId29"/>
    <p:sldId id="293" r:id="rId30"/>
    <p:sldId id="283" r:id="rId31"/>
    <p:sldId id="285" r:id="rId32"/>
    <p:sldId id="286" r:id="rId33"/>
    <p:sldId id="287" r:id="rId34"/>
    <p:sldId id="288" r:id="rId35"/>
    <p:sldId id="289" r:id="rId36"/>
    <p:sldId id="298" r:id="rId37"/>
    <p:sldId id="295"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72" d="100"/>
          <a:sy n="72" d="100"/>
        </p:scale>
        <p:origin x="57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5.xml"/><Relationship Id="rId1" Type="http://schemas.microsoft.com/office/2011/relationships/chartStyle" Target="style15.xml"/></Relationships>
</file>

<file path=ppt/charts/_rels/chart15.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oleObject" Target="file:///D:\Excel_project\excel_pro_main.xlsx" TargetMode="External"/><Relationship Id="rId2" Type="http://schemas.microsoft.com/office/2011/relationships/chartColorStyle" Target="colors17.xml"/><Relationship Id="rId1" Type="http://schemas.microsoft.com/office/2011/relationships/chartStyle" Target="style17.xml"/></Relationships>
</file>

<file path=ppt/charts/_rels/chartEx1.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oleObject" Target="file:///D:\Excel_project\excel_pro_mai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[excel_pro_main.xlsx]calculation!PivotTable7</c:name>
    <c:fmtId val="31"/>
  </c:pivotSource>
  <c:chart>
    <c:title>
      <c:tx>
        <c:rich>
          <a:bodyPr rot="0" spcFirstLastPara="1" vertOverflow="ellipsis" vert="horz" wrap="square" anchor="ctr" anchorCtr="1"/>
          <a:lstStyle/>
          <a:p>
            <a:pPr>
              <a:defRPr sz="1400" b="0" i="0" u="none" strike="noStrike" kern="1200" spc="0" baseline="0">
                <a:solidFill>
                  <a:schemeClr val="bg1"/>
                </a:solidFill>
                <a:latin typeface="Times New Roman" panose="02020603050405020304" pitchFamily="18" charset="0"/>
                <a:ea typeface="+mn-ea"/>
                <a:cs typeface="Times New Roman" panose="02020603050405020304" pitchFamily="18" charset="0"/>
              </a:defRPr>
            </a:pPr>
            <a:r>
              <a:rPr lang="en-US"/>
              <a:t>Monthly Sales Trend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w="28575" cap="rnd">
            <a:solidFill>
              <a:schemeClr val="accent1"/>
            </a:solidFill>
            <a:round/>
          </a:ln>
          <a:effectLst/>
        </c:spPr>
        <c:marker>
          <c:symbol val="none"/>
        </c:marker>
      </c:pivotFmt>
      <c:pivotFmt>
        <c:idx val="1"/>
        <c:spPr>
          <a:solidFill>
            <a:schemeClr val="accent1"/>
          </a:solidFill>
          <a:ln w="28575" cap="rnd">
            <a:solidFill>
              <a:schemeClr val="accent1"/>
            </a:solidFill>
            <a:round/>
          </a:ln>
          <a:effectLst/>
        </c:spPr>
        <c:marker>
          <c:symbol val="none"/>
        </c:marker>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calculation!$D$7</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cat>
            <c:strRef>
              <c:f>calculation!$C$8:$C$20</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calculation!$D$8:$D$20</c:f>
              <c:numCache>
                <c:formatCode>_ [$₹-4009]\ * #,##0.00_ ;_ [$₹-4009]\ * \-#,##0.00_ ;_ [$₹-4009]\ * "-"??_ ;_ @_ </c:formatCode>
                <c:ptCount val="12"/>
                <c:pt idx="0">
                  <c:v>12448668.539999999</c:v>
                </c:pt>
                <c:pt idx="1">
                  <c:v>13520799</c:v>
                </c:pt>
                <c:pt idx="2">
                  <c:v>13316183.050000001</c:v>
                </c:pt>
                <c:pt idx="3">
                  <c:v>13799335.24</c:v>
                </c:pt>
                <c:pt idx="4">
                  <c:v>13647870.609999999</c:v>
                </c:pt>
                <c:pt idx="5">
                  <c:v>12988885.73</c:v>
                </c:pt>
                <c:pt idx="6">
                  <c:v>14736598.550000001</c:v>
                </c:pt>
                <c:pt idx="7">
                  <c:v>12767356.1</c:v>
                </c:pt>
                <c:pt idx="8">
                  <c:v>12997579.039999999</c:v>
                </c:pt>
                <c:pt idx="9">
                  <c:v>21274380.66</c:v>
                </c:pt>
                <c:pt idx="10">
                  <c:v>17219895.010000002</c:v>
                </c:pt>
                <c:pt idx="11">
                  <c:v>18229094.350000001</c:v>
                </c:pt>
              </c:numCache>
            </c:numRef>
          </c:val>
          <c:smooth val="0"/>
          <c:extLst>
            <c:ext xmlns:c16="http://schemas.microsoft.com/office/drawing/2014/chart" uri="{C3380CC4-5D6E-409C-BE32-E72D297353CC}">
              <c16:uniqueId val="{00000000-52D1-4FB3-A13B-6BCC4CE727E2}"/>
            </c:ext>
          </c:extLst>
        </c:ser>
        <c:dLbls>
          <c:showLegendKey val="0"/>
          <c:showVal val="1"/>
          <c:showCatName val="0"/>
          <c:showSerName val="0"/>
          <c:showPercent val="0"/>
          <c:showBubbleSize val="0"/>
        </c:dLbls>
        <c:smooth val="0"/>
        <c:axId val="1080184512"/>
        <c:axId val="1080181560"/>
      </c:lineChart>
      <c:catAx>
        <c:axId val="1080184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a:innerShdw blurRad="114300">
              <a:prstClr val="black"/>
            </a:innerShdw>
          </a:effectLst>
        </c:spPr>
        <c:txPr>
          <a:bodyPr rot="-60000000" spcFirstLastPara="1" vertOverflow="ellipsis" vert="horz" wrap="square" anchor="ctr" anchorCtr="1"/>
          <a:lstStyle/>
          <a:p>
            <a:pPr>
              <a:defRPr sz="9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080181560"/>
        <c:crosses val="autoZero"/>
        <c:auto val="1"/>
        <c:lblAlgn val="ctr"/>
        <c:lblOffset val="100"/>
        <c:noMultiLvlLbl val="0"/>
      </c:catAx>
      <c:valAx>
        <c:axId val="1080181560"/>
        <c:scaling>
          <c:orientation val="minMax"/>
        </c:scaling>
        <c:delete val="0"/>
        <c:axPos val="l"/>
        <c:majorGridlines>
          <c:spPr>
            <a:ln w="9525" cap="flat" cmpd="sng" algn="ctr">
              <a:solidFill>
                <a:schemeClr val="tx1">
                  <a:lumMod val="15000"/>
                  <a:lumOff val="85000"/>
                </a:schemeClr>
              </a:solidFill>
              <a:round/>
            </a:ln>
            <a:effectLst/>
          </c:spPr>
        </c:majorGridlines>
        <c:numFmt formatCode="_ [$₹-4009]\ * #,##0.00_ ;_ [$₹-4009]\ * \-#,##0.00_ ;_ [$₹-4009]\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0801845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a:innerShdw blurRad="114300">
        <a:prstClr val="black"/>
      </a:innerShdw>
    </a:effectLst>
  </c:spPr>
  <c:txPr>
    <a:bodyPr/>
    <a:lstStyle/>
    <a:p>
      <a:pPr>
        <a:defRPr>
          <a:solidFill>
            <a:schemeClr val="bg1"/>
          </a:solidFill>
          <a:latin typeface="Times New Roman" panose="02020603050405020304" pitchFamily="18" charset="0"/>
          <a:cs typeface="Times New Roman" panose="02020603050405020304" pitchFamily="18"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[excel_pro_main.xlsx]calculation!PivotTable8</c:name>
    <c:fmtId val="22"/>
  </c:pivotSource>
  <c:chart>
    <c:title>
      <c:tx>
        <c:rich>
          <a:bodyPr rot="0" spcFirstLastPara="1" vertOverflow="ellipsis" vert="horz" wrap="square" anchor="ctr" anchorCtr="1"/>
          <a:lstStyle/>
          <a:p>
            <a:pPr>
              <a:defRPr sz="1600" b="1" i="0" u="none" strike="noStrike" kern="1200" cap="all" spc="120" normalizeH="0" baseline="0">
                <a:solidFill>
                  <a:sysClr val="windowText" lastClr="000000"/>
                </a:solidFill>
                <a:latin typeface="+mn-lt"/>
                <a:ea typeface="+mn-ea"/>
                <a:cs typeface="+mn-cs"/>
              </a:defRPr>
            </a:pPr>
            <a:r>
              <a:rPr lang="en-US" sz="1800">
                <a:solidFill>
                  <a:sysClr val="windowText" lastClr="000000"/>
                </a:solidFill>
                <a:latin typeface="Times New Roman" panose="02020603050405020304" pitchFamily="18" charset="0"/>
                <a:cs typeface="Times New Roman" panose="02020603050405020304" pitchFamily="18" charset="0"/>
              </a:rPr>
              <a:t>Revenue vs Profit</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calculation!$D$23</c:f>
              <c:strCache>
                <c:ptCount val="1"/>
                <c:pt idx="0">
                  <c:v>Sum of net_revenue</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calculation!$C$24:$C$36</c:f>
              <c:strCache>
                <c:ptCount val="12"/>
                <c:pt idx="0">
                  <c:v>October</c:v>
                </c:pt>
                <c:pt idx="1">
                  <c:v>December</c:v>
                </c:pt>
                <c:pt idx="2">
                  <c:v>November</c:v>
                </c:pt>
                <c:pt idx="3">
                  <c:v>July</c:v>
                </c:pt>
                <c:pt idx="4">
                  <c:v>April</c:v>
                </c:pt>
                <c:pt idx="5">
                  <c:v>May</c:v>
                </c:pt>
                <c:pt idx="6">
                  <c:v>February</c:v>
                </c:pt>
                <c:pt idx="7">
                  <c:v>March</c:v>
                </c:pt>
                <c:pt idx="8">
                  <c:v>September</c:v>
                </c:pt>
                <c:pt idx="9">
                  <c:v>June</c:v>
                </c:pt>
                <c:pt idx="10">
                  <c:v>August</c:v>
                </c:pt>
                <c:pt idx="11">
                  <c:v>January</c:v>
                </c:pt>
              </c:strCache>
            </c:strRef>
          </c:cat>
          <c:val>
            <c:numRef>
              <c:f>calculation!$D$24:$D$36</c:f>
              <c:numCache>
                <c:formatCode>_ [$₹-4009]\ * #,##0.00_ ;_ [$₹-4009]\ * \-#,##0.00_ ;_ [$₹-4009]\ * "-"??_ ;_ @_ </c:formatCode>
                <c:ptCount val="12"/>
                <c:pt idx="0">
                  <c:v>21274380.66</c:v>
                </c:pt>
                <c:pt idx="1">
                  <c:v>18229094.350000001</c:v>
                </c:pt>
                <c:pt idx="2">
                  <c:v>17219895.010000002</c:v>
                </c:pt>
                <c:pt idx="3">
                  <c:v>14736598.550000001</c:v>
                </c:pt>
                <c:pt idx="4">
                  <c:v>13799335.24</c:v>
                </c:pt>
                <c:pt idx="5">
                  <c:v>13647870.609999999</c:v>
                </c:pt>
                <c:pt idx="6">
                  <c:v>13520799</c:v>
                </c:pt>
                <c:pt idx="7">
                  <c:v>13316183.050000001</c:v>
                </c:pt>
                <c:pt idx="8">
                  <c:v>12997579.039999999</c:v>
                </c:pt>
                <c:pt idx="9">
                  <c:v>12988885.73</c:v>
                </c:pt>
                <c:pt idx="10">
                  <c:v>12767356.1</c:v>
                </c:pt>
                <c:pt idx="11">
                  <c:v>12448668.539999999</c:v>
                </c:pt>
              </c:numCache>
            </c:numRef>
          </c:val>
          <c:extLst>
            <c:ext xmlns:c16="http://schemas.microsoft.com/office/drawing/2014/chart" uri="{C3380CC4-5D6E-409C-BE32-E72D297353CC}">
              <c16:uniqueId val="{00000000-9576-4D7C-83FD-8943217A8488}"/>
            </c:ext>
          </c:extLst>
        </c:ser>
        <c:ser>
          <c:idx val="1"/>
          <c:order val="1"/>
          <c:tx>
            <c:strRef>
              <c:f>calculation!$E$23</c:f>
              <c:strCache>
                <c:ptCount val="1"/>
                <c:pt idx="0">
                  <c:v>Sum of profit</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calculation!$C$24:$C$36</c:f>
              <c:strCache>
                <c:ptCount val="12"/>
                <c:pt idx="0">
                  <c:v>October</c:v>
                </c:pt>
                <c:pt idx="1">
                  <c:v>December</c:v>
                </c:pt>
                <c:pt idx="2">
                  <c:v>November</c:v>
                </c:pt>
                <c:pt idx="3">
                  <c:v>July</c:v>
                </c:pt>
                <c:pt idx="4">
                  <c:v>April</c:v>
                </c:pt>
                <c:pt idx="5">
                  <c:v>May</c:v>
                </c:pt>
                <c:pt idx="6">
                  <c:v>February</c:v>
                </c:pt>
                <c:pt idx="7">
                  <c:v>March</c:v>
                </c:pt>
                <c:pt idx="8">
                  <c:v>September</c:v>
                </c:pt>
                <c:pt idx="9">
                  <c:v>June</c:v>
                </c:pt>
                <c:pt idx="10">
                  <c:v>August</c:v>
                </c:pt>
                <c:pt idx="11">
                  <c:v>January</c:v>
                </c:pt>
              </c:strCache>
            </c:strRef>
          </c:cat>
          <c:val>
            <c:numRef>
              <c:f>calculation!$E$24:$E$36</c:f>
              <c:numCache>
                <c:formatCode>_ [$₹-4009]\ * #,##0.00_ ;_ [$₹-4009]\ * \-#,##0.00_ ;_ [$₹-4009]\ * "-"??_ ;_ @_ </c:formatCode>
                <c:ptCount val="12"/>
                <c:pt idx="0">
                  <c:v>6217615.8899999997</c:v>
                </c:pt>
                <c:pt idx="1">
                  <c:v>4170352.58</c:v>
                </c:pt>
                <c:pt idx="2">
                  <c:v>4001233.5</c:v>
                </c:pt>
                <c:pt idx="3">
                  <c:v>4313807.16</c:v>
                </c:pt>
                <c:pt idx="4">
                  <c:v>3986110.09</c:v>
                </c:pt>
                <c:pt idx="5">
                  <c:v>3948037.18</c:v>
                </c:pt>
                <c:pt idx="6">
                  <c:v>3909976.74</c:v>
                </c:pt>
                <c:pt idx="7">
                  <c:v>3894859.77</c:v>
                </c:pt>
                <c:pt idx="8">
                  <c:v>3808893.61</c:v>
                </c:pt>
                <c:pt idx="9">
                  <c:v>3769263.2</c:v>
                </c:pt>
                <c:pt idx="10">
                  <c:v>3726719.15</c:v>
                </c:pt>
                <c:pt idx="11">
                  <c:v>2812680.31</c:v>
                </c:pt>
              </c:numCache>
            </c:numRef>
          </c:val>
          <c:extLst>
            <c:ext xmlns:c16="http://schemas.microsoft.com/office/drawing/2014/chart" uri="{C3380CC4-5D6E-409C-BE32-E72D297353CC}">
              <c16:uniqueId val="{00000001-9576-4D7C-83FD-8943217A8488}"/>
            </c:ext>
          </c:extLst>
        </c:ser>
        <c:dLbls>
          <c:dLblPos val="outEnd"/>
          <c:showLegendKey val="0"/>
          <c:showVal val="1"/>
          <c:showCatName val="0"/>
          <c:showSerName val="0"/>
          <c:showPercent val="0"/>
          <c:showBubbleSize val="0"/>
        </c:dLbls>
        <c:gapWidth val="444"/>
        <c:overlap val="-90"/>
        <c:axId val="1175395080"/>
        <c:axId val="1175402296"/>
      </c:barChart>
      <c:catAx>
        <c:axId val="117539508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sz="1200" dirty="0">
                    <a:solidFill>
                      <a:schemeClr val="bg1"/>
                    </a:solidFill>
                    <a:latin typeface="Times New Roman" panose="02020603050405020304" pitchFamily="18" charset="0"/>
                    <a:cs typeface="Times New Roman" panose="02020603050405020304" pitchFamily="18" charset="0"/>
                  </a:rPr>
                  <a:t>Month</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175402296"/>
        <c:crosses val="autoZero"/>
        <c:auto val="1"/>
        <c:lblAlgn val="ctr"/>
        <c:lblOffset val="100"/>
        <c:noMultiLvlLbl val="0"/>
      </c:catAx>
      <c:valAx>
        <c:axId val="1175402296"/>
        <c:scaling>
          <c:orientation val="minMax"/>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sz="1200" dirty="0">
                    <a:solidFill>
                      <a:schemeClr val="bg1"/>
                    </a:solidFill>
                    <a:latin typeface="Times New Roman" panose="02020603050405020304" pitchFamily="18" charset="0"/>
                    <a:cs typeface="Times New Roman" panose="02020603050405020304" pitchFamily="18" charset="0"/>
                  </a:rPr>
                  <a:t>Amount</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_ [$₹-4009]\ * #,##0.00_ ;_ [$₹-4009]\ * \-#,##0.00_ ;_ [$₹-4009]\ * &quot;-&quot;??_ ;_ @_ " sourceLinked="1"/>
        <c:majorTickMark val="none"/>
        <c:minorTickMark val="none"/>
        <c:tickLblPos val="nextTo"/>
        <c:crossAx val="1175395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[excel_pro_main.xlsx]calculation!PivotTable9</c:name>
    <c:fmtId val="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a:solidFill>
                  <a:sysClr val="windowText" lastClr="000000"/>
                </a:solidFill>
                <a:latin typeface="Times New Roman" panose="02020603050405020304" pitchFamily="18" charset="0"/>
                <a:cs typeface="Times New Roman" panose="02020603050405020304" pitchFamily="18" charset="0"/>
              </a:rPr>
              <a:t>Revenue by Product Category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1"/>
          <c:showBubbleSize val="0"/>
          <c:extLst>
            <c:ext xmlns:c15="http://schemas.microsoft.com/office/drawing/2012/chart" uri="{CE6537A1-D6FC-4f65-9D91-7224C49458BB}"/>
          </c:extLst>
        </c:dLbl>
      </c:pivotFmt>
      <c:pivotFmt>
        <c:idx val="1"/>
        <c:dLbl>
          <c:idx val="0"/>
          <c:showLegendKey val="0"/>
          <c:showVal val="0"/>
          <c:showCatName val="0"/>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hade val="53000"/>
            </a:schemeClr>
          </a:solidFill>
          <a:ln w="19050">
            <a:solidFill>
              <a:schemeClr val="lt1"/>
            </a:solidFill>
          </a:ln>
          <a:effectLst/>
        </c:spPr>
      </c:pivotFmt>
      <c:pivotFmt>
        <c:idx val="9"/>
        <c:spPr>
          <a:solidFill>
            <a:schemeClr val="accent1">
              <a:shade val="76000"/>
            </a:schemeClr>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tint val="77000"/>
            </a:schemeClr>
          </a:solidFill>
          <a:ln w="19050">
            <a:solidFill>
              <a:schemeClr val="lt1"/>
            </a:solidFill>
          </a:ln>
          <a:effectLst/>
        </c:spPr>
      </c:pivotFmt>
      <c:pivotFmt>
        <c:idx val="12"/>
        <c:spPr>
          <a:solidFill>
            <a:schemeClr val="accent1">
              <a:tint val="54000"/>
            </a:schemeClr>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1">
              <a:shade val="53000"/>
            </a:schemeClr>
          </a:solidFill>
          <a:ln w="19050">
            <a:solidFill>
              <a:schemeClr val="lt1"/>
            </a:solidFill>
          </a:ln>
          <a:effectLst/>
        </c:spPr>
      </c:pivotFmt>
      <c:pivotFmt>
        <c:idx val="15"/>
        <c:spPr>
          <a:solidFill>
            <a:schemeClr val="accent1">
              <a:shade val="76000"/>
            </a:schemeClr>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tint val="77000"/>
            </a:schemeClr>
          </a:solidFill>
          <a:ln w="19050">
            <a:solidFill>
              <a:schemeClr val="lt1"/>
            </a:solidFill>
          </a:ln>
          <a:effectLst/>
        </c:spPr>
      </c:pivotFmt>
      <c:pivotFmt>
        <c:idx val="18"/>
        <c:spPr>
          <a:solidFill>
            <a:schemeClr val="accent1">
              <a:tint val="54000"/>
            </a:schemeClr>
          </a:solidFill>
          <a:ln w="19050">
            <a:solidFill>
              <a:schemeClr val="lt1"/>
            </a:solidFill>
          </a:ln>
          <a:effectLst/>
        </c:spPr>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hade val="53000"/>
            </a:schemeClr>
          </a:solidFill>
          <a:ln w="19050">
            <a:solidFill>
              <a:schemeClr val="lt1"/>
            </a:solidFill>
          </a:ln>
          <a:effectLst/>
        </c:spPr>
      </c:pivotFmt>
      <c:pivotFmt>
        <c:idx val="21"/>
        <c:spPr>
          <a:solidFill>
            <a:schemeClr val="accent1">
              <a:shade val="76000"/>
            </a:schemeClr>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tint val="77000"/>
            </a:schemeClr>
          </a:solidFill>
          <a:ln w="19050">
            <a:solidFill>
              <a:schemeClr val="lt1"/>
            </a:solidFill>
          </a:ln>
          <a:effectLst/>
        </c:spPr>
      </c:pivotFmt>
      <c:pivotFmt>
        <c:idx val="24"/>
        <c:spPr>
          <a:solidFill>
            <a:schemeClr val="accent1">
              <a:tint val="54000"/>
            </a:schemeClr>
          </a:solidFill>
          <a:ln w="19050">
            <a:solidFill>
              <a:schemeClr val="lt1"/>
            </a:solidFill>
          </a:ln>
          <a:effectLst/>
        </c:spPr>
      </c:pivotFmt>
    </c:pivotFmts>
    <c:plotArea>
      <c:layout/>
      <c:pieChart>
        <c:varyColors val="1"/>
        <c:ser>
          <c:idx val="0"/>
          <c:order val="0"/>
          <c:tx>
            <c:strRef>
              <c:f>calculation!$D$39</c:f>
              <c:strCache>
                <c:ptCount val="1"/>
                <c:pt idx="0">
                  <c:v>Total</c:v>
                </c:pt>
              </c:strCache>
            </c:strRef>
          </c:tx>
          <c:dPt>
            <c:idx val="0"/>
            <c:bubble3D val="0"/>
            <c:spPr>
              <a:solidFill>
                <a:schemeClr val="accent1">
                  <a:shade val="53000"/>
                </a:schemeClr>
              </a:solidFill>
              <a:ln w="19050">
                <a:solidFill>
                  <a:schemeClr val="lt1"/>
                </a:solidFill>
              </a:ln>
              <a:effectLst/>
            </c:spPr>
            <c:extLst>
              <c:ext xmlns:c16="http://schemas.microsoft.com/office/drawing/2014/chart" uri="{C3380CC4-5D6E-409C-BE32-E72D297353CC}">
                <c16:uniqueId val="{00000001-094D-4319-B4C4-B9DAB25D0360}"/>
              </c:ext>
            </c:extLst>
          </c:dPt>
          <c:dPt>
            <c:idx val="1"/>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3-094D-4319-B4C4-B9DAB25D0360}"/>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094D-4319-B4C4-B9DAB25D0360}"/>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7-094D-4319-B4C4-B9DAB25D0360}"/>
              </c:ext>
            </c:extLst>
          </c:dPt>
          <c:dPt>
            <c:idx val="4"/>
            <c:bubble3D val="0"/>
            <c:spPr>
              <a:solidFill>
                <a:schemeClr val="accent1">
                  <a:tint val="54000"/>
                </a:schemeClr>
              </a:solidFill>
              <a:ln w="19050">
                <a:solidFill>
                  <a:schemeClr val="lt1"/>
                </a:solidFill>
              </a:ln>
              <a:effectLst/>
            </c:spPr>
            <c:extLst>
              <c:ext xmlns:c16="http://schemas.microsoft.com/office/drawing/2014/chart" uri="{C3380CC4-5D6E-409C-BE32-E72D297353CC}">
                <c16:uniqueId val="{00000009-094D-4319-B4C4-B9DAB25D0360}"/>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calculation!$C$40:$C$45</c:f>
              <c:strCache>
                <c:ptCount val="5"/>
                <c:pt idx="0">
                  <c:v>Appliance</c:v>
                </c:pt>
                <c:pt idx="1">
                  <c:v>Smartphone</c:v>
                </c:pt>
                <c:pt idx="2">
                  <c:v>Tablet</c:v>
                </c:pt>
                <c:pt idx="3">
                  <c:v>Television</c:v>
                </c:pt>
                <c:pt idx="4">
                  <c:v>Wearable</c:v>
                </c:pt>
              </c:strCache>
            </c:strRef>
          </c:cat>
          <c:val>
            <c:numRef>
              <c:f>calculation!$D$40:$D$45</c:f>
              <c:numCache>
                <c:formatCode>_ [$₹-4009]\ * #,##0.00_ ;_ [$₹-4009]\ * \-#,##0.00_ ;_ [$₹-4009]\ * "-"??_ ;_ @_ </c:formatCode>
                <c:ptCount val="5"/>
                <c:pt idx="0">
                  <c:v>16433893.609999999</c:v>
                </c:pt>
                <c:pt idx="1">
                  <c:v>98705252.890000001</c:v>
                </c:pt>
                <c:pt idx="2">
                  <c:v>20114516.43</c:v>
                </c:pt>
                <c:pt idx="3">
                  <c:v>26640485.91</c:v>
                </c:pt>
                <c:pt idx="4">
                  <c:v>15052497.039999999</c:v>
                </c:pt>
              </c:numCache>
            </c:numRef>
          </c:val>
          <c:extLst>
            <c:ext xmlns:c16="http://schemas.microsoft.com/office/drawing/2014/chart" uri="{C3380CC4-5D6E-409C-BE32-E72D297353CC}">
              <c16:uniqueId val="{0000000A-094D-4319-B4C4-B9DAB25D0360}"/>
            </c:ext>
          </c:extLst>
        </c:ser>
        <c:dLbls>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[excel_pro_main.xlsx]calculation!PivotTable10</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dirty="0">
                <a:solidFill>
                  <a:schemeClr val="bg1"/>
                </a:solidFill>
                <a:latin typeface="Times New Roman" panose="02020603050405020304" pitchFamily="18" charset="0"/>
                <a:cs typeface="Times New Roman" panose="02020603050405020304" pitchFamily="18" charset="0"/>
              </a:rPr>
              <a:t>Top</a:t>
            </a:r>
            <a:r>
              <a:rPr lang="en-US" sz="2800" baseline="0" dirty="0">
                <a:solidFill>
                  <a:schemeClr val="bg1"/>
                </a:solidFill>
                <a:latin typeface="Times New Roman" panose="02020603050405020304" pitchFamily="18" charset="0"/>
                <a:cs typeface="Times New Roman" panose="02020603050405020304" pitchFamily="18" charset="0"/>
              </a:rPr>
              <a:t> 10 Products by Revenue</a:t>
            </a:r>
            <a:endParaRPr lang="en-US" sz="2800" dirty="0">
              <a:solidFill>
                <a:schemeClr val="bg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calculation!$D$53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calculation!$C$54:$C$64</c:f>
              <c:strCache>
                <c:ptCount val="10"/>
                <c:pt idx="0">
                  <c:v>Family Hub Refrigerator</c:v>
                </c:pt>
                <c:pt idx="1">
                  <c:v>Galaxy S23</c:v>
                </c:pt>
                <c:pt idx="2">
                  <c:v>Galaxy S24 Ultra</c:v>
                </c:pt>
                <c:pt idx="3">
                  <c:v>Galaxy Tab S9 Ultra</c:v>
                </c:pt>
                <c:pt idx="4">
                  <c:v>Galaxy Z Flip5</c:v>
                </c:pt>
                <c:pt idx="5">
                  <c:v>Galaxy Z Fold5</c:v>
                </c:pt>
                <c:pt idx="6">
                  <c:v>Neo QLED 85" 4K</c:v>
                </c:pt>
                <c:pt idx="7">
                  <c:v>OLED 65" 4K</c:v>
                </c:pt>
                <c:pt idx="8">
                  <c:v>Galaxy S24</c:v>
                </c:pt>
                <c:pt idx="9">
                  <c:v>Galaxy Watch6 Classic</c:v>
                </c:pt>
              </c:strCache>
            </c:strRef>
          </c:cat>
          <c:val>
            <c:numRef>
              <c:f>calculation!$D$54:$D$64</c:f>
              <c:numCache>
                <c:formatCode>_ [$₹-4009]\ * #,##0.00_ ;_ [$₹-4009]\ * \-#,##0.00_ ;_ [$₹-4009]\ * "-"??_ ;_ @_ </c:formatCode>
                <c:ptCount val="10"/>
                <c:pt idx="0">
                  <c:v>11886398.84</c:v>
                </c:pt>
                <c:pt idx="1">
                  <c:v>10420891.09</c:v>
                </c:pt>
                <c:pt idx="2">
                  <c:v>34489108.719999999</c:v>
                </c:pt>
                <c:pt idx="3">
                  <c:v>10473130.529999999</c:v>
                </c:pt>
                <c:pt idx="4">
                  <c:v>14818901.82</c:v>
                </c:pt>
                <c:pt idx="5">
                  <c:v>27680111.699999999</c:v>
                </c:pt>
                <c:pt idx="6">
                  <c:v>13430959.369999999</c:v>
                </c:pt>
                <c:pt idx="7">
                  <c:v>10426659.57</c:v>
                </c:pt>
                <c:pt idx="8">
                  <c:v>11296239.560000001</c:v>
                </c:pt>
                <c:pt idx="9">
                  <c:v>9251643.3200000003</c:v>
                </c:pt>
              </c:numCache>
            </c:numRef>
          </c:val>
          <c:extLst>
            <c:ext xmlns:c16="http://schemas.microsoft.com/office/drawing/2014/chart" uri="{C3380CC4-5D6E-409C-BE32-E72D297353CC}">
              <c16:uniqueId val="{00000000-CAA2-4C94-B626-7C537EC7592B}"/>
            </c:ext>
          </c:extLst>
        </c:ser>
        <c:dLbls>
          <c:showLegendKey val="0"/>
          <c:showVal val="1"/>
          <c:showCatName val="0"/>
          <c:showSerName val="0"/>
          <c:showPercent val="0"/>
          <c:showBubbleSize val="0"/>
        </c:dLbls>
        <c:gapWidth val="150"/>
        <c:overlap val="-25"/>
        <c:axId val="1093709856"/>
        <c:axId val="1093710184"/>
      </c:barChart>
      <c:catAx>
        <c:axId val="109370985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solidFill>
                      <a:schemeClr val="bg1"/>
                    </a:solidFill>
                    <a:latin typeface="Times New Roman" panose="02020603050405020304" pitchFamily="18" charset="0"/>
                    <a:cs typeface="Times New Roman" panose="02020603050405020304" pitchFamily="18" charset="0"/>
                  </a:rPr>
                  <a:t>Product</a:t>
                </a:r>
                <a:r>
                  <a:rPr lang="en-US" sz="1800" baseline="0" dirty="0">
                    <a:solidFill>
                      <a:schemeClr val="bg1"/>
                    </a:solidFill>
                    <a:latin typeface="Times New Roman" panose="02020603050405020304" pitchFamily="18" charset="0"/>
                    <a:cs typeface="Times New Roman" panose="02020603050405020304" pitchFamily="18" charset="0"/>
                  </a:rPr>
                  <a:t> Name</a:t>
                </a:r>
                <a:endParaRPr lang="en-US" sz="1800" dirty="0">
                  <a:solidFill>
                    <a:schemeClr val="bg1"/>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093710184"/>
        <c:crosses val="autoZero"/>
        <c:auto val="1"/>
        <c:lblAlgn val="ctr"/>
        <c:lblOffset val="100"/>
        <c:noMultiLvlLbl val="0"/>
      </c:catAx>
      <c:valAx>
        <c:axId val="1093710184"/>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800" dirty="0">
                    <a:solidFill>
                      <a:schemeClr val="bg1"/>
                    </a:solidFill>
                    <a:latin typeface="Times New Roman" panose="02020603050405020304" pitchFamily="18" charset="0"/>
                    <a:cs typeface="Times New Roman" panose="02020603050405020304" pitchFamily="18" charset="0"/>
                  </a:rPr>
                  <a:t>Revenue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 [$₹-4009]\ * #,##0.00_ ;_ [$₹-4009]\ * \-#,##0.00_ ;_ [$₹-4009]\ * &quot;-&quot;??_ ;_ @_ " sourceLinked="1"/>
        <c:majorTickMark val="none"/>
        <c:minorTickMark val="none"/>
        <c:tickLblPos val="nextTo"/>
        <c:crossAx val="1093709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[excel_pro_main.xlsx]calculation!PivotTable15</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u="none" strike="noStrike" baseline="0">
                <a:solidFill>
                  <a:sysClr val="windowText" lastClr="000000"/>
                </a:solidFill>
                <a:latin typeface="Times New Roman" panose="02020603050405020304" pitchFamily="18" charset="0"/>
                <a:cs typeface="Times New Roman" panose="02020603050405020304" pitchFamily="18" charset="0"/>
              </a:rPr>
              <a:t>Production by Facility</a:t>
            </a:r>
            <a:endParaRPr lang="en-US" sz="18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solidFill>
              <a:srgbClr val="549E39">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solidFill>
              <a:srgbClr val="549E39">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solidFill>
              <a:srgbClr val="549E39">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calculation!$E$105</c:f>
              <c:strCache>
                <c:ptCount val="1"/>
                <c:pt idx="0">
                  <c:v>Total</c:v>
                </c:pt>
              </c:strCache>
            </c:strRef>
          </c:tx>
          <c:spPr>
            <a:solidFill>
              <a:schemeClr val="accent1"/>
            </a:solidFill>
            <a:ln>
              <a:noFill/>
            </a:ln>
            <a:effectLst/>
            <a:sp3d/>
          </c:spPr>
          <c:invertIfNegative val="0"/>
          <c:dLbls>
            <c:spPr>
              <a:solidFill>
                <a:srgbClr val="549E39">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calculation!$D$106:$D$109</c:f>
              <c:strCache>
                <c:ptCount val="3"/>
                <c:pt idx="0">
                  <c:v>Gumi Appliance Plant</c:v>
                </c:pt>
                <c:pt idx="1">
                  <c:v>Gumi Manufacturing 1</c:v>
                </c:pt>
                <c:pt idx="2">
                  <c:v>Thai Nguyen Plant</c:v>
                </c:pt>
              </c:strCache>
            </c:strRef>
          </c:cat>
          <c:val>
            <c:numRef>
              <c:f>calculation!$E$106:$E$109</c:f>
              <c:numCache>
                <c:formatCode>General</c:formatCode>
                <c:ptCount val="3"/>
                <c:pt idx="0">
                  <c:v>1291277</c:v>
                </c:pt>
                <c:pt idx="1">
                  <c:v>1241714</c:v>
                </c:pt>
                <c:pt idx="2">
                  <c:v>1297456</c:v>
                </c:pt>
              </c:numCache>
            </c:numRef>
          </c:val>
          <c:extLst>
            <c:ext xmlns:c16="http://schemas.microsoft.com/office/drawing/2014/chart" uri="{C3380CC4-5D6E-409C-BE32-E72D297353CC}">
              <c16:uniqueId val="{00000000-86B2-4800-A772-BAF0EE630D41}"/>
            </c:ext>
          </c:extLst>
        </c:ser>
        <c:dLbls>
          <c:showLegendKey val="0"/>
          <c:showVal val="1"/>
          <c:showCatName val="0"/>
          <c:showSerName val="0"/>
          <c:showPercent val="0"/>
          <c:showBubbleSize val="0"/>
        </c:dLbls>
        <c:gapWidth val="150"/>
        <c:shape val="box"/>
        <c:axId val="1119727592"/>
        <c:axId val="1119721360"/>
        <c:axId val="0"/>
      </c:bar3DChart>
      <c:catAx>
        <c:axId val="111972759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a:solidFill>
                      <a:sysClr val="windowText" lastClr="000000"/>
                    </a:solidFill>
                    <a:latin typeface="Times New Roman" panose="02020603050405020304" pitchFamily="18" charset="0"/>
                    <a:cs typeface="Times New Roman" panose="02020603050405020304" pitchFamily="18" charset="0"/>
                  </a:rPr>
                  <a:t>Facility</a:t>
                </a:r>
                <a:r>
                  <a:rPr lang="en-US" sz="1200" baseline="0">
                    <a:solidFill>
                      <a:sysClr val="windowText" lastClr="000000"/>
                    </a:solidFill>
                    <a:latin typeface="Times New Roman" panose="02020603050405020304" pitchFamily="18" charset="0"/>
                    <a:cs typeface="Times New Roman" panose="02020603050405020304" pitchFamily="18" charset="0"/>
                  </a:rPr>
                  <a:t> Name</a:t>
                </a:r>
                <a:endParaRPr lang="en-US" sz="12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119721360"/>
        <c:crosses val="autoZero"/>
        <c:auto val="1"/>
        <c:lblAlgn val="ctr"/>
        <c:lblOffset val="100"/>
        <c:noMultiLvlLbl val="0"/>
      </c:catAx>
      <c:valAx>
        <c:axId val="1119721360"/>
        <c:scaling>
          <c:orientation val="minMax"/>
        </c:scaling>
        <c:delete val="1"/>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a:solidFill>
                      <a:sysClr val="windowText" lastClr="000000"/>
                    </a:solidFill>
                    <a:latin typeface="Times New Roman" panose="02020603050405020304" pitchFamily="18" charset="0"/>
                    <a:cs typeface="Times New Roman" panose="02020603050405020304" pitchFamily="18" charset="0"/>
                  </a:rPr>
                  <a:t>Quantity Produced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119727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[excel_pro_main.xlsx]calculation!PivotTable16</c:name>
    <c:fmtId val="11"/>
  </c:pivotSource>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sz="1600" b="1" i="0" u="none" strike="noStrike" cap="all" baseline="0">
                <a:solidFill>
                  <a:srgbClr val="0070C0"/>
                </a:solidFill>
                <a:latin typeface="Algerian" panose="04020705040A02060702" pitchFamily="82" charset="0"/>
              </a:rPr>
              <a:t>Defect Rate by Facility</a:t>
            </a:r>
            <a:endParaRPr lang="en-US" sz="1600">
              <a:solidFill>
                <a:srgbClr val="0070C0"/>
              </a:solidFill>
              <a:latin typeface="Algerian" panose="04020705040A02060702" pitchFamily="82" charset="0"/>
            </a:endParaRP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calculation!$E$120</c:f>
              <c:strCache>
                <c:ptCount val="1"/>
                <c:pt idx="0">
                  <c:v>Total</c:v>
                </c:pt>
              </c:strCache>
            </c:strRef>
          </c:tx>
          <c:spPr>
            <a:pattFill prst="narVert">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calculation!$D$121:$D$124</c:f>
              <c:strCache>
                <c:ptCount val="3"/>
                <c:pt idx="0">
                  <c:v>Gumi Appliance Plant</c:v>
                </c:pt>
                <c:pt idx="1">
                  <c:v>Gumi Manufacturing 1</c:v>
                </c:pt>
                <c:pt idx="2">
                  <c:v>Thai Nguyen Plant</c:v>
                </c:pt>
              </c:strCache>
            </c:strRef>
          </c:cat>
          <c:val>
            <c:numRef>
              <c:f>calculation!$E$121:$E$124</c:f>
              <c:numCache>
                <c:formatCode>0.00000</c:formatCode>
                <c:ptCount val="3"/>
                <c:pt idx="0">
                  <c:v>6.2728601221891198E-3</c:v>
                </c:pt>
                <c:pt idx="1">
                  <c:v>6.2816397334651943E-3</c:v>
                </c:pt>
                <c:pt idx="2">
                  <c:v>6.3216016573972448E-3</c:v>
                </c:pt>
              </c:numCache>
            </c:numRef>
          </c:val>
          <c:extLst>
            <c:ext xmlns:c16="http://schemas.microsoft.com/office/drawing/2014/chart" uri="{C3380CC4-5D6E-409C-BE32-E72D297353CC}">
              <c16:uniqueId val="{00000000-0475-457F-915D-0AF596078328}"/>
            </c:ext>
          </c:extLst>
        </c:ser>
        <c:dLbls>
          <c:dLblPos val="outEnd"/>
          <c:showLegendKey val="0"/>
          <c:showVal val="1"/>
          <c:showCatName val="0"/>
          <c:showSerName val="0"/>
          <c:showPercent val="0"/>
          <c:showBubbleSize val="0"/>
        </c:dLbls>
        <c:gapWidth val="75"/>
        <c:axId val="1113952832"/>
        <c:axId val="1113952176"/>
      </c:barChart>
      <c:catAx>
        <c:axId val="1113952832"/>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r>
                  <a:rPr lang="en-US" sz="1200" b="1" i="0" u="none" strike="noStrike" baseline="0">
                    <a:solidFill>
                      <a:srgbClr val="0070C0"/>
                    </a:solidFill>
                    <a:latin typeface="Algerian" panose="04020705040A02060702" pitchFamily="82" charset="0"/>
                  </a:rPr>
                  <a:t>Facility</a:t>
                </a:r>
                <a:endParaRPr lang="en-US" sz="1200">
                  <a:solidFill>
                    <a:srgbClr val="0070C0"/>
                  </a:solidFill>
                  <a:latin typeface="Algerian" panose="04020705040A02060702" pitchFamily="82" charset="0"/>
                </a:endParaRP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113952176"/>
        <c:crosses val="autoZero"/>
        <c:auto val="1"/>
        <c:lblAlgn val="ctr"/>
        <c:lblOffset val="100"/>
        <c:noMultiLvlLbl val="0"/>
      </c:catAx>
      <c:valAx>
        <c:axId val="1113952176"/>
        <c:scaling>
          <c:orientation val="minMax"/>
        </c:scaling>
        <c:delete val="0"/>
        <c:axPos val="b"/>
        <c:title>
          <c:tx>
            <c:rich>
              <a:bodyPr rot="0" spcFirstLastPara="1" vertOverflow="ellipsis" vert="horz" wrap="square" anchor="ctr" anchorCtr="1"/>
              <a:lstStyle/>
              <a:p>
                <a:pPr algn="ctr">
                  <a:defRPr sz="900" b="1" i="0" u="none" strike="noStrike" kern="1200" baseline="0">
                    <a:solidFill>
                      <a:schemeClr val="tx1">
                        <a:lumMod val="65000"/>
                        <a:lumOff val="35000"/>
                      </a:schemeClr>
                    </a:solidFill>
                    <a:latin typeface="+mn-lt"/>
                    <a:ea typeface="+mn-ea"/>
                    <a:cs typeface="+mn-cs"/>
                  </a:defRPr>
                </a:pPr>
                <a:r>
                  <a:rPr lang="en-US" sz="1200" b="1" i="0" u="none" strike="noStrike" baseline="0">
                    <a:solidFill>
                      <a:srgbClr val="0070C0"/>
                    </a:solidFill>
                    <a:latin typeface="Algerian" panose="04020705040A02060702" pitchFamily="82" charset="0"/>
                  </a:rPr>
                  <a:t>Defect Rate %</a:t>
                </a:r>
                <a:endParaRPr lang="en-US" sz="1200">
                  <a:solidFill>
                    <a:srgbClr val="0070C0"/>
                  </a:solidFill>
                  <a:latin typeface="Algerian" panose="04020705040A02060702" pitchFamily="82" charset="0"/>
                </a:endParaRPr>
              </a:p>
            </c:rich>
          </c:tx>
          <c:overlay val="0"/>
          <c:spPr>
            <a:noFill/>
            <a:ln>
              <a:noFill/>
            </a:ln>
            <a:effectLst/>
          </c:spPr>
          <c:txPr>
            <a:bodyPr rot="0" spcFirstLastPara="1" vertOverflow="ellipsis" vert="horz" wrap="square" anchor="ctr" anchorCtr="1"/>
            <a:lstStyle/>
            <a:p>
              <a:pPr algn="ctr">
                <a:defRPr sz="900" b="1" i="0" u="none" strike="noStrike" kern="1200" baseline="0">
                  <a:solidFill>
                    <a:schemeClr val="tx1">
                      <a:lumMod val="65000"/>
                      <a:lumOff val="35000"/>
                    </a:schemeClr>
                  </a:solidFill>
                  <a:latin typeface="+mn-lt"/>
                  <a:ea typeface="+mn-ea"/>
                  <a:cs typeface="+mn-cs"/>
                </a:defRPr>
              </a:pPr>
              <a:endParaRPr lang="en-US"/>
            </a:p>
          </c:txPr>
        </c:title>
        <c:numFmt formatCode="0.000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crossAx val="11139528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[excel_pro_main.xlsx]calculation!PivotTable17</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0" i="0" u="none" strike="noStrike" baseline="0">
                <a:solidFill>
                  <a:sysClr val="windowText" lastClr="000000"/>
                </a:solidFill>
                <a:latin typeface="Times New Roman" panose="02020603050405020304" pitchFamily="18" charset="0"/>
                <a:cs typeface="Times New Roman" panose="02020603050405020304" pitchFamily="18" charset="0"/>
              </a:rPr>
              <a:t>Monthly Production Trend</a:t>
            </a:r>
            <a:endParaRPr lang="en-US" sz="20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calculation!$E$132</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cat>
            <c:strRef>
              <c:f>calculation!$D$133:$D$145</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calculation!$E$133:$E$145</c:f>
              <c:numCache>
                <c:formatCode>General</c:formatCode>
                <c:ptCount val="12"/>
                <c:pt idx="0">
                  <c:v>290932</c:v>
                </c:pt>
                <c:pt idx="1">
                  <c:v>298124</c:v>
                </c:pt>
                <c:pt idx="2">
                  <c:v>272037</c:v>
                </c:pt>
                <c:pt idx="3">
                  <c:v>300453</c:v>
                </c:pt>
                <c:pt idx="4">
                  <c:v>296191</c:v>
                </c:pt>
                <c:pt idx="5">
                  <c:v>319366</c:v>
                </c:pt>
                <c:pt idx="6">
                  <c:v>313979</c:v>
                </c:pt>
                <c:pt idx="7">
                  <c:v>280310</c:v>
                </c:pt>
                <c:pt idx="8">
                  <c:v>278084</c:v>
                </c:pt>
                <c:pt idx="9">
                  <c:v>410675</c:v>
                </c:pt>
                <c:pt idx="10">
                  <c:v>371976</c:v>
                </c:pt>
                <c:pt idx="11">
                  <c:v>398320</c:v>
                </c:pt>
              </c:numCache>
            </c:numRef>
          </c:val>
          <c:smooth val="0"/>
          <c:extLst>
            <c:ext xmlns:c16="http://schemas.microsoft.com/office/drawing/2014/chart" uri="{C3380CC4-5D6E-409C-BE32-E72D297353CC}">
              <c16:uniqueId val="{00000001-1ED8-42D8-B822-B49C20C7A338}"/>
            </c:ext>
          </c:extLst>
        </c:ser>
        <c:dLbls>
          <c:showLegendKey val="0"/>
          <c:showVal val="1"/>
          <c:showCatName val="0"/>
          <c:showSerName val="0"/>
          <c:showPercent val="0"/>
          <c:showBubbleSize val="0"/>
        </c:dLbls>
        <c:smooth val="0"/>
        <c:axId val="1122434824"/>
        <c:axId val="1122436136"/>
      </c:lineChart>
      <c:catAx>
        <c:axId val="11224348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a:solidFill>
                      <a:sysClr val="windowText" lastClr="000000"/>
                    </a:solidFill>
                    <a:latin typeface="Times New Roman" panose="02020603050405020304" pitchFamily="18" charset="0"/>
                    <a:cs typeface="Times New Roman" panose="02020603050405020304" pitchFamily="18" charset="0"/>
                  </a:rPr>
                  <a:t>Month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122436136"/>
        <c:crosses val="autoZero"/>
        <c:auto val="1"/>
        <c:lblAlgn val="ctr"/>
        <c:lblOffset val="100"/>
        <c:noMultiLvlLbl val="0"/>
      </c:catAx>
      <c:valAx>
        <c:axId val="1122436136"/>
        <c:scaling>
          <c:orientation val="minMax"/>
        </c:scaling>
        <c:delete val="1"/>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dirty="0">
                    <a:solidFill>
                      <a:sysClr val="windowText" lastClr="000000"/>
                    </a:solidFill>
                    <a:latin typeface="Times New Roman" panose="02020603050405020304" pitchFamily="18" charset="0"/>
                    <a:cs typeface="Times New Roman" panose="02020603050405020304" pitchFamily="18" charset="0"/>
                  </a:rPr>
                  <a:t>Production Volumes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1224348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[excel_pro_main.xlsx]calculation!PivotTable18</c:name>
    <c:fmtId val="19"/>
  </c:pivotSource>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a:solidFill>
                  <a:sysClr val="windowText" lastClr="000000"/>
                </a:solidFill>
                <a:latin typeface="Times New Roman" panose="02020603050405020304" pitchFamily="18" charset="0"/>
                <a:cs typeface="Times New Roman" panose="02020603050405020304" pitchFamily="18" charset="0"/>
              </a:rPr>
              <a:t>Product Line vs Defects</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2"/>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Horz">
            <a:fgClr>
              <a:schemeClr val="accent1"/>
            </a:fgClr>
            <a:bgClr>
              <a:schemeClr val="accent1">
                <a:lumMod val="20000"/>
                <a:lumOff val="80000"/>
              </a:schemeClr>
            </a:bgClr>
          </a:pattFill>
          <a:ln>
            <a:noFill/>
          </a:ln>
          <a:effectLst>
            <a:innerShdw blurRad="114300">
              <a:schemeClr val="accent1"/>
            </a:innerShdw>
          </a:effectLst>
        </c:spPr>
        <c:marker>
          <c:symbol val="circle"/>
          <c:size val="6"/>
          <c:spPr>
            <a:solidFill>
              <a:schemeClr val="accent3"/>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pattFill prst="narHorz">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calculation!$E$148:$E$149</c:f>
              <c:strCache>
                <c:ptCount val="1"/>
                <c:pt idx="0">
                  <c:v>Gumi Appliance Plant</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calculation!$D$150:$D$161</c:f>
              <c:strCache>
                <c:ptCount val="11"/>
                <c:pt idx="0">
                  <c:v>Galaxy S</c:v>
                </c:pt>
                <c:pt idx="1">
                  <c:v>Galaxy Z</c:v>
                </c:pt>
                <c:pt idx="2">
                  <c:v>Earbuds</c:v>
                </c:pt>
                <c:pt idx="3">
                  <c:v>Watch</c:v>
                </c:pt>
                <c:pt idx="4">
                  <c:v>Tab S</c:v>
                </c:pt>
                <c:pt idx="5">
                  <c:v>Tab A</c:v>
                </c:pt>
                <c:pt idx="6">
                  <c:v>Crystal UHD</c:v>
                </c:pt>
                <c:pt idx="7">
                  <c:v>OLED</c:v>
                </c:pt>
                <c:pt idx="8">
                  <c:v>Neo QLED</c:v>
                </c:pt>
                <c:pt idx="9">
                  <c:v>Refrigerator</c:v>
                </c:pt>
                <c:pt idx="10">
                  <c:v>Washer</c:v>
                </c:pt>
              </c:strCache>
            </c:strRef>
          </c:cat>
          <c:val>
            <c:numRef>
              <c:f>calculation!$E$150:$E$161</c:f>
              <c:numCache>
                <c:formatCode>General</c:formatCode>
                <c:ptCount val="11"/>
                <c:pt idx="0">
                  <c:v>2756</c:v>
                </c:pt>
                <c:pt idx="1">
                  <c:v>1603</c:v>
                </c:pt>
                <c:pt idx="2">
                  <c:v>1154</c:v>
                </c:pt>
                <c:pt idx="3">
                  <c:v>1052</c:v>
                </c:pt>
                <c:pt idx="4">
                  <c:v>711</c:v>
                </c:pt>
                <c:pt idx="5">
                  <c:v>379</c:v>
                </c:pt>
                <c:pt idx="6">
                  <c:v>114</c:v>
                </c:pt>
                <c:pt idx="7">
                  <c:v>100</c:v>
                </c:pt>
                <c:pt idx="8">
                  <c:v>99</c:v>
                </c:pt>
                <c:pt idx="9">
                  <c:v>71</c:v>
                </c:pt>
                <c:pt idx="10">
                  <c:v>61</c:v>
                </c:pt>
              </c:numCache>
            </c:numRef>
          </c:val>
          <c:extLst>
            <c:ext xmlns:c16="http://schemas.microsoft.com/office/drawing/2014/chart" uri="{C3380CC4-5D6E-409C-BE32-E72D297353CC}">
              <c16:uniqueId val="{00000000-0339-45B1-AF31-74EA9BB775A0}"/>
            </c:ext>
          </c:extLst>
        </c:ser>
        <c:ser>
          <c:idx val="1"/>
          <c:order val="1"/>
          <c:tx>
            <c:strRef>
              <c:f>calculation!$F$148:$F$149</c:f>
              <c:strCache>
                <c:ptCount val="1"/>
                <c:pt idx="0">
                  <c:v>Gumi Manufacturing 1</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calculation!$D$150:$D$161</c:f>
              <c:strCache>
                <c:ptCount val="11"/>
                <c:pt idx="0">
                  <c:v>Galaxy S</c:v>
                </c:pt>
                <c:pt idx="1">
                  <c:v>Galaxy Z</c:v>
                </c:pt>
                <c:pt idx="2">
                  <c:v>Earbuds</c:v>
                </c:pt>
                <c:pt idx="3">
                  <c:v>Watch</c:v>
                </c:pt>
                <c:pt idx="4">
                  <c:v>Tab S</c:v>
                </c:pt>
                <c:pt idx="5">
                  <c:v>Tab A</c:v>
                </c:pt>
                <c:pt idx="6">
                  <c:v>Crystal UHD</c:v>
                </c:pt>
                <c:pt idx="7">
                  <c:v>OLED</c:v>
                </c:pt>
                <c:pt idx="8">
                  <c:v>Neo QLED</c:v>
                </c:pt>
                <c:pt idx="9">
                  <c:v>Refrigerator</c:v>
                </c:pt>
                <c:pt idx="10">
                  <c:v>Washer</c:v>
                </c:pt>
              </c:strCache>
            </c:strRef>
          </c:cat>
          <c:val>
            <c:numRef>
              <c:f>calculation!$F$150:$F$161</c:f>
              <c:numCache>
                <c:formatCode>General</c:formatCode>
                <c:ptCount val="11"/>
                <c:pt idx="0">
                  <c:v>2674</c:v>
                </c:pt>
                <c:pt idx="1">
                  <c:v>1435</c:v>
                </c:pt>
                <c:pt idx="2">
                  <c:v>1048</c:v>
                </c:pt>
                <c:pt idx="3">
                  <c:v>904</c:v>
                </c:pt>
                <c:pt idx="4">
                  <c:v>915</c:v>
                </c:pt>
                <c:pt idx="5">
                  <c:v>370</c:v>
                </c:pt>
                <c:pt idx="6">
                  <c:v>112</c:v>
                </c:pt>
                <c:pt idx="7">
                  <c:v>117</c:v>
                </c:pt>
                <c:pt idx="8">
                  <c:v>103</c:v>
                </c:pt>
                <c:pt idx="9">
                  <c:v>52</c:v>
                </c:pt>
                <c:pt idx="10">
                  <c:v>70</c:v>
                </c:pt>
              </c:numCache>
            </c:numRef>
          </c:val>
          <c:extLst>
            <c:ext xmlns:c16="http://schemas.microsoft.com/office/drawing/2014/chart" uri="{C3380CC4-5D6E-409C-BE32-E72D297353CC}">
              <c16:uniqueId val="{00000001-0339-45B1-AF31-74EA9BB775A0}"/>
            </c:ext>
          </c:extLst>
        </c:ser>
        <c:ser>
          <c:idx val="2"/>
          <c:order val="2"/>
          <c:tx>
            <c:strRef>
              <c:f>calculation!$G$148:$G$149</c:f>
              <c:strCache>
                <c:ptCount val="1"/>
                <c:pt idx="0">
                  <c:v>Thai Nguyen Plant</c:v>
                </c:pt>
              </c:strCache>
            </c:strRef>
          </c:tx>
          <c:spPr>
            <a:pattFill prst="narHorz">
              <a:fgClr>
                <a:schemeClr val="accent3"/>
              </a:fgClr>
              <a:bgClr>
                <a:schemeClr val="accent3">
                  <a:lumMod val="20000"/>
                  <a:lumOff val="80000"/>
                </a:schemeClr>
              </a:bgClr>
            </a:pattFill>
            <a:ln>
              <a:noFill/>
            </a:ln>
            <a:effectLst>
              <a:innerShdw blurRad="114300">
                <a:schemeClr val="accent3"/>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calculation!$D$150:$D$161</c:f>
              <c:strCache>
                <c:ptCount val="11"/>
                <c:pt idx="0">
                  <c:v>Galaxy S</c:v>
                </c:pt>
                <c:pt idx="1">
                  <c:v>Galaxy Z</c:v>
                </c:pt>
                <c:pt idx="2">
                  <c:v>Earbuds</c:v>
                </c:pt>
                <c:pt idx="3">
                  <c:v>Watch</c:v>
                </c:pt>
                <c:pt idx="4">
                  <c:v>Tab S</c:v>
                </c:pt>
                <c:pt idx="5">
                  <c:v>Tab A</c:v>
                </c:pt>
                <c:pt idx="6">
                  <c:v>Crystal UHD</c:v>
                </c:pt>
                <c:pt idx="7">
                  <c:v>OLED</c:v>
                </c:pt>
                <c:pt idx="8">
                  <c:v>Neo QLED</c:v>
                </c:pt>
                <c:pt idx="9">
                  <c:v>Refrigerator</c:v>
                </c:pt>
                <c:pt idx="10">
                  <c:v>Washer</c:v>
                </c:pt>
              </c:strCache>
            </c:strRef>
          </c:cat>
          <c:val>
            <c:numRef>
              <c:f>calculation!$G$150:$G$161</c:f>
              <c:numCache>
                <c:formatCode>General</c:formatCode>
                <c:ptCount val="11"/>
                <c:pt idx="0">
                  <c:v>3168</c:v>
                </c:pt>
                <c:pt idx="1">
                  <c:v>1368</c:v>
                </c:pt>
                <c:pt idx="2">
                  <c:v>1236</c:v>
                </c:pt>
                <c:pt idx="3">
                  <c:v>915</c:v>
                </c:pt>
                <c:pt idx="4">
                  <c:v>731</c:v>
                </c:pt>
                <c:pt idx="5">
                  <c:v>378</c:v>
                </c:pt>
                <c:pt idx="6">
                  <c:v>119</c:v>
                </c:pt>
                <c:pt idx="7">
                  <c:v>87</c:v>
                </c:pt>
                <c:pt idx="8">
                  <c:v>79</c:v>
                </c:pt>
                <c:pt idx="9">
                  <c:v>55</c:v>
                </c:pt>
                <c:pt idx="10">
                  <c:v>66</c:v>
                </c:pt>
              </c:numCache>
            </c:numRef>
          </c:val>
          <c:extLst>
            <c:ext xmlns:c16="http://schemas.microsoft.com/office/drawing/2014/chart" uri="{C3380CC4-5D6E-409C-BE32-E72D297353CC}">
              <c16:uniqueId val="{00000002-0339-45B1-AF31-74EA9BB775A0}"/>
            </c:ext>
          </c:extLst>
        </c:ser>
        <c:dLbls>
          <c:showLegendKey val="0"/>
          <c:showVal val="1"/>
          <c:showCatName val="0"/>
          <c:showSerName val="0"/>
          <c:showPercent val="0"/>
          <c:showBubbleSize val="0"/>
        </c:dLbls>
        <c:gapWidth val="164"/>
        <c:overlap val="-22"/>
        <c:axId val="626052464"/>
        <c:axId val="626051480"/>
      </c:barChart>
      <c:catAx>
        <c:axId val="626052464"/>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r>
                  <a:rPr lang="en-US" sz="1200">
                    <a:solidFill>
                      <a:sysClr val="windowText" lastClr="000000"/>
                    </a:solidFill>
                    <a:latin typeface="Times New Roman" panose="02020603050405020304" pitchFamily="18" charset="0"/>
                    <a:cs typeface="Times New Roman" panose="02020603050405020304" pitchFamily="18" charset="0"/>
                  </a:rPr>
                  <a:t>Product</a:t>
                </a:r>
                <a:r>
                  <a:rPr lang="en-US" sz="1200" baseline="0">
                    <a:solidFill>
                      <a:sysClr val="windowText" lastClr="000000"/>
                    </a:solidFill>
                    <a:latin typeface="Times New Roman" panose="02020603050405020304" pitchFamily="18" charset="0"/>
                    <a:cs typeface="Times New Roman" panose="02020603050405020304" pitchFamily="18" charset="0"/>
                  </a:rPr>
                  <a:t> Line</a:t>
                </a:r>
                <a:endParaRPr lang="en-US" sz="12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626051480"/>
        <c:crosses val="autoZero"/>
        <c:auto val="1"/>
        <c:lblAlgn val="ctr"/>
        <c:lblOffset val="100"/>
        <c:noMultiLvlLbl val="0"/>
      </c:catAx>
      <c:valAx>
        <c:axId val="626051480"/>
        <c:scaling>
          <c:orientation val="minMax"/>
        </c:scaling>
        <c:delete val="0"/>
        <c:axPos val="l"/>
        <c:title>
          <c:tx>
            <c:rich>
              <a:bodyPr rot="-5400000" spcFirstLastPara="1" vertOverflow="ellipsis" vert="horz" wrap="square" anchor="ctr" anchorCtr="1"/>
              <a:lstStyle/>
              <a:p>
                <a:pPr>
                  <a:defRPr sz="12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sz="1200">
                    <a:solidFill>
                      <a:sysClr val="windowText" lastClr="000000"/>
                    </a:solidFill>
                    <a:latin typeface="Times New Roman" panose="02020603050405020304" pitchFamily="18" charset="0"/>
                    <a:cs typeface="Times New Roman" panose="02020603050405020304" pitchFamily="18" charset="0"/>
                  </a:rPr>
                  <a:t>Defects</a:t>
                </a:r>
                <a:r>
                  <a:rPr lang="en-US" sz="1200" baseline="0">
                    <a:solidFill>
                      <a:sysClr val="windowText" lastClr="000000"/>
                    </a:solidFill>
                    <a:latin typeface="Times New Roman" panose="02020603050405020304" pitchFamily="18" charset="0"/>
                    <a:cs typeface="Times New Roman" panose="02020603050405020304" pitchFamily="18" charset="0"/>
                  </a:rPr>
                  <a:t> Count</a:t>
                </a:r>
                <a:endParaRPr lang="en-US" sz="12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2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6260524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w="9525" cap="flat" cmpd="sng" algn="ctr">
      <a:solidFill>
        <a:schemeClr val="tx1">
          <a:lumMod val="15000"/>
          <a:lumOff val="85000"/>
        </a:schemeClr>
      </a:solidFill>
      <a:round/>
    </a:ln>
    <a:effectLst>
      <a:innerShdw blurRad="114300">
        <a:prstClr val="black"/>
      </a:inn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[excel_pro_main.xlsx]calculation!PivotTable25</c:name>
    <c:fmtId val="25"/>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solidFill>
                  <a:sysClr val="windowText" lastClr="000000"/>
                </a:solidFill>
                <a:latin typeface="Times New Roman" panose="02020603050405020304" pitchFamily="18" charset="0"/>
                <a:cs typeface="Times New Roman" panose="02020603050405020304" pitchFamily="18" charset="0"/>
              </a:rPr>
              <a:t>Sales by Product Category</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calculation!$D$182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calculation!$C$183:$C$188</c:f>
              <c:strCache>
                <c:ptCount val="5"/>
                <c:pt idx="0">
                  <c:v>Smartphone</c:v>
                </c:pt>
                <c:pt idx="1">
                  <c:v>Television</c:v>
                </c:pt>
                <c:pt idx="2">
                  <c:v>Tablet</c:v>
                </c:pt>
                <c:pt idx="3">
                  <c:v>Appliance</c:v>
                </c:pt>
                <c:pt idx="4">
                  <c:v>Wearable</c:v>
                </c:pt>
              </c:strCache>
            </c:strRef>
          </c:cat>
          <c:val>
            <c:numRef>
              <c:f>calculation!$D$183:$D$188</c:f>
              <c:numCache>
                <c:formatCode>_ [$₹-4009]\ * #,##0.00_ ;_ [$₹-4009]\ * \-#,##0.00_ ;_ [$₹-4009]\ * "-"??_ ;_ @_ </c:formatCode>
                <c:ptCount val="5"/>
                <c:pt idx="0">
                  <c:v>98705252.890000001</c:v>
                </c:pt>
                <c:pt idx="1">
                  <c:v>26640485.91</c:v>
                </c:pt>
                <c:pt idx="2">
                  <c:v>20114516.43</c:v>
                </c:pt>
                <c:pt idx="3">
                  <c:v>16433893.609999999</c:v>
                </c:pt>
                <c:pt idx="4">
                  <c:v>15052497.039999999</c:v>
                </c:pt>
              </c:numCache>
            </c:numRef>
          </c:val>
          <c:extLst>
            <c:ext xmlns:c16="http://schemas.microsoft.com/office/drawing/2014/chart" uri="{C3380CC4-5D6E-409C-BE32-E72D297353CC}">
              <c16:uniqueId val="{00000000-0910-42D0-B632-5730C7AE6397}"/>
            </c:ext>
          </c:extLst>
        </c:ser>
        <c:dLbls>
          <c:showLegendKey val="0"/>
          <c:showVal val="1"/>
          <c:showCatName val="0"/>
          <c:showSerName val="0"/>
          <c:showPercent val="0"/>
          <c:showBubbleSize val="0"/>
        </c:dLbls>
        <c:gapWidth val="150"/>
        <c:overlap val="-25"/>
        <c:axId val="1327121432"/>
        <c:axId val="1327122088"/>
      </c:barChart>
      <c:catAx>
        <c:axId val="1327121432"/>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solidFill>
                      <a:sysClr val="windowText" lastClr="000000"/>
                    </a:solidFill>
                    <a:latin typeface="Times New Roman" panose="02020603050405020304" pitchFamily="18" charset="0"/>
                    <a:cs typeface="Times New Roman" panose="02020603050405020304" pitchFamily="18" charset="0"/>
                  </a:rPr>
                  <a:t>Product Category</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327122088"/>
        <c:crosses val="autoZero"/>
        <c:auto val="1"/>
        <c:lblAlgn val="ctr"/>
        <c:lblOffset val="100"/>
        <c:noMultiLvlLbl val="0"/>
      </c:catAx>
      <c:valAx>
        <c:axId val="1327122088"/>
        <c:scaling>
          <c:orientation val="minMax"/>
        </c:scaling>
        <c:delete val="1"/>
        <c:axPos val="l"/>
        <c:title>
          <c:tx>
            <c:rich>
              <a:bodyPr rot="-5400000" spcFirstLastPara="1" vertOverflow="ellipsis" vert="horz" wrap="square" anchor="ctr" anchorCtr="1"/>
              <a:lstStyle/>
              <a:p>
                <a:pPr>
                  <a:defRPr sz="1600" b="0" i="0" u="none" strike="noStrike" kern="1200" baseline="0">
                    <a:solidFill>
                      <a:schemeClr val="bg1"/>
                    </a:solidFill>
                    <a:latin typeface="+mn-lt"/>
                    <a:ea typeface="+mn-ea"/>
                    <a:cs typeface="+mn-cs"/>
                  </a:defRPr>
                </a:pPr>
                <a:r>
                  <a:rPr lang="en-US" sz="1600">
                    <a:solidFill>
                      <a:schemeClr val="bg1"/>
                    </a:solidFill>
                    <a:latin typeface="Times New Roman" panose="02020603050405020304" pitchFamily="18" charset="0"/>
                    <a:cs typeface="Times New Roman" panose="02020603050405020304" pitchFamily="18" charset="0"/>
                  </a:rPr>
                  <a:t>Revenue</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en-US"/>
            </a:p>
          </c:txPr>
        </c:title>
        <c:numFmt formatCode="_ [$₹-4009]\ * #,##0.00_ ;_ [$₹-4009]\ * \-#,##0.00_ ;_ [$₹-4009]\ * &quot;-&quot;??_ ;_ @_ " sourceLinked="1"/>
        <c:majorTickMark val="none"/>
        <c:minorTickMark val="none"/>
        <c:tickLblPos val="nextTo"/>
        <c:crossAx val="13271214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[excel_pro_main.xlsx]calculation!PivotTable26</c:name>
    <c:fmtId val="7"/>
  </c:pivotSource>
  <c:chart>
    <c:title>
      <c:tx>
        <c:rich>
          <a:bodyPr rot="0" spcFirstLastPara="1" vertOverflow="ellipsis" vert="horz" wrap="square" anchor="ctr" anchorCtr="1"/>
          <a:lstStyle/>
          <a:p>
            <a:pPr>
              <a:defRPr sz="1800" b="0" i="0" u="none" strike="noStrike" kern="1200" cap="all" baseline="0">
                <a:solidFill>
                  <a:schemeClr val="lt1"/>
                </a:solidFill>
                <a:latin typeface="+mn-lt"/>
                <a:ea typeface="+mn-ea"/>
                <a:cs typeface="+mn-cs"/>
              </a:defRPr>
            </a:pPr>
            <a:r>
              <a:rPr lang="en-US" sz="1600" dirty="0">
                <a:solidFill>
                  <a:sysClr val="windowText" lastClr="000000"/>
                </a:solidFill>
                <a:latin typeface="Times New Roman" panose="02020603050405020304" pitchFamily="18" charset="0"/>
                <a:cs typeface="Times New Roman" panose="02020603050405020304" pitchFamily="18" charset="0"/>
              </a:rPr>
              <a:t>Profit by Product Line</a:t>
            </a:r>
          </a:p>
        </c:rich>
      </c:tx>
      <c:overlay val="0"/>
      <c:spPr>
        <a:noFill/>
        <a:ln>
          <a:noFill/>
        </a:ln>
        <a:effectLst/>
      </c:spPr>
      <c:txPr>
        <a:bodyPr rot="0" spcFirstLastPara="1" vertOverflow="ellipsis" vert="horz" wrap="square" anchor="ctr" anchorCtr="1"/>
        <a:lstStyle/>
        <a:p>
          <a:pPr>
            <a:defRPr sz="1800" b="0" i="0" u="none" strike="noStrike" kern="1200" cap="all" baseline="0">
              <a:solidFill>
                <a:schemeClr val="lt1"/>
              </a:solidFill>
              <a:latin typeface="+mn-lt"/>
              <a:ea typeface="+mn-ea"/>
              <a:cs typeface="+mn-cs"/>
            </a:defRPr>
          </a:pPr>
          <a:endParaRPr lang="en-US"/>
        </a:p>
      </c:txPr>
    </c:title>
    <c:autoTitleDeleted val="0"/>
    <c:pivotFmts>
      <c:pivotFmt>
        <c:idx val="0"/>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marker>
          <c:spPr>
            <a:solidFill>
              <a:schemeClr val="accent1"/>
            </a:solidFill>
            <a:ln w="9525">
              <a:solidFill>
                <a:schemeClr val="dk1">
                  <a:lumMod val="75000"/>
                  <a:lumOff val="25000"/>
                </a:schemeClr>
              </a:solidFill>
            </a:ln>
            <a:effectLst/>
          </c:spPr>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8000"/>
            </a:schemeClr>
          </a:solidFill>
          <a:ln>
            <a:solidFill>
              <a:schemeClr val="accent1">
                <a:lumMod val="50000"/>
              </a:schemeClr>
            </a:solidFill>
          </a:ln>
          <a:effectLst/>
        </c:spPr>
        <c:marker>
          <c:symbol val="none"/>
        </c:marker>
        <c:dLbl>
          <c:idx val="0"/>
          <c:spPr>
            <a:solidFill>
              <a:srgbClr val="9B2D1F">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8000"/>
            </a:schemeClr>
          </a:solidFill>
          <a:ln>
            <a:solidFill>
              <a:schemeClr val="accent1">
                <a:lumMod val="50000"/>
              </a:schemeClr>
            </a:solidFill>
          </a:ln>
          <a:effectLst/>
        </c:spPr>
        <c:marker>
          <c:symbol val="none"/>
        </c:marker>
        <c:dLbl>
          <c:idx val="0"/>
          <c:spPr>
            <a:solidFill>
              <a:srgbClr val="9B2D1F">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alpha val="88000"/>
            </a:schemeClr>
          </a:solidFill>
          <a:ln>
            <a:solidFill>
              <a:schemeClr val="accent1">
                <a:lumMod val="50000"/>
              </a:schemeClr>
            </a:solidFill>
          </a:ln>
          <a:effectLst/>
        </c:spPr>
        <c:marker>
          <c:symbol val="none"/>
        </c:marker>
        <c:dLbl>
          <c:idx val="0"/>
          <c:spPr>
            <a:solidFill>
              <a:srgbClr val="9B2D1F">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calculation!$D$197</c:f>
              <c:strCache>
                <c:ptCount val="1"/>
                <c:pt idx="0">
                  <c:v>Total</c:v>
                </c:pt>
              </c:strCache>
            </c:strRef>
          </c:tx>
          <c:spPr>
            <a:solidFill>
              <a:schemeClr val="accent1">
                <a:alpha val="88000"/>
              </a:schemeClr>
            </a:solidFill>
            <a:ln>
              <a:solidFill>
                <a:schemeClr val="accent1">
                  <a:lumMod val="50000"/>
                </a:schemeClr>
              </a:solidFill>
            </a:ln>
            <a:effectLst/>
          </c:spPr>
          <c:invertIfNegative val="0"/>
          <c:dLbls>
            <c:spPr>
              <a:solidFill>
                <a:srgbClr val="9B2D1F">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calculation!$C$198:$C$209</c:f>
              <c:strCache>
                <c:ptCount val="11"/>
                <c:pt idx="0">
                  <c:v>Tab A</c:v>
                </c:pt>
                <c:pt idx="1">
                  <c:v>Crystal UHD</c:v>
                </c:pt>
                <c:pt idx="2">
                  <c:v>Washer</c:v>
                </c:pt>
                <c:pt idx="3">
                  <c:v>Earbuds</c:v>
                </c:pt>
                <c:pt idx="4">
                  <c:v>Watch</c:v>
                </c:pt>
                <c:pt idx="5">
                  <c:v>OLED</c:v>
                </c:pt>
                <c:pt idx="6">
                  <c:v>Refrigerator</c:v>
                </c:pt>
                <c:pt idx="7">
                  <c:v>Neo QLED</c:v>
                </c:pt>
                <c:pt idx="8">
                  <c:v>Tab S</c:v>
                </c:pt>
                <c:pt idx="9">
                  <c:v>Galaxy Z</c:v>
                </c:pt>
                <c:pt idx="10">
                  <c:v>Galaxy S</c:v>
                </c:pt>
              </c:strCache>
            </c:strRef>
          </c:cat>
          <c:val>
            <c:numRef>
              <c:f>calculation!$D$198:$D$209</c:f>
              <c:numCache>
                <c:formatCode>_ [$₹-4009]\ * #,##0.00_ ;_ [$₹-4009]\ * \-#,##0.00_ ;_ [$₹-4009]\ * "-"??_ ;_ @_ </c:formatCode>
                <c:ptCount val="11"/>
                <c:pt idx="0">
                  <c:v>504651.91</c:v>
                </c:pt>
                <c:pt idx="1">
                  <c:v>867297.31</c:v>
                </c:pt>
                <c:pt idx="2">
                  <c:v>1428636.68</c:v>
                </c:pt>
                <c:pt idx="3">
                  <c:v>1534940.7</c:v>
                </c:pt>
                <c:pt idx="4">
                  <c:v>2328271.34</c:v>
                </c:pt>
                <c:pt idx="5">
                  <c:v>3243232.62</c:v>
                </c:pt>
                <c:pt idx="6">
                  <c:v>3756886.74</c:v>
                </c:pt>
                <c:pt idx="7">
                  <c:v>4211792.3499999996</c:v>
                </c:pt>
                <c:pt idx="8">
                  <c:v>4755137.88</c:v>
                </c:pt>
                <c:pt idx="9">
                  <c:v>11088838.300000001</c:v>
                </c:pt>
                <c:pt idx="10">
                  <c:v>14839863.35</c:v>
                </c:pt>
              </c:numCache>
            </c:numRef>
          </c:val>
          <c:extLst>
            <c:ext xmlns:c16="http://schemas.microsoft.com/office/drawing/2014/chart" uri="{C3380CC4-5D6E-409C-BE32-E72D297353CC}">
              <c16:uniqueId val="{00000000-096C-4237-89C4-8470F4BA5B80}"/>
            </c:ext>
          </c:extLst>
        </c:ser>
        <c:dLbls>
          <c:showLegendKey val="0"/>
          <c:showVal val="1"/>
          <c:showCatName val="0"/>
          <c:showSerName val="0"/>
          <c:showPercent val="0"/>
          <c:showBubbleSize val="0"/>
        </c:dLbls>
        <c:gapWidth val="84"/>
        <c:axId val="1338934880"/>
        <c:axId val="1338935208"/>
      </c:barChart>
      <c:catAx>
        <c:axId val="1338934880"/>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Product</a:t>
                </a:r>
                <a:r>
                  <a:rPr lang="en-US" sz="1400" baseline="0">
                    <a:solidFill>
                      <a:sysClr val="windowText" lastClr="000000"/>
                    </a:solidFill>
                    <a:latin typeface="Times New Roman" panose="02020603050405020304" pitchFamily="18" charset="0"/>
                    <a:cs typeface="Times New Roman" panose="02020603050405020304" pitchFamily="18" charset="0"/>
                  </a:rPr>
                  <a:t> Line</a:t>
                </a:r>
                <a:endParaRPr lang="en-US" sz="14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1338935208"/>
        <c:crosses val="autoZero"/>
        <c:auto val="1"/>
        <c:lblAlgn val="ctr"/>
        <c:lblOffset val="100"/>
        <c:noMultiLvlLbl val="0"/>
      </c:catAx>
      <c:valAx>
        <c:axId val="1338935208"/>
        <c:scaling>
          <c:orientation val="minMax"/>
        </c:scaling>
        <c:delete val="1"/>
        <c:axPos val="b"/>
        <c:title>
          <c:tx>
            <c:rich>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Profit</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title>
        <c:numFmt formatCode="_ [$₹-4009]\ * #,##0.00_ ;_ [$₹-4009]\ * \-#,##0.00_ ;_ [$₹-4009]\ * &quot;-&quot;??_ ;_ @_ " sourceLinked="1"/>
        <c:majorTickMark val="out"/>
        <c:minorTickMark val="none"/>
        <c:tickLblPos val="nextTo"/>
        <c:crossAx val="13389348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6350" cap="flat" cmpd="sng" algn="ctr">
      <a:solidFill>
        <a:schemeClr val="dk1">
          <a:tint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[excel_pro_main.xlsx]calculation!PivotTable27</c:name>
    <c:fmtId val="14"/>
  </c:pivotSource>
  <c:chart>
    <c:title>
      <c:tx>
        <c:rich>
          <a:bodyPr rot="0" spcFirstLastPara="1" vertOverflow="ellipsis" vert="horz" wrap="square" anchor="ctr" anchorCtr="1"/>
          <a:lstStyle/>
          <a:p>
            <a:pPr>
              <a:defRPr sz="1800" b="1" i="0" u="none" strike="noStrike" kern="1200" cap="all" spc="120" normalizeH="0" baseline="0">
                <a:solidFill>
                  <a:sysClr val="windowText" lastClr="000000"/>
                </a:solidFill>
                <a:latin typeface="Times New Roman" panose="02020603050405020304" pitchFamily="18" charset="0"/>
                <a:ea typeface="+mn-ea"/>
                <a:cs typeface="Times New Roman" panose="02020603050405020304" pitchFamily="18" charset="0"/>
              </a:defRPr>
            </a:pPr>
            <a:r>
              <a:rPr lang="en-US" sz="1800">
                <a:solidFill>
                  <a:sysClr val="windowText" lastClr="000000"/>
                </a:solidFill>
                <a:latin typeface="Times New Roman" panose="02020603050405020304" pitchFamily="18" charset="0"/>
                <a:cs typeface="Times New Roman" panose="02020603050405020304" pitchFamily="18" charset="0"/>
              </a:rPr>
              <a:t>Discount Impact Analysis </a:t>
            </a:r>
          </a:p>
        </c:rich>
      </c:tx>
      <c:overlay val="0"/>
      <c:spPr>
        <a:noFill/>
        <a:ln>
          <a:noFill/>
        </a:ln>
        <a:effectLst/>
      </c:spPr>
      <c:txPr>
        <a:bodyPr rot="0" spcFirstLastPara="1" vertOverflow="ellipsis" vert="horz" wrap="square" anchor="ctr" anchorCtr="1"/>
        <a:lstStyle/>
        <a:p>
          <a:pPr>
            <a:defRPr sz="1800" b="1" i="0" u="none" strike="noStrike" kern="1200" cap="all" spc="120" normalizeH="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triangle"/>
          <c:size val="6"/>
          <c:spPr>
            <a:solidFill>
              <a:schemeClr val="accent3"/>
            </a:solidFill>
            <a:ln w="9525">
              <a:solidFill>
                <a:schemeClr val="accent3"/>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x"/>
          <c:size val="6"/>
          <c:spPr>
            <a:noFill/>
            <a:ln w="9525">
              <a:solidFill>
                <a:schemeClr val="accent4"/>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calculation!$D$212</c:f>
              <c:strCache>
                <c:ptCount val="1"/>
                <c:pt idx="0">
                  <c:v>Discount %</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calculation!$C$213:$C$218</c:f>
              <c:strCache>
                <c:ptCount val="5"/>
                <c:pt idx="0">
                  <c:v>Smartphone</c:v>
                </c:pt>
                <c:pt idx="1">
                  <c:v>Television</c:v>
                </c:pt>
                <c:pt idx="2">
                  <c:v>Tablet</c:v>
                </c:pt>
                <c:pt idx="3">
                  <c:v>Appliance</c:v>
                </c:pt>
                <c:pt idx="4">
                  <c:v>Wearable</c:v>
                </c:pt>
              </c:strCache>
            </c:strRef>
          </c:cat>
          <c:val>
            <c:numRef>
              <c:f>calculation!$D$213:$D$218</c:f>
              <c:numCache>
                <c:formatCode>0.00%</c:formatCode>
                <c:ptCount val="5"/>
                <c:pt idx="0">
                  <c:v>4.9437499999999996</c:v>
                </c:pt>
                <c:pt idx="1">
                  <c:v>5.1324289405684755</c:v>
                </c:pt>
                <c:pt idx="2">
                  <c:v>5.0418814432989691</c:v>
                </c:pt>
                <c:pt idx="3">
                  <c:v>4.9173553719008263</c:v>
                </c:pt>
                <c:pt idx="4">
                  <c:v>5.2385238523852387</c:v>
                </c:pt>
              </c:numCache>
            </c:numRef>
          </c:val>
          <c:extLst>
            <c:ext xmlns:c16="http://schemas.microsoft.com/office/drawing/2014/chart" uri="{C3380CC4-5D6E-409C-BE32-E72D297353CC}">
              <c16:uniqueId val="{00000000-5FEB-4647-88FB-41D98863F3D1}"/>
            </c:ext>
          </c:extLst>
        </c:ser>
        <c:ser>
          <c:idx val="1"/>
          <c:order val="1"/>
          <c:tx>
            <c:strRef>
              <c:f>calculation!$E$212</c:f>
              <c:strCache>
                <c:ptCount val="1"/>
                <c:pt idx="0">
                  <c:v>Sum of net_revenue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calculation!$C$213:$C$218</c:f>
              <c:strCache>
                <c:ptCount val="5"/>
                <c:pt idx="0">
                  <c:v>Smartphone</c:v>
                </c:pt>
                <c:pt idx="1">
                  <c:v>Television</c:v>
                </c:pt>
                <c:pt idx="2">
                  <c:v>Tablet</c:v>
                </c:pt>
                <c:pt idx="3">
                  <c:v>Appliance</c:v>
                </c:pt>
                <c:pt idx="4">
                  <c:v>Wearable</c:v>
                </c:pt>
              </c:strCache>
            </c:strRef>
          </c:cat>
          <c:val>
            <c:numRef>
              <c:f>calculation!$E$213:$E$218</c:f>
              <c:numCache>
                <c:formatCode>_ [$₹-4009]\ * #,##0.00_ ;_ [$₹-4009]\ * \-#,##0.00_ ;_ [$₹-4009]\ * "-"??_ ;_ @_ </c:formatCode>
                <c:ptCount val="5"/>
                <c:pt idx="0">
                  <c:v>98705252.890000001</c:v>
                </c:pt>
                <c:pt idx="1">
                  <c:v>26640485.91</c:v>
                </c:pt>
                <c:pt idx="2">
                  <c:v>20114516.43</c:v>
                </c:pt>
                <c:pt idx="3">
                  <c:v>16433893.609999999</c:v>
                </c:pt>
                <c:pt idx="4">
                  <c:v>15052497.039999999</c:v>
                </c:pt>
              </c:numCache>
            </c:numRef>
          </c:val>
          <c:extLst>
            <c:ext xmlns:c16="http://schemas.microsoft.com/office/drawing/2014/chart" uri="{C3380CC4-5D6E-409C-BE32-E72D297353CC}">
              <c16:uniqueId val="{00000001-5FEB-4647-88FB-41D98863F3D1}"/>
            </c:ext>
          </c:extLst>
        </c:ser>
        <c:ser>
          <c:idx val="2"/>
          <c:order val="2"/>
          <c:tx>
            <c:strRef>
              <c:f>calculation!$F$212</c:f>
              <c:strCache>
                <c:ptCount val="1"/>
                <c:pt idx="0">
                  <c:v>Profit Margin %</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calculation!$C$213:$C$218</c:f>
              <c:strCache>
                <c:ptCount val="5"/>
                <c:pt idx="0">
                  <c:v>Smartphone</c:v>
                </c:pt>
                <c:pt idx="1">
                  <c:v>Television</c:v>
                </c:pt>
                <c:pt idx="2">
                  <c:v>Tablet</c:v>
                </c:pt>
                <c:pt idx="3">
                  <c:v>Appliance</c:v>
                </c:pt>
                <c:pt idx="4">
                  <c:v>Wearable</c:v>
                </c:pt>
              </c:strCache>
            </c:strRef>
          </c:cat>
          <c:val>
            <c:numRef>
              <c:f>calculation!$F$213:$F$218</c:f>
              <c:numCache>
                <c:formatCode>0.00%</c:formatCode>
                <c:ptCount val="5"/>
                <c:pt idx="0">
                  <c:v>0.26268816391054384</c:v>
                </c:pt>
                <c:pt idx="1">
                  <c:v>0.31239378696452613</c:v>
                </c:pt>
                <c:pt idx="2">
                  <c:v>0.26149223165789026</c:v>
                </c:pt>
                <c:pt idx="3">
                  <c:v>0.31553833455783215</c:v>
                </c:pt>
                <c:pt idx="4">
                  <c:v>0.25664924761214236</c:v>
                </c:pt>
              </c:numCache>
            </c:numRef>
          </c:val>
          <c:extLst>
            <c:ext xmlns:c16="http://schemas.microsoft.com/office/drawing/2014/chart" uri="{C3380CC4-5D6E-409C-BE32-E72D297353CC}">
              <c16:uniqueId val="{00000002-5FEB-4647-88FB-41D98863F3D1}"/>
            </c:ext>
          </c:extLst>
        </c:ser>
        <c:ser>
          <c:idx val="3"/>
          <c:order val="3"/>
          <c:tx>
            <c:strRef>
              <c:f>calculation!$G$212</c:f>
              <c:strCache>
                <c:ptCount val="1"/>
                <c:pt idx="0">
                  <c:v>Sum of profit</c:v>
                </c:pt>
              </c:strCache>
            </c:strRef>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calculation!$C$213:$C$218</c:f>
              <c:strCache>
                <c:ptCount val="5"/>
                <c:pt idx="0">
                  <c:v>Smartphone</c:v>
                </c:pt>
                <c:pt idx="1">
                  <c:v>Television</c:v>
                </c:pt>
                <c:pt idx="2">
                  <c:v>Tablet</c:v>
                </c:pt>
                <c:pt idx="3">
                  <c:v>Appliance</c:v>
                </c:pt>
                <c:pt idx="4">
                  <c:v>Wearable</c:v>
                </c:pt>
              </c:strCache>
            </c:strRef>
          </c:cat>
          <c:val>
            <c:numRef>
              <c:f>calculation!$G$213:$G$218</c:f>
              <c:numCache>
                <c:formatCode>_ [$₹-4009]\ * #,##0.00_ ;_ [$₹-4009]\ * \-#,##0.00_ ;_ [$₹-4009]\ * "-"??_ ;_ @_ </c:formatCode>
                <c:ptCount val="5"/>
                <c:pt idx="0">
                  <c:v>25928701.649999999</c:v>
                </c:pt>
                <c:pt idx="1">
                  <c:v>8322322.2800000003</c:v>
                </c:pt>
                <c:pt idx="2">
                  <c:v>5259789.79</c:v>
                </c:pt>
                <c:pt idx="3">
                  <c:v>5185523.42</c:v>
                </c:pt>
                <c:pt idx="4">
                  <c:v>3863212.04</c:v>
                </c:pt>
              </c:numCache>
            </c:numRef>
          </c:val>
          <c:extLst>
            <c:ext xmlns:c16="http://schemas.microsoft.com/office/drawing/2014/chart" uri="{C3380CC4-5D6E-409C-BE32-E72D297353CC}">
              <c16:uniqueId val="{00000003-5FEB-4647-88FB-41D98863F3D1}"/>
            </c:ext>
          </c:extLst>
        </c:ser>
        <c:dLbls>
          <c:dLblPos val="outEnd"/>
          <c:showLegendKey val="0"/>
          <c:showVal val="1"/>
          <c:showCatName val="0"/>
          <c:showSerName val="0"/>
          <c:showPercent val="0"/>
          <c:showBubbleSize val="0"/>
        </c:dLbls>
        <c:gapWidth val="444"/>
        <c:overlap val="-90"/>
        <c:axId val="472232976"/>
        <c:axId val="473644032"/>
      </c:barChart>
      <c:catAx>
        <c:axId val="4722329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Product Category</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spc="120" normalizeH="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473644032"/>
        <c:crosses val="autoZero"/>
        <c:auto val="1"/>
        <c:lblAlgn val="ctr"/>
        <c:lblOffset val="100"/>
        <c:noMultiLvlLbl val="0"/>
      </c:catAx>
      <c:valAx>
        <c:axId val="473644032"/>
        <c:scaling>
          <c:orientation val="minMax"/>
        </c:scaling>
        <c:delete val="1"/>
        <c:axPos val="l"/>
        <c:title>
          <c:tx>
            <c:rich>
              <a:bodyPr rot="-5400000" spcFirstLastPara="1" vertOverflow="ellipsis" vert="horz" wrap="square" anchor="ctr" anchorCtr="1"/>
              <a:lstStyle/>
              <a:p>
                <a:pPr>
                  <a:defRPr sz="14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r>
                  <a:rPr lang="en-US" sz="1400">
                    <a:solidFill>
                      <a:sysClr val="windowText" lastClr="000000"/>
                    </a:solidFill>
                    <a:latin typeface="Times New Roman" panose="02020603050405020304" pitchFamily="18" charset="0"/>
                    <a:cs typeface="Times New Roman" panose="02020603050405020304" pitchFamily="18" charset="0"/>
                  </a:rPr>
                  <a:t>Discount %</a:t>
                </a:r>
              </a:p>
            </c:rich>
          </c:tx>
          <c:overlay val="0"/>
          <c:spPr>
            <a:noFill/>
            <a:ln>
              <a:noFill/>
            </a:ln>
            <a:effectLst/>
          </c:spPr>
          <c:txPr>
            <a:bodyPr rot="-5400000" spcFirstLastPara="1" vertOverflow="ellipsis" vert="horz" wrap="square" anchor="ctr" anchorCtr="1"/>
            <a:lstStyle/>
            <a:p>
              <a:pPr>
                <a:defRPr sz="14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00%" sourceLinked="1"/>
        <c:majorTickMark val="none"/>
        <c:minorTickMark val="none"/>
        <c:tickLblPos val="nextTo"/>
        <c:crossAx val="4722329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9525" cap="flat" cmpd="sng" algn="ctr">
      <a:solidFill>
        <a:schemeClr val="tx1">
          <a:lumMod val="15000"/>
          <a:lumOff val="85000"/>
        </a:schemeClr>
      </a:solidFill>
      <a:round/>
    </a:ln>
    <a:effectLst>
      <a:innerShdw blurRad="114300">
        <a:prstClr val="black"/>
      </a:inn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[excel_pro_main.xlsx]calculation!PivotTable28</c:name>
    <c:fmtId val="11"/>
  </c:pivotSource>
  <c:chart>
    <c:title>
      <c:tx>
        <c:rich>
          <a:bodyPr rot="0" spcFirstLastPara="1" vertOverflow="ellipsis" vert="horz" wrap="square" anchor="ctr" anchorCtr="1"/>
          <a:lstStyle/>
          <a:p>
            <a:pPr>
              <a:defRPr sz="1800" b="1" i="0" u="none" strike="noStrike" kern="1200" cap="all" spc="120" normalizeH="0" baseline="0">
                <a:solidFill>
                  <a:sysClr val="windowText" lastClr="000000"/>
                </a:solidFill>
                <a:latin typeface="+mn-lt"/>
                <a:ea typeface="+mn-ea"/>
                <a:cs typeface="+mn-cs"/>
              </a:defRPr>
            </a:pPr>
            <a:r>
              <a:rPr lang="en-US" sz="1800">
                <a:solidFill>
                  <a:sysClr val="windowText" lastClr="000000"/>
                </a:solidFill>
              </a:rPr>
              <a:t>Revenue vs Cost vs Profit</a:t>
            </a:r>
          </a:p>
        </c:rich>
      </c:tx>
      <c:overlay val="0"/>
      <c:spPr>
        <a:noFill/>
        <a:ln>
          <a:noFill/>
        </a:ln>
        <a:effectLst/>
      </c:spPr>
      <c:txPr>
        <a:bodyPr rot="0" spcFirstLastPara="1" vertOverflow="ellipsis" vert="horz" wrap="square" anchor="ctr" anchorCtr="1"/>
        <a:lstStyle/>
        <a:p>
          <a:pPr>
            <a:defRPr sz="1800" b="1" i="0" u="none" strike="noStrike" kern="1200" cap="all" spc="120" normalizeH="0" baseline="0">
              <a:solidFill>
                <a:sysClr val="windowText" lastClr="000000"/>
              </a:solidFill>
              <a:latin typeface="+mn-lt"/>
              <a:ea typeface="+mn-ea"/>
              <a:cs typeface="+mn-cs"/>
            </a:defRPr>
          </a:pPr>
          <a:endParaRPr lang="en-US"/>
        </a:p>
      </c:txPr>
    </c:title>
    <c:autoTitleDeleted val="0"/>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2"/>
            </a:solidFill>
            <a:ln w="9525">
              <a:solidFill>
                <a:schemeClr val="accent2"/>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triangle"/>
          <c:size val="6"/>
          <c:spPr>
            <a:solidFill>
              <a:schemeClr val="accent3"/>
            </a:solidFill>
            <a:ln w="9525">
              <a:solidFill>
                <a:schemeClr val="accent3"/>
              </a:solidFill>
              <a:round/>
            </a:ln>
            <a:effectLst/>
          </c:spPr>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calculation!$D$227</c:f>
              <c:strCache>
                <c:ptCount val="1"/>
                <c:pt idx="0">
                  <c:v>Sum of net_revenue</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calculation!$C$228:$C$240</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calculation!$D$228:$D$240</c:f>
              <c:numCache>
                <c:formatCode>_ [$₹-4009]\ * #,##0.00_ ;_ [$₹-4009]\ * \-#,##0.00_ ;_ [$₹-4009]\ * "-"??_ ;_ @_ </c:formatCode>
                <c:ptCount val="12"/>
                <c:pt idx="0">
                  <c:v>12448668.539999999</c:v>
                </c:pt>
                <c:pt idx="1">
                  <c:v>13520799</c:v>
                </c:pt>
                <c:pt idx="2">
                  <c:v>13316183.050000001</c:v>
                </c:pt>
                <c:pt idx="3">
                  <c:v>13799335.24</c:v>
                </c:pt>
                <c:pt idx="4">
                  <c:v>13647870.609999999</c:v>
                </c:pt>
                <c:pt idx="5">
                  <c:v>12988885.73</c:v>
                </c:pt>
                <c:pt idx="6">
                  <c:v>14736598.550000001</c:v>
                </c:pt>
                <c:pt idx="7">
                  <c:v>12767356.1</c:v>
                </c:pt>
                <c:pt idx="8">
                  <c:v>12997579.039999999</c:v>
                </c:pt>
                <c:pt idx="9">
                  <c:v>21274380.66</c:v>
                </c:pt>
                <c:pt idx="10">
                  <c:v>17219895.010000002</c:v>
                </c:pt>
                <c:pt idx="11">
                  <c:v>18229094.350000001</c:v>
                </c:pt>
              </c:numCache>
            </c:numRef>
          </c:val>
          <c:extLst>
            <c:ext xmlns:c16="http://schemas.microsoft.com/office/drawing/2014/chart" uri="{C3380CC4-5D6E-409C-BE32-E72D297353CC}">
              <c16:uniqueId val="{00000000-DB28-45F7-9ED9-1D7E3F083C9E}"/>
            </c:ext>
          </c:extLst>
        </c:ser>
        <c:ser>
          <c:idx val="1"/>
          <c:order val="1"/>
          <c:tx>
            <c:strRef>
              <c:f>calculation!$E$227</c:f>
              <c:strCache>
                <c:ptCount val="1"/>
                <c:pt idx="0">
                  <c:v>Sum of total_cost</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calculation!$C$228:$C$240</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calculation!$E$228:$E$240</c:f>
              <c:numCache>
                <c:formatCode>_ [$₹-4009]\ * #,##0.00_ ;_ [$₹-4009]\ * \-#,##0.00_ ;_ [$₹-4009]\ * "-"??_ ;_ @_ </c:formatCode>
                <c:ptCount val="12"/>
                <c:pt idx="0">
                  <c:v>9635988.2300000004</c:v>
                </c:pt>
                <c:pt idx="1">
                  <c:v>9610822.2599999998</c:v>
                </c:pt>
                <c:pt idx="2">
                  <c:v>9421323.2799999993</c:v>
                </c:pt>
                <c:pt idx="3">
                  <c:v>9813225.1500000004</c:v>
                </c:pt>
                <c:pt idx="4">
                  <c:v>9699833.4299999997</c:v>
                </c:pt>
                <c:pt idx="5">
                  <c:v>9219622.5299999993</c:v>
                </c:pt>
                <c:pt idx="6">
                  <c:v>10422791.390000001</c:v>
                </c:pt>
                <c:pt idx="7">
                  <c:v>9040636.9499999993</c:v>
                </c:pt>
                <c:pt idx="8">
                  <c:v>9188685.4299999997</c:v>
                </c:pt>
                <c:pt idx="9">
                  <c:v>15056764.77</c:v>
                </c:pt>
                <c:pt idx="10">
                  <c:v>13218661.51</c:v>
                </c:pt>
                <c:pt idx="11">
                  <c:v>14058741.77</c:v>
                </c:pt>
              </c:numCache>
            </c:numRef>
          </c:val>
          <c:extLst>
            <c:ext xmlns:c16="http://schemas.microsoft.com/office/drawing/2014/chart" uri="{C3380CC4-5D6E-409C-BE32-E72D297353CC}">
              <c16:uniqueId val="{00000001-DB28-45F7-9ED9-1D7E3F083C9E}"/>
            </c:ext>
          </c:extLst>
        </c:ser>
        <c:ser>
          <c:idx val="2"/>
          <c:order val="2"/>
          <c:tx>
            <c:strRef>
              <c:f>calculation!$F$227</c:f>
              <c:strCache>
                <c:ptCount val="1"/>
                <c:pt idx="0">
                  <c:v>Sum of profit</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9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calculation!$C$228:$C$240</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calculation!$F$228:$F$240</c:f>
              <c:numCache>
                <c:formatCode>_ [$₹-4009]\ * #,##0.00_ ;_ [$₹-4009]\ * \-#,##0.00_ ;_ [$₹-4009]\ * "-"??_ ;_ @_ </c:formatCode>
                <c:ptCount val="12"/>
                <c:pt idx="0">
                  <c:v>2812680.31</c:v>
                </c:pt>
                <c:pt idx="1">
                  <c:v>3909976.74</c:v>
                </c:pt>
                <c:pt idx="2">
                  <c:v>3894859.77</c:v>
                </c:pt>
                <c:pt idx="3">
                  <c:v>3986110.09</c:v>
                </c:pt>
                <c:pt idx="4">
                  <c:v>3948037.18</c:v>
                </c:pt>
                <c:pt idx="5">
                  <c:v>3769263.2</c:v>
                </c:pt>
                <c:pt idx="6">
                  <c:v>4313807.16</c:v>
                </c:pt>
                <c:pt idx="7">
                  <c:v>3726719.15</c:v>
                </c:pt>
                <c:pt idx="8">
                  <c:v>3808893.61</c:v>
                </c:pt>
                <c:pt idx="9">
                  <c:v>6217615.8899999997</c:v>
                </c:pt>
                <c:pt idx="10">
                  <c:v>4001233.5</c:v>
                </c:pt>
                <c:pt idx="11">
                  <c:v>4170352.58</c:v>
                </c:pt>
              </c:numCache>
            </c:numRef>
          </c:val>
          <c:extLst>
            <c:ext xmlns:c16="http://schemas.microsoft.com/office/drawing/2014/chart" uri="{C3380CC4-5D6E-409C-BE32-E72D297353CC}">
              <c16:uniqueId val="{00000002-DB28-45F7-9ED9-1D7E3F083C9E}"/>
            </c:ext>
          </c:extLst>
        </c:ser>
        <c:dLbls>
          <c:dLblPos val="outEnd"/>
          <c:showLegendKey val="0"/>
          <c:showVal val="1"/>
          <c:showCatName val="0"/>
          <c:showSerName val="0"/>
          <c:showPercent val="0"/>
          <c:showBubbleSize val="0"/>
        </c:dLbls>
        <c:gapWidth val="444"/>
        <c:overlap val="-90"/>
        <c:axId val="1100114288"/>
        <c:axId val="1100115928"/>
      </c:barChart>
      <c:catAx>
        <c:axId val="110011428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r>
                  <a:rPr lang="en-US" sz="1400">
                    <a:solidFill>
                      <a:sysClr val="windowText" lastClr="000000"/>
                    </a:solidFill>
                    <a:latin typeface="Times New Roman" panose="02020603050405020304" pitchFamily="18" charset="0"/>
                    <a:cs typeface="Times New Roman" panose="02020603050405020304" pitchFamily="18" charset="0"/>
                  </a:rPr>
                  <a:t>Month</a:t>
                </a:r>
              </a:p>
            </c:rich>
          </c:tx>
          <c:overlay val="0"/>
          <c:spPr>
            <a:noFill/>
            <a:ln>
              <a:noFill/>
            </a:ln>
            <a:effectLst/>
          </c:spPr>
          <c:txPr>
            <a:bodyPr rot="0" spcFirstLastPara="1" vertOverflow="ellipsis" vert="horz" wrap="square" anchor="ctr" anchorCtr="1"/>
            <a:lstStyle/>
            <a:p>
              <a:pPr>
                <a:defRPr sz="14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cap="all" spc="120" normalizeH="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100115928"/>
        <c:crosses val="autoZero"/>
        <c:auto val="1"/>
        <c:lblAlgn val="ctr"/>
        <c:lblOffset val="100"/>
        <c:noMultiLvlLbl val="0"/>
      </c:catAx>
      <c:valAx>
        <c:axId val="1100115928"/>
        <c:scaling>
          <c:orientation val="minMax"/>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Amount</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_ [$₹-4009]\ * #,##0.00_ ;_ [$₹-4009]\ * \-#,##0.00_ ;_ [$₹-4009]\ * &quot;-&quot;??_ ;_ @_ " sourceLinked="1"/>
        <c:majorTickMark val="none"/>
        <c:minorTickMark val="none"/>
        <c:tickLblPos val="nextTo"/>
        <c:crossAx val="11001142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a:innerShdw blurRad="114300">
        <a:prstClr val="black"/>
      </a:inn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[excel_pro_main.xlsx]calculation!PivotTable31</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a:solidFill>
                  <a:sysClr val="windowText" lastClr="000000"/>
                </a:solidFill>
                <a:latin typeface="Times New Roman" panose="02020603050405020304" pitchFamily="18" charset="0"/>
                <a:cs typeface="Times New Roman" panose="02020603050405020304" pitchFamily="18" charset="0"/>
              </a:rPr>
              <a:t>Revenue</a:t>
            </a:r>
            <a:r>
              <a:rPr lang="en-US" sz="1600" baseline="0">
                <a:solidFill>
                  <a:sysClr val="windowText" lastClr="000000"/>
                </a:solidFill>
                <a:latin typeface="Times New Roman" panose="02020603050405020304" pitchFamily="18" charset="0"/>
                <a:cs typeface="Times New Roman" panose="02020603050405020304" pitchFamily="18" charset="0"/>
              </a:rPr>
              <a:t> by Customer</a:t>
            </a:r>
            <a:endParaRPr lang="en-US" sz="16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calculation!$D$264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calculation!$C$265:$C$270</c:f>
              <c:strCache>
                <c:ptCount val="5"/>
                <c:pt idx="0">
                  <c:v>Amazon.com Inc.</c:v>
                </c:pt>
                <c:pt idx="1">
                  <c:v>Flipkart</c:v>
                </c:pt>
                <c:pt idx="2">
                  <c:v>Best Buy Co. Inc.</c:v>
                </c:pt>
                <c:pt idx="3">
                  <c:v>MediaMarkt Saturn</c:v>
                </c:pt>
                <c:pt idx="4">
                  <c:v>Samsung Direct Store</c:v>
                </c:pt>
              </c:strCache>
            </c:strRef>
          </c:cat>
          <c:val>
            <c:numRef>
              <c:f>calculation!$D$265:$D$270</c:f>
              <c:numCache>
                <c:formatCode>_ [$₹-4009]\ * #,##0.00_ ;_ [$₹-4009]\ * \-#,##0.00_ ;_ [$₹-4009]\ * "-"??_ ;_ @_ </c:formatCode>
                <c:ptCount val="5"/>
                <c:pt idx="0">
                  <c:v>36751954.520000003</c:v>
                </c:pt>
                <c:pt idx="1">
                  <c:v>36490616.829999998</c:v>
                </c:pt>
                <c:pt idx="2">
                  <c:v>36076134.590000004</c:v>
                </c:pt>
                <c:pt idx="3">
                  <c:v>35428981.25</c:v>
                </c:pt>
                <c:pt idx="4">
                  <c:v>32198958.690000001</c:v>
                </c:pt>
              </c:numCache>
            </c:numRef>
          </c:val>
          <c:extLst>
            <c:ext xmlns:c16="http://schemas.microsoft.com/office/drawing/2014/chart" uri="{C3380CC4-5D6E-409C-BE32-E72D297353CC}">
              <c16:uniqueId val="{00000000-9F40-46C2-BBD2-C907D86B8117}"/>
            </c:ext>
          </c:extLst>
        </c:ser>
        <c:dLbls>
          <c:showLegendKey val="0"/>
          <c:showVal val="1"/>
          <c:showCatName val="0"/>
          <c:showSerName val="0"/>
          <c:showPercent val="0"/>
          <c:showBubbleSize val="0"/>
        </c:dLbls>
        <c:gapWidth val="150"/>
        <c:overlap val="-25"/>
        <c:axId val="839535000"/>
        <c:axId val="839533032"/>
      </c:barChart>
      <c:catAx>
        <c:axId val="839535000"/>
        <c:scaling>
          <c:orientation val="minMax"/>
        </c:scaling>
        <c:delete val="0"/>
        <c:axPos val="b"/>
        <c:title>
          <c:tx>
            <c:rich>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Customer</a:t>
                </a:r>
                <a:r>
                  <a:rPr lang="en-US" sz="1400" baseline="0">
                    <a:solidFill>
                      <a:sysClr val="windowText" lastClr="000000"/>
                    </a:solidFill>
                    <a:latin typeface="Times New Roman" panose="02020603050405020304" pitchFamily="18" charset="0"/>
                    <a:cs typeface="Times New Roman" panose="02020603050405020304" pitchFamily="18" charset="0"/>
                  </a:rPr>
                  <a:t> Name</a:t>
                </a:r>
                <a:endParaRPr lang="en-US" sz="14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839533032"/>
        <c:crosses val="autoZero"/>
        <c:auto val="1"/>
        <c:lblAlgn val="ctr"/>
        <c:lblOffset val="100"/>
        <c:noMultiLvlLbl val="0"/>
      </c:catAx>
      <c:valAx>
        <c:axId val="839533032"/>
        <c:scaling>
          <c:orientation val="minMax"/>
        </c:scaling>
        <c:delete val="1"/>
        <c:axPos val="l"/>
        <c:numFmt formatCode="_ [$₹-4009]\ * #,##0.00_ ;_ [$₹-4009]\ * \-#,##0.00_ ;_ [$₹-4009]\ * &quot;-&quot;??_ ;_ @_ " sourceLinked="1"/>
        <c:majorTickMark val="none"/>
        <c:minorTickMark val="none"/>
        <c:tickLblPos val="nextTo"/>
        <c:crossAx val="8395350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a:ln w="9525" cap="flat" cmpd="sng" algn="ctr">
      <a:solidFill>
        <a:schemeClr val="tx1">
          <a:lumMod val="15000"/>
          <a:lumOff val="85000"/>
        </a:schemeClr>
      </a:solidFill>
      <a:round/>
    </a:ln>
    <a:effectLst>
      <a:innerShdw blurRad="114300">
        <a:prstClr val="black"/>
      </a:inn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[excel_pro_main.xlsx]calculation!PivotTable36</c:name>
    <c:fmtId val="6"/>
  </c:pivotSource>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sz="1600">
                <a:solidFill>
                  <a:sysClr val="windowText" lastClr="000000"/>
                </a:solidFill>
                <a:latin typeface="Times New Roman" panose="02020603050405020304" pitchFamily="18" charset="0"/>
                <a:cs typeface="Times New Roman" panose="02020603050405020304" pitchFamily="18" charset="0"/>
              </a:rPr>
              <a:t>Customer</a:t>
            </a:r>
            <a:r>
              <a:rPr lang="en-US" sz="1600" baseline="0">
                <a:solidFill>
                  <a:sysClr val="windowText" lastClr="000000"/>
                </a:solidFill>
                <a:latin typeface="Times New Roman" panose="02020603050405020304" pitchFamily="18" charset="0"/>
                <a:cs typeface="Times New Roman" panose="02020603050405020304" pitchFamily="18" charset="0"/>
              </a:rPr>
              <a:t> Channel Analysis</a:t>
            </a:r>
            <a:endParaRPr lang="en-US" sz="1600">
              <a:solidFill>
                <a:sysClr val="windowText" lastClr="000000"/>
              </a:solidFill>
              <a:latin typeface="Times New Roman" panose="02020603050405020304" pitchFamily="18" charset="0"/>
              <a:cs typeface="Times New Roman" panose="02020603050405020304" pitchFamily="18" charset="0"/>
            </a:endParaRPr>
          </a:p>
        </c:rich>
      </c:tx>
      <c:layout>
        <c:manualLayout>
          <c:xMode val="edge"/>
          <c:yMode val="edge"/>
          <c:x val="0.37795774647887326"/>
          <c:y val="1.8934908890039119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317500" algn="ctr" rotWithShape="0">
              <a:prstClr val="black">
                <a:alpha val="25000"/>
              </a:prstClr>
            </a:outerShdw>
          </a:effectLst>
        </c:spPr>
      </c:pivotFmt>
      <c:pivotFmt>
        <c:idx val="2"/>
        <c:spPr>
          <a:solidFill>
            <a:schemeClr val="accent1"/>
          </a:solidFill>
          <a:ln>
            <a:noFill/>
          </a:ln>
          <a:effectLst>
            <a:outerShdw blurRad="317500" algn="ctr" rotWithShape="0">
              <a:prstClr val="black">
                <a:alpha val="25000"/>
              </a:prstClr>
            </a:outerShdw>
          </a:effectLst>
        </c:spPr>
      </c:pivotFmt>
      <c:pivotFmt>
        <c:idx val="3"/>
        <c:spPr>
          <a:solidFill>
            <a:schemeClr val="accent1"/>
          </a:solidFill>
          <a:ln>
            <a:noFill/>
          </a:ln>
          <a:effectLst>
            <a:outerShdw blurRad="317500" algn="ctr" rotWithShape="0">
              <a:prstClr val="black">
                <a:alpha val="25000"/>
              </a:prstClr>
            </a:outerShdw>
          </a:effectLst>
        </c:spPr>
      </c:pivotFmt>
      <c:pivotFmt>
        <c:idx val="4"/>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solidFill>
          <a:ln>
            <a:noFill/>
          </a:ln>
          <a:effectLst>
            <a:outerShdw blurRad="317500" algn="ctr" rotWithShape="0">
              <a:prstClr val="black">
                <a:alpha val="25000"/>
              </a:prstClr>
            </a:outerShdw>
          </a:effectLst>
        </c:spPr>
      </c:pivotFmt>
      <c:pivotFmt>
        <c:idx val="6"/>
        <c:spPr>
          <a:solidFill>
            <a:schemeClr val="accent1"/>
          </a:solidFill>
          <a:ln>
            <a:noFill/>
          </a:ln>
          <a:effectLst>
            <a:outerShdw blurRad="317500" algn="ctr" rotWithShape="0">
              <a:prstClr val="black">
                <a:alpha val="25000"/>
              </a:prstClr>
            </a:outerShdw>
          </a:effectLst>
        </c:spPr>
      </c:pivotFmt>
      <c:pivotFmt>
        <c:idx val="7"/>
        <c:spPr>
          <a:solidFill>
            <a:schemeClr val="accent1"/>
          </a:solidFill>
          <a:ln>
            <a:noFill/>
          </a:ln>
          <a:effectLst>
            <a:outerShdw blurRad="317500" algn="ctr" rotWithShape="0">
              <a:prstClr val="black">
                <a:alpha val="25000"/>
              </a:prstClr>
            </a:outerShdw>
          </a:effectLst>
        </c:spPr>
      </c:pivotFmt>
      <c:pivotFmt>
        <c:idx val="8"/>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a:noFill/>
          </a:ln>
          <a:effectLst>
            <a:outerShdw blurRad="317500" algn="ctr" rotWithShape="0">
              <a:prstClr val="black">
                <a:alpha val="25000"/>
              </a:prstClr>
            </a:outerShdw>
          </a:effectLst>
        </c:spPr>
      </c:pivotFmt>
      <c:pivotFmt>
        <c:idx val="10"/>
        <c:spPr>
          <a:solidFill>
            <a:schemeClr val="accent1"/>
          </a:solidFill>
          <a:ln>
            <a:noFill/>
          </a:ln>
          <a:effectLst>
            <a:outerShdw blurRad="317500" algn="ctr" rotWithShape="0">
              <a:prstClr val="black">
                <a:alpha val="25000"/>
              </a:prstClr>
            </a:outerShdw>
          </a:effectLst>
        </c:spPr>
      </c:pivotFmt>
      <c:pivotFmt>
        <c:idx val="11"/>
        <c:spPr>
          <a:solidFill>
            <a:schemeClr val="accent1"/>
          </a:solidFill>
          <a:ln>
            <a:noFill/>
          </a:ln>
          <a:effectLst>
            <a:outerShdw blurRad="317500" algn="ctr" rotWithShape="0">
              <a:prstClr val="black">
                <a:alpha val="25000"/>
              </a:prstClr>
            </a:outerShdw>
          </a:effectLst>
        </c:spPr>
      </c:pivotFmt>
    </c:pivotFmts>
    <c:plotArea>
      <c:layout/>
      <c:doughnutChart>
        <c:varyColors val="1"/>
        <c:ser>
          <c:idx val="0"/>
          <c:order val="0"/>
          <c:tx>
            <c:strRef>
              <c:f>calculation!$D$291</c:f>
              <c:strCache>
                <c:ptCount val="1"/>
                <c:pt idx="0">
                  <c:v>Total</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E5FD-4304-A705-0413B55B09B7}"/>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E5FD-4304-A705-0413B55B09B7}"/>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E5FD-4304-A705-0413B55B09B7}"/>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calculation!$C$292:$C$295</c:f>
              <c:strCache>
                <c:ptCount val="3"/>
                <c:pt idx="0">
                  <c:v>Direct</c:v>
                </c:pt>
                <c:pt idx="1">
                  <c:v>Online</c:v>
                </c:pt>
                <c:pt idx="2">
                  <c:v>Retailer</c:v>
                </c:pt>
              </c:strCache>
            </c:strRef>
          </c:cat>
          <c:val>
            <c:numRef>
              <c:f>calculation!$D$292:$D$295</c:f>
              <c:numCache>
                <c:formatCode>_ [$₹-4009]\ * #,##0.00_ ;_ [$₹-4009]\ * \-#,##0.00_ ;_ [$₹-4009]\ * "-"??_ ;_ @_ </c:formatCode>
                <c:ptCount val="3"/>
                <c:pt idx="0">
                  <c:v>32198958.690000001</c:v>
                </c:pt>
                <c:pt idx="1">
                  <c:v>73242571.349999994</c:v>
                </c:pt>
                <c:pt idx="2">
                  <c:v>71505115.840000004</c:v>
                </c:pt>
              </c:numCache>
            </c:numRef>
          </c:val>
          <c:extLst>
            <c:ext xmlns:c16="http://schemas.microsoft.com/office/drawing/2014/chart" uri="{C3380CC4-5D6E-409C-BE32-E72D297353CC}">
              <c16:uniqueId val="{00000006-E5FD-4304-A705-0413B55B09B7}"/>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w="9525" cap="flat" cmpd="sng" algn="ctr">
      <a:solidFill>
        <a:schemeClr val="dk1">
          <a:lumMod val="15000"/>
          <a:lumOff val="85000"/>
        </a:schemeClr>
      </a:solidFill>
      <a:round/>
    </a:ln>
    <a:effectLst>
      <a:innerShdw blurRad="114300">
        <a:prstClr val="black"/>
      </a:innerShdw>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[excel_pro_main.xlsx]calculation!PivotTable37</c:name>
    <c:fmtId val="6"/>
  </c:pivotSource>
  <c:chart>
    <c:title>
      <c:tx>
        <c:rich>
          <a:bodyPr rot="0" spcFirstLastPara="1" vertOverflow="ellipsis" vert="horz" wrap="square" anchor="ctr" anchorCtr="1"/>
          <a:lstStyle/>
          <a:p>
            <a:pPr>
              <a:defRPr sz="1600" b="1" i="0" u="none" strike="noStrike" kern="1200" cap="all" spc="150" baseline="0">
                <a:solidFill>
                  <a:sysClr val="windowText" lastClr="000000"/>
                </a:solidFill>
                <a:latin typeface="Times New Roman" panose="02020603050405020304" pitchFamily="18" charset="0"/>
                <a:ea typeface="+mn-ea"/>
                <a:cs typeface="Times New Roman" panose="02020603050405020304" pitchFamily="18" charset="0"/>
              </a:defRPr>
            </a:pPr>
            <a:r>
              <a:rPr lang="en-US" sz="1600">
                <a:solidFill>
                  <a:sysClr val="windowText" lastClr="000000"/>
                </a:solidFill>
                <a:latin typeface="Times New Roman" panose="02020603050405020304" pitchFamily="18" charset="0"/>
                <a:cs typeface="Times New Roman" panose="02020603050405020304" pitchFamily="18" charset="0"/>
              </a:rPr>
              <a:t>Shipping cost by carrier</a:t>
            </a:r>
          </a:p>
        </c:rich>
      </c:tx>
      <c:overlay val="0"/>
      <c:spPr>
        <a:noFill/>
        <a:ln>
          <a:noFill/>
        </a:ln>
        <a:effectLst/>
      </c:spPr>
      <c:txPr>
        <a:bodyPr rot="0" spcFirstLastPara="1" vertOverflow="ellipsis" vert="horz" wrap="square" anchor="ctr" anchorCtr="1"/>
        <a:lstStyle/>
        <a:p>
          <a:pPr>
            <a:defRPr sz="1600" b="1" i="0" u="none" strike="noStrike" kern="1200" cap="all" spc="15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ivotFmts>
      <c:pivotFmt>
        <c:idx val="0"/>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pattFill prst="narVert">
            <a:fgClr>
              <a:schemeClr val="accent1"/>
            </a:fgClr>
            <a:bgClr>
              <a:schemeClr val="accent1">
                <a:lumMod val="20000"/>
                <a:lumOff val="80000"/>
              </a:schemeClr>
            </a:bgClr>
          </a:pattFill>
          <a:ln>
            <a:noFill/>
          </a:ln>
          <a:effectLst>
            <a:innerShdw blurRad="114300">
              <a:schemeClr val="accent1"/>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calculation!$D$306</c:f>
              <c:strCache>
                <c:ptCount val="1"/>
                <c:pt idx="0">
                  <c:v>Total</c:v>
                </c:pt>
              </c:strCache>
            </c:strRef>
          </c:tx>
          <c:spPr>
            <a:pattFill prst="narVert">
              <a:fgClr>
                <a:schemeClr val="accent1"/>
              </a:fgClr>
              <a:bgClr>
                <a:schemeClr val="accent1">
                  <a:lumMod val="20000"/>
                  <a:lumOff val="80000"/>
                </a:schemeClr>
              </a:bgClr>
            </a:pattFill>
            <a:ln>
              <a:noFill/>
            </a:ln>
            <a:effectLst>
              <a:innerShdw blurRad="114300">
                <a:schemeClr val="accent1"/>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calculation!$C$307:$C$316</c:f>
              <c:strCache>
                <c:ptCount val="9"/>
                <c:pt idx="0">
                  <c:v>UPS Worldwide</c:v>
                </c:pt>
                <c:pt idx="1">
                  <c:v>XPO Logistics</c:v>
                </c:pt>
                <c:pt idx="2">
                  <c:v>Kuehne+Nagel</c:v>
                </c:pt>
                <c:pt idx="3">
                  <c:v>FedEx International</c:v>
                </c:pt>
                <c:pt idx="4">
                  <c:v>C.H. Robinson</c:v>
                </c:pt>
                <c:pt idx="5">
                  <c:v>Maersk Line</c:v>
                </c:pt>
                <c:pt idx="6">
                  <c:v>CMA CGM</c:v>
                </c:pt>
                <c:pt idx="7">
                  <c:v>DB Schenker</c:v>
                </c:pt>
                <c:pt idx="8">
                  <c:v>DHL Express</c:v>
                </c:pt>
              </c:strCache>
            </c:strRef>
          </c:cat>
          <c:val>
            <c:numRef>
              <c:f>calculation!$D$307:$D$316</c:f>
              <c:numCache>
                <c:formatCode>_ [$₹-4009]\ * #,##0.00_ ;_ [$₹-4009]\ * \-#,##0.00_ ;_ [$₹-4009]\ * "-"??_ ;_ @_ </c:formatCode>
                <c:ptCount val="9"/>
                <c:pt idx="0">
                  <c:v>2417973.04</c:v>
                </c:pt>
                <c:pt idx="1">
                  <c:v>2300038.17</c:v>
                </c:pt>
                <c:pt idx="2">
                  <c:v>2190359.35</c:v>
                </c:pt>
                <c:pt idx="3">
                  <c:v>2171921.4900000002</c:v>
                </c:pt>
                <c:pt idx="4">
                  <c:v>2166422.31</c:v>
                </c:pt>
                <c:pt idx="5">
                  <c:v>2161002.09</c:v>
                </c:pt>
                <c:pt idx="6">
                  <c:v>2117422.62</c:v>
                </c:pt>
                <c:pt idx="7">
                  <c:v>2012667.29</c:v>
                </c:pt>
                <c:pt idx="8">
                  <c:v>1879875.95</c:v>
                </c:pt>
              </c:numCache>
            </c:numRef>
          </c:val>
          <c:extLst>
            <c:ext xmlns:c16="http://schemas.microsoft.com/office/drawing/2014/chart" uri="{C3380CC4-5D6E-409C-BE32-E72D297353CC}">
              <c16:uniqueId val="{00000000-475E-4ECD-B89E-69976E3C69FC}"/>
            </c:ext>
          </c:extLst>
        </c:ser>
        <c:dLbls>
          <c:showLegendKey val="0"/>
          <c:showVal val="1"/>
          <c:showCatName val="0"/>
          <c:showSerName val="0"/>
          <c:showPercent val="0"/>
          <c:showBubbleSize val="0"/>
        </c:dLbls>
        <c:gapWidth val="227"/>
        <c:overlap val="-48"/>
        <c:axId val="1078053856"/>
        <c:axId val="1078057792"/>
      </c:barChart>
      <c:catAx>
        <c:axId val="1078053856"/>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400">
                    <a:solidFill>
                      <a:sysClr val="windowText" lastClr="000000"/>
                    </a:solidFill>
                    <a:latin typeface="Times New Roman" panose="02020603050405020304" pitchFamily="18" charset="0"/>
                    <a:cs typeface="Times New Roman" panose="02020603050405020304" pitchFamily="18" charset="0"/>
                  </a:rPr>
                  <a:t>Carriers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078057792"/>
        <c:crosses val="autoZero"/>
        <c:auto val="1"/>
        <c:lblAlgn val="ctr"/>
        <c:lblOffset val="100"/>
        <c:noMultiLvlLbl val="0"/>
      </c:catAx>
      <c:valAx>
        <c:axId val="1078057792"/>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r>
                  <a:rPr lang="en-US" sz="1400">
                    <a:solidFill>
                      <a:sysClr val="windowText" lastClr="000000"/>
                    </a:solidFill>
                    <a:latin typeface="Times New Roman" panose="02020603050405020304" pitchFamily="18" charset="0"/>
                    <a:cs typeface="Times New Roman" panose="02020603050405020304" pitchFamily="18" charset="0"/>
                  </a:rPr>
                  <a:t>Shipping</a:t>
                </a:r>
                <a:r>
                  <a:rPr lang="en-US" sz="1400" baseline="0">
                    <a:solidFill>
                      <a:sysClr val="windowText" lastClr="000000"/>
                    </a:solidFill>
                    <a:latin typeface="Times New Roman" panose="02020603050405020304" pitchFamily="18" charset="0"/>
                    <a:cs typeface="Times New Roman" panose="02020603050405020304" pitchFamily="18" charset="0"/>
                  </a:rPr>
                  <a:t> Cost</a:t>
                </a:r>
                <a:endParaRPr lang="en-US" sz="140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title>
        <c:numFmt formatCode="_ [$₹-4009]\ * #,##0.00_ ;_ [$₹-4009]\ * \-#,##0.00_ ;_ [$₹-4009]\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078053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[excel_pro_main.xlsx]calculation!PivotTable38</c:name>
    <c:fmtId val="6"/>
  </c:pivotSource>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solidFill>
                  <a:sysClr val="windowText" lastClr="000000"/>
                </a:solidFill>
                <a:latin typeface="Times New Roman" panose="02020603050405020304" pitchFamily="18" charset="0"/>
                <a:cs typeface="Times New Roman" panose="02020603050405020304" pitchFamily="18" charset="0"/>
              </a:rPr>
              <a:t>Delivery Status Analysis</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calculation!$D$321</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calculation!$C$322:$C$326</c:f>
              <c:strCache>
                <c:ptCount val="4"/>
                <c:pt idx="0">
                  <c:v>Processing</c:v>
                </c:pt>
                <c:pt idx="1">
                  <c:v>Delayed</c:v>
                </c:pt>
                <c:pt idx="2">
                  <c:v>In Transit</c:v>
                </c:pt>
                <c:pt idx="3">
                  <c:v>Delivered</c:v>
                </c:pt>
              </c:strCache>
            </c:strRef>
          </c:cat>
          <c:val>
            <c:numRef>
              <c:f>calculation!$D$322:$D$326</c:f>
              <c:numCache>
                <c:formatCode>General</c:formatCode>
                <c:ptCount val="4"/>
                <c:pt idx="0">
                  <c:v>140</c:v>
                </c:pt>
                <c:pt idx="1">
                  <c:v>573</c:v>
                </c:pt>
                <c:pt idx="2">
                  <c:v>1140</c:v>
                </c:pt>
                <c:pt idx="3">
                  <c:v>5647</c:v>
                </c:pt>
              </c:numCache>
            </c:numRef>
          </c:val>
          <c:extLst>
            <c:ext xmlns:c16="http://schemas.microsoft.com/office/drawing/2014/chart" uri="{C3380CC4-5D6E-409C-BE32-E72D297353CC}">
              <c16:uniqueId val="{00000000-5F0D-49D7-A2BC-419248FBCBF2}"/>
            </c:ext>
          </c:extLst>
        </c:ser>
        <c:dLbls>
          <c:showLegendKey val="0"/>
          <c:showVal val="1"/>
          <c:showCatName val="0"/>
          <c:showSerName val="0"/>
          <c:showPercent val="0"/>
          <c:showBubbleSize val="0"/>
        </c:dLbls>
        <c:gapWidth val="79"/>
        <c:shape val="box"/>
        <c:axId val="1251956488"/>
        <c:axId val="1251956816"/>
        <c:axId val="0"/>
      </c:bar3DChart>
      <c:catAx>
        <c:axId val="12519564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cap="all" baseline="0">
                    <a:solidFill>
                      <a:schemeClr val="tx1">
                        <a:lumMod val="65000"/>
                        <a:lumOff val="35000"/>
                      </a:schemeClr>
                    </a:solidFill>
                    <a:latin typeface="+mn-lt"/>
                    <a:ea typeface="+mn-ea"/>
                    <a:cs typeface="+mn-cs"/>
                  </a:defRPr>
                </a:pPr>
                <a:r>
                  <a:rPr lang="en-US" sz="1200">
                    <a:solidFill>
                      <a:sysClr val="windowText" lastClr="000000"/>
                    </a:solidFill>
                    <a:latin typeface="Times New Roman" panose="02020603050405020304" pitchFamily="18" charset="0"/>
                    <a:cs typeface="Times New Roman" panose="02020603050405020304" pitchFamily="18" charset="0"/>
                  </a:rPr>
                  <a:t>Delivery Status </a:t>
                </a:r>
              </a:p>
            </c:rich>
          </c:tx>
          <c:overlay val="0"/>
          <c:spPr>
            <a:noFill/>
            <a:ln>
              <a:noFill/>
            </a:ln>
            <a:effectLst/>
          </c:spPr>
          <c:txPr>
            <a:bodyPr rot="-5400000" spcFirstLastPara="1" vertOverflow="ellipsis" vert="horz" wrap="square" anchor="ctr" anchorCtr="1"/>
            <a:lstStyle/>
            <a:p>
              <a:pPr>
                <a:defRPr sz="12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cap="all" spc="120" normalizeH="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251956816"/>
        <c:crosses val="autoZero"/>
        <c:auto val="1"/>
        <c:lblAlgn val="ctr"/>
        <c:lblOffset val="100"/>
        <c:noMultiLvlLbl val="0"/>
      </c:catAx>
      <c:valAx>
        <c:axId val="1251956816"/>
        <c:scaling>
          <c:orientation val="minMax"/>
        </c:scaling>
        <c:delete val="1"/>
        <c:axPos val="b"/>
        <c:title>
          <c:tx>
            <c:rich>
              <a:bodyPr rot="0" spcFirstLastPara="1" vertOverflow="ellipsis" vert="horz" wrap="square" anchor="ctr" anchorCtr="1"/>
              <a:lstStyle/>
              <a:p>
                <a:pPr>
                  <a:defRPr sz="12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r>
                  <a:rPr lang="en-US" sz="1200">
                    <a:solidFill>
                      <a:sysClr val="windowText" lastClr="000000"/>
                    </a:solidFill>
                    <a:latin typeface="Times New Roman" panose="02020603050405020304" pitchFamily="18" charset="0"/>
                    <a:cs typeface="Times New Roman" panose="02020603050405020304" pitchFamily="18" charset="0"/>
                  </a:rPr>
                  <a:t>Shipping Count</a:t>
                </a:r>
              </a:p>
            </c:rich>
          </c:tx>
          <c:overlay val="0"/>
          <c:spPr>
            <a:noFill/>
            <a:ln>
              <a:noFill/>
            </a:ln>
            <a:effectLst/>
          </c:spPr>
          <c:txPr>
            <a:bodyPr rot="0" spcFirstLastPara="1" vertOverflow="ellipsis" vert="horz" wrap="square" anchor="ctr" anchorCtr="1"/>
            <a:lstStyle/>
            <a:p>
              <a:pPr>
                <a:defRPr sz="1200" b="0" i="0" u="none" strike="noStrike" kern="1200" cap="all"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crossAx val="1251956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calculation!$A$277:$C$281</cx:f>
        <cx:nf>calculation!$A$276:$C$276</cx:nf>
        <cx:lvl ptCount="5" name="Row Labels">
          <cx:pt idx="0">Germany</cx:pt>
          <cx:pt idx="1">India</cx:pt>
          <cx:pt idx="2">South Korea</cx:pt>
          <cx:pt idx="3">USA</cx:pt>
          <cx:pt idx="4">Grand Total</cx:pt>
        </cx:lvl>
        <cx:lvl ptCount="5" name="Revenue by Country"/>
        <cx:lvl ptCount="5" name="Which regions generate the most revenue?"/>
      </cx:strDim>
      <cx:numDim type="colorVal">
        <cx:f>calculation!$D$277:$D$281</cx:f>
        <cx:nf>calculation!$D$276</cx:nf>
        <cx:lvl ptCount="5" formatCode="_ [$₹-en-IN]\ * #,##0.00_ ;_ [$₹-en-IN]\ * \-#,##0.00_ ;_ [$₹-en-IN]\ * &quot;-&quot;??_ ;_ @_ " name="Sum of net_revenue">
          <cx:pt idx="0">35428981.25</cx:pt>
          <cx:pt idx="1">36490616.829999998</cx:pt>
          <cx:pt idx="2">32198958.690000001</cx:pt>
          <cx:pt idx="3">72828089.109999999</cx:pt>
          <cx:pt idx="4">176946645.88</cx:pt>
        </cx:lvl>
      </cx:numDim>
    </cx:data>
  </cx:chartData>
  <cx:chart>
    <cx:title pos="t" align="ctr" overlay="0">
      <cx:tx>
        <cx:txData>
          <cx:v>Revenue by Country</cx:v>
        </cx:txData>
      </cx:tx>
      <cx:txPr>
        <a:bodyPr spcFirstLastPara="1" vertOverflow="ellipsis" horzOverflow="overflow" wrap="square" lIns="0" tIns="0" rIns="0" bIns="0" anchor="ctr" anchorCtr="1"/>
        <a:lstStyle/>
        <a:p>
          <a:pPr algn="ctr" rtl="0">
            <a:defRPr/>
          </a:pPr>
          <a:r>
            <a:rPr lang="en-US" sz="1600" b="0" i="0" u="none" strike="noStrike" baseline="0">
              <a:solidFill>
                <a:schemeClr val="bg1"/>
              </a:solidFill>
              <a:latin typeface="Times New Roman" panose="02020603050405020304" pitchFamily="18" charset="0"/>
              <a:cs typeface="Times New Roman" panose="02020603050405020304" pitchFamily="18" charset="0"/>
            </a:rPr>
            <a:t>Revenue by Country</a:t>
          </a:r>
        </a:p>
      </cx:txPr>
    </cx:title>
    <cx:plotArea>
      <cx:plotAreaRegion>
        <cx:series layoutId="regionMap" uniqueId="{95627318-4685-4723-ACC6-4604CC455E34}">
          <cx:tx>
            <cx:txData>
              <cx:f>calculation!$D$276</cx:f>
              <cx:v>Sum of net_revenue</cx:v>
            </cx:txData>
          </cx:tx>
          <cx:dataId val="0"/>
          <cx:layoutPr>
            <cx:geography cultureLanguage="en-US" cultureRegion="IN" attribution="Powered by Bing">
              <cx:geoCache provider="{E9337A44-BEBE-4D9F-B70C-5C5E7DAFC167}">
                <cx:binary>7HxZc9w4tuZfcdTz0IWNANjRfSOGzEWplZJ3vzBkW+YCcAcIkr9+Tsoul0Qrld2ambjzMK6ociUX
LGf5zgr+8+v4j6/67rZ7NZa66v/xdfzXH5kxzT/+/LP/mt2Vt/3rMv/a1X393bz+Wpd/1t+/51/v
/vzW3bq8Sv8kCLM/v2a3nbkb//ivf8Jo6V19Xn+9NXldXdu7brq56602/TP3nrz16mttK7N/PYWR
/vXHuyo3d99evTG35q7/49VdZXIzvZ2au3/98ejJP179uRzvt7lfaViesd/gXRq89hH1BaMC3f+h
f7zSdZX+vO0FwWuEJeU0YMH9H/bX3Je3Jbz/by/rflG33751d33/6uffv73+aCe/3c37OvpBlKje
r/3dm/vN/vmY6P/1z8UF2P7iygO+LGl17NaSLdu7rrytpr+I8r/PEB+/RgEOpODoB8HFI4Zg9JpK
JJGQ8ge/8F9T/+DHv7Gepznx68UFD35dX1J/tf5/gPrdbfXt1dva3Oq/yHCIA//3RGBXfctvj03/
WEaf00hCXlOfSMnJI8aL4DVoIfO5ID/kgv815Q/GH13F02z/+dqC6T+vLlm+u/zvZ/mb2prs1Vnd
3f0fpDnlrxmVhEiOn0JBTMRrSYkUiMnHVP83V/M07R+9vODAo3tLPpzd/Pfz4d2b//kXKQ6p3L8v
8//fCh2Gp19Ysbo1t+t7s//ASD1/9y/rtnj1Oe/hh2Ox+/avP3Dg34vZDzbuh/j53g/AiW/1rf1L
BH49f3fbG3iVsteCIMkQ8xlG2Aewcnc/7uDXmCDCAyF8GiAO/kZVdyb71x8SDB9DYPpkICn2Gdzp
98r+rz/Ia4A8DpexYET68MAvVyuu9ZTW1S8y/Pz9qrJlXOeV6WHcP141P57ar1IEBDMBGs19EjDp
U7y///X2Brw5eBj/j4G0SVnXYjoP8tKscCH6MGNyCkec1+HQTCZs6LRmOS1/WMAf9HliYiDfYmIf
pmbYD6QP21xOjJp0ChR23bnMZhUOvOAR9Uh1gkcvjR6w4ompwCv7faqAAY05OG4+EOzxHnWbTdZV
3XmdBDpSZuCb0ef5kQ0x9Ps0hCKfc98niAG3H0+Tp31qkW7tueReH6JOZpse+fqdmPhwanLkNr7S
mKxNN8q1IUWrwpGzTEewaHebjxleO9ZzvppJ2229mSQm4rhu6pDMglw1Y1eLMGU8/9YE6hLkzdqw
MtP0Dg9T/0ENrfs25Jn3SXhUh/7cBn6Yj8VwOXRenYbBmE03RUnIO2Zd+8mkWJyl2fjF7wt03VWV
W5FhtGk4JaitwoSW4+dgxl4d/se8oJQLKjGjnGEBDt1DeSO4Lwl2yJwrJ+wmcHW5SuxYHuE4aNSS
4xS0B8QL/mWILFjBC8TS3sn+3J+z90O7ovYya12zpTzpV89vSDwhXZRRwjkLqAxAIx/vqLfpmPtN
0p8nU75pJxSRtFy1Cd0UU6Tt17TYNMQPA9VHjcqjye82djDbfkKhNHYlu5jYW4WKXd7Wd6nH1pmT
2zK4ov0YOnLp90Gk9BRljq788r30y5Vty9DNQ+ToOe7iIT9FJmr6mwQVYYY+s/xDMZxC8KCryJvT
KBNonSqyLmgXycJuvKEIi3mLswak70OfXBX1dK2UiYLkvJjncCyuJ36XmPfTXJy5/AZAaaPxaTKU
UYMvSzFFjm+oTNdkcPC/t4LqK9mQk8redEV3hLh0r5qP4ckHNw+8DfDxccB8cPAfiovNq2qoe9yf
11mOt/Bzw2WFNoWq7nJVT9GkcH5OskJvyiCtt5kZsrdYqcu8atDGTzJvVWYJBweqdGGZoBAb+xET
shnY3YBxF+mCzatyqLrrokd5nBR1E9FiPhu9XK9NRmmE+zGPpMPfdOObnRL+cBbUg7jgrG/Dymvx
qmt19YYq3uzUmDvgUjVtSdVku+cFjYDL+zstAgE4zRgBeoBJeEgLVRDUFJabc7+XdCWSPN8AFk2n
czP7Eavo8D1wI8C30ENYDCX9mPYV2VV0RGHqAh4NCW/DHBd45Xc2iTzJaIjREESVX9goAaA5GZMe
RraqXDOmjjETPwGQ4MwTcCqJL8GC7bX2ga3xbOZnRmBzXk6ORYVJ26hPA741zcTWvXTVVstJnTk5
jmGD7QdRkGn7PBGfsDoUxIkiMDgQyouFPLmKDUgRZc89OQLKBV5x5qnZ30o/4Ucw6MmpwKwSwB8K
m15gUMWytu1na8+DtiPhyCa8LolCnzI7ZEfUBD81lyBMECKwj8Q9Rj2gLMJG9r5t+nPdIHNZylKu
aFHSazcYdwbEoKHKZhkJ16nzDKNm3ZKu3/hePZ2IrPWvJlvzDTFFf9npkpw/T3P8OxoL8HF8HyHw
M3xO9nLxYHWpqGfXS9yep11C1n3GXehzlOmw6BsZeY7alUiljAJDPyZtTlfUFcmJXzm3qfDMt1y7
+cTztAv1PKDL1J/IEV797gUJBDxiAoJKLu8Dm4crZEmacTLR5rweTX1TVl29ztSoT/ncVVsxZWpX
9DM/x9RUR2b+zXowcIBAGvf+ApOBv1f6B7RpU4StyKrqbFK9XItJNavUyuQ/tboMHDxwKOEfzMFH
WXhAzRA0QzsW7KxE3bhBZQ60F5W3eZ7Rv/GZCRoATiNIA+7heqFcPEV81tMwn5UT3tKm607sjHAI
jmy78pz/Y7afvn/80JX9WjdTl6fZz8Thr5//dfFXNvI+qfX39X3q8e9fV81d9cZ0d3fm4rZZPrmf
79ej4Dn/nH/v4T/68VuwcSCc+JHhPHDz34w1KFDuV+Lyt1jjch8hPA767yOO/Vt/RRzoNQ84ePcc
oHYfWPyKOAh7jQUkVAIB4iDAa/kVcTD6GqEAPLOAEAzMYzDcz5CDitdccCwDRmBECDvIfxJyPBZ5
bx9xMLnP6jwWdTfkeePSMb0JRFmctGmKt5mc0Y80y8G44tDoC8dS8AShPmm966rwP5Wmz8JJzz9E
7j8eG4j2UEl7bCVgfJneJFVxFZSNXPW++CnP//HgC/+Rmsa0JRmS60oXnxtOwGSn9bB+ICE/deVh
mHeIKvvrD+CFDr328wRWDt4wCYUkZx4AxBF0eWx9/mbowiEJ/Jk1xtPpDfNwsrbOq291hYJVOpTk
iPNzaP0LeHQwgzfPMAWe7HhWO7URGiUXLyPOAq8khFFjWsjketY8XSWMvR8Nun1+7EO0Wdi8PhmK
ecrz4FoMNQpVp1Dk4zyLZIaOCOVj2/WL+niB6aYex7niTF6nopkvtGuak87vcTT6ubkaVcLCCtsv
HhLqiA91gBfLiF1LSkejS3ldWHs5pzoIdcKmI7J0aPCF+voBraoK8r3XKOWfPT3oqO78D8/z4p4k
f0cTf5Nqob9Kdo0VvR2u+xavSZuv3VyHMtkR817O7+puDtsmKtSVaou1V/GQpicQuSXJTpgN/LcO
vibomEkm+0mfWsxC39sa92zm/XBtkzZ0jdvM6ZlX3rjigqdq5dMvo4TEgDeHA9kN8qNwKqxAZXXb
nibovAzU6udf7eDvnykxxH2D2JTetPbq7zQJjrBk4b/9TbYFeCDZJeWYDcM19bIdpV8m2UYcKELH
s67aYDeFZalCr5Orud14tokIM6HQY4Sq4FSp9oirtAiA/l7HAmd0UBZeR6byGpVTaFwQOqCcLM0W
c6DQHAERnPyYNNdJusH1GAJ9IDQUGMKgrosSloSjMSfwsFKbhNDQoiMUEge0HC/gqZyEyq3X5Ndt
CWE16cTOjeijbFmkaNGERqPIdTUJs6Z5gz1tQ90P1XXiF+8H2Z33qP2eN8F53pQfA5rfkMm7sEH+
cezTd14P5VRbriY8nrqeRF02nUnsXQjbpeGY9TuT0HfcdV9UiVYu4VlU4fFzO5TrTLerIMvOrDdF
eZKcdLI4zeb5kpvxDfgFpwglW2vFmZdBcsBDp3uK5ThZTdl02Q92OzN8XXj957xqL6oGo5CS9iQY
um2W6+ucBzZsPbnxdb6atH7vPLfRo1p3fpFFxrUbosdTP29OBam3/dCeST1cUlzdaN1s0kFV0WST
eGr5C1FwgeHYlWnrG9XGZAADl40QOvLJZlurSXmB+opdZTPtw8QWR3h+CKiWwD7OYPqnAvbQNRuS
d5uiPZYaPTA0WiB64UjOgpI0MXMgELPhIWmaT89j4KGxF84Xq0sleUPbuG1JE2Y8uZQyv3l+7ANa
gBbYPXh9WTTCb2OMZN+H0+hn14Xuiqui5UH5MrrvXdpHnkxFJ8HSqY8nF1xbpk8LpOLn13+INgtE
Fl2Pg74Vbey1ng1nXd/YImCr5wc/RJz9pA88MM8fpVfQtI+HQLrI85UX4l6hrTKIrJ+f4tD6F/g4
Qsa7aTnkAo03xbPnjSHhVfdCupPH67cB96shnbvYCbA3gZ92J5BFyF7mU6CF+o5yLHrJdB/rUX8S
cx5ynt69jCoLRS2DbMpRZrsYB8McJdMcM0SbIzbpaZJDN8hjqgjpaTM4gB2dYBYFsPKoKsWLdJUF
C10tqFfVLDBtrMbg66zzIKxzdMQXOrTwha5q0k0Fq3MTl73cVp1rVj1uyyNgfGjw33R06lslYXAS
JJumJ3Pkkn5avYSfUMd5TPLEHzurqASUabvsZODUXxVJp48wdM+4370ySJQ8Hr0cSuW7vDdxYJmF
6km9GbR606riDOv5u2P5aWX0EPtFlV69bD8LrYVCzzQjtSdWo76DPEW0SvoXKS0LFkob1CJVjhmo
LXQNoD2UH8OasZPnF37AH4OU0mNaGZLLNG+8Jh6MqG6r0vc+zWLuQz0kcj23I9ooEDMoQLTkUoqg
S8J2SupI+fgGXIb2qhr8ZDOLyb4bZ04vNaTHwqpRYuVx7IdWT+68m+w3xXsW8gHzFwrQAhCMKsU4
esjEjZR36QiZKSjEHBn76WAMEnmPSZLYMukCUwIzhfJOSr8ToaXiPWLDmjvdndsys2tIzva753mw
F8snxFUuIGI2rgyg+GDiUUNRo0MKKhtZ9jLpkQuMgERzUnXWA1M7cagTdMKEvQRsfn7pTxtEJhcg
ganXztpOJvZllq/S2S/PmDPlqrcYv8igQ137MTds4fcwr+riDDLcoYEq61rwaj4CFYdov7/+wKIn
LW1MPso+FmYiYer33/gEpYznqYP3SvQUZxewIEdvKvO8a2Poi2M7ZGp8Zlz+FRqhwBNvm3ldjIO3
kzJTF1NPgqgvaLvWmQiOLODQ7hbQUQsNKMu7Lp7L/qZuujNbBd+f39uhoRe4UXsF67rSmLgW7GuD
2DfUD9+eH3rfF/Yk2RbK7ZKR2kTmXVzUo93hduJhQasA4lWP5GHapcOqKUa2UoX4wLOMrVyL21AB
WJ16ZrYRz3S1DeZErYUL7BtRVt5Fmctk44Kyhuhm8iIvSaAGWhowx4nqtjPheg1lxmCrM/9tOyTl
Cs8OMt2lJOvBm9swk5kfAqqn0YBNeWJ036+C0dGNzPUcMdS213Lym12mJx0abvNLL2BVeF+kLsks
P6rAqyHyS7INnRR5U0+j+ZgoN53i1m9WrnTTepLoq536IkJOFCsoIjTh7HAZ7lsqt44HH8VQjmtH
pAnnbmigI2D4MuZeG7Vl/kJrs6w+9c7T0zTWbWzKUa2mSc2hZ8ojSHfAMIuFPvCskWxQQxOPaV5G
Ux6IMEfVneACcg6y0mlYNEkW4gIij7nO0iOO6QGUEgtAH7qM9VDPaGKA8mzXJ1UdekHZ7kYyHJnh
gDaIBYQTq7WCWlQTJ11y7pVYhjXp8BGQ3YPpEyiybLNQxNXJgFgTQyreRlnQuWgIhAeZA2/a4clT
R7hzaBMLMB9nVTZI4D7um/bKdslnVNVvn1fpQxxYgPiYq1JOrWtjl5X0k+xoeVOhuV73XKHV81Mc
Wv0C66a5VZXIpyZGGTp3zfStUPLD80MfWv0C67pmIoVLwUfqdE7OjG1IOFmOLnwIjo/w+NAUC8iz
lCiBJsNjkqPgvOm94YSKromaSY4vypAzvtAC61kxdRPhMW8w39ew3xWBO1IePkB8vpD/WfA2HxoY
29OdDW3RXTT9yzL7jC88GDU5m0LvMI8LHXX+NntZMMz21bOHpl8o6U0+UzzWg9mV0LWV0uBlPgtf
iDsZR952PeKxyAMvEkmqwsL16oisHCL2/voDn6ULvDmZoPwct1D+XwX1yKIJZ6fPy/qhwRcQTd04
tL4ueQwNBcWq0+YymY42ju1Z9gSS3Rv8hysfW0Ns3/C4RUNz6RIopKRBl5/YANp34KCGC1vhvNXz
OzmgUnyhtYjKTvQD9WM5tmMUFHUeStl5l3wYq83zUxwi1kJr4YyJItAm6seuyaF/qn3vkeDuRUMv
q/xp7ibSdBMwufVUmKIeQ58jbo/Q5sDC/YW+Sm4yVQwWFj4lQ4hl9WbI8MvMiL/U1yxALc15F1dF
HUJPXwYZc/bxearct5k8IUH79tuHss99IbMCGpLisTivjNgiqSI9bkj1NsmSVd9cQP/eCuHtWN4R
+kXTD4jNZ5TvRF+E+1/taT6rzZwcwb37etlT61loOsvGelJFKWKZuJCPYyRHvcLQDToFZIeScyhU
MHsl2mKnhsuq6qI6AXxs2XZsIdm8L2K0vHoZLvh7Zj/QLlcU9cy5rmNwDja19mk4dYV94eALXKiY
yRsIJes4kf6FqNtTR7xjSHygjMaWjTNZorhDuSxjaY376meF3ZVNegvJ+XzTzBRyoK0/7ca8+ZIl
w1uGm/dNheTNOM00anybhWXK+1CpNF8PHOpW9YDzFW2IuxowS6/rHp7rjRQndd18yns0hOVIPkOx
4YK2rX4hhRZ4M0Lx37dJV8Ueyr4TkrVhIIf5yOB7+X5KzhZIM5c1bxHGZdyO+qKeDHREQGAXBlN5
S1L3Ms1lCw/BQQUpH5zTsUjHW2vTL9y9f15vD+DN/rDJQ9GcRV/T1hvKOBmDdRkUcZE0x+hODgA9
WwBObrK5zeZRxxZqlrtsnPGbhtbFBfFm6HjXeboLyr5pokC23cqk3nhZUaNvZgtdtL1r9MYpk6+k
K/iXLK+Hc0mhKzXNIXVoIBKEXgj81icj2STG3Y0dNe3K1Y6vSh+iljJ/WUWesQWypXpOjK0GIL7B
YUeyLUQUL0N7tgCpfJ4rqrtUxaBFWy6q977RRwD5EGMXmCOkD5GrNipWsroLmuAj5keg9dDIC8BB
bsQC2bqI085P19BL360zr9++TB7JY3n0RSeZmF0el9aVa5xC5+9k22PKuu+yekpb768/QGJaeX4z
4xGGF5thGiLwaiA5dl3ZHZTcSx96SIphjepbujft+V0g8LZkAUT2u33ZROF5lWl/ZTIH+YP3kmUb
vxzDNMjCxGVRjd+AnkZz9lYlkBtoPkBjA/jIoaLkTTK00JNp1zCTkR8dXPXN5se0OBXRy4i3wCKH
PFJgpnU8zuiLqgFakXdMmQ9w/b6H/AHloBqNC6pqFXdDDbXycVPn5GU8pwsMygOVck9VKk7a9Lwm
/VVjX4abdAFANHVFpuZyj5uQ8pEeX6ejfvciYtMFLGgAmGzyeRn7fJewuH2hPacLTKjhzDh2fFQx
HTRZBdBWtmtsJzYvW/UCFlSiqhICThi9bi/SxH6EvNyHlw29wIWqbktVdqyM0az8KLWq2XpaVauX
jb4AhsyvJR8HouI56OpVX6tLlpDghYMvPISmJtzjrS3iSacfMM/6qB/tC6NCutDKZHaSunms4qmp
1CbtQklF/TJ2koVjoBiC/jfwamNcBP16cBI8riAhJy+i+bKXdIasU8pxXsasZR/KovpSNRDqPz82
vk9BPOE5kYVyJmmjlOVVHiPibQGIz0Htff4esNZv5Q7pLszLXT/u9hg9zmadmQ8ccrEE+tKndF5N
DELs0rtOh3lNLd12JRzY6b9R9RZG0JAYpto/JzAKNwOgtT2B3G/IymlH8XkOh4cUBSGtP9QQfXLA
dqpQaEwXdnMMAN5U/kltdwPa7KG6Fy5sULGFKzOIhefQDuxHS7NdxT+PcLAv6swF3CSKgYNAQyOn
LzL5huQ7nOCQsSsIds/BGNBZfuvGneDZCtDfA2bJmkdtke3NQm3bEGdsC7O3wrzx0zYcYSN5A+fJ
dgr242V3ydQAf7/21r+fB4bEkAv2EmhRKy7gMWi6X8M6fDxC5xakcMsfZOw1HJSjW8PAfxl3Td9H
JRxYgwM+yZ0dmg0QBKzZgJrTRLOVzdGqFElYde2pQZsgSeHnZm/jJoHDctBXNbZn3dh+SALotGw+
EH+nXHpuIazBZb5OCf8Aa0ghv5Lq8oTgj11PQl75n3JWniWVWZdtFcHJhPWc4rA3F4SfCyggZWka
csig2l5H0K+/HmcCXW/2ZE9CPKIIgjKLNrbjK1i5MZ+Kyg+Rm84q1K90Bu2DzUo1u/0eif0oFb+A
JECIZrRqX5hUuA+SHpjAzEG5NxB+EfdFmoc48T+n/bHzLHuhf0oZFqifZv1QogbCCGHcW2GIgwqU
NWtaAyvzLjNRPg3+EdU7YMqX5/Zk3fFugJ6QWGXp+eDX71jKz57X6kNDL2xAq9pGVbZXMbcZ28k6
ESEbhXvhwhc2oLFjwNN9qAsVm4+lGy+UKY/kYPF+hU8xYGECWiha+76jeVyB7GdjFuHOnYKCZdZf
g/zvPZ5eXTsQvSE7yWZ8ic3752l2iPUL+6BHU+mxSIpYUv0dal5enAR987bkUn2nuR9cSjsd6+86
tM1lP3M3JYw3M89jyYL2zAW+f131CQ2rJIf0h/XGi0oWeZQWrY1YYoMZdBIHu4b2MqpA8Xe5SPER
83Jg48tWZzgmpDWchKpiBAcCL+A8hL40vdQfc8QCQM0pXdtC9y+THbywNlJ5jM9TUcX+6G5bLT+W
U3r7PAP3fuoTonPf2fsAF7Shc9lBE0uMU+UDPgs4B6zgxF9haL5DqgtOvEBPK4JJ/bIQ7P6k2oMZ
xYinRI5Kx6QqhggaXKDaqF9YaMR73X4wuBQ+KX0olsbK1Z+qqrktEfn8PKUOwMO9VD4YmmZdDwci
rY5bNb3HfPgM+c4jwnRo6AU2TNZTpmCkiI1A75O++NB2/rE02KGxF9hQF31nUI11HAzoQ6KCjW7N
EQeOHMCd++OcD0iCE1lbHbA87gQpT8cJNSHyS/a2nyaxzgqSp6FXSagu115L1tpN14KJoIAewbJY
ZRbO69Z1RkJdeOXKm9ph7cY6X+dp0K4gqYBPujJlIRtSvlGwiZUjuFKrLGmTIxs4FFIv+2m7fhoc
boIstnDWU/lqUwGSFFArr5QMx+oa/JkJGirgL9SXoRqgngCuluMffEHXhR/vPaoZDhKBVe/nmKi3
TXlajB7sSG3hGgTVhpdrJco1eGtZx9Z712GQSbT3tnL6uVQ3th9WlEFNvmcnZviG7MfBHrELB1iP
9jr/gD28FKjxC9gdOL75tMXHlIyI+66lJ2Bj2dDbBXXnIDtaxBo32Zspb+wGkqfzO8adPBlyzdcy
CLq1wiVaY6fTbeUR+GpDBp+y2MK5WxdBu3UCHk5XRYFvEhJBm0X5XpEM8hVez9Kw6nG5ynvXXbou
h6R3zXk4iGLYUpvNgFNuuBxrX53D9yownM3wzUk1kLoMG27wxjQODgmbqo+6tCSnqGvAE+mLathk
0HMIHGLeO1kHN0ijlT/iq8x04ESPNAu1Dw0ZZp50JHTThSJr5iJKKlGHcMy8WVV5Ts+9LKDgyU/1
BtmSvmOOzZuJVGpNtZd/96wrbmXg+N1QD81d1hT91UxrFeYqUOtghkVAC7cfthbOLydwpnENGiLC
dhQVJJclifJiROcJNPFveDPqHS08uaopvZbY/1Jk8KmNBHte5HPdnRQmG0+hz060UUWKczhMlG5V
297mshvCxg3sQrLyDj5NkL7P5uxTUDf6Q1sy/4yRPtk6xuCEL2rKCJUFNH5U1A1XFdJm68xoTyZu
+UpDg0o041ycsh4OfkNvBXiqbvaiss7f67xrLguvKVaeTtr3EBOJCtLTDb9lLWZXhemuwVxHxsvY
ydSydA1jV3Cg3EwbNVkMD0BV2tW9i4qmVmstRHqVqD6/ypuBQhBuvNDmxWc3NuV6UgAjUxnMJ0M5
kVXn4SFSqO/feHBM9Xpu2HdoHGJbSdLqCoaFTo/Oe2c1NFSrdIQuwSG1QKohn3bTnMMxf1tw70th
ArKilYUTtX1uTihuvTCdqd3kpSCrPs2Gk1RVeFfAZyqqFXxdIw2JmdIdqrTYcvgAxifkfLoKWhbs
impEWxNAD5aeaBkOdR6sUcf92JO2+pJVKcVRDw1Bm9o2xWnCizSE/m7wysQ0vdWVnrMQeRnk92kw
sTbUXPZhB9gK7WMNj6wJoAOpNxC1WCwsD4OAOh35upjPA7Ch151h6Z3hSb0eEk2/sJR1JcSFSf1F
DbbYBJ7frbFFaFsnRK6mwGsvaznSCIIM+qH0e6qi3kvMbaGp2FWuSdf9BB+VKDLk5xCUDP13+HYN
SGiN1KmE83a3eSeHiE0QXdpBwWcWsKe2tp3gwwk8LaKcenoNGVweSr8JdDjY0ZzMum92XVXb28Tv
/NPGiSoNa92MoBGGnTpR74ZugIDXQkhFWxya/8XRlW3ZqWrRL2IMRRR9tdl99V0qL446lUSwQUHA
5uvvrPt2ckalsrfCYq3ZQX/FOioyKs7GLKIc1mQ5acl3WGWy7GnrhbqobI8+kcwQ3YW7S4c83DJ5
cdiYaD375ryRzT6JecqqBqfJMUDkh65ay4f30KvoFhNmjqP0DIxZv/E84330N+7SISnaKHAHCEzm
q3GAawCcyvBeiKyrTz5UyYapeu2uexTvBChpG55TR9VDqoMuq+D5h3Y0RhzHguiE4wBHzZudPZvh
3tJjlmciXassHDqRj1qGAXRJMFDtgmI202bYX7YMG2fVy/5njnc4VtJ+2pLSxmuwHcZ2hAkhTYcQ
4teU4PihbJyfomRqHHTgq/1uCbIf8Iti9+6yDqBWZ5Z/kyEoHq0LV6jNaOSe0n1OKk/psFd91s+l
Y3ohYCdUlK/10BYLAgGeALNN95oO/rjbMariycFdxfg8lHtD1aWVFOkYMb6NEmGfmzma8nBJ4fbZ
RHQb9tle9RySahgNQMwxDWy1s5GUCV+bKlOLewoAEJZrmwTVbBG90vklK6SKamDYBqqMjo9/W2v3
rxnauDze9jofFlk4rZFHEcl8V7dpoeOIvBOIyhQWPEJROsJP7exoyUmzlFuSjUUt44XltU+oKim4
tP9Sr+FkWoL4MWrCZM9RKlgJbwG8dJOlhyieu4I3vq9WGpnKxY5VJKFx1YdiL0LfoH+dF1pMwvZ5
KjNhStbONrkP55EWMf7zt12s+1jcvtwaSHFPmrt1qmyddi9eZ/WTsNIDNTFBkMdTn5aOZoIgggSu
rJypYM2HFpzNRHQMXVlv81Am4Ve0xfa/beAAL1So722q65+YjOHC1lWdI7ECQQgVL/SIfTTHesqz
OUoekk0iLKZLRrQ3G3h5VdPmIoxXx456VgXZoN6INuokWCzvpy0c/rUigU1vXR/SuUbfIufoAd8q
KsSwLn/retuePETOhZ0y/9/QsvSwb558MBuS8+Km6NMNYY/V5ZpyjSRqW8aTvGmD36Fsv4OBP4h2
QMLHHEZP/cj2nG1ew//qloPs65eF4gAYGGJK0lntpc/itkzSdMLKW13pXPy1s43ldMAHSunaH3oF
DiMVZC9h4BzuIJOzD/OwzPm8o630PuLYozt6rnAYqj6iBLVxzfJJiLgyEXo73RGaDz0kmsLWceE4
Lwi61nwb8P+b6GtSbUHcUISwphcLjown9DPfgUqCvI3HBD+XkTs45815gDq2RBRMiqZ1hdaFHjLd
nzdh5HEwP9+osc3BiDA8po2fPoMgVceUWX5vSO0PWTcFz0vShxWIu67qWB1B1Rt00VEuTuHfNx1W
qAqmVzVlUXRA9E2PPssReeIRp6LUzgfneg8UhJwbkoRcshS0zZLDFqWfxjsE65HmuG20rvqxwzGG
3r2KBknKPkoRFzWtw6ULMuwI7NG6onS1B945AYfcyGw10jg7eNX8RWDEVjRc9izPjPKykAPpBzgn
pXlNtnRCsRpYKcKsLoIp6Y5zNm5HFCNgeGwOjkbNeP0/3kwZkv0ShZ6nxbTANTqZJjv7Xkc3aNee
mezTnMlY5zsjdR7BwAylg/7709new6jrcl7TJUCmjW3iPGWYJEba2HIWps1J0LkC0UvxkUQ1O09K
LAUfsacH16p8wElyGUY65rVKyLUn2S+xt8lZSUZuw7S8NYGnRQC179nrMPpMsrYpW9b9M5vnp86O
73yKmpyhkQN02kEfYvaYvDHSki8goEFhplgdFNq5j2GT7SE2WdmK7SDi1H3O+IDFzEJ1L0kcntJR
12+JQ9jZjuOz/PF3Zmp7QTFZSktW/6b3QHynsuvOW7zuZ6objYwlVG3s2DFfebpic8yZPEb9nB2V
nIcCJnsicrJG9KYWPx604k21Rh5O4cwgzSkKX/bdoVHM4I2dZp7cxoE316lNOuCPKrq06E1Ubo1K
c7QP699s6CkvlnkTP48MoQE5YWsNsxqc5BPrF46OJsMMRdKtcEvc3+uZzrdEr+h+m9C7xz1d09fR
GMSSNVRG34IG4SHxprn6fXpAz0hfW+/f/dzWxQLZf7ntTVBuhA7PbTei04BepGqXKHswtXF/A9Yt
lyaT/5JsCqpokvRtT0bic1jbx9PS0PAkkn2Csr/ld/0YQtJcB0DeRye2W60xUhSqF/rnzNb56PyW
o1bWeDBElcGiA1KhlKrPTllkaSVd15UBkx1qYQc/dZulByfn+003/Lpvo/zNkrE9wuSc5Psw9CWX
Yjut6fAPGD7mGzeLa4e6e3VwmBxWmwRlXau/fcxtARnGWuKBifstotj5ITq+iXoD1Wm4HUwb74VG
5DAMEJ3JWZj0pzCKUBaZYGBtF9cD/dq/Rb1vWzGm7VpsRGay6mKLMioyag6ZCZgtBFvlDsLb5oOY
fg1Bnd5aFaI7RBMDa273PWq/H6Zt1BXtmhErKtih5PJsh7NcBeguTEavi2iGvE2HqWp+vL2IBlwr
Iru/LFiSpygyW+UA0B5WxbXN3UyG12xiAywQA5B1fO4/bhr8WdYNyVva8sNqpuSIpIjhrHueod91
6pAFGWTudpk+dTJGvycZp0XE96DA8ZnkppbrCd66uSR+ccfhJ1ttkWFzav2u7twajidjfVeE9Tbn
Hpr4ok1cdu98xN7MaKdbbI0vZkgB8sxiSTUwVOSpQHkLrO4xDAhRjSOOm5ZsBlVqbO47h8i8VNZp
AdaBn5NoUu/pMv30DUlwC/ARqn6WCeTn6IiTzYhiVb25D0VjMcGCO9NsthVbR1EqwwQkia57aTd8
AiDn/AwLjZB4dyT7mC3BHLt69TnMlkVVOjbpu7bctvm6hfB4x4G9M/WyP/RoPop+4uzfDlxhz6kw
asUcW8+vfgtokQZr8qepu/A0Um6KLgkYlGRcQJog1oOMk1+jW9LCB8ifYBn5x6IgOCAQJjrQtWao
qRl3pYZr+jVrcOqJvhmuDXPJdRuDsJzGDPFvfaRO+Hr7YWmGH5LIJpdAhZC1TIr+N67th1GwfBlM
DBhv2vBh2eeM5DFT9hTL+R8kBl9xF/sx35ZeVHrP/iy1kNXwkz7X09Cd5hkntp0mPCg3B/eYhHfI
4GGp7IyOD1uHCpW6eXvwDtVtm9axWNpme8YolT1vlMhCtGKtHFlkqQK8ILgeklL1dgcLtdODqTkc
GCwd79TPTBJTl1VmVcGZBGlSRUSay5jyPc/CLX7pU4z0qEIY8jbiVZFi9T1P8yiqGgYHKH48x05I
ohcVaY9MNQfqJzIjHGt0IEUKUd7BhiE7+BrLimaRfm9XZK/Bs4gJSch/TbPZwtupyxHxF5ZwKfWH
MKPq2Crnj6NPkP/Ywhms6NrmjV+ne0+NnFGSp39irOWvvpPNFQclfxu17c4kpj/jumZ5iFiB497U
dcGIwfS4u/EsaLrdj1lfF1G/s2OUxdt9jd96XAO/n9Ab6DJMIYOsd7sVk9vGHFaj5QkcLR7+KMhp
9nT/s+koKUkAim2Ysv1RbqB/vBq+h16Sp6T3pJrMmLyl+1CfJrTfVw30N093DBPrUG95uu7oOqJU
HlgLjxTMsvHrMPXN3d6z+skbZUofw/8woD1Bl98LeefGMHoOqa0PDPqmc6N3Aztg7N/gacZUgUnj
7Jk3VaKXXwtLYKubFcAmw1MQlXw+WRxQOUEuw7UGpZDLjfP7ZAHD6rRK7+bAqZtd4wWGm2xzaDIb
f9pCSA7UwGasC6WOIWLKiqTx8hcd8JgUj/kj0A+GbAP3u5YM3r4pGT6nJJ4PygzPxrMH6rfsuG6i
L1Mr2/sZdrycjwt9TIR+HNMhSPKYrOwSjMLNJWK/OEhUTsTB6vQ9GXlY7Fz+St1Y0KC1ZWD3v5jA
fvWi/uzmfviXDo0sjOOl5GtQutXRLU/0KIo+WX8H9RifU9jAq05vsojokBYW59wr2OimtAByDrOc
umoUq4cpyMvbFhPYkAi2cpNYXWGzf21UdDkwixh7Kvtbc04BlfVLFVrMsS6a5QVA11MHFR6wkl1V
suMGe9Uma96jK6qcQJRF7/r41VBDL6NCtWJqOW2rds/hvpJDL/+bAsyjKSSVx45tjxiP+AmDt0cy
HdIbXD9+tKJ5YIPHSjbzguksWT/sHPA/3QwMDHtuSp87MM9X2hL6LJiEvzJyw7sxDXusrQlyHuk1
95NpK9EYqNy7MLkAOAnvZYwBeQx4De1R9mt2+30k2LVm4PHTuh/LbqXNoRuT7VqLTpYLYlreBsAN
dwFa0z+ta4EjEQRXebtluRXzXTe2b3hmsuzZ9Ke3oQaclLlqGRIQ0iMCNG36gobsEVkCGJtD+iWz
/tUOqj1DzMuLgSzK53WcYsytcdSsC1CILbrHrGJzbJa7AfWlXlpV7cven82M/ZnzgLd3TpL5RuDp
Ad6g1keL1MTffI1+mgwTFraVW1GvptRjfJBzdstcy/JOEX5pfe3wd+It392WHNA+IRtUSIDdmRPv
YSbKoE1vtqdRZW3yC2F+b4zF63uE5XqS4WhuySCSV0D98kCUsMfESpqboU7xOmMEubrjOKfDH9e4
UOaGLyOWYTBeRNInh0XZ4MTGCEGUPNV5syVrky8K8pM8HiDJXqboiUQkD1SaVpGSiMBFQMqFRDMS
BzDPl+MgmwMArKkMRMZOg5mQS2KG+MBSNRVcD6Lq0QeVCSG8VJZtRajX4UOLLLk4Cr4X+ZMlcOL2
fqfzlnPeYmgImkswzeVoZoFzNETiINx4N9d25AkxvO1b1OKp401n15QqXbnMogsg9IGnISbFOMb2
+klbnBUmSHQD37FFoq0c2Vygw39A3UpKjcPzTu/s6urxxkMZ3qZGQ1yhvMkxi5OHOtq+/NaJYpjQ
pMQ88MWICzqOhHUeHcD+nfygUFD7vXDjsmKyLc95aqISvJJE3Ib5Do3+RcSPLDGQ936F1A90xw6U
NHxa++FKoxr5BE30vg8csS1TlmvKb3qBWYjO7maMaQuDZZLPM73NI2vzLvNz1fnwO8LRptepwLzX
omH0BLOB++2BpkToQcO1fmJxhqF9H7ZTMBj5kXDg161W4mHCQHFetpFeESoXF5anSZFkGZxok7jw
nV6SGZwuDY86io8hUE8e6jehafqYqnlEaQnSi85sUxCKOW8lmPgo8TiW06DsksQdgiQ7SzGulRAU
1bbDag7iZX6CwLT9Dp3N2RS8YUXgCCRSFnVseR7S4LRYpGQhswa93inx/W0Pmq85qi+6H+/1kLT5
QNar3J8Q+VjyYD1KITXoiQVqj5g0ZRon5oCI1pOm+1BwkuW7Vj993y/Ig18iqbLSb6j02/Ds9/qS
pqRDymY2AYVwwEO6vdJRdrU44KxNDxu0wY3afbVjzediMA/tFN0MUfTCB/cG8vQR2TrXsF6f5hlv
X7EaboEuZsXQ78vJ++WxgRQqH1vpyi2W6rHrsvGwrLt/SZsEiLjcfzWKTgdJvszUfu0RcH2GtIMi
iUGM6G6Bb3Tj8pByk/wXD/tl3Lw/CVG3uWyxVATaND3mWT+9O9e+9uC8jOVvPVOlnhv0rUR98k7/
beYeSmocFrXqwx9X5k3ioCdchndENc+gWIp92J+oCYYzpWYoLQWZtuutgSRIvK/E/Wt9dIoSqF+n
bMUAZJ4BF3THNlnSMt2VyJvV3zDT3XokSJdqD08rdLBF19Wi4HPW3Yk1IPdc4OOHy16xNrhqKJlR
eoauiJXIXnYbCOiI8MxC8A9rjdyO3bK+0DquEG30ErtNFU7WiI3KhjIzQJIWMZ1k10AdS4cEGKTq
c9U7+6HTGcHooka6wSxunQ5OPNh/wVUVVEuINgk9njutDfKbfV8DfdrWu2mCeDdc/zPMntBIkpxi
kN/79jsxmb/sVjjgYOaEaNqjmuRnq+UN8/k13nD211ZMr3UYXTX/gwDyjzEwlyhoSrM+oDUoOwkw
JMk6eW1bC1UwoHnMNUuw7EWiZvmhEvU9LygXWdgdTCR/LbXlV7am/pJaYH600dHdQBF+ity1HJL1
1w4Ie26W/TJbY6FQhQ2ahAspKF8+JUV10ZG96ybQobF9ZNuIzOnmE9jnmMvsK1MjALCpEJDN69yE
wy3QGKmNDMOzMNQivPquq01Teglzi3f0gRLI7RsTmp/a1J61g1cj2z+GLJhzhujuDcIWhVyrwoFL
KzibNNYZZZd9bw5N84JQk2tIHsMFc+2a/ka5v6ujv8vcTzlk1ej23G7vVt4Dfe3Xvw3L3FEg2jrf
GPnXReQU0kSf4VE5Y+RRZyi9WlAtrv9vqceeXHy4pfER9pgWQPbecFNCF9aD0e7jDo185HKM6W8T
yTacK2nUoGTyNYOWjZvfM13+zATUFFjO6ElQ/1b/bNUk60eQCBzjWzgh9bshHsqeKQNA62v5t4OB
nWh3vxmM6INGB4Fxv3sFvv+X9GQ6EbhKdSJo2XfTU7Bi/KVxn3cSNk0RBHEV+eQT0HhS0in8N/fZ
cwL5YKgQDteI3hYANXUV1eNw1PV/0q+YeNxYktXMgB+7jy2UacH64U5lN+jHgyLwvupm7Fni5ybn
W/xMQHH5fvrr0P8FFBlnvA41OlkFjdwWgPkJ2IFAsk4sn3IfJ9feBcXYYLjaF9HDojNcPR6R31zB
A3ntXHDlC34U7l5/avvg5ec4o3q9usCohzVZn2GVqURkj5whGjqTPFfcZn+Q9HkMEhx4NQYhcOLf
zRDyclm2v22HFP4hBiCdjl1hZhjWNkShkf4xNc1zoDFyT5HiICXXa5vUB5+ObbXV7WmYSI04HyXu
YknbY0bt+zIbXmyJugPH2aMMgSaJPIJNajTUQGf+G3uI4RzO1h2shWtMCiy6/QTUBWwsER2S8UC0
OafLmUR5MnpVJYnYUHuGF7J2r0Ec4fnM91EMgUQ9/bZYn8Ws7Ws6t3EllNvhNt1/6zD7r5fdb5rN
/4Fj3CuS0qkI1apKHDBJQdrxxe301gZ/QmY4YNK4PTGoqm9u6fp8b2xcEJWxtxXNehXN4hIiHa9U
KUiNlkT6edNxXE52PA3SYnQS0oN6Bi5et6CNSKj7P3I1cTH1wcfkiS0JgvYLvQ1DEe8Qp+kIBxSn
anp2AoNTY2uOWXIzH5gCn2ukSB27KYLEk68dqtLGTmlNTCG5n4qAhd0pcf49Hsl8H9SyrvY0hBQ1
VvYg12596Znu3oVvAQwzMb+kHFCcEM1yB+YvqciaJi/cef40je5TC7ah/0hDBB6IcX9cR1vfYbRh
LwORwStOguiZNyOaNL4+1SALkPhj0gOlDi1KIvivYPf6yIdZ4VmjltfBEj3rSS3V/1vVTHdNVMLp
424TjsBbKBXUhPM2vkbbyKo4bp/H9CdiHYG0OaYSVe6hy56WZE+vVCtUEiRR5ZLJL1hZ1XFAk1wk
+4IogxA0FhQI9AhmYQP1HDenXQ+vm5YWlTvyT72JNbpD1eWZQ16fGAF+Nz3yFsh859EaXJOJy4LA
t3AaSd2VXehquJCm9bQv42EPsXo30ZIqMVHzCxW7AR87/152ZG/mowWlksG6W8bxSKsgafQ17CZ2
JiullXTDViCI4YqE8LlQLc3u+yajQAJrB9MJrHOvImTqRukukU+CVErebU/UcagAugCGuyhskdIY
tzgoa2Tm9W30AGHC+iQ0+VHfBP8ii/fVqTh6ZZHqy5hYEI/G7eU6kA+9ghtYbG8wTYCkX7L6hScM
sJ1H4ZwKbI8I6fau3UrgC+QNqRkAllZ4nLGAWnSHc9yfHHX6FHpgBkAXk7iUaYqof4GH6HEvw7mp
F6xkyGQaWjIc8eU8M/mqunm7jDGZyn6Jl8eF/0AObOHFXPcKjRSR74tDMua+zdkTXZZXoAtBbkCj
M9Tz2p12L7P7dU+bG7V2ONRrDz3Bspijl3p/SulCNRo35GRNkazvVru252SV0ZeWuJtgrzN6ky2F
ON8yMFkT+zkUYiGOuNQuKTpwbEewvhHe2TSwq2S1BAxbp7lekuFPPTNEA/khRIMIHQmFQnwP6v8W
XXfnBGHkZ6vn/bxQx26Ik95jBAO2w/eCbfWAH55YIXSwvyfeIr2pt+PdlszBMx9t/5t1NLqsi8J0
Kurpg6VL9B9IsgQamHo4tGDyCsi7cFYAMWWl3DdxB+SzKdamofcqNVkeR8EABDkBmCrhgL1Rta5H
sGCimiSHfa6b57NxPeC8zeNGjDiNPswQhI8eL+VMrbJXg+7mtUMn/5zp1vxpPN04nPMIkA+GwP6Q
bdDjh5C4SAvpTLhoUu64hOBxBWj2jxExHMMdcGux1uPicT1CB+C7rzNVjm3XIy5GEyD51tWY51Bm
IK9uD62DLCEP3cgvu+/a+3Xi+59oVxZ7xCDN00/uywQa88WoslO3BaiMnRyPTVOzv1j17uYbNhyg
X0yfd2/nIo2w4MEyDWIDHh3Hnw0V4s6YVB06v2PED0fE7eZgaBlsWqNdxXHjAp9hEclcbrM0tyVa
xaNVTXjjc4MLLyQfq5bZQxu0oOwAhqZHje8JbU7EoX/Ta/rlWDKcwhnAtXTuJ25gwFUvAKgp/Z0k
64R2T43b37qHNhRsIcjSRjVfnvDlHAQRf+W6b2dEzDBcGkPnFXwNCi8IaWB8QAOSwGMBZIABx1T/
a7Fyw1bN9y3Hy4QsjqVfMbjWJ5Ci6ovKZPk3Zj7N27YGwIbrVR6t4Sj0em3+rQnrnqUdeMldBNqv
rpdLJrD1ejOCyQmj9jAwtLkNjvtbz2Y4cLbl2ieROfcJg3Ri7RL9sY84fLL+P9HwZv5BbvoToRqX
l2iDeNaM1aeOd9UClXtVr9sIVInANzAuKZzuqbgHL/beTTg5s45hlQT1S5+109tutgY2DaAaYzXM
Q/LNmgXQEsFvbxZcHZBR1OG2s+ZAwy68qdjiZpgFdBDvIeOpgXZ/BSRr7ifuQTN10hSgffmDixgi
TrT5JNZok7eYUFATxR7/ZUPvYW8DztK2XkCJJfnTEqJHa5bGdvkE1uRxhCzv4GYqXuZ5gkRAEogF
Mvw0hjWU+h/h9mFeh/0QeXwc4prxPMGvWoo0phXpNEZ1PkZXldbiq+1AQuKWhg/cOEVyhUpACoSC
xbLUodK/eZOMHwueScXjFacD/MUIVoMEaPOQ1eSSqO6oxfy1dKYBFWp+y5SvR3in58dOL3OBFpye
KJIr73uWRO+8s/OJyW0ACxcBmlondPpzvGG+MeEhGGtbcd9D6RH3SzHsE9RqjQAfHqKZ1eP2m8Zb
ctyCpT6AxUkxOqe84u0WlaoNO6jxwRfvuB7lkKUEfPGS2bt57xIQJuCGmhoRzOES2VyDuPkz1dDX
Lb3OCgfhTy57eFr2LBXHqF4BdAVNd9fw2A+5jaLmSCOGRSlVXCZz9h7LFDsB53P/KSJjHsY1/U5s
YG50aVAUZhXgZKH9G2q+r3DnRO7sa4AQqBe2TYAKzBida8f7nAneXTdgZDdFwZpb5UkBoOffMCQD
gqjscFuWVqO9bZHJuSz2ZYE+E7x6vLzHa92C4AzAbyAiHIbkDkBNpMb5bqfdVoY1xSRYY+snPWL4
KJKpHmJmPrH8+XmftrXExDac1mEOPru09pdNLKCTObRLs22Ct9YQKDm76Rnt2FRsCx3w/AR5WOJ5
LSlPeQmFWojBr+9AM0IMK2srcwRaYq5uZnz9FpJOw/bfrll2CIKSCNvCqIqLcaxsajCvTVN2D9F/
e7Ac3TQBu13USf9HpFN69BlAKyGC4RQFHqqIxM3XBMfQCKZtoVc/Lu1tWhl9lnRj53Vc62NE6l91
belxFR25rcLRrxpXsiBOwW63jvv4LGDTPrJAinNnRnOcRt88dytwgdwvMbmXGlcdMR/5bzu024jv
xl6ylWrkDfsd+hohpyOvd9D4xn+nkYOIGNP+Y9O32wRmOQ1vccNbXP0ERkpHIbswiH2mcpid+erG
esUrdJgj+iz77lyorv3MkkfkdEKY35Ffrtn6m9WgJSmjQ6VrAE6Ee3vBtS7LEajfdr+3xJXNoFRh
d7v/ihrBSzHwqIjYNr8MJjOvehnMYTEROyOSk5YLzoZPuagDFG+5N6MHdCIKJqGyIIF7BpAOGHyO
WO6I0Q/1GnaVpAltchDa+N3jaAo7CJTDkD6AAPrTgK+rmJf+MAkNJfBwBhFeLukmcrbP6jLtCEAS
S+Bffb/pivhNvsodojHeUPedAqMC6Labi96mGLeg1PhjI8FAoIcY83hl7/ir8yXGmXtCsvO3gIoS
z9P6Y1LL/mtHLt7bwjp7QGGobwY37FwV5J8InIiyKtlhe9jCzn6F0FX8JmxOE+yc/3F3ZstxI0uT
fpV5AbQhM5EJ5M1c1MLiIlISKaol3sBELdj3HU8/H0ie80tsG8n6bmxkbV0mqlgFJHKJ8HD36EIa
P7kfB+7qxOh6t2FUtXd03mviXd0OybGp1uYQzt0hmp3muJRFeCVGrMZkL5c7hJILHnIe7ZKWvHzf
ihoqVFbDiZdNkL6N6Hp3jh0asXcrhkuIC/PtqpvqkM5Lf6Drnr3uKEr9TapMhhl7qvjqzDGSu7Am
D6pTH2h7kP2blN5ub8mg731VLCfMVDX2wdFAKx0x3dcrea1s1mY/quDLmGh51eKHDQsGYJnCY0Yp
ElYkasNbPHQedFp9DcIoBQqgxybZKITCydTTD1eulH6yYljYVMv+QK5asuGTY+DW5z5KP1SnotLp
hVfbGmkbJcNwJ6NINfukk3OLDTw/zvPKOV90lJ0Hyvg3Tlw+ONMCB3TFo+7c2KR6UyQ0hoHauFz4
dZdSWa5L6q/6Pc2zkncirKhw+Un7funW+UPiY1JXU61DckfFPC6y6ZSlzkM+B+keJpY+1zWlk2zz
jjzhmhhd5YGODxRF6R8UsTlgOjo2N/CX7xdHV6fWq/OLEt/M/ViuCLlX/VlDXblKilF90ltftTQe
4zM7hx9NPj8mmPcdsqLwjhAiEANWTKk2VOFtlQXnrr6ZVggXJqkfHFMkN03Qlre6NRyUQXuAvCLW
xEE3GNNozcB6j6hd7EzuvF3zOgHJV481G/Ke0/1HGpizXp+i5r2ruv5G9lV3Y1AnroOJjqEPOzGI
Ynvt5stjJ0R5EPUI2NulAWfXUHLagtvlhU+KUxYq+GobnNh2vQ+bKl49c1yU253NSYMvHzjFsdeQ
QDsLGw+l1aexq/I90T+mO27oOwdIv+bOsAW+lV0Wv2tgQHxOk2r9IZeq/CBdiBh+P4hbiB0ZG9FQ
grc7/s6JxvRv7XQKRn1arITHznKAdA9L05Hn4eDUl44lAzyWWubv+3yGSwRm21D2C/3m0Ur0sdB1
6mMNCetcUIKFp51gll15EfTgXOzhwXJ8TJV3WtCmUuJy6ncx0NzFbGVyvlQh0zmmSxy+4ISUNCQI
u6m4yvNJzpS66KM4RtF0N0C8O0H24sSa8vBoYSV+aNwqPxDVL+d1mEZ7Adb+Jk7caA9tAsRnJMEx
1FN2Tya1oQMsEdnMAtGqx6APAdp84QAjZqtj304zgfgUpfZkIdt9a6ixko6vEJ3kmB27MSk/Nsar
4B+2YCH7wbXpQZtGnlARuMFVHGSU73Jyi+ts6WgAgeAygW1j9PvE7zkr8XjoySZ+dMD4N4OXJukh
MmPwwy8DKGoDvJ2QiugpLFZz46LEIZ5KyruJno/431tQyT5dHi3M1MvKQU5YZ8CHo0aOE6Zjej9C
nAKQGqervq0hQoR26wnWYrAlaA7EjcAAdhbbXncwV4HiU+gGUe7f+m4BpcQZ5S6dYfMRqbinWjaf
AB/jE+gpHxpBIV/j8RueIsWjdef+hhw8vC/AtU62WavLas1mzrOEpKRmgraJWc7JiOReqKK9tEOZ
HAYSo49rstK+oRt7ziGBmWZsoktTZd3l2E6IAfwULscs9XgKsiK6KcPSfhlHUL3WdOHRL+b2PM6I
ZqqxmmleQYXjcp1GeY5kYyR4NcQzlhQtXuBQzlm0psDDQfO51d56nNkLdyZN5jd+glCRiMjE55rw
gYYJVDeVSGAaxbr/3kuHjoFeV1WfgKuL27mD9lElTnjVYH909BW13lVEyV1fDtObeYBMiakompmC
nET1o6UGlptbX8R3sduEJ7dMqccV4jNEmiHdZxyGgWrDcxiz1amcQnHR1z4MLi9S6a6KjHenoqB5
s8CYY+632b5hHYHtaMtSp6JFP0SQfGc2uwkL4b9Z5OlN6EE+JUkuPvYWx4GdnMwCfhN08dEOanpL
l9joIeLf92kwkhWnHJ5VHWLjsSTDpSiC9NhhEXysbVQf8J6M9rkG1YhwZsPRij0XvP5OQ20/4J9J
HTFKmseOlhnkA+l0HkHc3gtnGa5GsaJeT6bsorRBd5asdv7h65C1YDlBTxw/9b7iKKe4OtFNw+lG
NCldukZH5Djsy12SA9VEy99dgPQdfPjr6g7DcVQwK10VLfEe33bn3DPNQywbypYQjI4Qd2iJACll
QiNC/w1wUiQefjN/m/Ra76KM8ufg07QvnZL41LACb9x0RW00uP0nSsb5scpQhK4kqxfuEpjLvA5S
mARh+ZBl+edRuACdMXuI5yPqCKvls+NUK9IYT8MN75x9DZ/3NkPBgIQ+Zykv2tcZ7BGa1ZhoYDl4
TfCsNf1XzdM+VAX/ve6HRr+q/7ZD+9+n79XW37h7/ab/B5umya0f7/+9adp99KX8hmr2ewkutmz9
0p5+4blfmtJ/uTSl9F1aXmqXwx6ziucOzdL+pX3auwbG8zzXbkLglwbN3l9kduyigfJ9dD/+Jpt8
aZfmiL+8QCphrRau9j2FIvE/DeHePevrfteiWT3JdP9Hh0dDPeR0tLOlC3RA53UhX6k8p3xJO2ns
LenpWl60SR9Ak6DLyUSIMTvXS9TeNSRBNSdmHrYkUFpe60pBxVvyKv7sTH6L4MAQ9FOKM0lyIhzM
4fkswqe67gOaoGkU4M9dEa3UnXTVVYc4XadPbl7hojYFcBmhtlOR3/U2CT+MfT/OVGeCNEDxFRdf
FlNE2A1FcEnfNDgbx6RdsdtP0+ZMRG8zu67GF+juJqR/Z0rGJSs5MxwvJ+DDWop9lffNcjctlKeu
8NRW+2Y0hQcwPy1cKmaJiHb8IU3uWjwB2pPbyiXbj9PIdkJ/HEh6c7bO0SlK+ibeu2SzBSYTovg0
DY6voNNBcN3DGXaCfSzD9Ic7SO9TY5LmJpuLEj2aDMlVRuLfZd8jLmEPXCF/EgZULTCIJ9ETLC39
VtmJfIre0t2YOXiEuecYqpXjiXpM9jX155Ywql7Jlimw5uJsnFz1oFLZ3NdDR2IUkGScBWvY+Mcq
kuiIJq9OqQd4jAcV5dpepYnwN/w/EMlnaCvZVx2meXzAN2Tt/k6mabKfpevUnzlt4SynkZKS3j1j
fkHXRQ/KVF/ov8sETY0/J8wT4nDOUTyBxEKRhRBl79R5ncEVSg/hRM/PA17X6G6yQmVvWl8UVBGr
NkN26Te0Dw4kiqaNudm9nejJQHDLrCcydmZSiMJb1jd+0EsPkgvez+d0CPMo3DeCBAHJENQeg7Bw
Isuj0oPkQM1bAboMVhjWlETOsiIjHHJKx4QHpCYq3BnOWmpr9FGmUAHkj+NHaWywy+ZqsjC2Fbz0
dOni7wKHbrbGaC1rKguUpug1QRdxWvXS9XhnI51Nu26agptWStpdThbC1GEWiCqvS5Vmj6IuxTvA
gLw45XT7/RZ0/SR3oy3hp46dGT9sKsHbqfdDOi8r7INkfcwSVgCY7UDJCHvvPGvCz0sW2fxHVDQ5
qRnn5goNOomYHdh/z1m1XwdtAqBVfD+vMR0KvkbBQPw7uLPXnWKmW78PtiQvV6vCBGpdWn3t9GwH
e+rT46eWZOraVoWoT+5aT9FZKcqEqLNwxp4DzmvxgUmW5BLK3/xtgQof7Zqh1/Ij4o1UnFB0xvl5
SbNHfUGBYjmpOu0f4RL4H2JC7H6/dkX+Xll/nHaOyXt7hKXcZVckEGTASNfnc1nLiHoGByMQmp5v
gjkx2VmR1cSXedZOpyKI1g8TyKS/W2ppf9DaPbuxYbMu174TQONulTR3dI2YPrtjDKUCKsCwHPGr
i0nrMx/4UfrIhXwQ7gGmSbsXcdrnJH8xDVnLtGluq0mhzlQ0idfHFLbXZ4hXKDu6ZlSf49Kk6F6V
i6YoR40EHcSg6A1CvHQnI5l3uqEWms81ZK3O6uw+guMa3qQA/CUizDa/bKskqE/rwvQ9y6HBeHu0
vsSsqJ+L7CT6fvlRV1Dt6Cc+UGM0Zz5+Y5Tkw3Iqbt3Yhx401Nn0BcJA9dbPtSkJfeLVB46hCQ2M
0KG4TgcvApCOO7Y8VTbLW0Dbnoh9QItwphFkeHsdtl0IwhmkLh8Na3NHE+G0e++5sXGObeLBV10D
QADqhAHhrzPReIl8yeNzij5rxweKsxAeOixU2OopBU2PNthKAXi3zl8b9vlPSlv/0S0LcWvKODhT
Xe7mRwuhs3tX6drDbbRTbUTtkPBlb+g981W7qBwPlb8ixwj6qUJjBtOnZPqnJXW/kJIHzen0ei7s
GNqjDmuGY55T+pRxScYc02xYH9BksiR8G9MUZojyCp2eWbsJpav0h+O8KCc6k50X04cxRwG0m7QN
V3qaOf0VMnyBurZyp4+17edg59IAG00RQ7DTuq3QMlnRvTin/6sI6f/P9rLSw0LgN5ESh8P3b//r
rv/Sf+9+DZj4veeAyTHmL1rFKqNhszC63taO6zli4nD6Swu6UQToSrRHFvLfkMkXfylNj2BDP3ch
8RF6iZdE8JdVUhMvCekjscNv69+ES7/6VWzfCInPGqGkb0i0X3uD5SJt8anL9PdAoLJDrlvTRDTf
u/WYrB81bbKzL9DkN+52w47obTQ0HXMsVqH7GEHjK6mEyTnzKTXpZTjQhKFszmkDkXfXuYYbsuyq
bNb1o4Z+OUOawT83JYDwfU989/H2HW7zGKbRlyDQdQiBUjXmJiLSqNWuEEnHpXi1bou3OHH3EztF
rtus3lWTLoo3wl8aLjkqCrQgslBl+oMkp+J3fnqkLzHmz/1gfzW28QwKG8lxbTxreHzydXNyjvlk
iE0cfA+nbYcFqvRy7zz3Rngu52sX9cAvVJ7y5AftVhP5J0uOp8aI/xPR8v0+ekUlCWgVT4qL+dW8
Yk1V0CHVSL5RnVFZskd9rDFoYDdwmvSsnaeo7Q+YS0WIaRzPWevy3eQpGp7sBc0zJ3XZm7jEHb2q
GtWKG6s5Z/7UFJwp/JNpjkdHcEUxkilkBD2OmJa/XuMcJw6aG+V8M047uhI3Tj/CvpUMDb7Grmx7
Yx4y7Yb9HywhXz2b7XvpP+VLqV25pRevvnfTYvgANME3hEt5hzGGW+fdpxiVOmAqFL4heVuGcd/3
O5gLkkj191NjM+b76dHw9b4XCBIY62kKvv42LD/5ikR6TBx3jtU3x8999PmaUpL+wkJy+otqTfwc
TaOoxDUh0DLcZZ3rYm7Q0RySQfn9lWzOYr9ciZaG5j1Yc2vDaKhXA9GbxE0XVHVfQ4w1NEr+pkZT
cnTCorPLaQnamafy+6/8580H0JDplh641sU9/pXjVezHIVUbt/3mmYlVfrYgHocwqdtp6Lwj/WA8
89AOjHqz64zvm4fKXcbWHsekov70h4nwZDr06wBYqp1PCxVxsQpeXU1k11RbWizjMdwS8Z3Pfbwt
iAKdWVeBh6YeHJOk6LB934GE0qhzp7eed3dFbdJlXzqiLe9sAakYqq6uWnlbAEJ2j78fs81o5uer
FEK5JMeeFj57uDKbQc1PE2aYwgDKwzo/zm3fMglcCmAMlkunG0JiqKSjc1fLrNkWDfHD9pJgZvBv
B0sAQ1IphvRNFu+xtf16GUEju37pTPVYEomzh6fsXuuEQBBHEn2lQs2+30UAYl8ompbsqG1dtEKf
057RGTNozuy2286/xPxWmaz5CD02q6viD1vvqy7Eni+2QfKl8QMQB21eN76YFZm6LVf12IXSOAV+
FV2dD++aFbv0ElbC0nBxjl+M/Fu1NAWFpiBbF+duquvwoiNgBagu1pUSXRE35ZZq0QEekHvQrpPf
msJG8NKpfM1sidJJF1FeuqvN+dQsCSeCq98//1etqrYu8rSGB851hdJGc6r8OvLMzLIZMdB58DVV
IuiBLnQCiG+AzpZgfvUdtvZwed4988Hj3zbWSX9R4zHFP81Tr0xzNkBk+eOCfvLA/nl2SqIN62qL
wAYU5x/TIpuzrgjjqn6oW1YRpNcuC7xrKfDauVLdsDAcNhzz9WMRz9DgqSO0EwgCG/5kbhGfhQ5G
VV66fmydoTM3QWK2AGH2xiK3p2zQ2+OpOmWZQgjH9QhlPc3Wj7QUz+jc7EKh4Smg/KFov68gMPND
tbREIjhnzTw7pdOFlw4RQh8capCP7sz4w/bs6E6eEGDg6cPX2yBywGkCVJd8REXwwJXDsthig77W
RfZl7kzZ1Gd2bMV456lq7VF2QLKmMkf2Cm0gCov5PPI4XD+XQRl6H0d3FEwyP4iIM8amrAhRfj83
Xm/hjD6SJF8EyvONfka2ftobVEgBUNg6f1hF0W2di6VL6W83AQVjfjRABPGOv//G17uR9NmLpODc
FoQZ//jGrnU7mMNq+qzIvJmM0+Bt25/sfCSPyNEbbR7CVK1MQipffRdd+2wszNPfX8YWzv6yKyrf
GOlzcGnpSo8o+ddFsapxaBxrio8F2HqP82o1aOd71cQNu1GMnE0cUadWybuxI3/GxRUf4egYAaYg
lw18oOJx18PKv8pDmK2zAhBCwT4JM94C/6HwIeWaqysmkRvvoOGG8IS80FAivKSbEfOQiiXRxUUI
B2lb+aOn1VvJeV/jvpO1av5TH6vX+1qgOKAIN7hr7hYaw6vTKjNhXE5N59+PA2AbmWALRnclx3Wb
tx5Blncei2lm2s4Z6lgkYP1TZOuYepvSaqABcngXzoj8c8raCdaF50kt1bZFgn1hJtDkY90lp1Uv
sIpBr4otpoaaX7A6EQ+xjP7wEDdg9afNIyACAsiV7Go8QQEO++tDbFRZrFVayvugjxVrq6+j7QJ6
Rw3b0n1ax9J1F64tjOdtibNXbltKWzccNA4+IMuVmPX2o6rJuuwL3DHfO0+mfBuHZpkqcxM2M+9K
YrXd4hIVpjvD4qZVZzVGX9ClF84LbvcPt/YqyuTW4Md5G5gcuNoj3vv11vo5Ez61xuVe0ZWb4Ydu
xtRa8zWpvvZukMlyt/RVs36Ez72dj4VTCR7IbIo8Wo5rYQRGJ5gpDNM9UWrLcEx+SqPvS4VKP/1R
Jo5linlTXm+728C2eZ7IGqiWOlOx7YIJ5VP+Ro4lGIqN6GFu+t7HvwDjqwHwGYU6Ks9+/zw+21aY
AfD/N7F99/wgf86CXq3RgHCB6MqXOiDtBP9/tUbRCHlmMY3zYSz8it3hObyVAHfYC5BZAs/9aVvY
PvKXGWWoJhDYuxxLriFq+nXY8RPdbE5n/0M3YPbypV/6ngnF2c/4eGlNdfgYTk41d9AF1MKA01S1
JGRh02OUpnbO+3e+6YIwhdXtBWwGLMjxtgVR4QQoHBZ+P5ccVC+PLWqQWE47KrMla4VVtD0OSlrb
g3CAmnmxS2rHW0gWFVeis4yzKTP9lqf+frQ9q/5x89shwCaBDJ4o6HVmQzjYOZE7Lx/ieDF5iCgn
oyNzOLlhemPk6mEu0cStqYOdldJCaWjbJmku3XxQkKRqoh3nCs8/x7sOixh6UzNVMzY9SY6mL4TT
esCirsq/eWm+tgiZTNF+mVaRT289inDzegjS0mpwduLHbsA/WwfjTUutYq52hoIBZtNuK+yBnjtW
7NO5H1B4wOBrKATHqDW9eR/N2chi2Ji59GzEmDf1MNiQeMTcgZ4u8BXcGZujgVLlFIuQ+C2M+gvg
ViKzvY+cel1Ja5mK9cWcLUifoGuk5ozefAgKNLpDkFRTyeQjTIYoPCivpzQCro+9zs5EfWcPNpFT
to90Hp1Tk+pR+cKCvoK1jPubmESMotvpKDce66wqvHuE81Hm3NsKs6cPcMvRbDldXzq3nBhwHeGs
mPZ+9ccIBl1dVSLu3tt5zbNTmIBunK2VFxRo/2jZINHYARM2waMowGC/xRKe3IwSs1+a73ag1uNC
Ep86kZ73YdloPK8yV+cGPoKTmRsrfCfDN9PUssvj73GAMoxRngU9t7xrpOUjU3oVbVfH75VxcVA5
liVVEf9isGES5zBo56yJjukY9dP4ZtJhlCRnoVdMg75FCaaaC5OCH4JpztooCLHj6nKs512QoNaJ
MNlteorf7ZpS0Io6J05OU4LnHNR2O3lssGOdDPoT7mvo+i+YHBMqoEkRtoiboSbqQvWNy9Js3uKT
4/OCqGL7IdLSnBfXktW3+7WCqP24Do2V42Vq2jqS52JGkQyZJNXZ4J9mGKkUWbQ3buciBJqE24mU
5lD5MoeLcbHn1TGN1t8uUz3VPn1vnHTKsWlSjqwvsmGhR9Bbk6IVQpxpMe9ozvy213H20ccCwlmv
PBqqM1J4rrJlX7NrN7G+wiOp9XOkKjjS5e/SdEqD8DilbATRsUqE4trZsrZLwukrpze9G4FdNwe3
zlIINYi3keJ8kpEs+b4ihax4P8AzaPYteTAjK4Mh4QTZw3faPoTrJ2SBUGu3mB7BDnePnRoFHHOW
xtM2YgoHQV6qLu6dO7qnb1u+N/ZR4O/t1FdMgLUk3jj1iLx5X/18q3GvaZuxa1KfP5wlXci35bEg
ySxRrfFckNPFUv8t8nkb59KzKViSA5GRRwErGSeY701DQtMgR4SUjOdRIBZMNhPcMAeHJ+gNzfCx
x5UjKRkvJ16rUzysnpivg9TfLjnhSdfrnWFm8Q04j4nmMYRRwTCY1tmePP1i+Vlu8Y+A7jfSeiDh
iA2QgsvzET0m9/hyP22rVPMI4BbzMz3XlblDpxRatfcmKov5rvZjwVi8zJ5w7Swf6afOdnNhvzwN
Bp0leX4vMa7Vq97+pjqdXSscu5y7l6F2nt/+n0F+fh9IgcyufYlcykdL5sTjY5aYGv09Rn0LN43M
GTU6nk4qStw7EvAIj0P9/KAqRAxMNTJvLE0vSmEXHP9FFo+LeQuVpmKURlnkvEXWYGwtzD0qBnaX
uVhTTLuo0JIf5n7kwgN7HsGqZgWxrz3fUywTcrR9XZVmEufLEGzZufv8aJ+nhwmznPExXsJvoJ7P
t5ufzYIC7SwSFAgJJLzY8EOcj1w/vl8d+jT1l9yp2ob3eSKtA818iL+l2j5FJG3H7ym4Acyursfo
7D8D6uDGwF+qXFUefjCuLrP0YpXan+tT5IJoIf9NBgQlbzAU25CPbuL5JqMvm0dhopLp02kiVm6+
HQl23+JGsV1cJcftBT9kyI30TodiMu2KVW/XX8IFjCcMT6M8Ss7KCA7OXQyTOFLniJN80V+p57mS
pJ2lw93LkNt0bLkctEQZH8IJQAkVXXaCCetpFA22QvdEbjB6DnXj9GWyd7so5Mt1GlekTH1eg23m
AAZANjymeEAgS990eRg4X/kZNq8mxQiPYHFeLpXt8rk6773KRUWFcXReYG+BIqW/EFYMvD9GbcQL
QSPuYUUz8P+lmADRKDEJoKIGLD+/GbM+BBSY2pRvx2GpGj+aMpzJAsJl3eY+kg0DSDyrRrLDBG2c
D8ERCqTLW9CiY1F/QZGrXfFvNXPKfkO5qcqy8xc4mdIi7nFnAw2fq/rr4nWeUjBuY4bjpJ7WTFMF
SOt3XThl4fpRxUE19fcNQvDJ0MT56dZnG3UMkarpgMsdZdHUISBfXcEu17feNnxirrdZA161TfFn
/DTosokREIPc7rdPEslLywTn/U0CFOogN6Ah34P1ZFbaHZAFzIprVYuWdxiYT0zqUWO7dfcCsqxC
5214NpQNpjUo2FD6oKl/ht5C0nJQw4aOpeClIaYB5qEoyJ3giecAE/qqyMy2nnpvSgDhoyxA6n3A
JW3hzOvQszHM5Hrb4A2J2qACOQQZWHyalxG/3i45d/l5IjwLnUuI5W2b3FiVbiBlhb8R20oWKtO/
94CxlvCIMsFZ4jMz1RpvO6ALYbydDwhkHmCvCVJyDkPLw18db+WuTFlsx0ZBYZRRa2UrmHzPI5n2
dCq/UQnWsKhicJML/ffZOkzOXUswDaqw1o01D+y3zC8HIisjkMKx2aZRDd+gOSO93FCqPCFeJbKm
zfdUP+AJFDfi0Ztzk98Y09QLNkSywrXrBxZkKZaJnGgQqnddDv6N61Mu/BZsxqMf3Ac3atIoooC7
qHi+nfDCV803Cym+kZ+7MACaOLXZMBYWR4u1yz6uHiQUmKucDjPJvhBoyrElwU9DDMzyIrUSgn21
wPbfQZwh/qTk+3Qnz8+yqVMA4r3G2Ga7raftJs/Hbf+zS7TtJkT/2+LFL3B7R/mE3oep3H4GdQlG
BP1qlu2NoQKdKI5k7lttA5POmqUcES2GN2u/iPqYslC3VWmL7V9epiwxJTuR1RR7KAE84eHbdooV
eIs7Ja6cQrZu8A4xcDTh7uSWoOdQRpA0XkxNua3yyFk3OLCjTsSLR1jWX2CGyPz2XOoPN+CW25Vn
CZXGh5cvwmmRI61hqjh3zxlbmaSrT7/csh6899nzhpU9A40N7Cpmg5M3GwjZtab1vEMBXaOCIN2Y
wbkbsJDknvuJKt54mUiESe3mpcd3oDjaLmt4WnBOlXGOYNgzbIscyhJlxkNJyznmJOoPmSU7HXdl
UeCNn7Maz54HBBx42/SywGwhltcJJ72Kpcr94A/A16uEHiyH/YEZjEWnb8Q/YOW4NwSnSB7vUGcY
rtqP4IbdtVO1WTU63raC8hHgZWM5IZf8d92vvO3rzVY4cWnMIfj+V4ltO8wVfAQfqOp5a0zBgLkK
8gBW0u8TyVdFGlaT67su3wVkxf9ft0rGgLhBoCbK/8wRF3JQtW/qkH5GvqVmxY5s4u2hYjDOE668
1uORvWyOv7+WXyEEjX8rqJDQ3DzlcOa5/DWfD0clgW/T6M5SVTMPiRZbPA4ZlhYCyDP+PM7//EJp
LcCBCSyCG21fYRZZ3LqI/tzwtplLDooo48S/8JeMbe5lZf/+Bp/aPPwPYrHdIdgtNEYhAwmX5DWQ
OeephygERvLLjrEZRzOJFoNbsT6DxRQg96zDtX0/TGpJD8VQbvu5atkanG71OI/+cEW/znSuiFQq
gIupfKvxn3pdFlusC6Nxwa4Agt62qCbiOtY4fdFC9nUUeAmPIPYGtDUHS4MzrqDBpZ4XrHWaYd1j
Ds361IWqUGrPbC3Lnq2+4e2sjxCrMIw6EbdMz/Ws+nmb/f1NvH6MPDjPVfg6aCBZEbyGnjh3mx77
m/Em7rJtZ1qfAqG60+XwHo0Dgux//33a5UFuf4wxr8BZfyYakYE73Lwce3MUN+nOrdhZq13bJX/q
OPP6/oD8RQCyyMbNUv3HdqDgpQt8g6GWPx1LBMnb0/CznHVRds12YPz+Brf95adpyoSg/OSxAuGj
eCCar/DMaVnnBIderJZKp8XEzi8QwD2YlgXz77Y6PpovUAFlr8Aj08dl4Nc1X4SyWOgvH50/hyKj
Bh1hHsmNhPaHu3pVW+PTYWjYjU3MY7OGnfXX7yrdHpXCXNuvbgpM/bKspMm2ULFVxZZOYo4Ge98t
vFbiC9bmVDp2OaFoh/laOfv36eSyCf5+tF8oIj8NOBgmQ0AjAvlEGAhelzFdl3oRLrgdvsjSjbuj
1PPGkhjgyg7Vj24tN7+vqovAfC3G5ytZ7K7XUS+KK6IIqEHRvkJXPas30gMTcd8VoY6iil4SE7Xq
m3BOMjHjZCcphX3umqYgPWtT6eHCVuS4nPSbRMdgVR+0GgjwjcIYVpl39rnOmBmSJPU2hOnW0I2L
Zg+4lBF8mUSA1aRQSM5JgPykOOROWjNFXgIn3+HXYtiw0zZFyRwgwOL4um2vzylQ9jSaU1xIjhRS
1i08mUbpEGhXMiB/wTCF4Sb0M4N/A79uCzKd55irpmjLc3PrAH3YLuv6QuBq37UWfYup/TzdHP6f
oZiG4xxf9ecA62kJUfGbGN+1Cbbgwm9GEC9yHkjUxzqo+MoiI9sZL12qKAkCDBS85HnUGfI0v1eE
41bdmAVmaX2RGtfZQIpubMF/l+f80E5Lp5pDnA0FcDDIkE/1Y5fGPb3SkIpjgQCluoGhruU729ja
n44RcibdfNCLHdfqA3WQrdJGbOpKc1P1HcWND0kNCh4dmOfQHM7ithEi3ReCYPjHQkoMkU8bnA8f
hEYYGdwA54X1+9LaNJNHXAMcaMA1Gxomv20fU+M/YkzAsz1Ms0SBv3MdEBOa5TLd8RBevCWc3mS2
6zsMYHP0GmT5Nmip1yax2yHxzfvp0bhFtsQHOKA1SrPCL4v2UwkitLVdeC4FvuyRDXX6yLwJcFQg
EcIY0GBE9xL/Achv8etS9tth+Dw18qcotfTpwkykb2Hq4HzUuqZA8NxFlc9lyCyTWweD0X7gcKmC
u7q0Tk5LaI3ylj6D051eEpjZSzKFpwTN8XniKsx/2nk8B2Gpbv3WyP0MBfvGT/rcBcse2w8hk/rc
i6Dt71h98WPa1vmnyE2Q21gRkiPn2CaRhAN1yVJfBbX7UOGLuaMTiHljpqQ++B5SpV3jOu0ZHHbv
mNJL4O2a5r0Ly1/1x2BxsVrJOlN8jevhDofe+qr1EF0WI8bHugMahyATnSMis4cYy/H3EI8b+AZ1
8i3pmpA+iDUiXK8sDzq0DU1GZHG2hCXV6bLWCK2zAOM1Ly3pZ8dHXgTkiY/tXA0n+Bjht8Zm+Smb
Rb7uFpvqszh1q7vao2awy4GOup0DP/gez7vgS+7gp2HxBP0wBTI5urJ3L1F2xMmuchz1xgM+PGv7
rvzepX74HlATZ524V/aboARFniVqcTvKNKaL/FLiEd4V/W03egAhbAWHbpmHSxwplwzTStyVQ9+G
cfApGaVdLmBGDF876aWCVpd1T/qVbLYeo9LB96DXPu5Z+B1dFhaaxMETffp+RplE/lZUV7rDQBT/
67j64qZd/Wb2PfeqM2KboaHearvROF3OhNnXrp+NF6DyzmWSKSR8AbvfNzFNqtyteCbFpPO183mq
m+l7g85rL/8Pe2fS3DiyZem/0vb2SMM8LGpDgKRIidSskGIDkxRKzJM75l9fHyKzqkIMPamzV91m
/VZp9lIJEgTcr997zncSjYANmcLo8sIaWeM8S57cOCdOHSWX6IJ6HvDf2V3URCtVq5PjpDksxBz1
cFgYubE3XTWv9yRrQrOoO/3cygmXpgP9YA3Tq9qF4dHEBrnqJdAcWp54naIR+FlgTYCATactj3UM
YwCAM7WiytgdEEeXoc0ghQPPeb1SOsN8ZmJerQw9L7cVDQwsFkV7PRIKdi3jqc38rG2j+yaemkcx
1oW+asZuhCiMGRJeuZozCXbpBfLijWR4mKM7XHm6jHMfuGL6nBbY7hg+FQ9lhT65rnvt2mO4sat1
AfVbqCGu/NJ8lq49XuBNAAFR0wjmomGLSBsv8hR10QWJLKSy5lrmPQuFYitwqRvTFdkZzRV+7mzD
Qg943ktm56zVKpAYVYHmZIjFvV6V9bbvRng9dW8/CyO8Hzi/38N3miG01Cay7qaI3iZuyDZuHXxr
lKfTbSs8K1w8YEySs6hdqeANd5D+6m1DfaytIsiHxAm03osx1sZdKkgF6ud+fut4wIPeqfSDieBh
q7JTBA3Qg1vqXkTx0GcvFCGz77NalZjEwan7GDLNYzxhWEMBy4qkpouFBNOpfeYwMPJrWabbzOrE
PZozg8/f63v8usYmtQ35RL+wucJAIc60Kfdui0LM55FMm/WIR3Q5nuOULk213YvOHK4IdxR3wnXN
VyPrWRx0/NpHcyp4eei1XWpG252PAuRMMowGONDOLTHZLKkTjY3yk3aMt5sV2NFhGAtgrW5879LS
eWpmt71jw4/OeNmcA2CbFm2VnWxyL7QumLxrBuwCD1DzPEE1U9HIbeZIqeBmuvFVNFZ146NYUTcC
wsZT3aLb59A/zxfkNXXnCKhAugFDvIuM2cOXHpFcZTiYwjVmkX5fz+al20cGEwOh/FBCHW0ctGVz
Tjx/KkZqcFg2tNrdi8wyegcmPWYb8l9yD17moNTRFd2f/KiYU/mQt+KZv8GW1SbagyyoYNLOATrk
pchCrVpL9oR+6d87BQKXn4NXOCBBghmq99DLYj3HU+DFGpjHsIJu5qlF6e2LGMMp82VSWXrm8IHr
AYVdpXPrwRk0wvIIf03VzielwZMR2OrQigsQMgygNEgsw640m+ISm49y7ZReAt9iFHG1Bm8qbsie
7WGD5tUUn5NBXiWBIkoLpWZIqNnW6aWcb8inEV28XUoPQpKbsSKmhLtWkWC7z+gViNzXHCoX3yq6
sD/QxUmlb3RadDc4c0UAgprDRGk5XkBopkQ8b2kQtHBXOJVimFAEpB74y2pUIneC1Ww7e0sf8dDe
zcYU6j2mokb1uj3RNY26c00mFdsmn+CQx720ultPich/GPSIFI0VmS1RnvkKMKPbxEDNA4TfzK9x
oCozHG1Ou74KVUu9GLx0LH1dMF84OBB7hwDh3hxUdNz2qd4mvq052b5VplGml/mk2NDKuP3kABUB
/aMiW9RjtW4Vl20LIKUNcPLYuU7jX1a8D2Q5NX6nTeA/TK3LoY0SPGevCuJcZizbIz4W8BAMpDDI
ZWcknFgV6Q3WcMgS2rdBOhKoYESm5ga2i12FVl0qtB2OU1j0NQzKCeMSU3m71dujYnkjcGpoTHLl
mJlBi5Be4oNWK+JHvyT1GKKedKIdQ81YR32sdwQi2WOswHqWi0QOt1ds30yKWTkUZh1sj9xnJYX+
xY+nJGPyyiLUgN+P8aGtrKjRRrjlhaMRXVDrxP5ZB03BH37PkBmqfNq45nPU99/nOY7uo7jGh0w6
zIpjQnE7oDlZh26IH5DNQ2WRsAVjOWc+zycyW+GcdhssRzCTIYTUKwf5KB7bwipuRQlZTAiCvjoX
aNpK9G3x2kIC2jhVzngxGsMDk09X9bVRDk0ws9mYV56MjVsHYZMIEoIeKfxiHpgVOr3hh1bV2XXd
lNJdS7Lu4CiX0BgboDnrboz6cEc3OwKWUIzerqjSJoAnnW+wkFm3JfEya6+Nq/MstJSDno3muV4z
TK0iyVDd41gEaCvsn0vsR9t5JI92pTpswoEKykGua82ujugaBySVYghJhRrU0QdSmPqmLfHye1oR
om1FqNntpM2XW080329nEgp/hMzjm23K3C8QvJTDap4ycWSXZ/PH6ZUHSUp9wUcIbxa+7AagH4l1
ZR0/pEmkfacjOG4QE3nbiqCpjVM76RVYSOH3cNAfcRrd5ykKtYiD28bBefkEFL+F6WJU1ZOhhmLf
QaceV6EYQVrAWjL3Ya3zpSOVznsywns2dUCBHEv2/aAlr1lsON+zMNIeM80YLghrQzhRN9XOoJX9
wFBAz5Y1jcAcYK3NwQ6JEIagTzYQD6H5auJzJN+hLJZde9TlC75xJVnnuGLZoQqOLLvSKpPKl4Ks
NWZgc0UT0xlSjRwF1pGVrSSpdchrqb/EcQx4S8/5DIDjnNj1M/67Pm05nokYks2usDvdIVsOgamg
1sqifVFX7TcwwHbsZ7VhqN/ZeAex8hR36M+UNiMGrk6Vs6Sx9PtFz7DRYN50pBgo9aVljelL17s1
2wMnz03Vhai0qtAyLhgpivMaRi7I3oiS5mKUXf2S6S0oAuBbFLZJn4+vONl4V3gpOad1Nd3VHwSy
8X8yKezXBPYae5rnEVKuZJwp5pGzvplIW8MNmWTtuUnMFWdZypE2IBJSsdZKU6BFBpZpPbQyz5+c
uh/9TBrknqtKox67wdFumfq5HmolariV3QJ/3Q4UVXtWP3iaYxPHKaWcR+mJukSpoPIPsOiwWKJ3
mgrVqtfgKHA+oJThIfLNuIiJaeo3UW8z4gHsnGYUaWK9HGN7PwSVqVNTG2U4P5ayK7NLnVwLCetH
kj6JA82u5toXGia0aatA3ynNS7tbiImZ1kBdzJGzKqXfK6TchBsGedmoHjLQPJXnc9oesf11cwy7
yXfYcAGUxczVSPjoUJmbU1D2U1iA7nJDWjq+JBdcq6/ynq4VuXvIz71uI7q6SR6jKANdFwy8Kox3
cAkZpVj1I7lF7SaiVgNCHHdK8ads5NjDgEWXVZRrq2EGeBuqOjOhbY2Aqy0DMZmKml6lXZ3xO5gK
Mi5Q7l3HbKJHfs/XfysUz1G5j9DvoYrW8Wg9WsICE/dXE1mpl0FIm3tLy1YHNV6fe3jeaa2iY1jm
M7yHs/MjMkMyZ7bovWfet0YjkOqpq4eYHKrSpQGncLIN08Fmi2A5bh+IFTMa8gQoKEeQCZ4KtAkG
WNdk25mpG78WW15apS+G25V9EVh5203ludHx9eZVUqH+kEDKpVGEt0Zr1Ym9thHQJsYeqEMD9SUw
kpYah7ND1GxqqAusx0pLlAPqqAP20onSvYb0PBPjQBHlmtukdYppqukOE5LYAMWnGskHcx2VI1lk
63pACUSyODGW7sVM6ecu2S82COYWbyNGR81sPIh302yYW+aRxUMNJfteQfXTrvQKUxwoR96dNSqY
4odaZlRZqPJjQfYGeLg46AX6GZg0esNQdLaxwaao//deEvVXkAn6M/rTyUWlgtbIdLs7pNo0Feva
KBCR9R4D6lrJb1NvHJxdQwnnrIyyJipvLIes3AoiR/12dOuhxDTUZz8AS5C0GAqzwFjNPtoFBIJP
N2ABh5ECgRBPKlBOiGFaW9ZW2BhJgxAj8YsyQ0IktCIaGu3GhS1uBUNSlq8CGKQAuNFzNChnLMjk
rqRavKacEPKMfIWs/xGB4qXjQkWtl/6cxdEG/1gfKpui01xEQ7CvSp+kLnBv5qTKM1LQnKe8z00a
lqS9RZVPQzGxOKE6kzwWBDB1ga5aXfuIJAM5x0rUqP98tCZNT4Gk6eidaG4dI07excpsqMMPI4NA
kiKNDAhgZud7JcKtLhGEY/pA81cXSEr0iSAWt4R/s3KUNt7ip+CHIbkS5juav7Omzpt0iWY1X2aE
FDwboXfdKWrF95zrja3V49XEjx2YXkjySorm401BVEXzMK2jC4VlWH7ncDnE105aiKXqMvTkjArG
3gvTsZIXlkgDR3ZvggseDNCvhRL9AIHOnXeHeURGh6EYtNCcjKs6UYd7d7S6q0HkMV8Bex1Ta6eo
WE2dYkFdWt6NRvvQCby0GnYaTYskGNDsfBsME38jQFXzrDTTFNmksG4hulSbVi/VR1tIjWhU9JGx
yGecA3KGku6SF4TXU08CvQO4wwmlRLjvJb3X7wAwoJojuxGZKtBcSJ+DtyBJBadhvy4dcmKZXDH/
VcHiwE8DncfSq+DDSFbAapA9GpEEs4b7XR6Mru4uIl3r3UC1otrZINCo74bRaVFDt2QtrVApON9N
ATthVVCAXzbKUvFKl9yPFTX1BForCz1kMlmTxAEbeooijHbJ1VzQAVjNdl3bhFkg/AsMtUjWczPy
N5GFzA85S1EHvVH/Oci4XOuhHP2htaYnh9WiPx/bUsD9bXr3RlqiBaYIorXhQAD1xoCWfzBA+5+7
kAAc5EvhVKyEFnrnihLrLxOk7v2o1PIKDWHqo03Tn3HrAM0qJcgNkgtlKgBimMkUdMMEUDUXIKXI
0UncnPVXGPl5qumTtWntwXpQwrgej3SuMoNmQFVMq7wGCpR4KDFWBQKRY4XyRV07AzGq/uzpuC0I
xLOKdaGl8V1mjQKIYcb+3FOfB7EhGne5b/blYAy0oQ29Co9uXhiPDeoP2O5d/mTIonoULfmrcVLS
e0TpiYAr6nnkc/EUKQOc90yOiq9QeRwgNRe+pO/yvYw6ZSdSXupAJJlz2XZttW+tBg8KbNcL+gLO
mRKq7gMdYzjuwGXtl1qfyYwyVXnTi0nfZbBugZL37rBUayRGYJGnxeNI6Z5JA89/MHsKhVOReOMW
rlif3+DiTQKyyAAO8KjDJTcAxlO+aOflVMVoFgftMQ6n8dELl+hV2alYOq1sXbh5+CdyZ9iUltne
u5T7W80MtZcKZfyjyp8ARRy5cVgRHvECuYcR8cG27lveOrd7RjjdXtWdOoUrt61UjfdgvvIiGNw8
DWaxZT8QJccMaQSug2iGv74YGl18S2l2BO7IQaWpkhJyVaxVD4qbm7ckgZuFb9LV39VwKhjRoQDN
DON16uj+kwha0w8SL2xQWdEHzOZxVwGKbKqivhGgp0zrEuh1wyovXXfRTIkGXzbihXFKi4ZZA4PQ
6tKckPhMWyBpi6jLqABzxTs4bUU6E4mELekepuxgvVqlWWVnKSlWremHICdaJXB7yxwEi1eGyoZZ
G7qN1CPEVg0QBGozZaOrEkUlMluo466bSAOzVrY+ktZDKJT73S7LlkWlqbN8hM7hWLEKeR7cWkGX
dLKjCKGNifYLmTRlPGovmNdMgxLk9WCTpj6uqze1USZHBgxaERCuZT2QocMkNQFG2QZ1FC7idp7B
hjFIlEaz2lz3httyhEmM0RbioXJBhqQBA2KXcx9WpmRMj2laSaIQ5GC7BLKptQGS4qXL5l6bYJ5F
NeFKkJsoyVYzaI2mPwvxWaceiLpp+SamHaleDthj7J3mG2Gss26tQNJm/H9o9B17PFdayYH5HIpJ
mBMDrXqu028+H8+9n5AzNUQBojI6XJy8DGAXw/87S6ZbugSdROVbUdWLtwk25CKHMKxSMCiXTmx2
SNJ6dVQwYCQpI7ovPsD78e/yARAKYN71GAAjQ18gAL9+gMSa8EZB8PyR/fUBir+UJ0Xm5TxxSsVc
7K9J6T/iNfw7XNU7ptX/Bvbq33If/i/kXtHU/uXZCJ7b578ZVwu46z/+dZW0r6S1l/9rJ3MIWPJX
oMPPP/0b6KDp5h8Ov9RS1+tYVBx+0b+ADopmqH84i3bAQAlnoiTmafobgqXoxh+4G2zNAyCjo9FS
sXwwum3j//iXokPVcnDhQRqw0TO6+j+hOixz7l+mzZ6rYR0h+oqBooN9xFqe+F+MhLbXNjXqtPkI
tJPA8a6j8oRoXdICJJZNSf1fbtIHzqATQIHF9ZAzGZpheLzmDrPu99ejZB5pMMf6USmhB6m0/dZ6
Qtye7O3jzLwSEU61gUpNJmx4VRSPStSwLzf6tP38g8C+OPniyIoWE6GmLo4Z19bff5AKp1U7ABOk
4iNXdGbiBRqGZPFijM8b+SyLEtRWAgqsghl9JoT1ZySHW4bvRmCOnXUsHXndVR4pE8Zw53A2XI2F
qd3oYM9bpmibiAFF0Ag4o32rEmpB7OFuftLhVmKCHqrzz7+Oob1fGbixJjoGRIwgBlgkUE+9/z61
hdHaGhv9QA0fwfgWqw5D4qtF7FYi0VruO1Li8j0svahlUHeWy2uguuLKY2xNHLR5Zim+/VbtGSgI
sZU1E5v1rK/FUgHjgCY+L1vJA1EF1UVKplXp01yX8MspM8zAWkc7uwkMB/z4TYG+lhopXRHcqf+A
uJcpG1rH8xFQTU1Y+jftez75k7NN5F6bDqbuD80OYOp06ZUPGLdXRvVaanvbPuucnTOuLWbfZxV9
gRoDW+CxL+PIKbaduzXEpiB2qiPjMXCGgE0QEj4lKNCj2POTJCAw5UpEG9td5df1vfNkPJG4SS6W
c0VZqwJLB3Qvv2X4otKAY69GFNpFv7G3LwRiRtCgV9q36lr5BicL94hqb0ZiJpT1JF/Hdt3rQRVj
sPHb14RwpdDvEUCe10H4ncgqCyk+oC0LwcN2EohCV/ohPTg7K3BugQ4SbBS+SWfjZiR5rqrz6IVf
zbqVfKv0jLCFBk7iHYE223ALyG0LkTw+JN/InAwnckt2cGW9y+FhEx68C+I4j9irrbvqvN3kF1Rh
2so8LMhqQqCiIHpBh8wEfy821i68IXecEFQi8cb6QIgEyRDGFdlzBDl5gU1ayKX3RD7exfxUvJQH
opko4glGjjahr2+HP1OCea7zi8En/HAXr9VA9qvIr79PO3czPqBO9UPfXvMdd6SVcQ7J10vmMxDa
wq//TP8kugADI+M4dde7vrUXq2hTnYPH4+Wbr9KDCRzvMD+VW5IldhRXNcfEDTFkP7Jd9TgRGHRD
82DrHciH2nlv/TE/etfwf5XJz4/zM6+tWEfGitOrJVbJlbYur8trE6ZlF4yE7tDQMkkd823Vr62/
lrV/tEn+283t3S55Wb+VjBbf3trDc/3/AP5R8z7dBrd4dd6eUc9L+dy92wOXv/uvPdD4w6YPB5xG
xbStat4ve6D9BwMIzBtYz/gHZGb/vQdq+h822aoaQkkgA1CH2Cr+3gI1ld1RRyXFHojGz/onG+DJ
PgA1yWUX+mlXZWdy9ZOSbmzCqddCyOKqssgVJfmuKOJLdQtCAQXQqIh7NRfal2LLZT3+ZeP9ed1F
RonaDfkZMpr36zVoQ2LD6+Qyjpg9VYeeFJ64aAGnDRd2UryRZrCWMNiRXGSPn+8Vp8rT5dKUjqhc
qTzYNOyTS0/AoXGfiMs+McR5kdZEJqSAMzYoa7TWNxsnjg4ufmXGt52KrMq2h8Hn3yXH9YtPwq97
ehNMGBJ8GAsoEJ/n/U0YNAlXd4ovkzKK9RUFkZ4HMofLthrmSEM3JFEMBLldai8DUaLMU4smbHzN
I53Njww3XvJqOe7YtoTO/fmH++DBwMZt8rzC20KPt6ilf6mMSi9T7HH2jjExQBjoMPqKAFFQcU8y
+jitNUNTq/OewJw6+PzC72XY1vLzmCg7l/Je0w0En+8vbE2uWcRVdKnyDLxUVle9jBWBc6E+Jvtc
K7RvfUFwsuI11YNqMyb4/OrLj3/yXJqmoxEYatBJoj59f/VCNUlwkt6RfJn4IUEg9qJjUd1EMBO+
KMGWN+u3K7mu6yyCa8w6yw/wyw024nhsZiU8hrGh3gOda840WplfXOSjr4MjH1CV6bgqmLT3F+mh
FldRaBzJCaLhZEbj/Rip6rpt2vb+8xv30ddxeY+p112dQ+JJQZn3utUyKrnsNLu7IwarQTOfNl/Q
eD76OshkWa6AAtnUe++/Tkf8LGNFQFU4AhcTAIEQqtmYN2nVTl+UlB99H6KqnMWMxxJ8+m5WA1qA
MMkuTTFDeoaQJEie6pAG/fPbhrGCABOLwtWyT16zFnmkQ++Am5XNd6iJGPDSEf/iXT6R+/58pyxW
DwZ/iJlZb5Zj0C/P2lBXUU3o0GXFfEQJGlSe5aYMyRClmkalyBzgFoi3pQbl2JLJRgwAUd8CM4pD
EoY2foVv+eDeWtjfOBjiN8BxcfKlgdhUFkjqI45xgV5gVs96RmDrz+/s8p1O3i+WVs3jcYTdAiXv
/XcmJhiceaMddZ1JddrRHe6q8hs91ZfRE/vPr/XBF7LxMXCItBcy8ynQw2mtAn7teBzCLNo5XTgF
YMGtr7aLZeU7+UY2qm3ON6Zta3Cx3n+jtIyhi+X60ZvQRxVgeVaEVccBDxc2FVqcfhPq5lpHJ8PE
KkwZxtkzgE8zNS5mxDw7gLXhXdO06a2O9BcMgipGMozT9MbqOMl9fkuWD3P6YR20494iMseMeHL7
8aDVja7rABgE+RRVX7/YiyKPqSKy7SlSz5AdWzefX/ODrYN943+uebIGtbE6dmlrHlN9mZImiI39
eBw5lbg9aGCjtmFa5S36EdyN04UtbeX68w/w0XOAWYeGgrbQavST96yrmV2yqBydkIzBHhncgRjA
5IuHTfugbOC1QTSMQRuf4alRAO1Oo2GcP1JXGAYqkEpnlBVreP702esfrUIC566lvO28iYqGBGi3
XwnbLZfoYpKmCyO3lRVTYGKDP//+2kc3gJfOZXG2l8L1ZPOeNT2tvcbE4+iRliGq+EZrk/ylilN9
PWcieUCDh4dVSqR37OPj41ha2ppA0IR/8ryrhEygP/Mlt+CLD/bBzmFjIWNUyvtDg+Dk0ejxrmMY
QDoAvnhPKJSe+jnMjb3sGV9V1pjcdkJWT3YJ/EiIIflmyBbocdLISUOY6egw84W+G+sy25eFUt99
/vk+vG+gjjyeGcqfU7+XXXdS5ZhwBCBabmWJSCwlKPnw+UU+WBGZrNFxWwg1HBxO1o9oIh4ii/oj
Y50+C5rWjO8LPAurZIb5sinTsfhiu/5o33Hw4/0s6FRs1suv8su+U89oaxjAHke1a8+1NtN9maXm
d2EPOgPHEvg5UZoZTQuc2gcz0cYz01L723CmhfbFo/nBHeaV1HltXBWIq3NS2GWgwbBcC8JFSZOc
k+5PVR/zL2qGD78vqAGqOcMAWnh6tGjhhYRZzHhZ6CDC3DT3YyHFtqti4yaZiF3kcIHmrogIJaJB
5bVwIUi4I45UqF/c+w82CyJFqaYh43iqcbr9YQNwRKKI4xBzVih07ameu7fBVV9CFCf2PG+lY3y1
QX10j1neCDDANsXp4WTNz8g6kVZVH43BpJVUo+oJU9PyTc1r6SNqO7OsB762fjHm8zcilY6O0V1b
U7tG0/w9WmqOzx/4Dz/PshDxyOMWPu22zobb9B4qcW+OxI7Huww8QjC++Na/X4RmtMm+87MCYML+
/hkng14MomqOxajH9xjH5Z2GrOcffxNGHprOI8X42cWg+v4iFcrnorGGY9GZ4tVAEb5nxFh/8U1+
XyOXuYpp8MYSDMEC8f4ieFoqxbKHY4vX57Zu53YXznMZMS6FIfzF63gSPrGUpBxKsFrS38BrCcvv
/cUA0qSDGYujkyf0xEzXjK7RDyUPhhwRugyjy2C0To17NSy63cjJ5XnS9HiPcewAJ9yqA6RKXkgb
dpQIFtopIwrJYFgXfP4I/dYt4HZbtoMARYf9xwc+XTcsK5yMUD9WuPTB7Q0dcUnII5Nzy7KT0ndJ
rix85h8F/crhZwx3O01nCEOsL0FX3JFfK6rlk3BOQH3v0bMBPvn+jmUGtK24mY525sw+ZWgWzGry
lTPw9BngIi5EOkszWcPoWJ2U5pMLD7KNuiNcAMLNh3Q42Oq4QjaefuG2Ph2FsAdzpeXcSwUDk9k9
uVInmBy0PADF2KKzV2x8b4tDe7+gGjaJJBZAnWxnKxC6iLKPr0prUN5aLGL72mnmuy9+5uUFOrm5
v34a7+RnTrC123rVHhNTygObSHnV6EN3parDAZe7vW5I+blHzkmQ1jTva0bIm8kdtTPHjnSEyLoC
1//zj7R8/88+0ckLMk5zgulCMBZS1IbmkPYjzGV+PQy2XIWZk0J2MK11ljGj0ermn65qy68DO93A
Dq5rOj2K9w8b0ViAlyx5dApt8F1MxWTyWcUXC87pGeHnRVhqPCoDkwmh/f4iYa80gqwHCpJWv6la
O9wMzXTQxbjl8RYBhMLxC7/ybzv0cknonSzXztJEODV5Y+NKZ4Z+RwQfagsiVtcvAB3Pt65XEQWh
awhpfF2tIsoDN7lJR5FoAYdmxAEGdGrvq1VwuY2nP7KlAbf1OAo7lCXv74CRlq2l5aQY65F3PvcF
zbykN8kBA2nyyPqmrcDjOjsPf4s/gv0MusRVEYnZ5RWijOb580fut0V5uTsLbBmDj6ta/O/9x2n7
wq1soz22/aQoAfE38gmlleP6M1Ul44jSGw4VeHu8N7SCklXo1PZbHU1ts1fqxCOWBHYgspaw67Yp
dvdxhf5F6/dm0WRvX3zW5fk/vXUszCyJLIaUOSfrB7uGWo1VcSSrK5rXRmaifXZVnGpBMoBrWOUA
SmliRBLDIAqm9qojLvXNmAdOvvyShf3FTnFaByz3bjmWEfNkqeC+T35KkSPHt/v6qCnNnPgId4at
reVd/3/yyHgERGlsS5Qd9slLk7vQ+/Vk+d6k766IRMD5mgGPoajKSqyDWVHtyqYyMOLYHSGehHBq
BSgmA8J6GCGWIl4Ek/Tnv8YH2wbudU5+xF/hXj/9UAB+In12SR91J+8iKnGz9Focf0/merj9/Eof
3GYoRSAOaJpyWjpdqCGpm1mYK4dqcsadSXAxCU0onz6/yHIPT54tuoyop01WP1pmy27xy7nFoSgP
O9091FjKzsJw7IKSdvF1hkCKNIG+zM8+v94HVYZHVA+DHgowQLen9R1JSX0hhv4gE10+qriNTH8u
AbSuBpgNiBLjeVQ3cvYY0SKqx0liaMP0o+wJQf7il2TdOf3y1GTMm1AosEd7zEjef3lOT/HYdfXB
iM0ZO8HQ45A3mDM8EufiPVpGO9xT2zGNiHGYja+m2YNoVOgrySvspSapWICarENahKFcFZ5TNqs5
jL1utxDEs62uVbPyTVWkM++nJlf3mDSZpIN65N52wuow385F1MO8bcejNtfZbZNazSvzABOGq6oV
tS9xZYkVqWVmgRwBj8naKhzlpSu77LpPRMbAmD3xtZVqdKzwIKEDkJGJAzBHkzokuXOG8GsydhHm
dnlo7X4cNoDDitepNXLFb2mGMhE3iu5GmpogEz7nhLHwtcJuozpRR+6krmc/nFLHXzBAu75p5h7+
Va/LsmeynqS7DLXsU10aUxYk6M5xKZHa1wQOmv3vmhGB1u8xCcO/w1x7mSRGhRW0NfAYVKpadvsx
9RCjeKPRnbXgj4VGtFXsEBbW4FWsODazpG094Hf1enCnClMcyahu8tpmajn6EsscjkZhsp/owzSV
GyNDSeZXnnCLbdFXGcS2vo8zi1BM18lRvHBqVnyQ6p17JhDeWAfwWfHii8bltcGp6o14MHtEB6Hk
X/dMZKsoJkPtzzJFQ4wCfMBR2M8ZgsM2ROC9UpfleYVqvMDo6Ir5SGJJxuba2g3MwmqxLAoicfkB
M9LgVqHGG3rfIkjEjmia2Z3eW3iIvV4mNmaUqswhM3PwRKxiW3hf24goyV7y6yDZjMS1Uhhsmzr2
tmt7yHXtaMqR2M6e9K7CLyyp5etZdh0mUn7cpyyVkeu3eiw5qMaIXXz8dIwflRx3AW6ORHuTKC05
ACnj96rT83lfqiCztpgVxGtlZ3I+Ngl+n4VDT6gUDtoKp0NUyWAyyUZatWS8az5YCOtqavXsJpob
niB1Qja46poaiXGIIc7zK+Fh12AUylONjRpfliHdhWplGXBSq6lEM1uQdUDMdU0r1e9HBMCrbtAm
4ly8sBDrGHAtsAscjTiuqzR6Ntu4VTeRUTq3lT2Nd8ak2wWmJ4KINwy8RiQt6ZjdqSMiTl+oWUKw
XSL7qz4c+mutYjC36tj6i3UyevoPm5xKbSN6T18Xc9KfO5ZRY+slHikfenlWRUYMDdziP+M3Xkj6
J8Gf97YzaUsIlYjvkqbULhzDVM4baIMkc0uNYI/CrTt7VyllewftJLkEWS/LVRInzQAuAJNHq0Jy
9fUx9vJ1Nw8ma0jUyCiozZ7w+Z+r7/+XL/xr0dT9N7n6NxHf9k0Uz+X0q25h+YO/ZAsaMjtOu95C
4KKlTjf7v5R71h+M7Nl57WV+jkBvgU3/Ldyz+COaa5RljJloVyzHx79FC6bzB9pMyiIDOBG1C2T7
f5DG9P7kQHudbihSLy5io/nCUfZ+j5qdsKiNljorhIRMn5ZhCEKaFidRGiTmaIkDW9T4qsGs3v1y
i67+KgJ+hXu/76v9vDJ3BaYR1TFSvtM5pzPQwVSiGP+bLPC/OLGqvjR2GzqIb+qJBWtAVLjrEAS/
yaIDcvz55U8qheX6BvE16AU8yiwaeye7c2vKWhLDUvkcrCt1BUzDNHz6btW2kqN3D1UvfzP1qdQD
JZs1P2lrrdqyEZrbzz/I+4rv5+dAMYlwUOXD8HicdPp7tcqbZkIhmaazda4aWfxoGt2w7wDWJ198
6fcVyc9robamIwGWDQGwrr//tcEVD3Ov4HbIitDs79xwcgMLT5hyYMfknjPmHq8+/3q/P2AkJOmc
SiloUUA4Jw+YHIex7dQ0I2svHxJk/aOV7XLMUgV8TWXcijFR66MzS/Xl8wt/dF8Z7/E7M8da2sjv
v6ssWTv1mixikKPCPoIaJU7aGJXF6RkBKPj8ar8/zSg8rKXYo7ulop5/f7V+SopuzHDHZ3lunctC
/kjxVHebmYxNoyeiCAsGs4h8KMsv3qMPbjArCG+uximG4ejJleuuNdwpMwriSGzrvGdHwvatqUEe
pT8I0PEooHiuPv+2y4/2P2X9z+eIkxM6GmxGy0z45N0ZZ5WsdoMjUK1a6oulVTypKSvVF5f5/Sek
T8XayTSYP+ZY//6mloZkVlyPRIdaLA8rhYkA6tpuJqg8LsQXv+BJH235Utw+LrNQGknMOV0QHPy/
JZPWyu+Bxj84+KOJ8dHUbqtpSSfXY02ANIbjOMaI3BnEzA04JJBEOqOybqoSVF2xBGx88bF+vweo
m1kl/5O5M1mOG0m39BP5NccMbAOBmEkGR4nawERRwjxPDn+2u+sX6y+yytoqVX0rLa03vSkrq0qJ
zAjA/R/O+Q7tE1AzhER//gwKXybNGK/ESUEUXs9MccGAjEGx3GVZGvzts4gLB4AVZ9HNnPD7D9Or
xIkGVAvAxuKcR0AxezjhmDYGe2nf/+4zdLvcEEax7ueF+X3s4HIC5bwjTQiOOdhb+cIzVLUEePxF
H/bvb6ZHM8iUnACqP7I0/vwBjsgucO/cbIsQVe7yVZR7vSzOLbB3IlfACUgoEKp6wYE//5VM/d/P
W8SI0qH742rlsvntDBprkvrwOjZhioLjA+sozj0T1kkSumYO1XtqTa6ev/25MpFjdsCpcJu4//bS
dIafwGOmVifKU12FLkvCjhZ/+59/yr+dOq60b4orhhWIMfmvf/5UwZzonER1h5w9Q1x9O4/vYhys
pyKb4lDZfvuMu8d/+M8/9LeFPa8oZ6uHyJ41AJJ7gJ1//qlNf6O/UbfC9Q3S4BxbiX8AddTicoMv
chClXpP9XPjlAods4oFaSzf5zOqqPgxy1sExB84ElHvKDf0Xj9lvG3t+N75opKnuDYXLWvj3esai
FRxB89PROm2zR9qVz/vcdQiVNczZ33i1l5+J/kivcZXAmslJCseom/Aa6+Jn5uGWBS/vdE3kW1P2
V+/1v70EZKf7korHvJ1xcGD//MHNKtN+blU6HI3c/9Izn/ymmYxh2KYLetR5LeRdRqhuQj4AcIyN
oXtlRqs2vU1NgfjFgW98MCcPZhT+QvPkEbu8RHY/eWT2ltCEYVQR17YpHNNVYACnGSwvsQ1AHPiw
1HZl3f/Z9DxMtPZYPXerIqt2t9SViSNV3AzQdrsO8NFwfN4trvJ/zpVRq8NAbjfuMgYOy641ff45
c2UVEpmyKE/JGkzZLrm9W73ME2wBqeKXYALypHoju0p4OTsT1A3AmUWVP0g4J2R7IRQg9FWVJgDN
8K6T0jWra1NoCFmpsvwziGH8q3M7UxGNuvKL99zN1X0mLeT6//mJ/v174VSnjsc3guIPkcfvU3Qm
jSplilCH4r6cd1UNxCKyt437z84MSXjys/m/FNu324Kv+F/ubOZF/P0M61kQ4fpASfDnRyBXU09S
Q+pvTDtz0+/CBC+9geDYDMzpM0KtdA92bCakIdIyb8dtPlrXOMOCEct4HvDn99bFhTp179ZJSy6q
G6RXPehdWaTAHU2xsU3XBfy05GRFSzN+0kWlMXPw4qU01xoBTV2Ve3OBDebFAGl3y5h90+ZMTnil
Y4ZRCwSBpl1KGuZWfl+G9dCoLmeMBwqHwOhieQa5B2qCgsffMEVGqZW2MIOQljBmcrvu8XYkZjvg
0bdpo9cCljL9+QI7JA+BMJJLn48Smsnop5z9CRCLE+eBt01ru4dx4nm1DrEFL5KQH997XNreAXGU
hmYhcG1MqZD9Ng5E1+5F0bp7CAZqxyK7bxhpGfoLZu5ja7cW2e60buFNAQvSK1XlsBcWxkgs7svS
7wTk/RfOk2AT62kIh7Yg1m5c80djvpmIRn4LdMGdK9xDoH1xkoRcbXOQ7I+xXNunzvaKZ9NMEXcP
01BtgrRjhmiUjGbCpM3VPp6ShylgUL3vyxt0SQ5D8KvHgtzwqgnnazzXWDUbQ2PYxmpJSoc14CTp
PcWeLou7R8Mhrt7lObnU4G9OYrR2bh/4u95S1pkPX97Xq92HrS3yPeutwQqF4Yy4JurOHg8sNH5i
yv0m8hSLzDgtwdeeJ+opFcjWGsgQxOPhXGLsYVjvo+wMwntJnK/L+M2p0bP0oFEZgJmfRp7UEYQz
H+eJFqzPmnVed+QrBhKzkGferZWbn8EFOU/M7zAba6iv42bOSZfhh/W/1Oo1ZLsLStP97E9GcQ84
/Qf26meCGHxmpIz09rOqgD3ZJGsBYrSMtxZUQ7KPE9PcYcOVjyZ8ZawmDnD3hIimJNM/GDBTjzlo
pgcyizdtYU1PYKXGqCyCbh8HlS62tG/N3m6A5rg8iBCjzGBwwmLiE8wFyplBiPGE6HKE+x4XcYzN
qPdejCR/Sc14TE40LeWx6KWVbqs6G/bmjaoUAXsvvwxqBJbUQNHgxEgSrhFhl6Eqm+laaSFhii5y
OxHEe5dMrjrRZru83Nn7jC970+T9c0zeyGYsmRBN1i6VpLPlzltO57i5hXFtelEfVxWraOEe3ywc
XHA7lnaLp6rYld1kOJGeA+fTzAPWIrirDdT2oGwf2maY4w0cqBWzF0nvibPoKANxutGFwsBmJ/bj
rAzxYPYph9rIds5MrHB20tfacYyjFyTPbTd2jyQuZJ8pA8cjeVEXEBwvAQROnEUmj6nzHazW98ID
ILoZ6mL+RrXzGdhcbvCaP7Bv21/zFfRGT+dyVIDfw3munsCeP4i1qc+ys8WXPNYPjvIW5o3Zu6E/
+zp79ZPgE7aNCrW/nlaZ3HFIYfGa5sgbh32njW5LKE0dwWZ7T5JgDkHHPhhiIB3ZaXd5rV8tb1Rh
JdU5cdVdncSw0tzmNcHBuScS79e0YqH2zffAaT9kmr0GzoLn2kXjUk2YuQakGcgnYMMU7fqD+u5J
WfrFl4XcCYz+7FSRGTr4zcmprLoNg9cLrP99mcabuTeeAEb4YcrFe2mQUPRGy8R6Vm7YM8rcpq7x
UNor35DGKJ/myYXyk3yasmHMwzx0uzCTvcc/jqyoWsoNeXQWP0E6J+WmkvCghXDsqrHJ2RJhl1jN
Pcpx8uK7mHQKq/XohaxbeA9GPit/SRZSgVStKRCYMCvek4kMMIAIybNp8Q75dfNQrDIMxqWiEs5+
+mlqH6neCKXCownZLDecz4LCA8ExoVufY+mMX52R9LqY9+xi3xBBdl3sYGHyqysRHEQ7PxQDYKJZ
mOrZFv0YGlX9SvrvWXs48vvg1mQk2RSaDgGHrQYs6d/pAbBbAIgTfwiyflhLUWlW59kYvtZFfBr6
EsqrQkYu7CmC/NaEjPoCiKDK2iZ9BhBt9of70itfvSTDnWYbki+m8l46rcUWvNFrDiVDOMljSf2F
B4dFbuksj4DLfiTuymrGzkCRdM4YtSKFTZpk29nkRKyBdGw8stQICR6cbWAWyV3etj8IvD51aeGf
ghHhpyrrX2BxU1g8VfaL9jAN7TKW0GCb9HOMdX3uSUTf+eAgnm1nLF81+SORDRSN6kZo3PMsxsbJ
SLdFUuxIStlTNe/bxVw3PBM/zQrUjmkw1JiGNbuDb+Qfgcs9oZBl+D8/w7e7jFP7VA8q/6pUhxE0
c0KReiuKI/8HUiuiq9LSOmqwOsyz1jxyM4A3Bga7uFQ9XNfsXnM6P/Xd/CSdhpXgovYu/ikbSAyA
qZTn3X5tCpoLuBYbv0uueZGeOuFctJofzbTjoJvme9Mu7guvfYlBiW7ImPUPbNt+kbAKl7JdL2mC
B6iv68tsTs5mSdJmA5LpF8QfwjYRQlnn7LYCdszlXDQDW5LKJJm3XC7+kOwJ+K03VBneEfjIo1Xz
9AP9ikkmuX3h1fjuJfOwBcq7Fxw48LfqtLiXyYL/VAIkDOr6NYBdR2eTbux+WMSmMJsJlptseBa1
PUEIXe+Rx57GPmD/PmGdhOoQtpn+Fs9ZNoD54RK33Jw6RSQkXpnyjgCUFrKZE8IenB6XioeS0UW1
WYtyBQYSNxtWmmiVNSiIlJC7sCa9bQ6yqJPFPvXT0LJX/pkxeypu6TctIeLYFKrvCyCqsND1p8wE
8CA7DXb+NG58u2bVgMpsM8zWQ00dHWLreCHP9uKWOUMZ023YULbfk8U4z0mgHoq4mA5OYhvb3Bo6
kBHiy9y62V1ZYUud2vi+aao4MhgwlFVxlOVL7AEEXdbtOrcRkKAzOdl3XppH0u+5jet6CpdYyE1X
dM2WAKIIbsRnNqc/YIQfk9tnm7r6xZGQPFZte8fFQXY1VD1/omIM15ulsYXK+MfWa9+SLSfIE9k5
vXm9EXkd+UwKT7xT3bB3LfEW07Ut+RSypb9SaexkoOeNXbS4EexPgHKnIWvOWop9L80UOC5bwMER
u6RYd7PnX5kqv8oq/oRdtnNGJ2JyFMGdiprGe16ASOrBKUkUKN5JQdoi5H5t/Iyjmxt2ACdpz7YN
+acvdpZfXpmfljs1zU1kovMCmoI1GYd5TMXJ14H+BIplju4lXyjYUTTVoIRSK14OgeIpICJsnzoz
aIylf+5AEfZCtDufedrGmW8Fj8D8NfruxlPyUgr5ZCYekG/GTa4SZ6MZ86iUxXhyV/DS9Uy+SlMm
Z/g6MIAdzQc0CiDk8DK/ZUx7orjApMxV4AC2Xq/rmp+1X18KV833c9388FbM4bD68kvjU5FTTX/x
q+7q+Uv9MGk3PThmxlvjc3VXcKRMkR2AgorXjK7khdytD3dqGRd5x1l2T74rXhyoiePAgFC59q/M
uyVlIdLfzJ73TRIrt8nctgJe0hmbydJ3EH5Ym3IJUGLP74zXv0+j78Hf8trIrf0XdzHYDhrmjh2p
3iut8pNfWbBq/ec0FR5jje6R/c2jB4T2XprOLU1Qf7MXcerHFlCHO6Xb0vKeVDlTNwxxHFVJexUF
gM0hhi+Sux6U6mlPZtKwC1TvsPTAic7Q/CGLZy8cGuIxWLc8Nl3+UfQTcm6B1agtqbdGVYJxGrpf
tlE+VoPB4c8caSPd9g3BexV2a/vZWMuj0Qb2sfVX61UYY8XOenTCMk7WcDIGdZoX/TB6DnF7ZjLv
nCTHpd+t8GXRQ4Jgnth+tncZF9jp5qjbWnQ9W+4rxJHMAos7njt9Vtn8PkLnDAl/4pyjHNEcoRdW
vTjfKwRVB+K8f4BKVKdxDEYwfNkD0b8PpOqdlpldfEtw0h7MIrfO6olIkM0UGj2CZsNPTbb7SDOk
qfuIaLB4m/cF8Ku8euv0cPB8xXHGybKRnRet4DIvpZNrMFZw96f6FYDmT+10/lUiVkJ82K0nYmNN
8O18zaoxBBzJJbmz5m4ni/iYLuaexZB4n2t+sFuKPXmAvEFgZ/Z1Ka65X+/8YX1L5vGtCbIhXFZM
SV6/5zTbyvHGrCMdAZD+422xvcGnc7F0HAUIscNiBXPutBQ5RZU+TYH3gu7VDh3dXzvpfF3r4CGY
rMNUSePY+3xMwvfVtpyWKE+GV1uLV5Ig5bnzm8fFT56gpj1VE0iCQmfvEnqwBYlnox37MpeNIsbB
PPVOcNJaRTC+7pTsaUvoYLiqd+nIplo03s6e+v2iVMQc41jq0eBiGep732lMFux+vV7M3pmjbg6O
WRU/GjaK5dmD2iCX+Bi01c6qlreqrPxtUhqRMmhqVQGAbzF+ja26vbst4grpuZFXem1wM3t4ZJfE
pqRnbUD70KOaBXnpOdLLHXCoHny3swSvNIzjcyBjWOAdCEcAQ6rF7Y+fKgaBjj8WqkhJAf3kAlJp
iD0OyuEAyi6969AWPKqk6X4Nzczhh1GIkrGzMuveLPuGaVY22uIUK2Y+YdI45ieTHFhdM0HrQqYo
tC03Ab2vPPXWQtl7aFEFxqEkVbLcZc5kXuMWDd62N+aYLbtVltHomIUPXpNsza0clilqJ+OFLO/J
uEzO6L247Zheoasl2ylZH7QZvwT++njLdvlQStnbzv/OedeG+fph9fphIUgac4yZn9xkLbnr0zwv
d1LK8V3xAfGEDRZY+Mal403nR8esJpJG+T4HmoU8vYtF8qJsY6Nrfm+lyieoSsh+pis6yEcGwXWI
W2IKYdo/qLRk9LE2+R3BNkVM3tIQfzhpXjykeRs1RGeGeSPDWOf+du3sj673vagy4+VYsiTmbG8W
mz+kHTibPLuh03PL9Ety0iTKRbWrmoem7s/zNH8pshvPD/3BS++ZhNm3bx5RJORC1ozC29T7yJUj
6DmQZbKm0ucsGKn0vfQLQhqEQAZ8ykPFWbIpB+etXP3yGUPnV7Pihb0FSoDD4N8Jkqa19cqR2OSZ
APIN0pbRZ3Bg0HgmXWpBjMYoUiX1wRvmo7C6p2yyHkaNxCdVZnxmvf5BAlSzT7JVPaetqObLpKb6
O31Z8tHVvX8t26LbKXhvT9ACmexmKsxWGHPsEpYnBpTbNfFPxA7qq5qHBnpasu6byeU8yw06qTzN
L7JOHESx4/ehV9eMav4BUxLgDXSyBQkaSrzSCDNxjVnsPK9jr49ci6CtuVhf2ooer9Q6v3retJ48
HXzRshYnYDzXxMq/2HwP58au4Xt7gX4TLkkWCEwJe7mpcl/Lho5+Sos0WtKxeg00AwSYAM6zkST8
KyBP0xs2mUc1dsFWYVi4El6X/sBp7f5wZmd+m0rH2pSj/dYRsnVOs6p8yBPYub6j8rvSj2dKCbbo
myyXm7xTahOs0Pb6eQIL4jhQB4dIpgZL/EH9yL3hjq+FDdrSf2ezDXrOaR+Xrlm+tynTJ96YHehl
uI+FnZ5Zj9RR37XVcQbJd/Sbsjpkc9wemtaZXy21xnnYB+5XdMZm1FFEh5RSxs4OKgMpgTlFBeTZ
yAuCKGM0BHVyNQ9W7fo32Q/c5om9t7wBuWc0O41p4QKRA0L0kr1w5kBa9xwKmd4fvi4ruBKrRqNu
xVFJrYhuHWNvllrWFpD6kO/XuXOb56SXldhWptvfja1mYmVZs3y1HdI9TLMlHyIJ8neGJLAjF4wA
cJ8d42xmCu0Z5sNQiHUK03G6rsQ50iK65XEuYjI+yXODdt2TyzDLdjgALfa2qlqMnuO9FMcGEPl9
X7ntKUtsAWQoXcEeuVYSrn6SPHuycO7qfLqIyqy2ruWU7yVJtu/1kDtqYwzLDU3oye9mWvQ7hJXW
z1uME0sCCzTtlGT9d5JeUvuSDzEZfXUMRDKHRvmjvU2a6Ze6G+5molDh3Uls4lOAHJybFd/FZqUW
pFwEU+paOyxTMwMk3xubkiPNFt5jI7FnB5vJ5oE8rH3PpEIwteb9XpwpTMY8+K4lMbU0JzoNqLj9
pI1PRpr1zRG1JjBILZntnozRyOyf47jMvL0juWEbt9J1/y3n71y+Ej/GXWAUo5V8BGadqYvUo5sd
l2oiV1myVoDbP/6xlQBLHmEerEkhM/0WIeZM9UZkDRlI1NrS2HddbDlH7gq3oQVyk+xZVrb7kVSJ
e+1o+An8/mOd0HfFkB8pT1ebgqKGuyqz1n8sZ4q8kx0gNwa2TNDooRmr8UvjljxUdeHyPwAxtPIR
BD5bfgYhnshPqUlSY5iuk2UBtzKVrU5Lj4fp3upsdS3XKe931iStA6kTbhD2ThrTXzF3ZJ7dV6v8
qLpKhlUl/ebnaIrBflhn166i3Klsh1WZIxHNgZpVu540l+7AWL6aQ5WSQBSxvITBxM0lmPTMbVCc
rCwe/Shnqrrthbml3d4bWjyutmIi63cfleftLXPZB0v7pJZi+drkjJ8D44dYSBVqhocer9XcDy5z
4ZbjJjC6w8yI+VEzbt36Q2qc+bbfU6radJ4IZZE6KrxFv8Mq2KIbbzfr4DcUQczu6LiYN0Qr1prt
qKAar+QRcY6YS7qzodrRan7rU4i0AJcEa6NkMHZ08XFF4Ismob3/zAL/MIvlm5GM5CG5MymQgYJb
nXQP/BH7mZF58WIFk/MmjTY/TI768EebqzuFj4kwfIloodJpU3amd2r4XfGaej5fMWPKaOitmnld
MQfgBgnVaNzHpSx9b5sHM6eBAm2/H+zZh83cropXxCWe7DJ5sv5I7CUhmydHenrqhgW556a8rVt3
KC7z5ZAPGQ297RS32O90pC9oPIv2hL6RTBLbLEG9N/5qX4iRXJuoaxHaY59ss5qgk871znUmwPuB
b66rHQ+MP+yseVbyTK6DcB7iafbcg9lkwotsgcQgrrHI3RlzIt3z0kqrOfL1ZvpgzKapt7Ea+b2J
GEc2hmaELSxqjmTZNR1qzUcqZpW8jOVaWpdCSY4Cdxb853rL074pWwPybBFrJhQw8aUH1Tvu8C8P
6S517FZyuviJvyGCo7EuhHGt1nNhLb1xDkZnKA8E6+jl4Fc4+IiM+eOYAC47Vd9momGzqz1YeXVX
dKx1tnKZBoJorDYhegr/hxR3gdvC++VvRl0dk1KMr9Z3mGb23UNi93RYplesJ6epuBLtYnjgGdYg
z2ZrFJGFUGF5w+wfRBZpNxmA+HQ4VII2sCwZb1wL2fYHdGTLbefzhqTb8GFdD8G2X9heJtSd9zqp
syO7uF+Bp79wpdJkUYCfYb2tDxze4zmz3TNK4fJQpYG7R65wU34szHIIo99Dt9VRqlNI+KK3Q6ML
qI1qezmmA7zv/rZ8XxV7rdBxJ+tz8nNBwEoaf41rE+k2Y7X0azXApdsNhL3XdPl9nx8YQVNbzv24
XgDrYqd1M54FCN/ducRiShJT6QYYzVZ1MDN/oOki7Yk2pI6juCkIl+RZpnKvhnp4ua1VdhPWA+Tu
Bbi02vLrHx32rght+iWJC/gRibE+Crxtj4iTl2xPcijEXaGTo5byeYKetBGOzHbIM1wGOaWXMfMa
4nDtgmEnksk8ZRwRHRRfBMXmVP7Ek5yTERl3z2aPISFkIGfzb7LCLlNN/y3gS3tOWZ98K7J62coy
GLZjbcOgI6zB2MhG8JmuWUs1uzLe0j1BO3qwSCmDuX716FSvHs9dGJjWF7uGgh2yqTU/SqYILM68
0dyy4VhfCxatb2lhNY+F4X21FgY7i1H5UaXm+BFmdKsi4rSuVR9LTgaIdZ5Zt3cI8T2G9aP/UAQT
IREr4+ybzrlgOzmQKNUHY7n33SL4WKZyBG+7NBdjqYd7K5aA95hQ0n075sZNb6ddl74ZUMrPXjt9
9IVZEs7tHz2oABcCVtwtN8Z4TxS5dUJe1LJh6tvvHhnTsOs6c42Kvr7NSImra5CsJ1ZUOl2cbTGj
2h+TSJMpFEHdGdFQVDxhxeKu3zuvyJdNHguTtj/PrkCg/K+pvY5fl9LnmrDko+BvurMM7T5MFpsh
CoxanySb42C7sjK7XyhFdoOo50/b6YbHWqfDVfTTKYdhI1ilLGQ2BcgIN04PqXtDzK+NraLR1ntK
qNBmXH3k7Ci970k6k4feQwdAtBpXc2iQu7KvcllGLkIdQrSkTr+lsevvRArMfTOy12YF27acq/6E
kKtVzIlTc0RzZp51qt09jmKTMUllLiHx2JLp/pIYvCq+vwXA5D1bsqYdQFG5ZyEZsNRLY3OfliY9
u4d3K0wWyFjaJvIiEXP/4a25dZ8X889J1hDOh04f6WmS0INZmW2JBZfHumrUsXMpRJ0icM5Gxiwr
1tLZ292SkfqkY/tRmR7miKE1g2083yx/uF2f6mSh8iBjLsJ17N8zwCE8oSFtx9EH+rdsN8iJYBmp
ntCEiJfVrcfHnq0Y5SuwLp5/5BGBzHddmVlfBuxpdG6EWBwThycR1l/jPcUZCgC/yctjgKL90IKF
OZBnxYQuC7aksjQnXtljUaf6HTUdU+2E2SOIBOwFdjwQEdUsdLRDXjxP0K2/Lo6Z3DtFNnM3Y/5u
Ktd8MFXwVri3+apRVfl+coxsKxu0Bcjx0jCgwKe3G8xDkWlrH5M/ctXtVFJmlDHPfxr8JON0+KyK
+meZ10vYd9P0fc5ND5iz3Q2bdkKB6g0TP4edHstuRV4lqiB/MckeRA18Wr1hR374TDAIVOROHFRc
z0fHTTTTUudkmksXWh4RS0Gzvg9mnkcISV6rqvjhjMhMGgiUoOLtjVPLSwPG3qZcQC8Ym4KaqHNB
GhpmNe5EdatvhCi39Vq3IXMVdQGywCBKq/SJUXh9VrJ8mqmcZ6IO3S2M0FsgG+tIMFXBqVGSh9VZ
aZmTili+89B32S6Y5+SMzmPki+BMDPACX4qKGVY562ctF0IYOESjmYc4LJcBKZXEBzHZL57MPyr0
YjuQesmWhWBE7WW8jkZxYNSek463fmsHY4jI0jR+iob7KLOWzA6JW3rVfruA7s4WJIPVoNeKZAo/
PQlA71/iKq4YWHprxp8wcs7KGe761o9pDCZCiyE9OrU4l4K2upkX8aKGdjyZoNfPCdfzpk+n4hAw
TWMIr4aHofMZKHklTg63Ss9+4dVhilDz3i9bZuiMnfGPAPhktUj8wtqGtW+h/AtmGeZd1b5kUiBX
4lCN6rJydg234M7WZh4RGOptW2Yvd4nhMguWFSPBjPADY/CCM6AlbkHSIJ9k7K0XvU7dqxPTxFZM
Kr8KVxzXVZyadYLYPedNc2GKHcqx/5bhirpOkxOc3bzKTgB5jUPXi+E19m3j3HfSvzRJ130yPJbn
THTJ+RbQu4mJSEKvnMsHFF4ijjjP2DqwJmPpk9ShM+bVoV0REQb+rWYkb50X1CqitayDnWkKZ2Rv
4YzXya3FvZ+xtkho/F9a0frXGMVpBAmOyzzRJFXNa9k8SbP97ltDfRlKrsPdsM7NwWsbN8ps4rQg
1o0fAWEbmxJRNZlYLsdzZZ7hu039HcRs9ZQsKZthjGedEc6Mek/EUDDCpWRkA9TMUdwZxTaWntoz
MwEhs5Rik8b8G9Q9AqycmMR6V5TDcHKVCm6co9U/NcWY3ZbczbeVk0YdeKuD574pSpgKbaW2qTcM
K5tMQSqiugWYZuUYrcjVDpUHFQNtAm9b5vT9l7inxGT24Qf9diaDA1riZEiC7IR9SpipmKE1dd6r
nZjyV4oH8zD21GTzmtrytXXc4XGxbfFaZ5N519def9Kj/kIEVnWnaLEerdwhPzJ2mydRrYQ+tEll
HV2vm4APOib4/YXl2NaqZzp7qdY7Rvtl5NAYys3MGL85gijklHfnxGB+nfR4z4AI9KHrjnIKG6et
f6xWnU5RYOr4Ne3G4pdFtAI7FcFd4PtsGsZR8tgMwZzzyGdkPpGTmOUvZkv8zQZVHG6xrOmI4HSN
4TwOQ7HnQKNmKx2Mdzd1yILk1zN2w6g95gkaIafLhLlYp+YqUrqFl2rh9HNXlHFhLCz/oWOglyOg
MXrjzUZTQfGUu8nJrzGD0ZG71sGsGTTItiLKU6XwHLAazjDz07k1VshpU/JTjvnMXhRrdNumxcm0
IDVaw9KdxkBzPjiWYoth6UsbsANMyrm+axYRfzG1/kgVZl3HYfddOJxjS5ZdisJT95aSBXFXYmlZ
Dd66ZLv5tP3lOMo23nRBftd403vGQ840UWXY8pt0Rpjk+FGn7ILGpm2rClLwUD84KKaSCBEapx7V
9sGIBZk7ZsZkabLyLkzMuNkbSdWRdLFWpOAZLszfVPg21mHvB2O8bNd38IgcZ4nSqR7uynzuw74s
JOsrLApIst2NNFC35L1DDO/aV0eTpiG0lP8j8BJEDogp91VnjF9yYSTHoIkTQpzGrj8wjsKlGSOE
oNkV+BpVcuXzRkeEHu9M5rBCe7qAWdAYcXZFujI81nxJIh3bLbGCmTgHUlcvc0PvuXWrxYd4K+o7
bRv66getxVR+TYQ+ca6yoyVGK6WCYujFftRmGbSpePj8SGVjfhySmhqd/0/CECF8ROJXl0zMkKjQ
kJBY5VpWv3XkMkcJwhIoBY2YwnqxnxbWjCTQKPZDno0ISznfyGUljNmgCiJrxyGRIh3Grxro9cGw
2pLCwa/JFBlE+9WaHBaq5IF6X3tHoBX0+rW6G2MnPy9ENA8bir6YnRf9MiTSeSvm4TG1GGkO5coM
dKobfcwYwP6FEvsPNNufJZeodFyJid2CIIQG/M+Sy6aZRkifzT/l9FhtV9JLKheUNoN5RD02JQJn
1q3rHL34uC7++J1lvccieBx6DDIBXfBhieOSJ1bVCFw5DbGPspGkGiPSsNjo0ZrMbVuOqfhZjSvL
mWJqquUf+uG/Zez7f+Hy/wld/D+lAPx/CO83b66h/9n39/K//rsvsvXnvxr//vgj/3D+2fZ//YHF
9zDI3HwVOPX+yewHvY/pD/sbZiFAQX/Y/P/p/LPN/zJwX2Dwc5x/4Pz/j/PPwjAIWR8AE1QZRCxI
eP+G8+83b4JpW+BirNtPx/fCj/zNw0N3NLitTTxX0ebvU0pUXxmcq478RbX8BQ4D1xVP+r+8CX/8
MJ+/DL+HxwcR/GZSKqYBwG3nzOFIWayfgQUb7WlAa4xTfWxQW5v/m7DzWJJduZLtF8EMKiCmCSC1
Kl11JrA6CloENOLr30q+CXnbjJy0sSluVWVCxPbtvrxdTOOSCj//21HH4u2q1OIpYfTEqPW+4kZJ
KzJtNICPFJBrnhwFwMsk7++mFF5NqSYL5a0gNq3RvFXR32HKeJCcWWf3YmWlxHGWDuZZ9NmQXOsU
qAbPVMyCp1SstJMpdDPqvyovWUNzUCzoDU3HS27kHRKkNFUdLl35+B8J+Lkbm3mo2A3jMFDwQAZj
O1lFbR1pjpVFUNayqvb2bGMAZCy/0UzMPwlDHPkSDAntl194jsTAqSzMdL0r7U03pXwUOVbae94k
Hq/BYqZiy+kURyAev7hfsJ0kW79RusHBJdepPKMrVLuw0NUPBMMelqJhnmEosQEq5K52GqM6Q4am
HYa9su56lMg68XDAkZTHQbVyFN1wKBsL0EuG3+1SFmMo3UByHrF3vsSNRyccKn8/Ju/zOpJXgD5p
8/4hlW1PifYT+0BkGNpTOwknFBhUN3SO4T4xJy2aM3Z7Zq+QLm2t31ioXoyxbDRa3DLB5EHtZ3dq
azXjh9EPD7tssnEGcaW4/jlx0jY04uHd17DyYsVsQsWxm9amz3RkxbrmzwSeC8ws5o1r3LwwAIPm
V/UTeYTtFMN4qXSgrFz6B7l64uBXVDRnSSVQ4/wkKPgdNnkmjxnHV3/VM9ZCJm4bHW8aTew0LtCE
JLIgd7UbRIP9NNEYm802ZQfAm4tifjKt9JSZ9Bml6GoeVtpADtWMT8/1QsmXXWXx73jm7N35JNsN
eZzZZWyWGI1QVSYLWPFs1yZ/m5l8pyzvVze5tEwuYdE7UyhVXO2MmroFKe4eLU2Y9wHoG9p1MogU
et0zBMJroTpt3/bDccIxEXsjsgbzLO1m3UWLaTEAPdBr+KyZfnbuDPB/rW8GLgoqLp0zcvedgsE/
iG/UPHTdazdOLywSaElYr5h9mN/G+M0aphO90nvNzlU0Ytfk84sPi6PicNWGT6/Ed2W6WahMCtd1
B4HD6xDFhjkDT7BunGSpD4m7eDjNVBcYHkZkGpHqh9VMhmWdftgddW5sMW8TnsXAHZjJgGqEPkMb
FLXfBiQ1NmfL1UXLxsjU/+mpY9ok6zgxOOYReZewK9U2VgYVbEV/aY3q1SkwEgrpn+ATnGn4vTdm
QoWF4QaT0q8M8YAAVkFTgV7YGKhz2u7aBjSD1VQbAnjvZkv5NMIi60zV77ySnYIzfPKLnk2PP8Uf
9F++VuCkS5u7ytK/Xdk/08qnNoY/7TqJZluOn45FP5xFEYjNQYvRo/9JzS2Lx9gat+y87IB6RC1c
O+ui+ebJXfmjzZJtSyz7n4j5JO5idcjtrD8PLU3FrPnuFgccSBXt3a/i4drlWB0nqfaPA8TGSt0/
xMm3VeM1p7VInlsDK3K6OHNkCsGaVzYUeXQdbvhane2E2uCHgBxYVvEXliUVHJP/rkBvDQauUXds
v2JqRaO4Zk9ctn+ax1E3odQSnVtsBWZYNsDaZqpovsO9EpYABza9a94mhcO1G7JTn+rtLtMcTCOo
NavLnqMc/ZvNxJc+eCFxcdLzqmbjQsU2smhfjPZGSe5Q062eiOqyfs3EjDe8xExjiffEM+hydaeU
DMM0ArIAJu5K5wdZhZMpCqZZSFXR0NZmlDfuKyKne8jlvJfEjXuatuixkPs87SJvlodV8dMsVjCP
bXOGZdVQzwWvaeCKTHKEHnZExBBjC3dvLPnBqdzfMzXaaH6UI1k63dBuwno5xQVhxakW8rD4pXAY
trVnbmijZvQqxiFK8B4RtGTp2EvojfaUH+pJOy7eym+aMnwFLMT195Tivf3ojts4wftoYSgnTvdE
Z9bVqbpfUnB9NxMLmywVkY/GWbH52rherAdUeL1Wuh+a/exCzRtSFoBdz3M3uaKPROvauRHqyBLx
kqivXOsNlkv2Jxe4kX5A7ap202m/C/0xJVVT5pIFieR7nfD5O/3RpcU26uJYbFhanViWHmVr9Sze
3b/WXPA0MIqC9yLgtijz2J7A0ZMHD4OCzGv9JGhb29DdXOzHZkkZArOnhFo6mESXpjJeB4scUNUA
psMnOwdKuR8oodafHsf3tYbguFFzSVt3c2HgJe5gYTzBBYTjQP6kIvXVpObrz1pRCycejHS6Op8K
uZa7xcq2vPx+Krf5Glragf1Krodc0/exWS6hwETACGZSd996UTfDeHKYKWM3/rkuyX6W4u8EZTQw
p9bbU/Db3hEx5pPhtFZUkBrmFVlXr0nMG3NkvRCMZWnxQfEl0Rb+RsiPmXBKIyqesXo77bMJHie0
M+OimvJvVSucf2Pbshe3rlnBDVUR4glEVtNaqCqgZbXgNduNt9HvE5MnHU3ASVV/1JzVmI17jxu/
4Lzgj++xH9cBDEOMmSmDEmXcWES69jQmfncgM5UFfpWdcq6NTQ2rfsOU/lUPNEy3GNC8tfXZf6sf
SVs9aTyeYtuwNnPndxezIrVkZYV9BkagAnMZGenQP8PKzvdAsI5ekz2Jprt4bv0ivMyKjDVxHu++
ORKpaT8rn6o9q9LLACJ5+eI56ksso0krnL2LcXLwXerZXks0GRpTNT7RHJyfbFO7IGT7IYWiXwl3
xCYz9PHs+DkDKzHXyJ8r7fdslb9GFOgr3fLPIqOxOHY58vieZrwDx9zWs8h2dttQpq2cL/Jm7Rbs
grsdUpOMVsXXLrXVulndsOvVMnBgKdji6vEBh0DkVenBNseb4fvfs71cuMLtszPR4OfE5XYsEzxp
wr+OtJNurBVWeDHwcqgwKFaL626GgpocW52MwidmwxajYd9AFu9UojxtLL/4dgrrpjr/lg/Za4u2
Y+jlpUv1fJO05S+iQ/DeEt5uDS19GSx3lYk7LPonlJbdatqfC6uP2OV0wUEuDQZPeiQA9O/ByxBu
2FLz1+IrksvPaTbfdHfA/+rOJxgAr6w6nytT7472iPuFeKwWjl2S3aqq4lJEwsdBKL8otl4oT34w
OvlllkPesbx95DLLceex5UyfMi+veK14mktNpTPXf7KZJekhTeVkIhGV1XNCb/ByqXjxgMwoBGpt
h+5warNKd3aaEWOvaHKA9nsb9kn9XXSq+JjpZp0okyb2OwV24luXfrQx9jOiGwF+E/4htlvX/U3v
rPh/kQP/EWRmMiHCDLuLEQ1EC8np/5zRkxo8YVOmetBQcc9TYTKbsOGiO4PKjLHR4A3rglzE/f/I
Mj+Gv3+MRDBbfTRoLkDgctY/0GgtIdwRuCsiyr/wCWaLqxrTOT1qQel5tIhq0kcPy1fHoGjTqfje
WVU+qtdX1pYWQeYXoBDTTpOl9Vk8XoezbbAxdSsam1QxeGXorRq66r/4D6nOq7qicBdM01pb5kbv
hP464pGkAOWRf/23Ofj+/ye7f4e7/N9PlcnWsR55ewtUuDD/81OVtZu65eSOwVB1WGyEX75PernH
hsRbmG2t+wm8ytOj//5T/wGl5MsDHgcsGo80RBUiSv+IORcackiik2VwYLvhGKlb682Sht3jbllI
+nbmBOyqERl3UkVDWxsuq4cAyPMFcgdI1P9Vz/OPfO+/ri60KZfpB+YKBIL//BxQewWBpE4PRq7m
U+XW3mkpeu2CMzC7a22rXWTjxlOgzXhs/vuH8X/m+3+JDigJUFdgUYrHV/Rv6D0D+XH0rXZguY2d
cUo8wg9ksvDDWLQWULHuKud/UQH+eU0LfhJmb4GiALvRd//xM2kq7UiG23hf4XxV7r6Ox2hsPv/7
H/av3/zfxQThWECEgXILB28c2t1//mVitlRfuU0VGi/+tgzV4QaDctdvfv6YjvW2+bQ3xhMvDRZk
9G0H3p6H/va//wr8tH8qGjCLdIdyVoQ9nsHin79EwRKHyEoTB0MqT37RvKaY0hjbmUwslrgvC2ps
WGoE6NLi1lbi0ELHCyovw8RXUt7HMe/xXiaRKQcec43r98fFTf862niIk7EsgmrIH/klq3gyO5XC
+ifvaHXpBw3N1L1Ju93ZThm6fhqo3tn2iAZibV6aUhzdzLm32KIcSo8crbkOnbmntLnfOFp3aCTJ
sTYfwFdSUjxQnYx/34LfwhHxjL+AfgFtIf5SzffRij87/eFor16avvmlrOrkYVkKGV6uWOk/OrEc
RcmnLNbpIx7nL7NfsKe3H7FlHrFNntBcM3IpeeS2jJSLIQ9ThXZOYo+QoMkCl+8o1rdF5uwobT3o
hrz5k+2eIKr9yk1tqwbSZ7ih2o3qHyugMn8x0ura2g576hn0unesLC90FmZvX/8x4/xIB+c7k/F5
LpL9OoOLb/xghGXITd5/VQaHQ6v74FN5bR5hBDj3W3p/dvmaHSuy0ZzQmJqTa1oRRTL5L2vJsOna
8QM6Kk9Sg0brVm7xWu5Eqv3Cm3YyjYxa83b609jNK89pGvsGtZuz+RizjEfaF6HWxG+1lxB8JCOM
qyEoMvc5tcxPQYPePFbvym+OY2WXG4e056Zd+q3rSZzSDoYKSus6domt/1Uv4pAoHiO5vJpr/jEn
2eNsvC+meYu38Luaca6OVvNsZfNLSckejrJI740fmuPuvd7n/MoXO5Xq1vflK6G4Y2XLMhymHtzs
NPN68BoKJ1XNLJPXXw54JpoNH7EkjmlE+tMXDpRv80CeC0VOBqXOVeQI3aB2HUVhHm6DVb8CdYQB
KVHdMyLMv+rGcredbpxjnNbKrE9ONUaNPtO5Qtl3GGvZ2VbucXkkrOKK79gjbIWlt+eo6e207hFT
K7C7lOq8iswKRqvHSIJ7Bes0J98hp72jPzEI3zS8ciH7l4epwz7mTntiND36ivtsXN182/oNK/dJ
ubuxK61IS3B/pVWx3ujAPU8YRLDmKASKfCL5Nuf7cmLCfATsNUutB7vT3mzUsYMtR+0JceYv/dns
TAftYyiHH409uIEC8hToVYXjmbstyprsC8PKK6ibKsB3vIQ9n4Xuqh3PgyFYV4zsKQ8NjB5nrXaC
IS5ufK5h3TSsJSl1pV4AH665NtNGNhhks45zn26ueKHWLrLL7ELKaA9C0HxfF5XzTxxfiTTm/MdE
ccTUfLCP1wOsHfUZ31kcsJHgZdcOJaujmYSvMYynfpF/Y1Mca/qpEV2aNKIfumCFYl9grDzP/fih
9fPznHYBqRoVuLGVB5TbA3/ibmcQtz/tDhOWJtM9aS+cz6kIiI5e2vzRbua96o8ts0nvvQuvFM6c
zn5T4LCcrmJJvvrC3OBl2HXmQm+X2LUxJ+keUkCM1qia9ZqNxi32xZY02Llrsu8GV0DZaZGpwStD
n9Dksm09I6jX4kZC5mdV04PS6PustO8LJY2dp079mgjSJwQr/GYnPeNrVN9GanyMqs2Pfj7Y3c6u
Si396Eke7IYZ84UL7IN5iKbpetSiZu5aQCWk46CWyWh0/Z1ROX8cbcaebfutvi2N1cUInykYjoCr
ImdstW+3NpHmuoS2yC6vXzCwiedxzjskYT50n2cj/NKToU31kxyy9qpr2bJbfeypsi/ebWZDLv61
ePdd4OSg05agNs381fALyRbI+z1oxgGgW4yMYoRg3f9qowMB1JsWgds7G+aDAi0Qzd1wZ4fvBcZi
6X8XhUhyTIcRgTPGMbdZPP3SFEwKHjlGNqDJRiQQa0Sq1KXN9Dfa241nXccEjq7pvo2ZNkZ5b+Ml
KcE11LlR+gF19jPWf+pVbVLwP5PClsc8b1ekSJ2VYJkQOCHTbIaJN9xm3Ak7ELIHx89wOOp2oA0x
zRaeUoGKma7W2blk0yQjzAFnb/buw2xSbc54FALggfoR835PxvxYJ4a94SwA3nvmaIuN/X3orU+y
COVm6KiaFS4l450jtSMdFldodE/rNJzB8OM1cLGj/zLX4bdFT87OiB0MC1JDBKYcEHXLwOz85eug
HhaXONjPMrU9ErYUdxMyGSC6NvJLn9v2OGUsvzepx3j+jEk1Q+qo6FZDq7L/GGwdtthlZBrl0sZM
BGBRoCgWWNZOqz3kVohPhkJzaOvlu5nFt46hQTvwaGUdbeGQrgDseKw3pzpeSLbE9vIjS+1fY6KL
au+7s3EdfEJB+Gzq0NWqeJtoCBZhPvVpv830BagOuOX0gn5Cnob/SwO79bS2gEiaGNMYTZFwGyLu
ZQKqk0I7LT2zua2qHz8TWdLHMRpJTG5J60Oc8QB8lsb72Y+VGxVT2T4vbRUfkiw/i5jDjKUvVy+d
Mu0wCWuSAedu/3nifPE6sJg9ksMlNeoPWfVUjCsXcm6EC7pV6LVxceZiHDZtB1OlT+/rtLi7Rz51
QtBePOo0PdJUoanXWZRDHcau0u68VAP0m2nzRyq6Z8N/oLbYfcN+n50nKQH99JPrf2rDY2eNe93+
WwNieVVVZ6/Raik22PmNjFPg57idW6nDLiK+00jvXTbE2TQuR6Il+LJkt+R7IgQutZ6kGF44ipTw
D5RHjFCUzxj90zd9Hdf11W/sZNp4U3Kg3mq5zJm0P2robQGDaAyOyKYUGKVrV+d+gbOhoxbAxF5K
YkjsCuXPe9sfi2Ev7NXaMT7IHDlw4oFu2BnpWO7n/QTcJYoHNNIlmc61t8yf7MWccFHjCxRRdXqk
hzYYGwnbx4XvvfLcv3UudgpP6C0ZXg54AXDnmXiy4+U7r0Hvs/RTIdpvPpovYLHXfDS37L4OnWp3
uVqwN/QurTsztsCxSOiqNzp3n7Hd/AO+oz7HidrmLjgBzjz6cugIYuwSrsvH23NS9tYyp/K0mDxE
ccXj9mYjdmJHhHOhj/m68qkJ7XlSB6jwT3HxiPJRbhdIV7T3xl13XpxhCBVdNKvK2LuTHzVZSeM0
S7rNbJfNaZzVhTtkDXxj7CJNzkjaXfHN278ifzFHayq9bdYU30PCl0OCUITSnO89xcQpRjc2AhRQ
z+OfxBHPjqn1jC7d0azz82xSWorifS88/5eEeBJq+UjGPBPhJIaELEK3sloy9jlhGAA5bYDFmSE7
mS963RH6nf1jrrW0QKfDBc/aPSm0IFN9sbcn0k5EPnaLnU0RdZLk9UvF2zDr9ljDHx4/pSi0jHEj
OWbA2u4BMZhfy7jG5yoa3rt1WZPi9DlD0ADvbfp+NH/MHMLwBXCitDCs7xuWMPqBRtY5aqWt+Kx9
kd3HmZ1rrwh1C3hLYLu8O6wL6+KOGhGcSeifyJXDEUQ1nA3ywRhMiT5Kzq8b9pOM0LKsoWpriwxc
1Qn3wKdQA7OWa9DX7p7WGUBKo9J/dV2akoZmd/Qb5g6d0MgVt6G2nsrSXq5w9q0XfSYnIRfv3vZl
tRWVXf9w5v4Cl2eCmp3uZktTT7LmpJqI4g3nzvsgsnUjYgwomrJvbqx3QW0APC6s9Zh06L+k3X94
eCiiSn/EdBfP7W/NuE5/60K2IAaWrzyf3CMBXx7I+vSAfTAsqCI7U01JRaouVwKmvtzKDudg3HNk
nRP2XL2Z5aEdN962ssCrE3q6r7GPaVRzr43elL973GhPEM3d0CBUbv1LbYibA6HkXcEzj1M2a2hM
n3WuvauaFNREmpgYXeKPAQFQA/2394J8NtrnrFfY/cuo10lYEA9Mh92ijd7PIYNHITVcX03zOJQk
q3NIyynHns1bj14Vx05eSJ+VL6st5ndnolmWiKMdj/fJaRqMv0OthctQxhFmmrd5XNEKHZuXuR7y
oGdPysvSnOOrMefROEFNIeO3V1b2xPpykxLicZS8LV0eFRq96Da7amSdnd6w2epcVirdgzZVeO24
Gerhg3j8FMxAppDx9FO3xNp2xcpM1LTVyOEl5bbPMYqZTVtvUorisehXu2Qg+u/kKuDR8j0ZsMUL
3bw0pn0yxuaIsvSLVQZMhSyLssS1I8/hfT0jTm4ct8WwOxMHTZfu/kB7jFQJbpopfyF8erbYdFYe
PeF+M1NQL+ABtOzR3KS7klfp7ovtn3y3K55tKmI2Zs3ZAeLMYZLzHZIgFH5Gr0clBHS7Agxh1eof
BEJ5SibWYZkeZuUYGzjZg29Zmm9Ci/GJuh4HKnuYv1xjhXyWkcwa6gLn4lxhioW3NK/DV6OlBETM
0j7AA3zVVr958pOUgz4BzWgWhJ6GtY633D4H0dMPkplJu7VyJAEnTiW710UP0RmNq8vDnYRS+gk1
fgmoWGBVJPIzHIUqIsEEuGW88OIzSW2AV3mQIk+mM1lbk134xs/Mp6T3n2ONj126fzsT36ub+0/u
4iRRJgVnoQaXOgG+Uy/qq1+v5q4E0Ux+ZA7Werinyj8Jp6kOGWebTeozEOVW8jCPZWsE7jA/cu/W
GBsGDNqZdq84iY8KlIIw6m+rd04SI+29aNAGJvd94BXMSGEdSGLEh7K3jkbNegnsv8fN270T6wRg
w+7mGVb8HefTcpmSykNEnpuA4MV50kaxSwoCtTMyqhmMvnJPcu7Qu9P2uDq8IO21VbyVV0BsHX0U
pErWfTwlL2w3QNoN6PAcQrZx6wzJVs+1p6wTh5Fw4Cctifjg8mYKVs3i763jsEvZZLYzgAl9ehkk
CBIvgQ9U9t7rJHKW4oVKQnwZWdRS58K7QTV8w/370o/LfvRG5+gXKTNVv9Z7svgiSOv4EcX6aat6
+U3+Gp59Tc5/KdRPvTPBAGE2LNP8S0obGchtvyqruyu4PtGQ4EV2K2B6xZz2YVW0r7hu/tDEm2LO
teuorqxvkVEk0HqDEYD0vfbp7EYetrJwoVtPtdkx7aW5MTEU0i2WB490jhg0bQtf8uquyxQ8lAfT
nl68ZbzxCQEvcipSjOO+H9n3pMI5YedfAxHLYoedMUJ4vuUTXBJ8Rv4NofYHKVy4bbb3to7GX/aN
mJ2b5kBP0D01JntvFtlniQ64Y/7VomzsJNswpw4WYTq7eS7vawLdKoGutPerlPcUlTWcQeXPtkc1
HwaAVBz1CYTYd5RqGdRtgXMci21u8/kLTfwUbs6PcO30oByVBLJtnwtYBQGWoTIk93mqq2kHAxA2
JCdAwt5G/bssa3NH6+NhcvJP6k3wKMzuueFWvZTt8lKkaO2QGxBj+vZKZpPfhOh4mJrtm5T62+oT
366WzZI1QLZscwljoXUgecxXwha3seWG1vTyibX3D/FguvgYGVtCz8FsyXXTjdnJWIaFnrSi7Lhh
zBRyqHETbfE7sblzMrL1xI9arh6OiDgwMR9lFiLz5JP/x/6N/4ZAzTpPNufzGMwnb5QVK3xo8+/h
7F7P/dpiLy5flIs9Qubaaz+VH42d7vkUxUYX/IsVNk1bE90gA0KClNzWQ07sliIkId9xjfhLKK2x
CpDR2HEQmhOyfZnm7q0k/bfRevmUZyXH1LY75RIqhz4TIZm6fVwSj0/18R7HBP1M7+L5/XOdAzzq
evFuk9cNOqomglyvPmpdoLQSS1fpm2uzvmqzifTnelji8tv2lrc813eOjykrs6pPB2Tcu247lCtM
+jblgzmzLeiR9MCrOby1N+SOzyAA1o2BzMg3bucHXdi/5NLmQTrkW2uo79no8nOnT8EBlQQLIwbJ
ok1SgHMiCR5opo2GhqK0iB1r8xtlDcEKP3r0kwQz1PKNI3S/ahMnj7xttnPpT/y/iLNNq79Mbfou
U/WHm9s+2U2Zh2yhyiiJZVT0TYxC5j0V5fTicuXSYUMHi2tMW28a9kScbs4jPw/4MN6IBRqRxk6B
8xf7fAb7bdpldwZDePuYNDixePcVdy4SU9ls2ZhG1eAUn35uQgWklSKceQTZKyvGcsidyHIqSTLC
43Kq8+8y6c+Y96YdY+62NfUHonBO6bye7pIY6wZqwxUJ4Xn2xKf08fKVdrHh7iJs54eKDo1yQd+j
QzslDYtEZ3oWR2fH3zcljovZ7rofYul+lakv4O55iqfiogW2SpBkSsuMsTrXYjjOPIoJXy0FR339
7jF6b6xYMLTF8W0V5ZlIzJmV1yWRyFNWN9Kfoi/eM9n+t3mZu8gqx6+q0Av2ZNZOd+Ijnj7YM4oX
YWNwoI9Hd6NXXnpN1UTNy+h8eyOG9abnx1ZxSxhjBLgjyNwNLu4rUUpoN2VzLPz5neaz16ZnaPVl
dXZ0KwszvXi1Vzvmgqj3ZeV04ZjHImD7iiw6XxJdXtvZu7aE9vRGg15RZiWmvOnX0PMISMfyJa1h
O9rsAdXkcWCS02G21ZG0OWeolB3wFPc2VLK+DlWjv2M9Bu7okWGj5WqAXSORys0ynAAobTSv0EJg
oSP9KJgdbPa8CwqN7vd7IIp4qaX2ZKpmiUo2SBfdql9WOQtelom3TwwGAiujn0ZXpohib+GeIjLm
2t+Usw+fukQ4s4GjWbZ1T/zUJrRd6889/fJIEWamHYFL/p46zA+mVNXPpTK0izuQOhvJIBlzfMKJ
ZyGA1uuzEauHWR+oALQH7E4NAale909pU1q7utXAQXXZrc915LFYoDtmPGdWd3ztY6QEorgaPkJq
V7ROC9jvtjdoNGDYMoe4eO9OHDk9HH19qrXvOGX7Vydu+vta6vF91owmart6XM6xg4XCMIrR4pw1
EiUdILCcEp2XJU/OHTQyFjPFtM38jGcPx7hG/iR1awcW+76zlfr+tmsse8PKVVUUF3Xdee3SZ+AP
KpCV/V3m3rqflBfvOfIx5uuf9RL/6rXGOUgh3pTEcIobS24Mr4SKmMAKA3axKZz5SxU4P1Tq3AlX
ryEBgndsDR+Z70yPJMFE18vjlmlbmL599RuggREZo7zRe5EFup2bexbyyc7QFjcc+gUpcDV/lImh
cbfy5zvDsJ/T5bnTMuugs+SMHMv840NoCibIG7RplSdtUjy/PWxXOk6RjWvIDwCFHPrcJtIT77Ra
JjWPWvJmM8NvsRxGEr5cxKYQd6TBiX00lxzI3sPigi7WxxiQY9diitAuNeDyrXImhlAa/Talbxyq
lG+qcHk4WnkWjSg6uPQ4z3WO7oUj7JNN7YqfBA6uNin6AEEWYrUnxXUwhvaiU17NB0Okshcpn5lx
bD2ZXjVksNBKOhRua4UIuRY1DctwfXk3PJL1dZ30uDVaeZNz/eY0gpAbYX5ydfxuZbHtlOzRWxMJ
Ns3J2O8ApTCrHcGeCopJj08ZpM1jkeQwloNtsoVz7IULrteQuL4eCnZq9EysRbuXZnutVQXGkBhR
pCQgJ4R+Kxgc6y5bNlY8cICiuNs25QBuTbHa+rUn/c2UgXp8oDhbA0VleoTHXAbCcNTWCHLOkfXj
B9n7n1ULYZRvRwZt47+ZRCENz3/RUM/L5A39AS5VVV5XTLbhuPpyzzO+wKJp75faoCYFTH9gpnbz
+GMKCHSm4hiYGzHik2biwZWHwW9RM6ovEfs7pHDkJlFeamHTJJi5YuNqw6FSuNT8eMHwPe+6xn8F
lvBgW5lf2jy9+3N9mRyGCocxCcFiBSm/8nkN2KGSjzidPuGYMcYhvS8VLY6G8t9cq3+ZuW7JO68h
0jvqrR8tNXdnynEy6X9UKck/Zdc2wCp4AIPNmG17ayDj5h2zSjRMQG+h2I+T/muxzOduMc4tfbVI
DH1M3fGQBKU1XWv8ReT1w9mmML4F/Cya4rms+i4qBtyV/MZ/McteQTP1uzKenop5NoPaKfRQVXDq
cruMpG/tE+WdYsqONyLndFYU0zdwdp5GkxFaeGZjSZ+HuyA8tdPdSn9UlkwDtJmjBnDAIyrKb/bB
vvk17v/MKwMvM1OqgaPsfiX5wFvLh1akZem+ce3PmfL4xpUs3RIr5PV8ShBPe7M/MlDux6X7YSgV
Nb2KWgVvqh9YunrPo8zTjTsMFyK4ODvT24IywFVzYGTZiTb7QWMLBEq8JIdyIZcN7ppe3QO8sUPl
punOT90XRX0QuZ/mRH9FvZXYr5geFbaMLP8DQOtvK6q/dDzeY2HfOI9DjYLB0CYPGdt6T0jnh6Ub
j7jIbE7tSsO04hYGUE7XwbwrOOzZ5vyWV+sT5y9gtyl8j3Q9+RX5MjJpuKGbxtnms+PxwaD6BoWu
bgBXx4sxEHJGvZm+pOkwEIyjfBbgZV54RrGdLuasAPxiHGkpZDM/YK/OrJZ+NaJXyApeF9aaO5ZR
qQ3O3740kzd605JtoSQCnTkMQT3q1XyIddB4orEiSoTezEzRoUa01TdZ93aAOsZZJ+hjVfkU1jTq
hmaR1rvJAXrxmN4z7/+RdybLeWNX1n2VCs+RAeBedBHlf/B1YC92opoJQqIo9D0uuqevBaXLJuGU
9BvTmjicmRIIArjdOXuvHQV7EObPSwTcA4hHzHkqsgMA8Vjn9/hOFHZi64hvgF83qcSekLnzroEK
sLMsZwlUFva4d0IKMtlQ9b6Q+mcKpQ2jMTpzWVvfzY5giqgg27Cne24zx3vniurjLOnm6EF800Uk
ibGMtkjT3OSkd+oYYoO8j0PTOojJvpqRGaCCOE50fTrpoLGumuohxhmGpDxn5EET1lPkz6LSvpmg
1Q6FjTDda5GpjYQk3EQViC/N9Xyk0b4+zpCWTZIS2cQ9NxyWbmAKPTpBdBc4bOKa+ZkipnU0ylo7
zjJy+I2xRpIgwN9wwm8KGfuBMMTwfIqwBSThkzPJ88yrHtrKuhiqBTZXLtOkTpZXzmk5bS9NnNU+
oXnQOFnjdpWEx+ll3jN7EwwgbUyxSHe/hZkWfE1m5nKvMOtTVQuXgmWtxUjpbNzBWDKp9bntncwm
biHsisshjc4yWHYHGlVXmB/qXYgeWitR2CaBnZ5F8EtApGCOU4n7UdO097NdvdMniNSjSZcPJxzN
R9vaW+Vo8LCcozPTgJWJh3N9SPHQmZwwZu+OXcKBzooi8k085JmHYnrsD6FWfAiL9rlOc7ZrJa1B
5yqf5S4IrWRPzM05CZC3CmrhgurTTm2mjtm8xJ/aGAhCbPo45mh1sg+9TCpcHiKE2kr6Aku6xPOq
4WKci5PRwQjvMHfCXvHmU1urczBZ+ZH3fpFMdX0OzQJ0eqDdNH1yQbjeB3Dl9qHVPJ1c6vB2Fqq/
1qbkUxN378vBmc671g2oRwCMjpQFhNjq7p20OHkZmJOshWyqipSRostTAzT/aFEtoecnWVID9Aaq
ry91Q30ElcOnxmVKANeOdnANXOIDgPAdFFznMum0U6UKe4dsNXgwXEctPpuPiGkU8P/sNsmM05Da
AaoeOX7TlfZhahV3rLCsGrRZQFsJ3J3gn32eRpOQRAD+WOovUSO6BwIKMDIULZNyas605FGHgNy4
qQqer17ll1aCtFnkGhkg6XwbR6G4h4DBNj1tLVYb2tf7Bs3+fmxib9eF1RPK8ytrXnYhYP5F6T6B
tYWi2XBcTb2ULnrNylhTwaDnRGIF5U4oo5GJ2Ku+sLXZPp9idipKpY/OYN6lOeHHsZeZvsIpvOuG
lEIJ2qJF766KjMN9GwUNhd8KKpatEW/uo8YkZAH2A0gB3v3sneLKQdHsGk3rvBNRjZFlmMIw2A21
MU2XvXRCqqsumVyXWbRUu3SVqoNA8T7t0zRvgDtkOkyhyS75UcU84prRQtnvq1rp8eNoUqAkjRb3
yQXdfng5hlV0+7gnN5dBI+iRp9ihogPboemLYzpQjrrSqOyjYXNqOlpDD5NYTbY6EnFQpu/6VMtf
esXeRqsrpu+646JXseVM7dGx2NxhtME8fGo9thkco5LkxY7HpHgqRkY5sU5oiw5wxpR6ybN2SXtA
EXY2QdhvPjSUWzMagk8UR3n6oeqW/yXFEkM7maUT9WeLfRO0FE2cjbmnEcKQ6d+kEiZdnISdednS
/g36Ms+vxsjtmwsaQ7wYI5y8T2FTcF+j3c9cFK37VxzAyfQ8mH3vPo+IT56iIdDjo2QkcFtSt8+I
dxyK+34wSnnAcp5CXOkhchtJVvojVovpWldeJg8u2/XCh4cqaqgC2O53qLGQbLiclxYgK+bkB8vo
O98MHNWcehW5yRmr58hzn0GCntLGnpxbzyWQ/DKddVd9YtcXLzwiZKf7IGPq3JHsMGgfIVZV+g7b
EGfXKO1wB+ddRBFOa+dSsHumJ3yIUdgfJbqxFMVGFbA7a8Tsw8RE0h+0g/EonQB+NQYPY/b7rNC6
Gs+8iq8r29Gic5A5LdohbID5N2oy0eiTSJqiMkpsxRY3AsIjqMamYLEvaK1DHx6zoW7eWfim8odW
s202V/SLx7sypzN9AUImLw5ZLU24ABJ39fXg4JOjNkLDI6iw/AOPEBqYuEkfreNoDP0zVawCqpsD
Pe466h129bqeJtSt9dTU7w17sj5i5h+mo6gVigXR0gC+MxstKxDTJcOJ4KaGhmhEjofZ1IZ5UIt2
9EJXLfQuprIp4IinqlLB4+5NB58HZ40lgmAS/b2dEccEwCnmzdAuRuyqKrd0rsikRSOCGrfZ8yih
9gHQnLBAo4AD1ZVmifYuLti7X+G+t7lW40yXpQ7c6NzS7NK5me2MRYRpHXG0ZwDmOEvnFvmo3rcU
V7UINQD4+YDpAxlh9IBznjKMntrV+6IJI4uWWTaX17VeuZcJ+p5v2lQp1k0rBCuReMMViv3rxKQB
uWMVRHXSg4u4y6u8Bcw4gpPat+B0389aKdkupAjaKPVpCPrheGHFoHZ90Vc5eGkjCJMT4KmMNujS
tnRHwBlxRuUZ5kBHbxZ9BIG+DtBjPOujbeRfUYwYX+OEhWUnFgAVESRoaA5SdJZ8qqxeb06c1Lzq
2oTFBh5m6skODCuezm3OVLaUIavvomjnwi/gxur7QR+RqiUIesW529rmB8j/vIh4dvB4ROQUBDBv
XJWcoyrlAJ+YebZQQrreOqtgNzxDUtTGe8uOHtN4RJw7moM2DTsQrGZ1UWDN/x7yc9ObgrIJ5baI
BJVjI8s+4Fi8EN16KR9b6h0QCdqUTAGgD9qMOSKGMUsZM3p2xtq1dwQNA14sDPdLnmbV7dh77a2F
F51FzUzoylHDosY0htN7JxkZyl6bduY7QAKwj2h0ZedWMrj2gfS27rk0F0pXM6rMvO6R+p3JLMeo
M9u2gwHOyiG4uHlKRwbm0AvRGGFKEECTDmzZBAIuNs9au0cnT/9VxjB7Kd6PTJ0Guip8Dj9U73aM
GH/KDXQKbRHQ+2gWUfu0hIlTlKpv8DYzRdJaed+BVYyRN7f2sS0hxZ/Fk8Fr8apxebluBzAc01B4
SIQQZ4HIoysYdc7tgng5SI4JDjAKUrpPnZMbjybhUj03q8fYVLTsvA2G6UFFpQGj01wiAWqqlftG
L/KDm8EMOy8NwdCES9+Bfagps/m2KpjZajK43yHMKj8itmUKobIEZtSbZTudCUBU3WEeQuZHzlGE
IOX5JF5wn5D7Ihp8gl2cGv0hCSYoWSJEzq1i2nnUfYrmVOk2gBmivbqd503lOcTc/qPdu8jYwcuw
DjUjxeWyLFlwS5f3NJb28Lmxy4TYDZm7JacRyxp2uPLa62iy9a/onNj9VxqhUIaMwnfoa/hrklkC
t8uol4gx2R+D6gl6/XuO7njvxVjL9wFZPqz4ML8kQdzUNI9ML2NzigvsY7sJW2Wy+P96+1hBH0wu
dDfXkJAwGnaEOmpfsjnpP7XJiJTXHeBaIld3D+z0sydahtl0HIwWtaeuIRelzxvKm1QBUNob+iiD
Q9WW7ncdWtBN72EZYwNcoYlqWTiFMZFFPSS5+6kvx+oRCZS6jh28yw0UqAVvrfiWcjPDrBqHrf1A
aiiCTwSA2Pjk5H6BliU/orDjzxYmO4hbl/MWBCImdjovgRbde01VIkZoHSIMovZKdlnbHTmLs1tv
u/Gx6Kboo9fWVLt0J5coTdIoK74AeynuRk0nPDNDdZD1Kv8a20ZN2c7Ctq0BjqOZMldUfzKV39M9
QW2na5U4oGzSIWBWsj9vVWN/j6uKjdSksyvBgWyeqMJlT0hTI3xIFhFnwTAjzcn1XhdQ6EbrQZGc
rZ1JWi03VGH6ozlU9cJUioZ7zruwGi2TyUoOCJk7a0oepyYoXlSffVEO1V6bStxM/M892/7w1mQ1
ugPbOaSXidMgDh9jYjrsyMOI24BuJddWoDBZnLpOHd3WUamuRFl6hzRzEhJ6Oq27mWP4IMDWjOg5
Jogb3Yhsy/dxFnPAJK8629PqSzEA9zhsdXLp7pBJuN/4tcM7KQIERl1YaldW1ervG+XEzyWKEwLF
pCKwqqctTJuPqrQ84O9V57FL2ZzdgBafopDaLnJCnU+b7F+WNFMsntysmQhPbHFK3CQcK5rjjA56
9DPKGwyoH6aJ2VW98oWYPEqYuXFr2jPfJbs9vnsS1QobgWie7IlvoOUwtV5okqFVWN9p0GvvjBD4
yzMNYsrfP/5eH3s0bzGE1AfUFPMl6i7vs4o741mfsaQdKM9V91GkvAaDvGgooqA5Ok81nTkjhrLI
LFoIPuMAlSip8gK5Tesg6G+TmsUHqs2I5oiwBuhpjKcsLEr0mOZknZs63f2h7SkeondEd1VzmAmD
kQ131AJKYV1HfwE6zrCQoiRJ+rVBVHOwAO+RomQz6/Yy88gboTB2UdSay64VxdbzOPWiPXXKyoo9
EMj8heNFcF3iPD448Tid9NBJgcTVas+2gVYgXGteI7geF1eOBhsaqatlEBoli8TPPbMnfA5zbkGY
jMi+kqDLQ6GvgK9oClrnZBBd1B09it7fESqb9k4A7noaGMhMZUZWD35hOGBbOShE40NrOiYtPFE0
6EnrJdNp0HvzW/fjYXUdrL8nqinZEwMYdlbFUYQsh6wbKb4GmLKK2VCsneyf7cYlFCXOeCKdQXGL
/+sG12jFyQYYyPMoPG+8bfR4SqBhkXjk7bk3MANpDrtnn5Nt5r234Xz6uMzlg1nSOB3VaD1FtmBz
mbPrAqrNie6jNMYCYyNZXNjAu+guasf5BoWVeTfMdtiQRFAsinXco/GdjU6WKEVLhzbnaSFbpGaK
ojtHeYa4EF0+n1TdVB8zekZPkedgK4ib902JSrlx6/SbMdchqzEqaiq89jU9AHbssY5mFddYY/K3
bay6NX767FTAVKBWpvd8LgVRPxXSXc52u7KkIwg4qlT3Rj41F1Uj4xu6nM8G5A+110NCz0gohrrx
VJrpZB8xbfBCiYFhHUmbzpRnuhdp5D/8WP1/pMMaWDIZWjEC90MlQeDMKoqqvRs0fOE9dZb+UoZ8
pTtvtDhROj98b96y1FwDCGrFKedLaXYQBygz/7gAlXBGRIk7F8lBQuL3rV2HbLmEt5zcbGWxSA1m
yb+RYPsV0AeP7xLjvKETNlJGWrdHl6V/TZdvBZU9FkdL16dTZ8+JeW07nkyvAVKOwWk2pHVpqc6z
scr0PKAUApq+x/bJAjV005ieiSarAcmmhYUsY1acjM1u6NOzP+Ms/5wFaMoE9oULSSDkgJTWBI01
MsXv+WMCw2ZAuAqVqD6GMNgNKOZUJMlStzLigvYRElkEMWXJj7QdK4WH6sy0cAhSLVQp9TM0nOjp
0Sto5J6jlYnYp0H95SwBMZktVEaha5J73L9U9/fujw1hy+Sjv8+7Oa0uKRGI/BZ9mgcjTqFIhD/O
2z2FliO9My+yu8YnGgQ95MBA9eegYPKaZsYFSucsfdLyuG731H4JkGxR9/BVo9N88RrW092IlgNC
SN/ZoK07NlJArgBh7gla4neL7Zg3OelVVlxBUjYANWf87F2jgZ88aFrZfOAbsilslqMVHslRUVSm
ggYVirApJZHBRewcvKWAzUxH8h6g5BhrhN3q+KzjFDdHbZoT3HILXfQOpKal+ZAG8aLvEAaa3XuL
E4h7ZFuEiVDVNkopR1u274nTZ09/vsOGQnx7ytqQVKS+SHVrV/Ony4XQ5j3TpeyFTyWInrAuWpA2
sZURPWq44CL1SNcRsRAuzg4xCiz3lAjPOgw6/vU7zguB49tLhPq+GvL8WdgUORcK/JTvzXmi5GoN
nf4YFo2sH0bUOSDUm4zPTzYjfRhEUelTKzw++ZjKS3HIHXJRWLsG8x06iyDjnBgB5qC4mIHKbUkr
PfMUgOazdjTEZ3b57se0Do6Jq6GhirHXLGpeLQzvtYpvbwiLpzA2R5aQ7KYfJEYPwbGHUgRJAXl4
HyZ0sXGadaiVuu9m433CPsiMaFks1icIeR9+2PYWcNS/YlDbH0yk57KamjikpPT2H//f/0WMle29
sjcevnRf/uuFaK9uuvmSv/z9b8dafenKJv6S/Zev4uIFuNOf//n829//tvzVP2lWhvGHNIwfYbU2
Rmmh/5NmZf1hG665BAvrQnqGudhy/0GzEn84GIFd/pNjepRSdf4TCvQu+vvfNK5nu4tT1OAQJgzD
dP8TnNVC5nrtpxa6wHZq2qZYfNw4gLnx137XePRk1Ra0vYgadqkkZb3tu2LGQxflcfFRU1ryOfHK
pe856Zx1mQaKkdaH0TWotkKHqBB8p/BH6K9wUnKsyDkGPZoYyq4gOSwO99lOoVB7jktd+2LVlp5d
Sj2iDTYLvQSGbVoYYwBJuo96MS2ziT7I7pTEUfMukKln7vCB0yGHp66OWmZU0Skgbv1cVsIsIL9r
cN41WhDq/NXb/Asv9sqDLBA08dpwRuvuEkttrkBfIAlotlBfcbxguNDjUn00DJWfgwCJrjjY4X0E
4o1wNS/DP8fbm+H22gW+eOdfGXV//GRPF7bLad/hDa/cz5HBqsDvtaM2bO+Zgrsb5ufq+je/3vrF
c77no0N3hk5oMZyvfr9pwAzHaXDfqsTA3OzUw0DJJbXudM2YUkG1oi36S6ez6vRO6/X+LtGKKKaT
p1ETP7ZsopqYrVeV0pqfyKEiuWYOmyuptZRJ0mSiw6NloUCpkAEFYSsh6bAahaNIwxxa2YHihxgK
/IfTf9d0Nc0kDgwSUY0Fukl1Q2dRrhIK5cckH1IoPt+mCiDZQQd3Jjh1zU6GK8wYPzW1E92kUWR+
b7D7xYcqRB55IRl3X/D7lyloramn5W7gBqk50KPam+rqKxvI7KUq+grzISXyRecTyuSgTaOWHLEU
6Mn1CFthPiDKQRfbNgvNsgZF/Qlkt6yRhrjNi2v3VLQ4WrjmMZ2DuIbTwKEWaXQGMJXStq2f4RZt
p7uAr/3WCzOEnZmJsBrfjGl8NIl+pWOpkSbJUbovX1ga5/GsH+rxYS46HXpl5Zn1vo0TgDk0QQBF
0xODA5QGFNv3w5zhAXHcxqDvI8sQgTKpAGNg1V+lFZLbbXpR2x5//e0Yi1X8X1+oqzMrgdeF4+sQ
wq3r9uoL1WCewZr9VrpReWHVjXbXjx3eQywh42HI0M/UJAsofuFPQ5QCdHEFFB2E8kOdVgRcReHZ
jxv6j1ao6/i5wU39vfvv5a/9cyFbrWPvqpfioWteXrrrL9X6T775i6yA//j5y9T/5h+OP5aBO/XS
TPcvLdj4/+UJLn/y//c//mO1eJwqFpPnUhXdcjXyTovXCwlLx6t382+L0HnxLX6z8Pz483+uPJ6z
rDxEZlsCbSZETab24aXtWJ3cPwwiDj1GPZQJlp9XK4/zh+44tuVh08e/bnlMTv9Yeew/ONVLsdA+
HGks69Z/svC8neQ0E6KhdCzLW6alV3wFUMdEHnDoPIto6lvv2v7i1e//F9P2z667/PtX1/XMmCQz
aoHHzorwzM/zNH2IODnebLv8Cp4A0i6dhrHgiN/UTXNPdpUePobjXH7/9fWXkfOvkfWvx7Iif3iA
/F3FkAZRbLXzHUA2D/QQYGRjR6EQ5JMUpAGefv3DfvaseP2vn1XLu0/YZNpkMgvszK6OiGtHJpL7
+dfXX7gVf/XLrJYWx6NvkXicUZVRyWvDoIn8wM5bt68mt2P3oFEOQhLLJHz/6x/4k1/IXW1iKlev
emf5gcA4nfGijFSgqJ2rKP7NzLdc6C9+I3fZLLz6utx4HhByCOs4pK0zXJDricQJcp5JjzmNOLoa
tGoX+3Fd4IjTM2mQlVhEyLI3/YI/QKGvfn6GzNeYxgTql1YN+HwMoAehcMNvv7688RbP8c/Pz10R
SCoybOjkTtZRcX6scVa6PjuT70S017Sk0an3rOPEToIrCI30qEyicihuhK6ZX/36Fn72CldLShZO
eU8fiSfsmtZeNOV3hwTNbY/v34jCTASDOxEpOyFfxeIDHSHoUX5vu/XlV3r9cqjf261orCPh7fEL
e9ryqtDiVO23XX419ZTaYFFqtqwjgXf9kzHAPR2D2dk2sbmriafJhqSqgMEiBdAQtOnomKGfVGTu
brz91WSDDcZwpwwx/FhSPd9Ptj1KZECM1MOvn89Ppk57NTZzrx+sRIUOevm2Du6dPK/Vk6hnT7/o
CGJy7qawFPZvTgc/+0xXU5uZTFpRtpVG5Pfk2Ldt3EbdU9512vdf/zI/ub6zmsnIH8R2O1quP+N3
Ok4QU3Arx2nb/OZtvN39/3OgO6uHRXqiJIlvCvxSc+f8NDRG1R+zAW/hocYf7238Mav5BGh84A6V
5vhdR6nnDLBgoeObNLLxWMFXGLeNa2c1adQlKWgCMatf0cd8TCnaLhFz3uOv38XPntVqqzKko2sM
bKF8U8Pkj4LFEVchAeD1B/ru6fibR/WzN778+1ezR0RAX+o6les3mZzOKfbq77yQatNvuFY/u7x4
e/kyiCfYciTxKKempKQTp/vJnsvqNwvjzy6/mj4IPUO4wQEBbQlvoAP2d5RKc6qNd7+aPBQB80hZ
EteXbZ/yDigNa1iPp3je+ANW45nytFUDHnV9iBF1cV4hmRqAGTjzcPvrj+gnD2jZhL9+vQ6dkBaj
gO2TzhY/IYZpb8c4xI+27fKrgeaAwoX8azl+JWQXn3WzGD3EQvmgbxti66PeGE+1jcXX8VPkK/K8
zU3UJomSze/W5mXm+Yutlb0aZYsTEdkvr7gOpqo5JCGYw9tcm3v7IuwC4kgBpU7FRwKUxWdFRlPx
m5n8Z3seezXwsjEMQOsQWl1mIKQvIq0NAAjPhK7FR7cbkGns4CSh048jmxjndJxD52DLQZQPvd7Z
auMDXg1QKl6ag60o8HMHZQcMKvAdTiZ+830sxcS/fLzm2+/P6rsxrs0aP7o+NzgjjKDvjlYwz9lZ
5Qlnehe2efkdiuIAe53GgnUzCgpr16az6DPdFKXDb27lZyNhNZbdIkG8TOSRXzlBi/B69l6qcSQN
atNIWBcyFZ1zN0lC6YfV6H6yWH5uWl3Lt81z1vL1vpqlaxHCHtAcrBkZJ5m9Mlx0sSAnpvY3n8FP
hoG1GshtXE8g8hvX78jQM89dJLJEX8P7bzDARmgXCM9B+2cieA6fKzQk5sbntlpDxYD2KzUb27fd
IEcgW5tIOSYltY1TrLUa4LOc01rZIJVVbRlHe+rhbNqldtj22lej2IYWVyT1OCO3JZIcOATW/qZK
fjNJ/OSbXeMKbUOPtJG9pI8ZkNYQngak6aW58aNajU3UxqVrxOXsm5wbd2Q+fyhC+bud3s9ufTXc
0IUWcsxCxKBkOV2rqUDvmtURcuptD361chJZ3FWCjEhfC3Lv3OxpxAeYAf1NV5erZVNUvVV1KVfv
AhBWg0C22UIh3HbvcjWasd3NLkpT7r3DBpEiqMcU7shtE51cDeWEiDSEvu3s17Q7UUcXKKYsOZ9+
/WSWYfMX66VcjdciWABjhjb4g2a9cC7EQSm7tMKyNUBi//XP+Mm3I1dDVvR4PJM0GHzBwL2nt58c
DYkifNvVV0MWsIqQtA8Gv0Qneg6vVB2SCV/stquLtzO10ZFk6M6J8sM2k5dxljvX1ZhtvPXViGUl
JYDVIOyiLpMAx4FlAvqISH89bLv51aC1iKeCxksdBhHGeJHS371S5BhtHFSrIUt9VCMJIyGNV4VD
+yAG3c3eWaiTom3PXqxGbWrEfR32JuD8UM0k5FifJg8P26ZnI1aD1kq0VLpu0B9r3BHIwEFl1J6n
Nt76atCKKpFmgHCIJ699greGZskbg22vVazGbFrhk9KIKPnz1qVZ09Ts8e1uezDr0Wq5gXLhfsB6
p2hsLldvtz+Y1WhFqVQFWcvVxwRmrnJTfD82yqdt974arZGE0aObOleX5ksdy+wUgibaNs0L8+1U
kI555sYhF/cAp/k49RYfhT1u2xssTZTXW8KxE06QTWl/tLoAd7vRmzujoum37cGsxiqGbRMGrK6O
RY/DdYjiF5Ugft90cXM1TltigaoSc8cxTyO5s6X1Setbc+PFV+OUzNtGTCi9jk5NMh58xC+tmtuN
F18N07r1MBjhKELmhp4aPz7iggZ7xrbnshqnjki0MNbIViHmy7huaY+QjxJm21pUP9D2r84QI36w
QnJln8xHULWEDNtAjjvNbbd9M2sov1mPoAOrsPdBlBQNCMEKMOxgds/bno54+8ED9jRpsOesrDhF
4L+2xqGl0b9tM2yab68O+bDCL2kpv/PEZ4Ju71op7rbd+HqkthN2Z9SuiMW0G6bHT5NJi37btVfj
1ItjABmFg39liEApRNZjmQblthdqrMZpkRKb6blK+VrcgahL8CWZtb7tzo3VOKUtPFTt6Gok+Y7f
sHx8MK38ctNDMVaj1I2HUGO9nnwu23a72Wwj/J8oFLdNvWuFTB9aCv8qaSQeFsOPsmMe2LXxbGzb
aRirBVUBodOzoFR+XuJsLkfnaxSTfrrt2azW08CNaweuuvKtqZnwrVTcevq7zutykb84HPwQbrya
YrzCljFcQcLYIMVdu21oXOPCrj5su/XVEDU7E6FOE/M5RgTNiHz46Ljxxle6GqOzJD1kiSP34a8g
I3XHT1nt3m6779UYlfiChlhwbS1pH6Wari3Z/kZO9ZMHrq9GKDneQdiJkDSuQNP2WhJcEUGzsT6g
r0aoYVSVAx5EO9q69w7U6ieiULNtU4u+GqJaxD6dpC7lZ1FxV4ag+vJo20yur1ZRWQ2TQHwM/nvu
z5rBvJTWthV00VK+3nIRxtzZJfgl387DK7ccfXxS2/qg+mpYknw9Rkpx01X+fu7VPnGeNn18+mrV
zLykqeaUlygjnCCjd+fO9rZ5Sl+NR1X36Qjzu/OnNjEe56kz/QTQ/2Hbja9GpACcvVgeiXxaLCpm
QYx84H3cdu3ViEyzGDCNoQO3i9ndarr9RSLE3DTD4qN++5XwYdd1prMkR7E94jGTGikXTr9p4Mh1
JqsLGbuTFlmdtf0A595FibHlmUhvNSKjMKplHU2dr1zUFoNoq51R24/bLr4akwMN8glwTXs0ouoM
CJMHZDDpNn0pcq3pAssCryTj4m5m3QpVPccSVtS2G1+NS09ak16DMjw2ubi1uPao0HJuu/ZqaBog
3YQYDcrGptCvlAtmtZajvfGpmG8/w6iVfcZ+lg/FIh8DOen7zI42bbAQ8r699ugpOaQeI38UUwcg
Q0K9OgDLIadl26NZDVBcETJAb9T5oay+QJf6QPPh/aZLr8VaUO31xhY8F6VCcOIqxQPoms6mfQQF
obdPpoEgQD165MbHEVaLfjH2SIu33flqhCa5o0snEqSbpuI6Q3B4dB3H3PbE3dUIVWGD5hK3jo8l
505qQK+aaNMmRa7lT42lFRNK7NY3TVgpQ24QKiuT79seymqATnQUWhdjPwoA+1PYjhfQyh62XXo1
PmHdBalrao0/GdkAotGpsc8l26QLcq18AkdXEJrE1WkhzYdiLm+goW3ry0t3NUAVIS9pZAyNX6JP
wQSlGg3mnz7db3syq+E5aIJZUSreaD99a9nBja37ddOl1wqkjoWHBKWy9VM7JKWiOieZZ9t3uBYf
9YGb2niGIXf2BHv0Q2geoHg8b7vv1eCMZ4lXkZQ4GGrVPpXTTe7+btu5bC///VSFZ/btnDJo1IP7
yiHsO+8tYGWOnVzXdgVrKjHVtN92/6u9rZUWY5GWVuODLfxMaMoHrUoft116NUQBELSZ7QQN479v
z/q2If0A6IW/7eqrURqakQUpw+TGpfEh74nQkHBBt117vYaOdZU2mIV8y4zlcAR9NUmQFFmUbluk
ndU4BdYQusrN+CRHGOW5+RjX287i8kcU3quzOPGlsPE7Lh1M3l2nx+8CYW9qQ8m1qChzwdLX/dTg
WydDQINWe2eEQ7xJiovb7O3nbjq9DoOTLzHQ5wlvTw0Fb6OiS9qrYZqTZNCNkHl8jDf6Djv/qR7C
bdVhXA9v77xrpFISBIrP9HjZT+ZlZo3bxtBapuQNIayvOmx8JwgLbMAQE0GZbdtYrKVIHl+JDooF
s28JuNKorxq923jfq9FJGngX2INW+63tfoiN5i5L602HOGmvBmcwyjwFhtwAbEnIi0YlToIaMQKb
hr69GpmdSGotKQn8yRxCgBozJS7P27YFXcvpdZ1zVoHbn4APSJK7gULFUemave3BrKVICc7AuQfl
5wv8unvyCez7LNbnbW90LUXqE8uGZy5qf/aahUEn8QiH27rnZDy/HUFKK9zSGks+l5LcpZS5dkoB
Pblen26q4dDhf/sT0M/qXghkzw9DghP2BcUzIgSJwDlu+m7WcqMpVcqFb0DIldam9b4fqvy78pxh
46HRkm/v3yAQWg6eVvlNNBEQEdqkrLSRddp296vh6sAedoHOVL7KCC/SbYTfgtPvtnlmnS/cZbhI
WrCbPmCQEA7YbKZf0mkswo3XX43ZMYZeA6+r8ssIimTc5e/HzNi25q39qngmSTJ3FM+9cKuzqdXB
QABsPNv03Nd6o170AnfpQGhXYM0fdFgjZxIiXbrtwawFR4J50iKAsvK9IqiJKVUuYHMrKO164w9Y
jVuacWlZVD1PXrTDedO4Sw7Fttq8XEuOnDQnoqFrKt+R3QPAp7sh7R62PffVrjcMyJrNsrD2ncL7
XJQQwiMpfyd+XYbkX+zb5Wqo1pTMXU3llS+axP3s0FQ4U2neb/xkVkO107VxmgkU8xmp3s5G+gLt
RXO2TWPSfDvNNJNGjz7j6hZ00p1lVBdp8TsV0yqN+X9dIFKuxmkdj8jrwHIATk7hj9ItTphsoAyl
+zD3wvQsr6bhQeVtdi5aodlAiaPaesTi5tS31P/a5sFzcvsspS9ZniVpIW1oPzHF+HCsXVIFZpnU
zfuhho4CALAu0i8leCliM9hYmgfDotZOtrGCEJMZVMn2AHi68VwBQ0p80xkjeR6UyQB+U6ea8FFD
2TudDIGz+iAccCn7IYu7+RTWmJtx25mzOuWmOc6Hts9F8Xl0pAxuO2lrydfWsOrad2cTVnIDyiM9
VB0A6ETvLZdoTRNoJzzOUC3A39C7st0C45Zez+aD6XrDrjft5ryK22b29dJzp9OQZ7089I0MoUg7
g6SEnUUkwoTZkoYC1seb9m4Tg7rNy7gxLgfgud55JoxO+jNPGzg5oQfn86zlN80S4nmQet/P8H6b
YH7IjKR0tu1C1uqXuog79O0kt3oU24AoJFcRuQbbdmdr8YvOr2aBVir9qayC/EAyceKPtQ5GZ9u8
sCpw5KOETUAos29bQIyZ+XdmKLxtk+VapiZkMLELzio/svMXGBMPgRNvfOju22Hb00YaM4hovqUC
v/WyC5JVtlU2xWqKt3pkNQblL98EkQVh3IOGmBnlxmey2pY1UO7tlI6jH5qQt/6HszPrsVPXtvAv
QgIMBl5hNbWqr0pSaV5QWmxsgwFjg3/9HetIVzrh7uxc8bqVTbGMmzmnxxzfIoZftB33Raz/8SD5
r0wYzEAA1bKwP8/rDI9Bt/CbHq5a+/ZhstnlGeXh3MV0OjejSO7h9d2ir2A2n3dNRLLZ5Ue4UFqr
bX8WeTO/we7L4yYCppg7h30zz6OOR7Dox0eljUqXYwxssgfrIRXDYdf7b6VeRg0OfoumP+Oi6pfT
yW0KhNS+RQonmt+vY2c32mHN+jOD9VgC/nQGVgMBDOnXvnffzHibDp7YOdZn+Hx5OLHAxBp37Hkc
79NiJPFm0jvdwdRpaRAghAAizxnQjZzznQHCVu+lM1e3vsERjjuasYKijFY6cOF53+Bspr0L0cuc
8q5HJ6qUt5QAq1rSYQRFYN/zNxMfeEnAp2GCChjJnN2yjoRfkNOu+0rBW7VXtiiY8U6IV1HKWi41
MJvnLDTZzkm/iW9iIKoKft3gW66aanIDUKpGqX1rdusMFI0RHAeRJ5+B8SA/GdTmPz2QvfuUn8lW
9JXGpGtZK/Q5pZkNLqKAtX1YO3jl/fuH/UPjW7IVfqEftK6pzLuzlxEZ32vBAeuuAV3XBzf1wXt0
hD0GQQGKGqI4UVRNgWT0xII07fd9/a0+DI20NJzhYnYGXovlcO9vYUChWKflvjR6KxCjIfHIWa47
U22i+k7xBt4J67CacN/q2ErEfDiPaEmNO9iZRgD9LA6WQGUr4EG/b5JFm+VNJ7i+g1rfndc5hmzZ
zx+h3v/+7zPg+ox/yIu2KjFp1GqKGf7beuymamnIL2/SvS8e/34oNIOPpklk6ozY9iRjcRvH074S
wH96HP8rjlBBEDYODiKASNqpEkGCqwbnX/cNyuYkNkyODezou3M9j/lxZjHo1infeVRudWIug+9P
hy96Bsc2+AanQAJaCo6bXe++FYpNbdL1SRepM8KVx8z6Ozk0f/Fy+cNc2erEQMEeEjqC1zYtMbsF
EiQv4WHk9h1iW6kYeCE8t4KoMxF5D+hJng+3LJs7tm+ZbgVjgGn2hHahOoNX0VaAKt6IBE5Z+0Z9
s0RH3QHeUfDuDCNidz+NKqky09qXf3/6tQLyD4t0qxsrnFgtqKkoL3hwmR5NODUFeMFRD8AcEqNu
V4wFD8zflyvsOepam1Ge/Zh9Q6L+AA7Vx3//Bf88dcjVSuq/1XqJBdg5RTsWOgR7+FsO02x/AsW6
zxsARn2/P54jVu5Y3clzofMa1Z0pvyiazruWFIHZ1W8vD2/fefEjXr5uGHL8KNYlPB/2bQdkq98p
qIfv7IRiR+RMtB46sCS6qu3Aq9qVLMID4PfXz62rNcIIeY4YXQ95E4bPPZqndu2VKED//vSVcmTk
bgALM2qW/rYNo/AxjnX6Nw/Gf545yVbYmIMwDVPGpj+HMzHwlUtNe93vw6I/7JmagBb//gNUwKfB
FhwbZhq/m0342kT1romThJuRhyWJycMR746Sb3rgI+6X/Bx1u/YcstU2dtghAwGp6jHKxvrVgoD7
rgPRcFfYBKu334cFuGqgm+NJXgOD/EUrkp4NT/Ndg062AkeNkldYwwcQCg2UyvohfwEggO8cmE0q
N4NYsM4r2K+CwlesQkfs8NnLAjTpf58xG8PU/62Zkq2wjCYkXiidsZvB5lo9DVHUzTdc2GE8IRGb
4xO89Oh0GFK59PfBiqzgXmewR/8cRyQ5zTT2lywJ4DZd+HqG/cEaCPGkunSJKzUMK698w2r/ra9X
Pp86jTO3mtN2+U5UktxZ3ZrblTN7gnc/MH4eJhVA9Sme+PdgYK7tC8geNHgPoIqeDkjYErj+q9Fd
/bLn5rHVLPAH/OuJPwAE3NtdgSTZ2oZB1zjE14ZkkJajFhgJUdzHHDbnfxnzf94GyFYS1wdwZUZ1
VJwBnPtJ4+GliJrnf/+cf3r05thDrrmqgDpxJlcgo4yTS9wDYvXvD7/Ouf97dKPp/fdlNM+Bavy0
AN6uYaZxGScAWcHChOoBAExbNBdaUMl2Fajg1/f7H4sGcN4Tm4pzoAN6TISTJ6/BJP33n/KncYp/
fzpba5hPj0ScLTDmh6D2H00b/22croP9T+O02YWjsOGzGGdxBkOOv4OqOgE5pVm+Lm0U/KU4+Kc/
sdmNQ9AdmlgPMKxdiKAHII3GgZdgCdf+wh062v6SVP/hk29Vc5AnNLOlsjk23AhxmkGWhzoskEeu
YA1bQdG9r6pEtiK6hqF2UgMzdqZdHEDoRj9iI9oZU2WbihsgVxEKAZ04R7iOM8SdDIle/30m/eFL
bEV0GYGW06MH9yCaITOXArTzU58XuPenjZXhLnUBjKd/n68pnk05B72wvjr9ode9+VQMwNL8+2/4
w2rINgt7AtiX83VszxnYKCdorkGtBoFlV7ICktPv7w7EJlJxGAGfeZInJw0a2SEv+K48jmSbhRxS
HUmZyfoQWX4b1qQEqWLnmG+W8UpCOfUGj/YemOBiOCke78oPyVZDt8KpjE+FqA+Cx3dZGtwNdF8V
j2w1dJAVXo1wOThIrRtuWxB8z0FK3u2aKFsJXZ1mzK4E7CkBWNNRA+ZRrqAH7gvTthq6sBBjnYYB
P2d8AkRiXD4OzbrPHJZsNXQNBefJxjM/yzWWp7kw3U04yH1SVLKV0cFcG/eGauRn3rbDQbP8PsjG
v/lT/2F5bmV0SxsO80TASTIq4cspBucYvE+xr6hI6GZ9sr6AS3nSFYfODo8CXMh27Pcd4lsp3coW
QCAbBFLSzLzs5g7QbZn+Zef907Bs1qeFOt+jww+LaAIOGaqxSlM4Cu+b6ZsD1sOkZ7JGc3QtqbXq
wPkbynrsin2CNBhS/74pFmpFz4VICzRa9T4uc1mPd4D+8H19kGSrpptpV3fZQIqDch7Xni9QAfxl
ZP5Tqv2H8GarpUuoj2BO1bBzBJ6XvQu5StFg1MBs8z2ckvozTwtPymywCoAwVNeACDIitbCw1HQ9
DXMRwmReR038VWVpbM91Tni2qwJPtg4/sjDEkzydjjwDby6tDUx/A7HvXo1shTfExcRLYaYjcUBG
ozv+PVoql7+M6x+mc7JZhrMbYJNzZdCuGZiZAki5KhM796et7CYFIA9ACTsdvYJFAzhDv8KR7esf
IlvZTeC1GmpJAASHYh4ELcaqMEb71q6VmGxXIqTPNbfYTDMdf5sUeacYiFK7nr1VTDCFjL3XyXzk
4QjKh47rY11DOrPr6VtJ6AKgGExgzLWcNJrmwoHkmMFSE1N32PcHNlFhx7mhecSywzIyitNybeeu
YikAIN/3/YHrXP2vm4nRiNnbWgNP3zN9VHniDrpIdl17gEny+8ORP6REEzUfo6sJnUsH2AYk2S6x
P9lKQnVmk6k2eLid4fQtp2QoexnvE5ySdHP0JGyGNcPczce4jXRFBHiWqNh+2zfomwnfixz0WFKb
o42ZKvMgQDchgOL7gqytIrSB8DlMAmKOPWReZS/G5lFmxLztevetIDRxWpOIDuYYFLiCA/63OfI1
3TcwWwM6PoJiDVWAOcLRNH7u1CK+0dBn+2LyrRrUp8wNZsYW2XVUVvA5hz0RmGl/2Wn+kCZuXb5k
JMBF70l+orVM7TObFVenlYJxe0pGjVNw1/hvxVRADddJ1GJDA1woONg4Bal0mfeJqcjW70uzOjOG
4ulN0/FDDiVVVfTrj32vvtnMRIsvAD3jeNRAUldcAdI8qXrfXrMVUxU6CY1K0/FoxWxPiuUgwoGB
s2+z2YqpVoV0w49uPBrm5Qk83w8eVMydnzTebJNMJb5Hreeoc5ZVYJK3FSSp+2T/uNX//eldtmYm
A+T9GKhgrFqvu5LodZ9zEzqgf396nSRyjFqg3LkZWOVTBRI3rOX3HX9bDdgcrSg5jw0YeG3n3/tQ
L29t2P3N6/16xv1DmLtVgdXEuWiGWPmYjhH6Ua57vI6jv9UI//T07PeRAeEG5eq1KE5JgNK5Db73
snu/ayFt1V8CSDawSYfsBJ+vWpbWQ+Bn2DJ92vf4zTqNZE96H47FKdWqg4a1XSi7p5Hs8n1rdWv3
pcFER+Cki1MxAQ9YxLcy3Hn4xZuQA0Zcg1ljPFolCIWveohunyCRbJVfACjwmmVDcfJX6yPhIiC/
WO7+cnz8abpslmkbSmb82icHuHDddKN+DkG/3Pc9N2sUBDWkTEoBYQv5Q9sF90nHX3Y9+v9IvmAj
xEbSJYeYzio6J1qi75o5NX/Y9/zNvV6no6GVc5+dkj5a4HGeTMnttVXvb36C18X4D1vAVs/FA4C1
c1fTk9LBdGNqa9XjlIFFekSfalZfGuUdezC+/n8k1//JDv7pj15L8f8Vc2drXHe2HSQyhcV1SxVJ
LmN9FAKrTp5YvQhZDkC34QjryICzfWnXscsuvdSUqRMS61aoUnph1wsDKL7+SoiD7K4LIWkVJWlX
74DEC0c93AugHPWDBcw+opclSLJBlKOXDeC2ISk4YMejyTSSop7i05VpMfTNVz0yNUdlIjKuLsQL
2D0fViT0WXNYB+vGSqykXd7BQs5ZXqYCDB7YfK98mboyKuaAJuB9wrtd3ERaUHjTK9QsjSrRVyBn
vOCU9d0HHSvEjm3W5r+UVvjP4zwk9kAh9yXljBESlbUu5mcPGCqoSwKo1O5rj6JtNpfLGIWRK9Oc
Nuxzx0Fb/K6aGSQeNHL6fgQkfOTt+ukq0rvRXq1L2cE0CvRrx6dIHDI0TtZHjyub+BjE9TJVdY6Z
VlSWujVVh9j6NLyLckuLE09nr9AXNvTrDWz8uyqj2tKHNpxBWw05caRiGR0QheUqP+QKBrjlArbw
0EG/2fasOZgCKVZWoUKyNKC2j0M3ZiUAmxn6Riw/10mGsBF7CVXzLb5WzzjozIjsyiIKpDrMqou/
DEbRg1v9kn2fuV/JSY99KkB0j3P6xoY4yx6JqQm59zXL5+YgPXpUklPh5giOCJ5ms3xAh0aO76U5
13i5JvRFM59Ak9aIxlTYe3GzUrK4b0OueN9UvUUx+JKhA6l4Hy3ZMoH/1yUgiTV5cLWBlLPsXIAu
Fg/RFhx0MkDSjyu+Zd9f4hSFtPhCRZezUlBRnKhgXdXTxakRCewaTPYaWdrpLpwncXQj9qhH2jdz
+35Z4qbLMR36eAb8Np2Wqm9YEsMllq3ygBoHyz/nhnT9XbF4FIFYGs7LWDptUMwvizzNYkRQxhBC
qiIlpH2JRD7SK9pYLHdd7CJUtUMDbzWPa2ZjG/RuhetEDZScFCZroZy/xTJAz8xos0S/y1IV5QdW
T2n7DXWQXGLRqKS3h6lN++lRzGFD30OeNahTu2ZoEwJft0/BUw5icR8xJ/wP3sl+RsfMGPTJ44BF
y46dZmt80Spqh48sUHkIAmIiGpqWmUoK/RgaI6JvSVvX+VrWTaGas3PWprfhyJP+U+vomlbwvA/R
jd44EhWwdk6p/A4adCOaUgwi/5YSOuiP6C73rMLtEs4utEr06wNUfVOO/7kPku99O1p/UbFe1/fC
h1FUaYaV9L1NMM1vGhH7R1OEzSmMh7x9ysc5o8cw55q9DoIt/tmhRyIOcBMN34D8cHUippfJma77
JXBzw+5aOpD13PetrM8DoLHj3TwUWVy1CeCln3MKHPOPyIn6ES3kwS2ukfx3dIeosnVpA2JkUgeH
hfvc3QLyYP0NzIPIJ1nwpDhoiU7Hl2xlsnuMmppHF9fzeT0GA2uXm2IdQ3rOKEDKH0Nai/qVDQWo
5Xo1ATwR27CY0IeiKEB+1k/p+DCF3oQXoqmWH0DWqPunGRBJdgqZ6LODWVqLvdOl+chO0E9H48NQ
WPpdwhOgq2pUadwTW8IRWwnrF3ekaW/G5hDitsregbtZhKe6mTU6VILMNu9ZPhXJRWkNXq2pg5F+
Y6xoddV0YG23Zd5FdQg4UEKWyyTVBOa8i8MASOYujspOeqc/E1PgDQ4pCOuwM1zwFjxoprFsl2AC
V/xqyVPC0M6Lx8GhMe2Y6tF9icPV0SuxGaTICigICmp53PyssYSzqpUsVhVVLu0/rgP4jDA4UgqW
ZyUR3vOLM+iSfb+CTzfWJRtMtmC/9yCo9mVrcEy7EhVvO313syXpGxgZIw4EAbea4lXiKdcPqc08
HgFxxE3nsXOxSkv0fnbpWRZRIY7WNkSuZROZ3N+5ZWpQwVyAfipuwnpFjIhONsYuEzBoQelHzoN3
NBVjfGAJnYPDFNqoOGTAjLdvY+hJe2ONd8V5Vn0AgKqL6/WegK71HEZTy9+hihyvouRSmuIE1/jG
3BYCGczjiipEfkoEx3lnahBJofMGuPdeNWErqt6PERiweswC9C2MU80duuf8FL2aUCg0Y3SJMc98
AYv0pseVcfvYw+kOfFXQYEG4ga94ObixiC4RKSbzlE5D0H2N+ZLLeyrJhDnWMSXZDyJzj5mgYNk2
Hfsm5/aEX7a0x1SJZPpAhWX17dTwllzQREvlwzzGgGIdsR1JegDLiNQ/PayS4Wk+sTa9mXoO1LYF
pItjjuTwUbplrVn1jW4VgWY4hoY4PE4a1MPSmrWL3+Fv5m82Ymb5ImEaj570ImZ9Ug2wX2yqAPtT
XS21Xt61MTXkJi80el3SroNYVdkxD6pVzwbMt7F3CxpIbBZVuFDI2TNeN02fFrc2/Cbo4gQ3R7wW
wfxeKd93t5DuMo+oqPPLd5waUwdGPA/D6OV6U0PCirAh8w8+LBKgekfl1/qSt/j0MJqlIILdO2zI
wxPoF9N4CQ0rzM1iAJC+ntwLgydAg2GcptIUWOUh/OoaPzfVwN26vpBikUUJ0lhOT1misL+Vgrh2
fApBZx+++nHSSVtKY5f0siYkXB4TzH72qZ3AXO7xI0lfPwmUxt1rLjCItz5ux+XQkTk1Nzj/A91g
cGNlj85nmWsQPJne42OOjT1ZJwL1IYtWo54txszeDi0UeE+t5YxXScv66dOiszj9rOJszVUJh7Cw
0xgpIpsfHTxTw2e41ifF1x7OK+LLIAcRI7+CISKpVBu32Y3KzLQifmNgR/flEMwrjkK54PhAtAfL
WBqkNjtMMGnoV8hGs+AbXOXXpApxqLcXPw/iPTjIxhxF6CSt+OJx/6KyLvmYxtBFVGTN67ZCLppk
QBb22XyOZZZSW5IlVMOjZgNDy3EE+86TLlrZPxClXSBLig6sr20/mOWURjyxT1EXjvDfxT1r8T7J
O8dOVoKU8zzEjHzKJ1BeDlNSoxSQ88DQx7XTdXYKxyvIHvdPpHuVIpv8XdR2Q48NM8HagCweQrX8
LGCiOj7UShZ6qfIkaZ5XKF+CCgRmZV8n7wY0RKPvNXYVbAxrUWVFxPWTmFBjAlu8kcORrOirlSe0
qEXHvCZddxjDOsaX4ExGD8msryRXOl2DnxxqX9ZURW7T+KDmIYzmUvhl/djmEq5JpVdo/Huv0dxG
3pqJ9vdjNyPiqljTBlXUwhVurbC72zJzlJiP8Qzbg5uGOo3zPltChOkEDbzalCtJAnPheIXwZe47
k1VxSoeDWNncncWCpf45DUdnT3EmZAQyyQjLsyjhJD8QCSVmOZHInwocRs6UY1q30+MM6VTRVYqq
TN6LqV6f8vUKQPWjJ3dTnovwmINgs+AYRchxGH2CbR8Y5aC5CNql5v0s68i+duMcVShLD/GXVdbO
VrVjyQ3CNWAtBbpoety6lePSshtmNIw1EvRV47Allfem0CXo64h9zRjGNw3igY9OZeSugZWSKmnR
DlPFopg28GzVcdn3SUtvc9esPxJ0/7QPMZaOOvt28sXDEMTjc+hg8YoUiJj7huaxR+wUJeOzDTSU
5GbJKoo28geU0NGsDboogRs5Onkf1jGPP/QuaI4ibqkolVrMnRWyeGocHPQPAtO4SpfZVTGr+U2S
JMX9TJv1tokW+WVtbPuuIHKseEhfZDqqD2lbdEUJIvYE2ckshRjKJeSFm8oG0e56WoF3W2+ojZs3
Gi361rRrXhwwnWml/OyXUze26e0K+WLywQV59q6RDqqFQ2y6LLipVWadLGvM3Bxt8isLf3BTr+ZD
mlK6lparJYeUM7JuPfCrH8BFrouHbcqVx61B1h2GKUYew0nfHhpqo+DWRgkamtE+7cLbkUV18TgF
y2ROFn3+4ZunMqZVsSbW3M2JTpsviFzVcExNHMQ3mmue3LeLlaCxNp2VpYv0mL+RWerwaSAz0UfY
NKwdLAkmyi59YAv5OWBgCbdVuvKUH8KpZaacU45QtDBzxqtRIkZxZU0CQmS5puvMvy95SoZ7u/TW
fwOUyiEcYiZPMbsl1hZI3y0ahtojXHTq+DzmkrcvS4Tc/9h3CVEnk2HfOSCjabLLcJXfHYdMxeQJ
TTVtegf9LIkOUbGkxSVC29Tyi6M/QD3Nk8l1WK1FY9ntNEwkpCUMRXLcSPk2lusLUuMsRhYMyaa/
myY5YV9gXeaiB62wJN8JJKvus0hFcUnA20aCrFz2OZqICL4o3GkhTV76FJRCFKFZhdmBYKmsZ4vd
fRrn5WBVM+YfKXr6zVvusLd/mqahiNtDmg0Bzqu6SwP7jjrfLk0ZxHFGSmPqUVVFTWT8OPl8WX8l
aPeXP0aObrZj3gL197pKthQwHEj78RmM51Qsx87C3fVc8CDunylWGXbEkIxDju2JLRmKhaxD+/5N
S0LmbohgIlSHxI8IAUpJKW1gA98j/0DE1w7VavU1FgHGxbiX1oxj486FaMT4Jqegt6e+DUxxmaZi
TvHFfOHGwxDLxX4RRYpeJMpEMX0xTgz2pJtQBVUh5uiOD01NqwF3j+Z+bdukwSfJOJoBJ1TZq1Hb
AUHpQGEn8zZ7uOTCCGCo7wGgH86uXvLXgcSrQXSQeq+fVillOYKnWaIprJkJ+GJ5259Wl6dr1QBB
Ol88mZCgsWLOysm4PtClmY2bXrLIZeyXBdokP3oRhuxA3fVcLZsJjImbGmH2PYc1F2YdiRS5rVsw
Te90s/YfixyDcCDGJJEsQ45b5rdJ+jZAlLqGwXnxmNdnxAFRdmtwBLRfnSP8jBQgKj73sDjPWJUW
TchftU0ZgyV0pCifS0yylFQ5dtUV2VyAxjmfsYg/5q0LfTViwX8QUaqOsua0w1Kr59s+RAXjAfUK
kj7n3ULFrbNj8Q2VmE8IPUxMgVShkID3YMTEr13c1F/gZ9HyQ6OwKfJ2FA/GhIjMPAxG3EVmOau0
XwEcgYI+vOHZSOTDYMgkH8Z6nu5mrfv2KwjO5mcwiGk6LHOAz5gs2ZuYk+vljshxti+Je6OIJcyh
8QNideiazFJKl6kTmpULWrbaNYgNIFuwgN3lC+q12Akn1HdM++gg6AciMb9WetD4Pb4JBGNlnEKB
fkEpvZjuyZAPwTPJIOKDKCjrGnuxtGmMxEeZ13BCR3fd8uMSkrzNjm1O+UszgA1/jNAoMPxabCxs
FTBUrr7A7gAE2THNp+TYsXiNMTV5/G7kyEfOa9dOZdxiA9WlnUdQ7Jp4Zt/zVE3xG3Ezs9WqpgjZ
TpZIu5StzWXwmfOo/pZfQ5ObfEGX+YeV6p9GSJMg3C2GCMGsSsR8U4AJklcFHdXPPsWSLXMgOypg
QcLkKIsk/0/xTxCPQVjzI/wt6wSpDKDqpyXOXPZJN0GB/mNe1KgMBoWCM9KkYcVxQFCi3G1K+/67
lAuJsM8lrO3e4NRWtFU8MkduWpOsP5A6N/5ulHH9UzHpixSA7tXG94q5ZPgQ1CFNf0ZAZqQ/kFoy
VEbaJr0v+lFg7wjZWsVNNLjnsagzjVYj3C0lDW3CZx5Qimo2Qo/wLnUwFD0VdqTxYTE+JEdL7WRL
qeblHTyRo+SjHgv7EgTJ9DGvs+gDrtuNP/c1+i1ugh6J8SLVYo80yWHo61urP2LMxV0XCcjaaAtC
NjxOkv7Ss6IYqlR3ypU6qMUndOou5ZCiT0brxNG7cdHBc0bd8kALz/JTX8Ni5CjTdTkPwEqcIy3D
SwKOMfa8jkxvrGjS9Uk3PbqHrYXfT5kOc23euRkWr1/gwYHkbFpdwj6hNEyyktoV4xC7tsW2UJCI
9Ig4MvQf56H5wBaKIJGglNA0iDLaNIA9bOaDwwgZfHpM8wZ1Ewf+OTgl2ej5OdahfoP9eite47xH
E/gCAsMrx4uUhNtIzxW27dW4ckRtjDxpwbKkIhqv86Hva9ef2qFuWRUnmXbfrlrXS99Jpe6WLPMS
f0ME06uIEiefSJM5BGwrJ6c810F/Awll5l5Qiu6O2Ca67jSmaTsdYmZlBLkcyK3H3oXYROADc4tv
gXJErdNeI912EC3bdTWvU8BaW3XpHMnbILDKn2E/5n8EKbBJpQQa8q7x/YLlU+cYDuHCoyiSuRoG
425JHyHgZLy7WzVLX6FeHtAhAH9H1Dlg1ECSrP4UeMjJTzk6ZNYPqDMtFgfRFEY/TD42cQYGjvAo
D0xy1t2lww0F/8L8MKkKXwoN77lgiMyxY0qrKjbUGv7lMC8qHmCRlmdV4aieL0ufDMDVg5sNdmlt
ac7LIIXt4ckV5LoIg9Y2DeiKAzImbD7i0PqpcBeDpoyijPvFSCxj3Hf9nHF21hc9mrA5WDhqh1Bi
qjiJ3voEEdrBumJkVZZYil4fQ1fxximcXg4h/Ob5J4mCRlKqbmbsQ7h47B5NENDolmaRSitVxDI+
9KiG2arvLEpbJfrylubQoo8rfEr0MOYvAIJwW65wgdbHea3TvlxjnyCCKXRkvgcjqAplilaP4gUs
G5ud2apd9p3iR7mPEwJUep9OkcyqRGYifpaNC2GarJEUMD4p9bqigV+c4nYK1VqmaLa3KGCyzjdI
1A1KDpjUC4JCcM3rATDqYqofWB9yf4mScOkeCo06bUk1cfBL12z8GaaEs8fY1x2kIHUoups5t0H8
jBa1jGJNjcQ73P90qz6B3+jGE8RFWlW4VUnnb51TUwBAojf5JZAop3wKpbp+IYrE5xCNhW7R94cE
TD3OqB+KCv0VZppLeA5F8V1I4xTJZWqC7oZDZ2G/uXgtpkNNaW3ODvu1O4yp1uIoCcmHQwwijRHl
MKqVnZANyuKuTmC/BvGlvOLBQEvrDy3jxXJbmzDLK/SJNEV6gBNDiAXFa4X7bFyF9s0ttQvxiFmM
Tm5QJOhxWz8gtitRh41Eid483x4GTAN5SpY5Gn5mPBUyQO4QJYaUDYGJyS8tlEQ/l8ANmcFhqhAn
JlUgx+JMYx2vy0VEOcnf4BmtzL1Dar9o/HCetAlikIX0T2nG5fIxwK8pgpJFhvTz6epmjYTU5t4m
j/M1g76rg14sCL6gl4XB1Fo3zdOqognJyjgTigWeCNSssgp3LSmy1XBSRfedr8iuIadaMxX+HI0N
BgQDWYqEqTdot7Wg1fTj7VT0c/6UYvNoECrmrf8h2P8wd2bLcSNZmn6VsrxuZGNzuKOts8wGiAgy
gksERVJL3sAkisK+73j6+cDMmRZDWeJUXo2VrMyUpBgg4HA/598ObMTvSTKW6c4O7UIbubuVVTAs
2WniO5tyn3fZdKUtdhWlUf0cVbYYldcZLmnNo7R79WCAz8WMfwH/7764jd2n7yutL7VTGUL43A1r
o0piwawy05dDTa4xtrmqyfZRDu/FIrEra9dIGh9nyxzFvr7ClBqK0V/gkEo63biRsdzowunU1VjB
JF1TXSvnmrLIbu+LLEmbgwytsdxrPcPMf7d0PdB9Z63Zdn2Za72XSXPUrkudgKc7rW/7mD2OGHrf
pTIutnOfq+Y2bjuMLrnQ5fCwZKjIfKW3kDyxlRVEzDSh1j0pp62CB2ts2fwL5hskw3LQFuZrU7KS
a5jtxyq0ZuopZlD7hpy6/nIuC9e6bEDZx4ssdRb9PaiiEIc4hQn0Kz1HALDFuqk3asPaXMC2VkRN
29WNafa+5eSJ5vHO3ThVO9twjYJ4jJ1uIK2ud7FmwPc4BRTP7GWMWFPeXE+V2DSRFPZlN/XuclnZ
k6YXRLqZY++C6YXMSit710iuhdG07XvRkqr+LEO7z68pbGO5y0TUu/fjCDWzyUKVhLgTEaee4qLI
nKsgzIr0flTcmKvZVGl70HtG6twMXKvJyPF5Eaekl3l4mJLGTR9p9OJg8PWearneJKXKga1tMtpi
3e95mSvNJ/vDmasNPKBU7i5FGrxGGMtPJBjqreG7LgGY+TaHCmr7PQVYw43tZFI1J87pAuAZMQ5U
GrWbO99b3HbMVa6I0uUR9iSYdgNv8s5dFnlNE+1oV6YWuBR2jk56nbnSeMq80BPHqS7SRNbieslK
TK6GOZfdpzHuXUIr0p7okF0XVtMcecboCAnHaSK60utWDb4DsNH+ng9E1p9KYhdac7dGvRpgGpNg
+rpqFndIfDcfx3Qz5806Ua5rnVvRBHaxtzGXj5d1UfXWJhzmqrg2W3JqgEh1+NZybmS/iwHxDU9r
DUPbwVF28SZToUvbWdVtRYVk5bH1eZKMeb8KljCZ3hHJYHdg71HQLF+tQljhlyot9WyvW1gd9zqo
b32DQbvpHjIiqaltCmFP14attfO3uRZJdT3PodYC8E2m8heXcsQDX+7hVuK2RexXd/ZNr+ft6Hcz
g0P3DZeQbPrFNFMfbbwDZ27bq6JxUDsXMeltNjAZ+FEf07C9abrFKA6SsXfL+rRlgNfB7WZGt7fS
Tr4A82nWJhFKq1rCWuln/LZgtedbKuuUA5KNdG3zx6Yaj67WDJY/a5rR8LKousEuUYn1DroVcBWV
RCPcYyuHTMPZHcv4a7+ej19lj1OdeAMR7uvSnQ1PZ7/L7q2mMTvevVDkdedVqsXoD8TEoCgZ6bG+
sUyhIa+xwjq4NSPZjTu2UbIQh6yIh+cumarpulxkLj40U+/YNC910h/mWS7TByXzajiuGY7WZZv3
gZcTdlN7VKPhCpZX08CZC4F5UvPsykMb4TS4hSjJyWCgNl6AtuoU1EowuNIW3WeMq7XyMBaZ43Zy
qhTUrqmjd8gkDCqigaHM7xKUjZyLzNggu9EdVOC+l5XuIu4tdPis4aIImrrsvBi/n+2VCh2B5cN9
N/0zQFIIeAtgo3efQSuWWPOcjvI18QS7bAeGmJW4PTxC6uk7dxP2UIYDFZPtRJ9wWM994/UjQ2zq
i3zoRJz4Y01+OHWo7kzC2DRWhJRj8x9t0xHPqwl1AVNldb6OIqj1NNXVgU9QsvVo8a+1q2GMwmrv
Riv2G9J+T9W6Z9rBsTTbZgtasPToWrVA2/9H0E/6NLd2dklQ9zRtdCcpe2+ZI3GEsCr6jRNg/v57
CqbzZCFntou8LNpsq7sfE/vBGf6envk8UEhk1gBdw8+14ncK0CIWf9NCcx4nVBJ46AaxlDuOSR0Q
yR30m5bdun3Dw/svAqugDF4rfYDCzA5FGsyExvtXR2XcXeWjVhIj2DYVgJM5JIwFkG5tnqYW6JYG
K9F0v9QmntPPJVSrquiv1EZnwrIQimaKtUbuSqaZZpsYH8EN4sHap16DfoSLU/uff9K/ElOd6cya
umWpoSneEQhQy/tuLoN+U4XUuZuRk4l0UhJJMqrSaS7euMP/QjV3nk6UoA/jNDHFzlHM5OiIndnW
YM1v/EL/6qefqc8qJvq1MnIFypH8S9oY70dVBX9PlKefyUMp0+u8CgOxmxn74UXNvI/7zPqbP/xM
YdYZRleUvSN2YNBbiNTYCwyQx58/5n91V87kocE0xJ1wY2cX6lrLmT4EnhFx+v+9n75+6nfiODOt
LNRB3Bdzycnm7VymTC7l/c9/+L9YoefRRE5j5GM1JSyXSLrm1xZMafR1ZzaZK6TMvPKqfonyS3wl
ovpb4/ms80SYSIWjJEZI7BiHKj7YddPeJgbw6s9/oZfN9S/e7vM8GJnMFrBQaO9y5UYg0G4xj5Ar
/O95NjrnvU3lzX8pbKNwLuIqeUiW+MFgpYnLoI37iF4ljLZMZ/w6DRajm71OUpL9cXX/+TT9V/hc
nv64jvaf/83fn8qKZj+MurO//vOhzPnz3+u/+b/f8/pf/PPiubz9nD+359/06t/wc//83M3n7vOr
v2ypy7v5rn9u5nfPbZ91Lz+fK1y/8//1i/94fvkpD3P1/NsvT7At3frTSAYrfvnzS/uvv/2CmfM/
v//pf35pvfzffvlfRVhmn8++/flz2/32i2n/Cr7jEMIioBZ0aPhf/jE+r18xjF8daUp0CLYj+J41
mqhg2Gn02y+a/Ss+R0kzb5ou3bghzF/+0Zb9y9cM9Ssos478QUdjxJesX/7Phb16MP/zoP5R9Pmp
jIuu/e2XFxvz/6wjpSuSeVzdtLhGnezQ86ibEj0crki5k4nZ6YApFLyZl1c9m9OFsjL9lAeDuJ/b
OBGbhKMFTakrNN+ErPwaasgM/SJS+ed6tgAsUfZNHxtEKMeZuYO/d7GNkNQco/FDQ4dh+y06iVsb
5FddZWBYuW+jqLI9I2+0JwZcRY3nagmRwSgg1xA0TXL6N8mcVX6W0psl8K2NJ02lrzw+YsLtoND7
XQQjPcEHeJMCnM7o7QeUkjounDQKvoWpHuYkOeTTzMbYj66vt1n8fp6TuqR2wtnqyfU1IXaNGQ/u
Gh25IaY0wzsY9H1CfrY+JZtJpMomD9sscZ9WFHM+AUTde3uMw+lQjSl9WttK4hXrsBRu58lpHMMb
LSWtTOrFUE5IORW6VG/UIEu2eWUl/14sGg9SQO/zq7u0TcKiinu9j2LTWszZcfaxXshjqsvxQxBM
bvXGLr3u9d8vF1e5UpEnbsDsG5Z+nurkZgWGKtM4jmThWRvEjXV+2ZR9G10O4RLHp+9eoz9X66vV
+WIF/e7zDLTqJlJGFBe2cAUY9+vfqqBNCoK4/+I4boMU1EqzjwWB7p9juuPyksK8jA5uWZj1VraO
WfimE7kQ6zPenW2E+uyqDCer8JYuGj8ljSIZJuKh1e0z9nVllB/DcHZJl8yI65nSnhqsCwnFulAd
sUhXpFgDhztti5zYdDCm0Na6jeVZ9SpaIx9xOljNVBge2pIoAYINqxvXgOw7WZ1RflA2CLinBtJJ
NqCjsIJLaBt+pjH9nH5xFDlahNhQD8Fo0ctmDYz0dpGL1ex0VTVIuuIWpzeZd9Vl1ljjfJCxM1Qb
jbgrYyeo7L/qeSQ/zqytFBQTbAtRtj1Ely39/mW/NPAJdUzXdiFEJp47FYnDKKox2owE5AO0kYo/
gIvULZqOeWMSAgTB6ZfmnJDxFhni2EhMEIgnTCQUVbpQFNVEZ3hh3cW5106ONmxsujd54eq5OE1F
0bqH2EEj7VkLt8BL6Fq/dOEQFjtnIEHRXxCj6Bsp6P58YZc5bJtumZ+NKJxHv0/z2fAdDb2rB2ca
5LtsTgvz3bIYNuReFmFvnKqyv20ZESiunS4nXFMnQO7QYrRGa4fY3L1iBBo5Ngvg/4fIcvOXNrtC
iqy4zgOo27IqDJL6GqF/lu+TBhlak4kYojx0bQCMLLU+LIPZkpjS9BqcFHRft41yROyE2OTR+lup
tPGmth67Awwbt8IR7nRPdWfG6HgqC609UW0kaViFmi4mRDfCG4ckaOEC6zFn6cyhPFhFKq9RMOfF
JmK6p7aPujSJYDhRT1wktcN0OFnQevsJ7WOx7Y1EJ5uwjI33aTjUz7Dx6XNkK2K44ZI6Mo/KxakP
Vdjk+8bUeuGnqq0cmNlpuex0Ia/JaBmYeNDomd8u4tZMzKI4VHGTGDtlJelhWU2p/gplfbDUMq0y
k+qQ62OHga8bnydp9h9i7qK5kXaDdlUww7vcoEVGl5CtwcJ+JYCktpk5NCdHpbNi/MFSFNuxmBMo
YFD3aNPBux47Y7GfHO7xh0zTQuiTyoUzNht02/48z4N2sYRNxCyAuu+EHzDJQyE4jhWAaFw2ldeY
xXgPL5sjK7NUHoEPE0bmxyHKrABgrvGZPBanu26Uat85S/0tY4MpvKQsRmNTd6IBI9MmY1tYZvNg
ROn0LPrRMoFFnHZPJJIWXrhCNgKRR5498xRTSVBPiFrHTTWM02omZmpTE/93V2YRylN8dkOELmrR
Wr+cM3SEoRN3DYbNUn1RJmp8bSZS5KpfKvVtsoRzHPWweo6WsmoQMFui2OhNBv4e1uu0rmxEDek7
lpU+kqjb3Mhqmb71OZseeuI8+FjlQ514LA88CcgS2KYWYzTvXbut3s24/UqPlwi+1yReet7McSWP
oZ6a+ATCkdYw66S2kl1V+FSARH8AkADgW0vB1G80k6G7i7I6JkAMAesPeDa+bK1lMHYI3d13gSKo
lC42RsI+DlPP5c62Xm/gVurHgONxpRfs4NlZBDOHoJ6QDZRups8QPoO67uCiVP+0ThHsfK2uk5wZ
Ab3ge8Y2V9eR6ZR3ejvhuYrqqW4u3SwnXdELQ0avX5AnikL9KjDhY/yo75AiLzpql0PdG/BQmWYS
9ihMV1DZ5oOUjAxx5VWazQsKYny5d+ZcjbTdbAPDRhVmfFykGCvfKbXwZkriUG4rcsp+TxGYqEtt
zorn2AktOghkOI9NrQUOM98RsfoRwzMuu6JFXcJAgqTYlGFiKsbFtVZ1685DLzcoAmMdPck8G8Dg
IWjeWJdOdYgsaoENQ+TLcDMGMcRWHyn9/dh2xnMT1OqryAV3tZvD6IgRXvs4DQl6IqTx8bckROLt
EYtd94cxzaHYZVvbaIxVm/MK0XT0fl5G/TcymQ17g/GnL3cqt/UGamfCU5UF5lRvM5uUU0/hESjw
EwbgTuNUT4lnZI5tekPgBKjGXJfdP56X4iFCG/DUJK79yV267rjQT30om0Z/KoIAII/pJigSpbWg
jMlMhZU4a42x841GHwSQgF6jLuW+tz5hkMmHRMLOr8I7dF72MIylb+lJoMNx5qLexrZtfcEcY5rM
AplHSrjZrNGu6t2R0e/wByEC7s5DgWAjB8hL8T7Uu5hUNits/GAW6V2Tmuz7sO/BcercNdKuo8/z
tHjSjE2UZuOnKhxAlXptiXA6jcESbWyMLAcx8XYxQyyyQXGTIj2NSUuK4TS7pcBAHnUnY6GW3Li4
I58Y4FI1nkGZ9K0e+uJjOoTBVzSSWes5Sag+qgFltmcUDA3HTJIzxsqUpfMV7SVzDRSWaNuzCC0y
t1k6OQ9Lkzmfu7APP+UdL51XtB2uDj1t624n9ESPmCuyRBOaf023vFgR5QvSWQwf8yJwPtLULLSc
KKSktnjMDJmyq3Qcq5HhVnFYUh4Mevkth64yOMRa83biLfu9rKT1JOQIosnQmwBRF3ozqN7cqtNN
jqJ2uK6UzBrO9DFqTi1qj48DTUCBpyhNLnNjwZ9jj3Vf7+UQFeDf9ZAxNCro02zrptg3/DZIZbFF
hptWPsr6rPfMiunP18Ka8PnLLtO6K5dkQ0QYIUCsP2mxNrzD3OAOfjiOxb1A127ejlo71ZeNtnSs
yMIGoaXbwNNlT/4g7M4YfHIohfEFzDUcEk8n2hH9t0t5SWHm1MzQ6y/SOjHnGvZYunbFZejh8iGN
KSkPtajyOeBER4cVeUU4inHXo1rk0eeopOMvMbIqWNQws/AmlVgErrPKcEz6bJTZSUjVOAT5SXPm
EWuVRhlh+lYmoK69DKVnMvo5VSvkmpPFpnaa0XOm16p3tSD0J71doq9mIzJtlxd2Ik9pQ+DHV/pU
fh8VEAmCemdmZ9zratBdHBjRlOo9RGHhmr7pqjKGpjSbalPWE7+FiNVMK0NW/iwvWtnX8WOLPEVk
mwT6s3+/zPVSPgIF5Cage6oHD2jSBIJwlEGAPJQiZnMJ55TUTHPKkcHexZHlIIGAW22cdzGTpFwU
J9FE7U1yoOQU1QqudgN3mwJtsUOW7eMMW4V6po0cnf0xRF2xJUXRbm+0qIyK66JuhvGmlbXsSsQ1
KM8TDzeNpZiw0NT6EWugSH3IbGu8qyoIlHuzrZRzkzchhOpszcN7V8Oz7BlpwEindM4pb9S45L4R
QHB/GCMUji1MX+4TuwMVJWOkhJcFhOnHFq1LsBWTOxDSNscKnjgYKU+shtOwUK32wDhHQoCg1Bdn
C6WeGBR4nRleJ45sMRDQXgDZuul4kRsmnrNKjebHaEE+umlQqhuXdWRny1aViwC3FxGGZ2OsI92v
o7gpt9Li5rO+AmTFVSdbmlZ7XpAi5YDAx7rLrGjbBcmQbqEDq2kT55pdHRL4q3ibuFX4rSStyfQi
VbiJBwDfvNNFHi9MmhO5ubUROCwec6i7E5Jfrqy8StCL2hzdEiqNkj2mTRhtyuA6iHJrIzBgvhsN
0T+ZWAe+LvS94UdNX5UiVRPehWURpGiUhxT3i9U2k78M0/jVREySnILSZsMW0EE1ihK3n/nVy36b
OwanNxh7+9ywJKAONSbpwAYug5c2hDl5lT7ju5BKNBBI5Kg/TjaJJcRFUOLOCzi6lw2xI3GQtuOd
Kss28dB26eZF1OKT8TW63dgb9UIcjUSm+DLdMHzQGyf/tFAuOZ7LCYH9KKmsbFdHGqKvLAqXL4tM
VOhVU5TVXtkG4AiDPsVEqopEPdWBDO8CJ56CTVIt6Yz6KM3pyxDncCgxUz3gFTGm7g+a498Cy27i
p6Zsy2/dORT2Cj07Vs/Ffdc8P3c3n6vz7/z/EDQjLvi7fn8F5V7BZvcrovWPq7J5foWdvfyrP9Az
js5fXVOXjmGsQJVa47n+RM8A1hydwV3EVq/Y2ZrH/yd6ZqlfHV47gDWCKUFCDL70J3hmWb+aBO3o
rhRkWkkXNO7fwM5exo/8DzghlcWluVydLS0XHY9+xn+I1HDChf7llEAenyLBTKGBHdOjldBug34p
L6cQT16j0NPE4YgXUKu67DLX5u7aabNoE9iZTZuZNuNNFZn1xk473gpkfNGFZursjN/d3r+AU85o
qZcLxlYKnMe550j9nJ5qKqQGLi7FU2wu2p1F2QRjjTUna8zQd/r8Iw2g9UBwoBv5WuiUyBjRDfz8
Il5D8es1AOegOHf5w+Mzz25aV5dRZ8ssO2mJYx+DRRIaNxj13o5TF70pBc/Grru3kv3P8PL1Y3lA
uE1XQIk/50FvUUy7HppteYqoyZ0jjWHxSeSOeTubZXxhS1QSS1WFD3Gar3nVQ2mY0OiLUl6Eizje
5czRuTO7kfgNiPxia8rGeIMxWNml18vJdJGwmFJ3mExonwf554HVMnWsyE4dpq7r0caVFLktjgbH
HOaabEuJ4bWbxK01RNNbSW8vz/7805WUpmPzrkn7fEhBi5fKkm5bnDijbhO9ih5sKpfbHoPwjZbU
8cFxsgL7Uj0FfmQbzb6tySJ0cVQc6B2Nzc9XyVkUIc8LW7+tIygh2tS09PPYvyWRbiW6Mj4RMcEr
NaDme1rs3rjV3anNmfETis+08O0jg5dNRJgumJMpqvk61MoivAE2yqNNP+CA0d9+Uj++SJZhOwxy
0E1n1Qie52YLLRExk9vUsa70cu9M5XLLSdt+MsisvUCY5HpUd+altdjdVZYk2qHEAvfGLXpZsq+e
GKyC64D5qvWpmedzp6Ok4xRvzeg0cU5fMFCiejRqrdyPmibvkI2wjsGi1R017WraiwQmznaIdI89
oDzNUYTpWksyidIkzN4jWrmncpu8SkQtp3lvY4BpO3FVlO34RJyEvJts8uptwuN3czo91JifKO1K
VMK8d/1lkNRXo25Uy6ZHFc/pHBb5+yKYeZHm9UHp2K0f62WmeaeM98Ku7t9h8ig/BVHMpSYMasi8
KpmNzUKGLqhyPB/dsBiffr6yoFVev2UWpwVbvyQrgnWlc6R8zzfmiFAae+qSkx2P6FALPb2M7Gn4
SOCAQRZTOtxSoBq7Za5yz6a5f4O4/quPFwQSsKpNB0f1GVMbutli2eMYn9Azawe9JpzCiGZxxSpt
LmnXUGNjgq4hcuUTuhbzDUT9JQzu9aJxdd1xOR8tyIIfhgPMQ+BiNQ2zk06FztBpZPxbgtnX3U4s
4xMKu+rTy6KeZt24bZDdfjMaFVEy1pmrPIym8q5ywho9vRLjpssQ2MKitsbt4DAICiHwzGO0gwj9
AzLUek/Tbdx2DNy8CPuYLxklsRG+FfDOeEK4zX2ArufD0rcVcESfKQThwo1wqYHCmZ6WF8YtlhQ+
eoynkIZr6Roag2YwbvtmLeCIoMXl5vJ3zXDHp3TuxVVUh/nHSB/qR6I4goOjjfNV9LKxO40u79DN
VJ/yGH3uGwfsXz1cZXKPHNMwqEqs12trECj2xkakJ40jnk6XPe5UGVZIfRkbl0awzF8KohQwhpEH
ocHivrG41sXz+uGyI5nKMoTL4kbx+frzczOnEBFBi0cxrD6R47y+UesOhUiy+mQX7ZuT2Vb+5ewT
1y2QCohoRziM9Y58x97jn8PLqInxSH3DS5xGbnPIiir1Y6M1kbUUzkbE8YIiX2LMsVE4T8a80xKA
jJ+/1n9xYNCYcq4rXFDmj0RmUE8q1Co1HSM9Cq874hZ2Ffpgf2AsDuJ/occ3WdIGWzCz9LorWE0g
I66zGUq5zRJt8EgRGD6qOHwj8+qHU92i1AT/p9LReSTnoWP5OIcVRY9+xCgSXxjT0Bxskw6P7EDn
0xqK5dmrBi8sl/iN1fBjzcNHwwUq6h2lDPP8lKKlC1Vpd8wqQCv5WA3YMEt0IgWcKm8KZgDjltFw
8mQViM/CILO9hXmeI3LLFT+I9FVnNo6XUzSXlyqUOK5+/sx+fF1YMmxEBmF6+vrGvF48td660Vib
9lFHqv/YdxZe4Lrvf++MqLmORNwdJYjCQCiSITbzkjlffv75P9Y8lrXeG0tCZzrWDxNwdAdt8oz9
/BiUrvahnfPaxzTWbgwznHZw9eSW10Z8EzYaET11MofvgfgSyyvYaR6xLelvHek/vk2vrueM7exV
nQ8pXuljnjsfwyg+GG7y7Y3f+TWDuxZW/M78P02AQbl3viiUMcCDhso8ymZGi6yWrt/BFJf7ogni
6z7MgDlSifVQL6tPEwLXy3AZVnyvSPeAhFnvG7bRfS2LGIuL27tvLNofXxdXV2sRrAiCsZ1ziV44
lvREdlaewikwrzFPrVOV4tyIMPzqceZlOrOtIT5sdSAt1HqjOflxA3UNBypdmM56SK66i++3M6fL
6gW1bH1qRicCKo+c7lERGnEr2x4df4dx/o1HjlzjbAe1bSKJHIU03TUp59Yb8t0OGqWmmeWqT+5E
jF28j0LbQhdbYp0qy2L7so3SDwGe9kZ3k0nms2a16E6kBmhbSRDAp6Vw863ZSH1HYgGw+JRxx3Ay
3nSulHfUftMVI7Y2ARrV9y9dS1r2+sPPV5U6X1VMPJGSds4RBtXoD7WoNHHsrcLXY9jG1TUa8PpK
oH3a2a19P3d4aqvQSK9L5LAw2pD6T31aPzZkyXyawzqsPINKc+9gHNm0sQZ/WgYT8PbonEYIuJsy
KT7id6AIGIx0+V0n//Riaqg2QjwzDyqyxufUNebTSwVQJk65J3BmeYfTW//qZgGGex3z4CadxPR7
jlD7Q9rLYZ+WAdVtHE+Xumq4QlVblwDE2qWRpsGuHgeHqPWx2EEjucfAgKUQJLtsulkoPIdaRYpU
7JIUNtZQae4cf5Zqshu4MIyZvopSRgcgPbsCRhxPSiYpJ0z1XmOXu046DWur6Pv7HLLFXcTRBI/b
DcHigpoV2udcLJTwoZ1vnXyBHu06A/y60SNnI6P4tjK79BuOmuJR2la5D7vKTG/CaSgfzaLSrzDi
cwL2yfKkItP4FOeB3CuAup1LeB+FnDDjN1bx+XtjAxJKg6bVwiWGC+as8BDuyvBC9hzrQlCITT3N
glgrNxt7MRaA6Y0i/ny5rZsYBxqzjh36Q4RQr1+aNrEwFjiJdeQo7R6bsakvZrjFnOC5SVrbny/u
l1DDsyJHAD+xqvmjzPNeFPvoZBZqsF9UTZkXV+3wnsyR6Erl7fSU02T5TqtQ/1hamF7SdA5bW7bD
NXX0o4qJZ/NEyN0PFTHhEXKSFHsfTqBZD0lqI2/pUp+j4U2F4Pkz4R6Bm9kGM/vYXX7oURf0NKMw
W4N8FETqXtKTBttQuV+X08QlFa4D3Vc1VnclSb5+kLb9Ffue6fXMUfrWjc54wDuqb1BQFGhgtOxh
4CV9fOPW/rD7cZEQ/jbgmeMi8jk78Ra1GMArXGSLqAqdvJUYt4VMix1O+P4izCp3P7tu8JDhGLtF
2zU+FGm8ycushdGKn4XOfNU3qpIVHzyvaR32M8pnwSlkvHz9ux2Zz1xsLPjmEZGEIL7B6B4nAyNu
EJfyPqFOu5qDctpnJnYnqWXl70NHYI+nDQpLamLda11vXSdlR1syqvHJjqK/ddte4E8i03jFz8eo
CpgSs2YkODjWaNzW1ZKdRBJ8cBG7XvUtAXp5UmWXss3LK93V31XYRZ6GBeE37Xl31MLojeEMP4B6
PEYqOcA19N6IFs/OzZCkgyB1R+PoVphhiRutPhEyzwadRYgBZmk29/hK3uw+1m3l7MXEG2UbAqTI
cclYeb0NYFvpswYu/hgWbviFqBwH7HXIfIrNlpzHhZSJpRBXeDTlnWUu5f6PJvCNNfxXV6FQbLjc
A3tV351dRTpOocYksGOqzCojVofcATIxo22C45XUxPKLXi9kduIP8ZP1vxd911782xcBoA3XbK+g
uGuc4wqyb3ppTeZyBHmIrsqS899YlP2UxrZxK7FvX1dTdouRJt6MQoCdtbZ64xpeWpnXj4NrgNtk
wiAX8qJ1/b6UId8EOquw9eNE42FhzNFps9cXlwQYOtEgj6ny4UOdXTEv0a0d1cb9RF7Tc4kLlCwq
W1SfgjAFlmgxuz2mVt/utcE2cY5X4kqs7WvIBPB9YzjtY15gfawQnpAKCjEb76QyYMXKLqZMUJKm
9wWnlcv4ZpvPbf3xAAJwAyQlTkB32MLODryMAAp8voRPvewRuIFopSSzZaJFyLtZSuOqKUj5L8P6
M67A7B2nurqz4SWueo1KsgyFfYF8Zib9idw1HBPbSdNqVDL5RICAWDZha4/PTTtat2UnPjbWAKpB
DsgeS6IkD6Ft33Mw4sAjqtD/AyKdJss61suo5g0hJAmbdlwPF0tk27wK0/xuZsvYdJGZeVQGzuIZ
K5o6pQJEWystcUUFk94O5rCtnQXTUZfUh75VaDtScptSfSQBJA/BMxR5MTPDffel26R3mOdCFr7B
2kqd/CsWWeMd5x6uVB7V3pGxcXCruX6Y3ar/tnS1ua2WUvdyco5uIs6dCzczl10LmfyeGfLalyrv
kDpEK3pg8Xc6VnMt9KpSDBsZF9ZFAtd4E2To6ujZWCp0ZepuGItyr+AV7mq3ja7yiihPlKMHO5Sr
LvhubiL7ItQRQkDBEBtUOom6fimch6WjTDEqdSCqJTk0so0vBIjylCcRnsxOHmYzmrZIIGtcWsN0
tYxmti9WGCzpcWZ5bj0/FzJKb+ME7BcxBnVmno1XNXF0e7hF7QNpZs/Fkrq342ziFWfiZrRvAjSK
kZV/zhE2H+jJtF3fpYOnEiM6KiJ1r/Ng1VkUfTxf2qU4GRl6JadaruNUcxHrEPO6R5TQPea1NbzL
k44TCDbqvTSy+ipTrTH5TST5jy/fZOtZcQ1SJ+6R2B0CBOPbRia4EhDDhuRYuP+bujPZjlvJsuyv
1A8gFxpDN3WH9ySdvUhNsEhKQt8YOgPw9bnhiqoM8SmlylWjGsVbei8Edzhgdu3ec/bJf+5VTj2a
60vXdzEq3mglb3CcSvtQUFTfZlGi7yw745WTtjve0VGGYeEvh8cEZPDh0jNGDMJtuPxomI7MdUgl
955mGaZJqbuoo8Zp1Q9+CaiO0n8PexElQ3vqwGJ8tcLhOh8M98Rv2q2hOIVrNjiHUwRa2TDN2wBJ
T7SzxdQ9Iogb17G07avEbr1jk+XjugOSu8pMiSSL2jk7XXajSMJ5W9UIV1elVlqPHC/ra2PKIPkI
TzvWeZVvXCXETWIm1Rr0DB79Sla3pU8vPUJaFiQjgqahhJY2JaoOwHl2O6Q8iMs6OO8bxKiwxkr/
fsDSflX6ctw3SmRBoo0wQHmSFznKACxQxMYrTsQGeegkWzi/9VwHHSrztRB6/ORaLr2FKdHiwHD6
cG3WjfjSQpH44SrtoNUiPOiZ751ipw63QjpiHavi2Whdk6U0fANUl90DNHPf4Mi8hNABN14pil1U
5u5tLqH3YbhW+8uqGPOaPbENbRmj8MESnIEKKsqal/FtZnG+kTpradsOX60GPd5qLElibbw2O7D2
V4e0I7J1pcVDYwXdYL2hl2mfKHu7J7H0V3+28keZ8xDqQgCbnar4LWtY/bQ0m9Z8T4Y1g+vtDBln
6znkADVNTXSFlEzsHI5BTxJV7Mafomk7FkO4bnu9vU3VgkkTXXSGNhAdBresbwa7LE4abGhgN4AL
q5UnIFqsXDEj97eKdBs1nvzipXp4EwLTpmnjsrxgZhg3bjfdh6Yvj0p36ldIhSyE3chYAhVr1m9m
5TCAs2x2mbZJ5WssLb7zpVNyuXs5YvtbtAZANefiI5ToUlcFmIFdkc81VJ04u9aMIf8QwrRfgBqr
bwUJ1Nfom7yzA6D0wezldFzc1NtmbK2D7rbqYAh8pG5IHtWcFPW2gr27isjfXRUhetuha+TaSfPu
yUXis1BhKZlRsP2rBzCNZvdU1z7iCZHk5h7JMiPLFDuA7Ef7yJZjPjsFq7pvVY9mol/DUu6eZnyw
6Lm0zl6ZSW6gqsquLM2Yj8UkKzRTU3bVehlPczRxNZSM9bPQevq45dwu9KDKDNq+a66c0X8pOlF/
r8FSQ1SoTSSi5aC/Vk5yX0K92Gmq2EKQGU5eZEV7JyNlEL+Jd90RFXsQhmnvvWyApzc4mNM9ta6A
xz5M4G8CH83IxjQK77qIi1vHUelpQBh85y3VJiAufrlLh7tN0cIiYC3dnclyq4rhwUQsV3Gu3lCU
zt8TCDnXA5yJny3HdCmO0kQTO+Ay7hq7CmDawaLBh2KJSGIXQJAf5UCvtFi/ogWWByjMW6Cq1WKB
SSP2Ni1+AXJzBUgz3SoAJyddRf2qUJX+WDCnxUogp4+Sui+gMxO5MF0apOqz17VPyIwYPSOTSoI6
NL5hzm6/iKrWwE2n+nSyQlIqfE3SmmvT6YhVqF/HjVvshqlhphbK7LpJtE2BHmfV+CK7MUZksmGZ
yUPPqGQnBwDCqlDfoXCP14ZveceMkdQG57dBQpBIHsxMd47V1LOwmUO49UwzvM81QIcmsqxzXhJd
ZohQ2rxVvPXoj/QnejT5eWzmiOH0ZAxfDSdvHy+t0ku5J50qucOmUXyfQ4txflk2awjH0aoF4RRU
tgihjHLGM0DeeJCwxkWVKt0zuio6EwIsSOer6TnH1X4kuQRei202NxVL845jTXXATQOUSJe4cSQ3
8tBLSs3AtFpaPrzgX8IesRJTU/96uOyQAFUPLXPLQ21ZJa5sYQKYbElbleuZ2DrkxLO5TqAcAV1d
3mUoaUEkK+u+X5pnpa/TrberDT2lIQqynDvVg8FUC6OkIpkUGebDZIGCgmOm7SiDjCddcw5lpuyZ
xw4+9lBhMF8lQ+rd4SJbquJFPaDwcX/V81Hj60PEvBtNg3cGibT5WlNWcIhoFhW4rHANrJGIsfIA
O+JPlJKcKJc6spyH+tVvlkPWGM4pb4Dj9fdpy5/OoU6lTPDcS9RGPIFIBCFDOLM40sGJjwl+xA/f
HLsbrM9w+L3Wmw95p7WnpK3MfgXbQ74LIblczmyWluusHjskNo9R7Wln9IbOVlrzOKw9Yy4P5ICz
+pqa29fBYJl8HmPAG34rMppkG8gcWn+ThoiBkyQb71WZnLPQkjOwfy6HudsdHhgwtd/0XhteOiZl
VxVtNQ/cFxNorF6ze7h0eXLTNb+Vbai96FS91UqXVntn9bX8XjUmk+g2BkWSiprzODSzfhUPLchr
JzKTA+C6bVLa81XDx3ll5Wm61QBJ+hCTbngtZ6/B1lrrXxOFQHBdQis7jbP5BH9B3M95fTul9pOb
O/4TYCPvwDo6rPx+kdYaOmSAqOQtI2C3CpmtIwKcN5OTIkIXYQuABJYNqI/CAM5QmVpQhH2+stz6
3kand2BuM2G/aWyE6479Gru1usIDIVBhDmoLvMA5zTicRIp3QTeT5MVz4zf0G1RuSGoh5pAksDZN
iQlgRMyTdZPciXhYsCjTAKhOWA2IzLocV4DU5inoSq15B48ku3Wcd+FNaSurDLrREt949kL/QGJz
n15XkGYaJPGQZyGiRi+lU9s3URzXP0q/dhQ49CT+IgtfpF/ySV92ADqfqPxGq0H1HLfaFYS9IdqM
qVnIK3cstK9xAme4NloAc+M47fIWFR/Un2gVudG58KzjRIjI0fTUeKMcI4X+lMtrNOHfZdJyHErT
JL8jkGaRQRtF9saKCHImg7AFvzxhMds4vW1eAUk2/BWsXPetHajlAUS3cXvMylI851FnJUHi9+N5
aGFM3oYDtnVATj3Y5J2wTSA1yP35+7yRrr+7APptJLE7BbNmk0sOF8MEAVsOoWBamHMCgD5X2uvL
8Pln/ZA7cFEAPjrhuU6s/nyZU196tBgHig2T7+ogHc6xePGpootQ4/2GDs2rYxYVr87lP0t1A9MG
cOTqoEMF5nmJDYRIl9oD6FeySwtOKZf/FA2je5cvM++IbrkXgMgetsCPl0aj1d1mM49GoxfGDZsm
00eHplRRJPI1SRv1wXquUIpylGMb5orhcmqOipqiwKswVFYI0QPlQMdel0CHX0ERg7Lzx8T50SfK
ZjVa1jK4OHyVMurTkwVy9eQ4fRbkckTuVpIr8dwtB96oUPRl0aAgJUk81jowU5zT/cRlzNKTpMHa
vPT+ukyw7Iy109W8VDXmNGoUvDe01u9EmLdnEk26J8sOxRb7AK9hHOJBWT5GVbf8hVpUX1ZJwV1T
i7ZhridsIRFi9ONczMZWz+rkRgKRDLG7lPRFDS1eOmh88zhS8J4h4W7RS4/7qYh/9INHNgmy6gPb
wa2SMEcHoykPReyHe1YH9wk7DYVC0rNJ8RVXlLvRnnhSGHUgoK7ymNpKI0Dioa0K85p31lWAfYaR
NITOuK+6vnviZ+f+UW1mm2aMo01HxF4IF7K4K0Q4z2uyfPRjHWtb1dvyuuja/EaWGv8Q5W+XTogB
vv9QtVCyTJ0Aan/mFOEZWfTN17z5evIkRjzooPE7ZhRuDgD7kEHKcnNcb3nEyna4pRdsnUYNtWw+
JQlD8uWHVXb7ZIwGrUM3c/YFOzqnE6Bn9KDs+6wu9pefdk51oL0CIXm+ATOGPrrtineXwvthKC1M
tqr4ouUxx1XodjhgUqPYCCLEHgs9Mw6c/whum3WaH9kI1BlZ5E0a69EKkD+tVDLq8RICcWHWEybm
Fh+WtysUM5DLE5xmNPWijHa2OyUpq9wyDvi5o1qhQuHM5P0gl44FtNrxQKd8Oo6qeoq15N3Fg31O
JdZQdkAxBdhezbUazP5KkUaIycey7vqpaT58EXr3bSwz9PvLDRPS1763gJhy+DioeXCFIo5SIqtv
CLcmKBETxQRYMsFbkZg6zM62A6e5TC/hk47vhttn9LVgCkGXDdEne2myDiOyLkQMMNLT3HyjcJyd
5yYFYg7l5uulQRPlGi9LONUOabvSnZ5/CqdcxynW4ZBbT7SxvsDSLoCfSjv7qrUIo9vOQkxzkRgB
tSq/5WMY3l4ed7hxmNeoLSLKXd7uLM/8Nd0Q664b88ds6V/rThVGgQkV3cSiRUPAieiWSHyBHsxI
mnDS0RIecMvXgG2zwLUGtHfbhcy95n3s3JXqkhlXFsovZ+kbw5sCvTCGlb7tDBwhMUXZXSImCnhb
U42xYlTImGLm2F0E8HCdFZBgrDdjKCl29Iw2Xxdry5MemsXXMWyHNXVtfL6sbgI1xd607YekSbwb
0DyWhaOC89vliLTYfjEzublxG1q1/dQs5eTleMd+RLMQMR2HUnQzyM0zCzJEC/mo0jPvTqFEeAIu
xZJCwkj7VIaEnHQAB9dLGDb5D4Z/FNo4nHSG1RhrRBeMY8YfzfIoKzm8240TArOR+q1ORu+2yrXs
1U6m5pCMYtMQjXBDc0y7BzfG4WXp9GFSVR+dUabuimetuFZ23bzmonHWBlK/dQ4D+v7S2fZDuzsB
FuZQMxZb8oYFbseyPZcXfdTS2ro0JJHfVV9yIi2OThtVHMQmDTByGG00OJasCEMFurNNy5sc7S7s
uiHaMWMdbnrUIjvPXRbW2rXfIPDlJ8Im3Ls4ivsb8ksAweqp+sHoBlPvMBggp0axtaFBJ3jIWIxy
RQU9FnpxSzR7tS+6KWYGYfkf7jzRs0FbOpRu/z7h8DvYU3VjWLMRuH2HbcPXQ6oiw9tqLXpGFygW
YROSqnzAt9iuGKvHN3bCBBnmJY9IF1XmuhUZv1LX5cnGZpGaAjpkuCAzP++/EYARiWM/pXybfkzV
R28zWs0ussPLPu9GA3uUOy+NAFfqPGuOm/M7LAOgyk9CLB+2u4EmEd1BDhp3dI9cmhf6dH95llAP
44/0gYBb1VASbOPjBaQHe+jL2tt7eIwOEi/JwZdqU2OVvDL0IX4csvoN62p8RUFDUWan2ZXekXoj
BqKRa9E95YsOw6tdWL+hb279poivDU4HOPXG6TEz/fExFHp24/sUBk5pYfZOO3EsBsBtlfBuXA7V
IHY18xvPU/I6IKs9XZ74vwwgftMRR84G58JjmUEO/6kjLrvUI6alY9yIqeuR5vk3b06qY6tI8xgM
uzw2le7tSIMq7pN4+DIMA2NQU4NKn/hl+P2nglei0wIJr8LbP3+6f6pKGA55On6ARVLifh7RkBYF
CgkD+1nneV1nqGuyi8xAiCUAZ6iy9NT3ZYwHt5ah/5cM0d/IjFBa6oKCxsFxAyXi1wER8bClo+Bf
nAfSWwi188f69bIi06XSN0aSyWs91p8VUEdOEV1t3VqEgn3HSVih+CiS7Z9vxj/nm7gWPPpOru/+
RqWYNL4a+lDzzrVLPQbsg7kF7MhFg0pXMBMs3n++4G9ugOt7+OF8IuawJrmfhF6U20NaF5F2njT2
rpyeYkbUgE4OlDnp56muxL1WjcOOHcq/jhNj5LDDh1sp2TVHJ3H85z9/oMvD+Oukig/E1HAZ7+IV
MT8NDs1EUBN0s3YmYNC7c8PY/2hm+rt6E6pt17Y/8mHwd5HlTQfwdTOlUHQ3dV79wyf+ZRGa478D
wo3lWdNT8naa8KSXMRVvknhPghd+36s++ct87Tc6BAgyhu4aFhobTIqfXjF9gM3beaZ17so+22Ca
7PZEX9E3yggxkCr8iu65u43KFO+ucMicCUvCH900xOlKxsQ1EW1Yh5H/EImTGMZto3fNXkUu7Otl
v/CK3Lv78402lhv5643mI6PJ1H2G/D70kF8f/UpkZUwmu312MyJFXL21tkMssl2CpWFLQ9k+ddjp
Dh52zddxbNptFqlXwzM4FS8HHXpK3jabpvhvr+TyxP3jc7FjGC5OGD7dp1cSk0rtcBYWZxW36XNV
ueEuFUn/1JKVEiR5ZN4VYF9SEB8c6x3/CLEN6ygsXO3a6GcSR5ZC6OIhDyEGfPR4N4IhzMvNX+7f
P/W1ns7J0+EzIhZ3P2sRFnGtwsJtnrPLhOfSA0vATr4mlPm4wJk/rElYOFhN/lYmaRYoc6bTuszz
/vxJ/rloeNyo5V3hEbTcz9Jiai42HZ2B52Wgq8egt317CTewouImXHwCf77eP7WhXA8hno9IEauQ
90kYokyJRWnIzTMBS6lOI/GDcUy5q+pUIM7z7JPK/eagiHdgCENR8Oer/0Y6C1GHayPHBHIjnE+v
WiKnYc5LXrUxNLob1Tl0tCfHu+mBEWzDbjgyYcDCW4hkPY6o8zJbyjucnmReloX2MVb1o6eK6A41
0t/uzG9+CQNpCj/Cou51PhsYmiqubF21zjnJUc1eBIIXnRkD4/qVfOD26c/34je/BGuOi6hj2S+Q
d/z6Ck8UvgKppX322Tv3tsUJbzCS6qHIK8Y4Bfz0uunxV2JWOdpgrVZ/vvxF8fnpVWWRRrO6rCIW
6Ktfr6+R/Ok7tWefM83uDzhUon3p5SV2zaldEcodGNMiIWbE+zzMXnltTt5j60tSMDJFnmEzDH/x
af3u4eAD0WR1yJYwDefT7gGwS6+t2nHO9OycpyYlSwQ8fxptawRFNDIc94fAyE2znheEvNY9MVrd
zojjkggvk+xso4uTd/gf6mOcF7nDn+/Yb34w7hK3GlE1i8bnza0GI6RFluudhZEtPe9GMMLqC/WR
LkPazMjGj0uxfFmvxnFmNPHnD/AbexSbK24A20CMTzv006rfjZXwk7i3z96QTvdtBOnAXJL0pik7
VXbXnQpydreGNYb7ZBzzXebQtv3Lc/ObPd5DZ8EKIkzQa//QSOF4qJyZRf3Wt/sjkvKSedzY7YBd
MA7V5vnFG2F6y4a2D8NIMW7N5I7k0v5kkeGaBnmTyU1rtm99ZJTB2JfJtxS90dnRaKfIcCZwFyz6
3xwkv9mXMFEs2hJeFzQ0nx6t3AbkCvEpvW2XNY6OlXvX42w8idpZTiXL2K+3//c2/T+yID/+ndf3
f+dS/v+I6mcKFrP/nuv3VCbd92//65SU0beq+He+3+X/+C+P8n/A8MOShLUUKyRONw5GPz3KGkZk
NN3sHxiYORGxn/wfk7Kj/we1Jyp3tN8+L6ngQfiXSVn4/Ct2WOolhwXPtf8nHuVP8nKOO+hVXXfR
ZCPP8/Cg/Lp6zgUWfQhVxXqbPhTX9epmvT/dnYIffrD/W5I5LptfqqrlYsJBjafzybkVfLlPF8u6
GI0miR3sJZNEkFI1rrdVU95i4qg1X9tNJKidGmJLqwDMhfFsFDLZQrsWB5QdboJALfJ+hFll/Bjb
sjpqsHcOUz65yADc5NHDRE21XeXNw0ym484tZX2ra55zctgDXkolG1RBtchWdleHHNjtiaHO2CVf
GSmQIAZd2/lidXkZBp4oTaY1I8SSQOZZA0An8QZr5yhNPKgs7f1z5peEoRGTgA5ndkewAJE11MPB
j+AbbIss9V7MHhRQUHUArzY9jKEePnjhf6+pGdW+i+yo2hAzIiykDLox7ppMZ1uYWgat64Z4A1Jb
B1mjDJbFaB80VwzevQlLB3wrh6DxIIh1Yyw9tEV21JGacvt6oktUYY07Umk8/ykUdtIGwICifeeT
07Fr/LF4jas5PyvJIr2alKcNy4bZwl7zpjBghEfQGwqp4bqwl/BGNSMcWedFDsatsATR4AT6xGt6
4wjVKwn1zHAMN6cHNyx5IgNkX3QihP0QvmPToqnJJd7V2Kia21hRLR2mVO9UIKAcN6sEgtJDpXzn
bJqEf20QkmTs0FpIQEicj8YWkCTeK6bK5etg2Ul9RKypwG7BfNsC3rPeDYKwvbucqXBD7y/lA9tt
223ErJvmNs3Rpa06GBNYhUTZPxIBU8E/8utSbuAE+u2hqzv9XTf6iTNujDQC9tsy4wNIqU70V71X
WD9utk5DJub63E7RHheX9TQbJDat06LqEJfVVhP06BgefaJ0jJVrauWHqm31bYgd+VJNSr/G0p7s
Qaq7CPyyQiP1DvhUoJD7FIRNO/PBB/n/iHiguPfHQaK3mYh3sIpYnkQfgZBhiGU+LF7nbSjNad5A
U7bTVUu283NlNDhSKgshQkhg4J7wU4+SOEoVIxaixt/Af4wfldRawh28dt71VUXzzHKbYgDa6XPm
7uFvxsREGeHaI8z4rZjTbM+U0nqWRk9+yBJ/DHrKbsW6ThEWruKqAHLSKPctim2TKYQRVncJUSU7
tBjgFo3YRVeCjGuCUaRzFhkSn40RUr4bbUoEcNG6t8L0zSOsod/FKbixRo3q2gHpcps5fam2TJBQ
oDdGUl5zEPSJgJlQktBRjGq8IJUNMm3MJn1b8tq+49NaQq5BBfwNafnpiLr0hXzL9FmgLaAI+OV+
XbQKIwPV1zkGAMag0vW900T7f9s1bn/Wqv+OsfztFSx6P+hHYFd9RnMi+JcN2mSDYoNRh7tnqPf/
eIVPCy/tY0WwKldYHGx8B7f7G9L8t99B0LvhtcKdZS+Fy7+J4o2ZoWaq2eiD3EAjZUOmzV++w6eC
Dd/s0pAB2MpkhaqVU++vl4hqko+IG+A56Mgxuo77Wn8gZsT7kkRCM056I+uSbxZ1a5NQuOtSJOGG
NlF+bSz2isCz2hRhwtgXX0ZpCJIqIn2aXxpj0Iu9HMvG2IUEYYxXOj2bIjDy7K+Nrl+PZnwDnh46
5GBp8QBDSv10aJWE2EgHTAOWHoM27jfPZwxQ6YRbib/U+MsP+l+Hop9Xop1GJ50yW/APv94rTRht
rNMdX4Gzewy9BkGUO98RJD0Hf352f38h+Caorzn8U4388rtzCHaKhBy7leixQyXNmsSZZ2JLX/58
mX/eOZfJjI+JyOW3/8dLODp55U0c5FZ4MgMLfdWaYf/rWDp7TWV/udavNfZy75Z+gov5HQQM9den
Fz5xs07oSIlXvTceynQrybkb63lttqfY3f75exm/lkSXi/Gl6HtyXud/PzdwiMVFaD/GpGIXFmqE
Z52sE/dEL2MlvTd3uG+io1dcWShW/3Jh7A//eEao+xhJLGwInpDPT6MSzIrqsrFW0rTx9yAydogc
8cndAr8YnUvlj9bCqnS/mRjFj1FXzveWGqpNB2tNBKKJk2rPRp+cU2z/QDacuozXMTIXKju7115q
VeS7wSbOBw2KVp5So6+fJt/kabGRWD2GU2K8ghb0v4aek8J195Y8D9OWYYLCNe8l9n7SYTeJ5ZD0
JIhH0tYpPeQr8EvdofKo7gjuVMN7DjqQfO7IVE90AsjsbaThoJNvvXubg217H3WugAsoxTweSWTU
yQuulf7e0dq+zbOwnZlRhrQElKPNR712W9B7iZ/cW330nf0hmsjiLXvieSEmo9+YOigWGFSNB/os
iXnqvdp0jj6xcQ8I7JvqMNZ2s51qrf2WTFF3a5eMtwmTKcnbjvKN6AoiEuN0Ai7Y1oPZ7Ibesa4t
oZhXIpshOzZ2Pfoo3lBpIujwuOnbsTLqd7SIOSCwfq4pPKesGM/1jFIYvJssYJ9Nw1vo9dWJLAEr
iKXU73zCSG+NBsw2HA7nyptDyD2QdgWKiz5NA7zA1dn0q6HYDkOn9w/RmLvJKpUSWbKTtdV43Wot
qsXIaYlxhp4G1Xedwh7sd6BFesLEMtedAiut1ENdulG8JsAtgwLpHyFoZ3u7GsNt7DXWHYUh8Ukl
a/jOiMJtDpp4jaZrxWNnuc8kzIVXWuOjPEJiFF0BECzVkR/T3LbkWgejFw5HutRTwQwxWuARdVo+
Kt4a6KiZQ/yxyfJx1fvZUK1MM3btqy5SRDh7jvZcm4jhkGT1LcbMtBc81U4T31I8uGuJ2snbEutI
d75DpHvdd8O8aTWUyKvOapKDWYdxdd93k15vx3Dy+1PBrTz7KEEOKvTZPEoY+4zaeHasneKvcyIM
Cgj3uxVWXPLKO+S2mx4846npAB6MhMJMe7uteJZXCfzXbTQxP1xRIaptS2obwEGF/gKfwaByLCuI
BMwzkos2/RjIhDI24Rh22n6yQVc+YLpK39pK86sT/RL3ABe2zIKRLHuHsEPffnRo8iRXnVWipgP2
WtiBdJr0K8KGtO6ASLd+GAzs6jvBmQyNfApgrlgZjasdSubZfVBRX34pM0LMtonZqsAKrW5bisl/
iBHRb+1p8djRa+reTGbIW6H1CjCqam5HGnOUz6L+YRpK7FMdomCSat4+bZr+zZO62thR0vJyjbk3
BIagZRtAHAWrmPThsG/hwjy1YWqaAOkK3V2lUR9/I6XLuw/DIdHWmirnL41lEf/j1vn85sepiQs3
1Mutqwb72Jo17NSRVXc7kOHw4lix9zZN0kBEjRZ2p6F3uh36lM9B0OK8MhtZwLJsDO3NbWPLwI2A
gLYn9jQLShGOeVCbeLk2DnJ8VD0scsMum/P2ikHdl6qs4zfGl+UVg9T5I00csuVVUfjVhqOwBG5b
xLrajRDe42W6njxNSRMR2dRqzc5G6tVAqRMi2ei5XvxQHcqsrLYUtgHAZs5O9+ucEVxfjuYZ40Zr
bAyrRpSV2VgxrmyBWwh1WDTp68IefbnXElQzKycsxztOmEpeN0aa989Fb6uwDBhfI+AMuqQWgV4m
DSIrluhFfg0yJRnN8ZHPXRJI5qk3PR2H+rXjtLTuaWiLNdPK2Nl29O60k5Xi6NrHGsXYqilSYpOk
oXDCKEPuXDetvjkY9jHko+s4FrJBNd1P2rxxcx+I96C32n3MWDHaAq5MnuawsLEdjOTAp2WNeBru
d1D1URRIiOvPXm0585UBvRxY8jz2j7KBWYxutCxvO5ghu56QgXesLyBUeh9i2tbJ5tra6FXsWU+5
h9yzHKP6lDdR4+6rTngGI3dDNZusmmZSghOoPuqBs186H3M9Saqt282muHU70RYvXSiV3IrE7JM7
PMdkbhW9fgSOWRlf8z6mC+glthS3ivrxShr5cMcJbBZ7Qyoz3CMdgd2NrenGEKVzT6qZKdazUxMA
7BnhEDIb7DQ2OzmNTvQGWtBublzRTwQvE8XubdMe48J+VHIyn7usqjloOWo8uc0Q7au29qPraQAl
sxzDm8NkajTga4b5vDldkp8iu8cg5UFnXuI0TZ9UuKmoj9NY5NFaEBAH2Re4bLHuw6aVLWoeH9FR
NDn5Nm1ztNc0j+bspNngz1cp/Yt7ho2N3A+ZYzp79oZmb9N4KZAMVy3Otcj+UkRmTGwfTQeFy2Xo
9jjtii/o5ueXmQXA3UYiKbet5k1pwGo7HLCgGLwljt0CijFjA0NW0992M8rQq6KOR2MtSDYxwBiM
jVxVk2/di24uubOj2tUkEb+R/9bodNTD5MHKWp0jQWhtnNQMN3PvkRU6UVXs3CKdUEekODJ7uC8O
R/7YZgVzZ6PCnzcDfsln1zo0jLSMq8x3FPknRhWW96LCw7fJ+kF/YGSplTsieZmVtnrjuze2NUX3
yAtZe8iTFk9zHN+zTBtpAGiol3sZjn1KcG/kqxtIVilY5lIiLNSEdwW/XKdN1CDcOSECtml7OClN
gq60+NRgTCc2U4bVtGVSDYRxOh4HxE7raqa0GoECFl+1Mc957wYPjeLUKvi6pZXgNqWbL1D0A0F6
x0BobNACgRuOrFrfCxsePj4yldp7NJcapClQ78iWUX5pS8CznGjZGHarkJa+cZJnwGkIlT6rzkjY
xkhW9W4cY04LHGKeX649D4MravMyOqDM5a9ohtl+mX2dPgQD0Wo34MDMWGsR9uyjlqzOQzT3WXls
IckFHrj8eDFLZdE9KKR+COjwZZCQwUYFhVaS6Go7MxVUPT3ilG+HBxQ8ayMBMOdFsglKejOBIkBO
6ih/YuZvBH/48ZaUbrkOQTFuI97+YiV7yPs57rD9iFuZuZTdzBgxHe8qM3K9/SG1waXh39JHIxxh
10KgL9lrGbDivGmL4W4olMw2IZne/r633Q6hU6m/otwjpZXheU1e5zCdirYexcrrfJFjaCJ1basc
gtdewDyiXJDIPdtViy/0yuxaiPVIDoYrfeoq89rPBOTgkVHie8rmSmFA7DaeASDiq4qZ1WlcwBdp
OBe3IwJv701Blo6efb1EJdzOfsqW5rg4ZcMGnXiNOqFSimJC01+1cQn4pBPd3o2WifKmKFrnZBaG
R9OBIHsCZNE7rSUJBubWCyESx1M8j4d6oFzcVlU9lkcxa+F7YQKLMwqz1F45RvXzWiT1pD0AnPdc
ek5JUa2499Nbl4bZ9M104S6/G01lJNveJXs0QD3VFA92FrOEdLKu1n3jx9RatHGDCp9EARaq9jem
hfsE/dkYr0eztR77qeCcUECHJThQCw8ag0Z43IDPvSt2jGGdx34E915I+aMUGRU0nc3VmGaHKcuQ
8GA5mkqL4HXfiVuQQY12yCaZbV1GOvvUT+GBA2R/rNttRynf0hlaJf7AC6CPVlecZ7ujU21k/jSD
8O7nObDQ4nLcIPv5TpmptFZqbr0bTyKe5ZRhg0ecOEOJov+RE1P3xCtHwHOdeafWr82t5rXaDyPi
zVqzNE8HpfshOephLPXTPMKm3bD+Rx9Mv/od/sRae+oJpCY5kfxlFJSpQbYINaq+NeZkGoOJaefw
XPuEiMSVj1YoWyKhG1uDjssxqwmaLsOtlZu6t2EmUGKmkZW5CxsMIodknqf/JO08e+NG1rT9h14C
LGZ+JdlJ3QotyXL4Qjgyk8Ucfv1e9GJ3rZagxsE78LFnznhcZFWx6gl3iA5ASGlZi7ZQQdGW9YBB
wzCmBwV8knZo0joqT05uQW0x2bRfksYuwY7kkxw33YLHMe6zy3isYk2fDxyL8YGkCnRJ3upqshHp
OP/kNsA8JFsKRFymWNVuonrNu/B1ZtSyi7dWPtj7NMJcoFKl1e5lGsXjI/wBjM0bC03hGeT/jxr9
jFt6mOYutDM3QJ8JQWatzsLq1CvJ+EVFcwEroHIae4wae6vj2IwgP27GJU+RuKCKbt90oUyL5650
KE92rKe9qXWZfdFJilfWYYHOOLDZswKO9BuMWXUCJWwtxyhWuyPy8Mb3qdCQlIdKqpa3yzgiZaDh
6RA/WiHCkFyT2F94eq/MR2XAv2RTG+p0B2e43LfGgPMtuUk2YehgmWiGDM1PWSb9vaI0ZXug6pj9
wHwYp80hDDoTXsV2mUWY3Zp1vHw1BfF5oHWNnpKoInm+zC2y+Z3QBl/n2kVolho9ppjDApSq4/7p
vLDV3ECxmiawKqvmCmhtedJT+LOHFBEPYE0mMYPb58EMB3/bAUPfJtnQbecpzR+lAH2tqrW96aHj
ld6IUN3OHeLoW0p17VnOEnWVEs4JmOo8OVdNq740gpS1XNTs3qQWtcknC3VsigbhV62RNgU6UR8d
DTlRXC4YdpJRLTdGPA6faegnfyDejsTkkzvtELOf7/A1Iy/vrAZopeBODEBPdvdzZeCvSyseqU/D
nG/iNk6CBZmWZcsnZ4KGRYnAL0brp9Vqym1GbT31ikgtz4Sk1dd+EEZL6NWSyS50wX1DDwFel6iy
YXDQmWSaNIU0kMCGubOGqT1lSZaf2NEiQIsq3fLoNeIRlXgejfwJRNWjYVLd8FIdABt7IxdtMCHw
8IeDRtwgrOYa29CKx8NM/I6DLv4nn9uml/GOP824y2I9k0EBN8Ujk9V/AlrMNujXgEBebDH6pWxH
4QE8yqFjGO5XB87BvpokNSplavvY11uFKyPXwwUKqxFLtJO6qg1qzoMXRcncrUYm+cVCZLc6aK1S
UzSvrfIm0STskDxEmnSIrOwMDXX6qjRR8WjVWMCbSjQdc5o1p7EJKzYdYhN3lWMV+2HWs8cm7OwN
rDvTL23Ik12buBA43SHxHJL3la3WF4EFSuZb35tF0Nlaa+3xCgeByyYw+22MDoi9kari7oB4CMUb
Jx7Ax30iBEQ+ObsFLGhgNaGg+zcTf9daesQNftlHNAkOzeRiGovIaxeU49DCTTWmZ5dWzjkWgg7L
aE4hUu1wZlcSrrIEA3X4pz4frd0yrEa2kzUUpV8DndpXWkjFAucq9M/7FteRXoxbMSpcPDYOlgi9
hf2A/QFuQj505tn20aBKSdNbCP6QbsV0VjQnJk2um5PRD13gSNqHYTyjHDCupililphEaet/1LpF
AZsx1bJdxvkxe8LMo60uZzcYmQjHRyd0OIEgb7BXR/H/d4Rp+YabvvzWm63fJU76GLZCH27l0pvB
Gjx/cubMfir6qugJW+ES/FwcV36eG8UYtsriqPkD08Hng5nTDI8BLJKP2RUmat1SKPdisSyafmtt
kDhgwuwKkzZ73ieQuudTGQnze5Wg7+s11EWDRiex2Cb4iY4e8au2UedMRfZX1HYKviXMtnU8cB11
9fAT05B+A5bqAXZHhIaHJJOCXjMOp37g07EVVfPx+jAe2tJ0flsQxzB510bd77R4+QII2IC1Po+P
FMHIJV04b0eHr0tQrmzx+C5xAG6CuNdoxi00bDZjsiRPITi4baMn9sYVZYgTAn3p1JtyNsGmoZ8E
FcaOa9NXEoEP9kAT1XcQ+j9bWCAaaH5ZcJFCdp5HIjYNT+GC1sSLcqKRlxY7VUj10AJm0bYZKkh9
e1JzmWzcQvnVQd1YvIZ8/HfYgwnZQH8QfinGeGtiPX0cG1hjXidgrO3Hsmm/20Zh7FR7dQ3qkbbd
zzAtoP20OqR10HXNWUNR7H7KWTg3U/tNhs9poBbJSDwkoOoZsCJxQanRmfSh7CzmrUxg3soe2bFm
uMXMe340Bjc5LbOxcMoKWms35i4+432T7uGl5J3fGMTjO2yN+i9LUtr2jdoVE6ctcge31ORnwsOK
pGnSIlD6Dnks+VNtvZAbjjejU46IVo7TsI+wYvwlCSo7DyHSIhgkW8MTo9rjqLOUwRIKAyy7lQ0v
HXHwj7yyWIfGInXcZPBR8iCGX0a4rZKT3ZZOVbr7pkEMxIsltAOPsLO+jUeH05eQzdD9dJnLTy4i
gCJIaJPcT/Hg4nDUw8bc1UYHizB168G+0/Gj3zoDhFkftf2sBnRgjugCjUkC49DuD1qct+4uJNb/
nvWptYvlkH1XdMNB1WHUxA1EWjQbSB7mcZfU7j2fJQp6VA5i3YDYkkxmeHBBu2G10iY58hzEye7W
Jh66lRkOEZCUpIt7QNR8kclg+A1EQ0SQ3CL83JDyuL7Ww3D0KpbsxaIIa9MpSlv9ERVl/KWG1DhY
Bc+/VUdMngLcqAmb9EFrkcONw7GFHmNQGIRw3NyG0ez8oqD5u4IphpUQFmPthKzjbCYV8sW04vNN
BDP+Se+Mfpc0WvJHz7NZEieEBJ6OUqxGxBUdZw/P7eI0p1lq8ilgk+DVrVnSp4AA+h3Kb6Gir91P
L0YI3sIL4W8fhV7idtX3udAP2iLVftcvSg8heGwb2F0FFECvN/ou2+RR0aTbVIln6G2ioD/ZqcoQ
Pk857tcouiAuuaXBDGKZhmB4i5GjnXloCGbtLitz/QQDTMPQvIhmF0ED6vt3MaC82Ysac8JAHJev
n4Li+OBnSpGcUgN1O2T1o9ne63g8KjtwKtZ3IA5i9CSRkxXA5+93skKQ5RyJ2nmWVoGdY8/OPvV2
z3PY2BVlB3fMFEgyJkWWyCtiaaUPGhYudkDNvqf0z5QBSm3r8XsRI+LgI/dSf8eKJll+dSRa+cNA
3HsoOQOnfQlgoPNaqWlnEVVWFoRZKZ6VNdrdR4Yu2r1b6UiddFilGYpS3Deh1T71IjOpm9eq+L0k
erydSjEpqDRDT/bbSZfYK1sxFEPmfQvx1qICLdQtsUlyawxduOxyJWoQEdT6/QiUgDSqcZf71Vvo
gbBuvCt1xMB9W0ySgoJq87usKfxVzr3a+Oibw3ajVxu1XlOilrFToTcaR2zKlFXCLnyBaKJCZi4b
5wRspsLeqaMK/9hrfNh+wiZ+KZaSkBHPIqhcCGEVL00/Z/Mmq/s83iyDgnZOH1E/9XolSl+ShnIA
Z7OlrJ45YbBYRnuKOty2ZjsDRlnmDh2gavrOYFm4AfRTPymL0nzKC2nSWePG+m0UafqQF6kTlJwV
QP1QLt7kltWRBzttXBwryoXYVC/G6OeQvDSkY3r3T96RuXpq2IsFn6a2HXe6uszJ1rUjA1eaRToD
auVuvsewDOxLNdnxoSwyQ2FqBiQyoqz+WpizeRv2ijyobjc+qfhZcbuiWueFv120Ac4oMzfb1P2V
2N7smo0IaHRSOZgIQHPfQmwVInkm1N8tygjIck+pgxFRidjsMQM//zkNY3ziMGUlNVMb9jM9ZfcT
VcH7Ic6fQ2FmVaBbMVZcY9RKVrECQdJNPYmGTI9FPHf7trJsYCp4DBznkkLISQ0NN9qiPlw3N7Ib
O3noU4x8AoOlxqW1LodN2Q+YSrphNkDSBJAdwREx6BAWyHCfDJw5yy0rnlA/I6XI71UI2p4saQwF
YFrikIeMIwr0mGlytmPct1fpGT7W66UbdVhgeZYrs8YH/u9+o9EnUr8tNbhN7FRjkzRiIsAsF+25
LdLyHsEXIsGMuiNTRfa2naiNZrvUzrkXytohPRuTZk5vUOG3v4hMS45IjrTzfQPPVnjmpCNHVMbi
JnLTERFBVH40KORJ/SMTdZlsm2bJx89S0rOAdgfHdNdIncu2SexqMyjhSKuOqs1ZjsNyhPw2ZeeS
9hxv5sDFfRCd6ZwTDODLmzydK6j+pa18Wlqp3qt419WeWlA2MrO6UDclPCSSOs3SCHQQYrxFCsj+
rKtrKTxSOkvb6GVundhL4ZY4St266ImXN1MnjB9EnMyQaQrZ7Ol1fVpt3unn5Dp0y7Zo7WWnFY7T
BWmEH90zIiW18PFYFRWFxaVnvF5BH5BP26JLYCGmazkKx3VuDcoLsqv1PrW5Ur0iyecfLJy4Tew2
zb5lvLanFYmmPNEUzWmuDBmibYVi609j5wAixr+rDTLRUhAw0wbZFnpPw6ErXEQxl0jKZhdB5X/G
OmHIIQZO06duhpEvMf46zZSrz3TR029lh+Uf7sxFc7CLTqLO35SgwCZT24AdpEZZhLPdbIy8TZ9K
MdcOdP+swnQAwvBToRIO3KJlMeaPXYWfj184kE+9cIBSsgXCICE4N4gQBCg95CrRiG39UQC95Idu
lB3NmoLz0dfdvD3EPTHED0kTZ/6kWKWIH9uwgI0M71zPEcIxKOmbTjN+Goa0SIJwSspP7Ti5xMit
QxWd7rqieCXGI9V2GVwlPndhJ2l9JVn7VYcKfZDqEsP5rRBKMdJ8eUla3QD3OGVPsSmpKxnhGELv
0K2ealuvqbWHD8cEf1aOUj11YySSu8xEmuYxjmd2eMreso8mV/ahwEk1uUnpMpOTxsw+Hgxa/x0E
Z3cnshH5Db11rTM0HDo20KyKBwS+2yedtN9YPaJkchN2ljxHEaIyp1HTym2OW+FXi0Co9YYppNaY
qtjbtm47f68zCIp+j/Yvpm0roNrXuLeno7JEuHIKI5raoJr65EHHQQ2tETOsq8/1ghl0nlgq2XiU
5Z9LFQSCp4q2e+5Mq3meLRvqpmFJhWI/TEJnqZs4WFwFYSFX7zMToyhyCL+oM41ikuyLEwW9/Myz
4/JnIFKN+uHcN8ehNJsHYRGYaEa9vMh6jm8rU3MCnZZ7IJZ8wNsEcgvLSecACckGaf7dbJlYI864
TUHhr/PUhnKL48ZesdVGO6dlr/0yVOliKJzowzbLAXV+TYgBqX3O4CI8Wo/2HktGympm2p/oudnf
hOxxFUYNlbJ6g2GmW9ZhthsbNSlIBBN9qxmpeh4qbdhpiVVjxJ3MxqcQw2rmvOdAsru6j/c9OTFd
y6IVew1Fm95LSreDEz5G7sakOfGHK0sAXJWNE4Rmmn9v+6a5BVoYP1QQOVKPbVVWnkX9r4LBBhLS
KwHM9o+1VmsPuMQn26QYpjsouNoX0XQCcSdhbmrJH1XTvQ99xL8R9k1qWoi5Nsrt3FYzu8SA4DAg
pzVs9EFJnRtaP9NnKkXllshZXbxilt2x0ePo1jal/aL2FtbajdbfyREh8STK6HfikNeSr4iIAj6N
MSxnQhr/v/iWws2AxsND2vRUqvKQB4osfRsVQr3HUQ0IpYQdFxQcJ597leBeZWtuwDQ6k9eF8Dz/
IMWSsxJolVY3KKC3GDDlnMd7gnQQsPGYqod8DIunVLTjN73ETdajMNoS1UfYPmOME8p2D46vvIFh
a+3RHrGQ9s3hkeemqhSPM/gG2plpnf5GTGX5qrUmnRGVTluzp1w5436iduptTAeQuTAKGR5GvQdx
O7qJ/lvnM9yFqhE2gd6lKNSUSpY/RpFD1QEgi3iEhZQSSVF1w7FOG8ptDHuWtKjDES9KdOcTCg2V
ubFwHoW5kOJYFgxF0QcFasnlIXQjhOWK3pbKlohCoiNOj3Bf5tGSP8/JMuEiXIwnjbjO9eaMU25b
caUdwf31uJcuRflgOgQ5cwg9kcqraCPSGzUkblkXbhu2BNX31Dmd6Nuw1BofSmOuzS26CHgQD9Ft
n7SApfW57IYXLALHnRvN7eSFtWJOh15bDKrODoU0PvGaJBK9gcDmmFT8tkV/AOWr/ZJ3w8aa5Y7z
InsIJ/S5brKoyx7jvqQtz1IcIdEtn+i2R+1douIFSP0QsTH6n9GzxO16p419ehcJiyI1QL0IRAlx
erq1IQNCHJ97vouFCet9fL2wNFyUevLmKW5+Nijzow1TdcM3MzU5tMIaLbK26lwEH+lv5ShblNXG
oStRPvaM+mjMaNOFHGN3pDDWfd9NzRlhlyRFpwMx/XkoWhS5EZwKHaQf0aOS7hrTI4uWVq1hb2LN
LPa9wznso2eqPtI4o/Bb82dBu0Nd6DBz2Qw3nWX192M9gG/M60aPto3p4H6KphxYmgSTQQ3kRV89
6Kmh3SIuHutHsHUIGOsI5/S+06jVg9KVGc2dgU+FTn9CrlE391FjmHwbY7lLiW+OIoyX72GTjU9N
B5DS6xdzPDVuv7QbuL2h65s2AdZWwj12PCHz4UDlGsU5Iu/PQM6RHAhNnbaDUYvvPZJsiFxRj6xw
L5qyDW6PmDSa02xgagtD+XM+qc0JyaYp82KWRd82RlEXftMpsvZsFEw3uZpnq2qXE24JE4RDbals
LXqmqCOd6ULE8xNIgrz5QtjTtEDN6nhvwjz+06qqo+wKFxutB1J5Z9j1xDOB3uYIaagD6loelCmn
2KxtXNOrVz0goAxm+sgxkIFcUivuD/yBds3SaZ9s0U90C8dqw4yrX4H24Rw0oBkxaQGZDAE/N/dI
EruYlCPomeYcywVu4PSHWnq6Lrz4jT51ikVpnQAgo9B3ShPNOMEWqFO/ABj3SZeR8WJAwA8yW4t/
ORqPsm+MSbY0IConJVvEcnF94ik+zk47fXZxUbK2OJw06oYT1wWIxWUYfXadxvkVzYuWHdDGoIwE
OrEpNwTwEy6xshK3s4tHL/on4/ylw5D0B/KX+vfaGVoFMFjpfItBNnW+XiM9Rjc/cn7FtC9cjnj6
L5RQYbr7Cphqji6loU0Up8V92s1QIQS4DFTO7FkicJA67pkSJjAQLXKSp6FoVHmXheo48hmmJgEL
fMbhvjDi5SYWw/RT5V79rVd1PPtDpnHuVO7q8kumNH3RpMBnoFZETpc9ScL9Gp7ZdAspLW2pZ1uz
N2qlSHHw1FEeDQtHqEGiud2XhmzymE5x1iChM4R20HNQz16KZf0E0UJbT+pooHqA3o6rBtKoo8zX
DFRQNwtMsgnvLKV90fvJ+AG9b0DcMo9DLhOu1u4mCbvKOtA7n85dpmBa8P+6acGwCLY1NY5MrwLk
jYc/Tt/qnRdTgX7M+hJVTKtPT/MUjd81hOqowarq14/RoW9RvSg12OA+hEUUpV7KrlejGNq4n3VP
ax/nRLst+HCRRjx8PMo7QFt6kapDIxRZCMO4AHSrMg3xQUrpxmuxryqPiYtcbnVHL1caDx8P9Q7W
1V0FDcDYm3B2L+nC4LNk3hargw02qyqetpg7nD8e4p05c7Hmo8qj8z6YhLxGQpu6xNcA0UpPl2dp
P5fIvLlXwNZvUdCw5VVVB18G39X4S+b6B2SfxRVYmLg2aEqPQa2gG5jtVGCyCw5GH7+M8wYb7Kim
AZ0blLoj4Gm+fpmytnUXPXuwJDL0Usp6Y6KSIuwt/AycGxQ5rox3QQldcdBMGQo/YERAkVsrFe5f
/kCFoWoDztbw2nyV/sNiUdyUzS5xb1MMdqLNQLvXugK+frtiK+wZDJuGKImlXmLXtYimpgs2zquG
R7wM9kPZbfV+8/FM/oWLv4biuyoVcIvlElD9/jqu/bNok61UAEmIoVEs89uNtRuCKVA8xRNesql8
gszA9ak7+nUw+OiZ+WMgfCbdo1TiI9DphRs7MIP+CkPg7RfBY0F/FaC/beikFyssnbxPGovHEu79
1L90zhUJhb+87zfvzcxqmlgF5y9XVMkjqtQOtJ16s773EAwBdtQ+tSAP7cv/fW/4az4dUh98TPDf
bw3W0o+C0KeW6ssrX9CFRgb7bAXbw+mxLRWplb+8yn/3mRhlHiICOHlIdyC4JaKAjmfa+tZTuxV3
4V4pjpbXswKfYu/p17VJ1958wRfDr9/dP5thUNMBvQKGV1DqArFwdvC0Ony7r3wcD6moll5yCLdy
/xMoi4fsrnc3e3+QE/XTK8t/QZtfJwIhHog0ugDAbnHSv34SJENJWRvLwoWv92uBEVr1OTUtv5nR
ZtIMYOJS8fThu9a+tNRTKEkfktS+4gvx5piBnAKThztGsxyhaZesoaqADeAu1Dx1876KZdCr3eOc
Wq0/KuIBBd2ADtQ1ev7bNWBQvGEsoa4KH5j8vloDK3eB7MaC3krq3jX1ZzkSRKKOcG6V6jSX2qYf
rTv6uJS2zQZ4rPHXKdtv9Qxb8mXfRtGtjKbHj4+J99aDp0IaCeLJSnC5YJ007UyzE/aXF3Y/Kmkc
VUJ3MzVqb6huHav3own1wrL/hMbLvYLcZ1noPzRDXOG+vLsgrkqdx+Va1pyLBbE1mrxIhaIrVoDU
NZXAdRFKrKOAAtke2UIf0NjPj9/8TRSw7oF/hrz4JLRmBvdRMmTDxjcplKHhOdKj7ZtxX8VXjvw3
p97FYBdrP5kRwPiRwQZAVcR59L9tstCP3+jNvcIgfFm2qRlcZizm6w0GjnZO+1JH7XE2N/SadjID
m00K8fEwb/cx7G8bAjjnN8o51sUXHNlK1ymdjhak6TzMpfoHvRRKakX7aVns6uXjwd5MnGPAu3Mp
pSD1gUOq9vqdNLMZWsTH8J+qvurGMb2mCfHen0/kxPZn2jgRLra/dIGWRhWYtXmpfuCXg76jfeUV
3swXr/DvEOsj/HP2KqkygGdhCBVIFakolrK2b/dBB1Di48l6uwFcQyWwJXqy8AG+NISShV4rnYkf
vIIhAkpefqQPL3zyV4Latx8rwyB5goyHjq+Wvb7wPy9UdZGGX5oberZ46dJtAR6lBIUDA6D/Ykvz
yo3x9jslWBcQ1VZaHAy5i109KkPcuXVEyZpRkbbuD0M4bLKpOGfushnK5cp4b5bLZjyEFDTOaX69
PIpQyqKcLrTQM6ofg4Ui+dQ9ljPesWV0RUvozUjchnxAvBSKPpZ76RamrJ3gMrVsL27tM7+z2kdD
Q5c71Z0g7tQrn+16xLyKi4iINMR5COLRdoAG+nrVUEBsetCunHc9eoRPwvwzwrUqVTrs9qYYvpTD
uPkPt+M6omGzRVwiHvPyPOrrosgiTO+9KjV8M0GKwPwdztl/uulRkiAvYb9z7sEHvXgvSrmz5pYW
QI7pDgE7swmpe12JF95ZKcZwWCskW8iFLk4JmsXSgY5P4qOcHAplRnNj55/n/uXjCbsQpGM7kBIY
RIh0K13NscyLzHTo9BnLGo1crlXECb5/F9R2jafXpKdH1JT/YGHQgZOnniuHco/BOf1POqQbLQ2n
K7vzzXeHsKyw6Eesp+6q/PJ6v4wtxsoTQjZeqhkj4BwwLU5h6M+6MeSHpdMo9qEodyV65/t6u01h
MK5UbtDp7NOLqa5BQw56DSU0CIJjENwGx1v+brv+2G697eHgefxyu91u+Tvv4O0677DbeY87fvqf
vyzoJz+8R2/Hvz7w6yO/j9+7Wf89P/nrD5+/gvUn3/cC/3wO9vw47hkrWH/ifz4/1t+y/tb1H4Jf
x5fzy/HXUQaSfzoe+fHruP4nPOfxytf6dsdhmYXYimmjSYLE1MU0GD2lY9qqIHw618uan5q6bMPs
FFrPH2+5t6usG7rFtwP7GNjyJWEbfTv8CjpQwxW7blhVyxLzWADukokv3T8fD/beS/GRYk1l2Abj
XrxUoQ9jItDW9jLE6yGKH+BXAzIeT4Om7D8e6u02QoVslfvkxSwiiPW9/7mjskhPhyUqbQ/r9KAK
X9q6DigQ+tAfkEr9CQLh4/HeXL2E0MQ56DTgG8xVtb76P+PFAm1eHQ8obxmM5qiGRR4AUahuJgW9
w4+HenuQr6Zu7qpdSIxHCPt6qKS1IsNsM2iJg5MdBM0GfBzmIphmq8KvXk2sG0wWkP214hcbFM6V
8/bv1L2+SMDyrWEGhzqChO469f+86mDGpYopD2Vxr/K+/XdWjfZjQDa14VF2wxYealD4v8ct/AJ9
Ez7BatuNRySivBcZqN6fX44fbe1gvlGufDXrmXT5aDqJNiWP9ZvRLmKFBYRmard4HvR6S58CVQD9
Woz1dggdtbS/khC2Zrz5YCa09gGE9TY5qktHGlpwffPx+r6tSbGX/h3iYi9J4fS2aAb2biLKfTUo
c2DOVX9oANj6KABWG12UvzJlqH20We/1Xr0m1fbOh7oePGSrSDORH188QZGHYWwMPIGgJecjbnKq
rIoob/6S2/WVNXtvLBBbyEBRjyUVv0gnYGTMtE1IjfIOgynlRnVvi4Joq/3/HOcik2iUAU44ioLc
rYCcxW0IgihBmabOrwQL7+0QV2jmqinL9XlpgolMMxZ8AtRLXYlzLaOfqX1tn79z2kBsJtwRlFDW
rf76ExzjDExxTimhAfjrtfrgm9rUerFZX/nYxTr7r78oFuafkS52Am65sRNXzFpvwHBMHhY2Xvy7
UwwQ44WPUimU6e9Yk6O4fm3od45whja5/2gE8DcXL5n26B0AYeRYEc9JdA/UwlD3dfswajsVIIOB
Ictwo047CSe4ecSaHWBV725NDI2r71c+yfcn/P+e5WIaDFROkb5iGniWudpF3V2lfgvRhNHNE4Rv
y9wl01MeHsN0AJCysTKMw66ERu9sKyJDSwPRa7G5LiMCMVh6ZTVMh2xUQXdNcl+DV/v4Rd/5GLGO
5MJEBI4S3WVhrAeQj/YE/TK4hn+0ytzClfgNSXlTW/F/PtQqJadzzOAvTi3m9R6uo7E2ZKZbHg35
z0MynyWqu2Brf4aZvHZov10+MgQk52j2cCvYl30lBdnWGg0ldrGu7Ora+alnGqoO7tf/dPYYhoQY
LVrOMfE3vP/nZpwHQJnYwdNt7IZTPBWgfWB/VPOG2sOVauJ7t/Ca6dO+ABJEyrpul3/Gcg2lreUQ
U5yjnOCcJR3WQ6Tpyvg572SdbvWUfvWGTqTz2dC7KQVcsXBbKUk2zj4dj+QAKd56yRHBsG/DRo6/
UbpzlxM0L7hHNkCIIqgKk2SnW2jebkEu5H/mEBppYC2J+aJBSn9Qm9y9YctMHfnIODxj5QhlcNKt
kvquLPOdoacTIMA4aT7Z1hI9t0mXfqVx3B3Scup/h3baHeCHoWn8H68EMcD/BQIX32u3DOMIkRDH
1UjJgwILDz+t1HG/IB+xaSt1ev54vL+NqdfnJF1uTRCYUadCnvciKKpKgNu9U7oesEnP0uWNzDKP
kh+qJyCakIkCV/WMyMajkU6YsMNNqsoj4teBDetFaOn54+d5G9ZbNBwREsAOiKqJeXGpug3OW4mt
hJ4ojUe8X2ApN+gRtPt0ib9gbn0l+n17NvHekHxoapG3sSVfb8Yok5ai9ZhO4WkZntLW/jMu3XJl
y7/5iGkcrYkKAqToRiL6/HqQekJePNXRxCMlCkR/s3TsU1xlP565NyfgxSgXx9KMRBb2hYyCmx14
i9jv0SaZ6ZrZ6pUD8HKN1uiK/tfaFyb64bx4/T4rfFeiPQUBNYcwPD7rZedH5iOyjP6iX5m7y7da
xyKmJFyn9UQuf5EOJcCSXYhF2Nw4T1b4ByBisTzAnfjP5m4dBe1hwQlIwdZyL7bBbI5jm1TEBWo0
nVP9h4GMjywdgoPlyty9aVv8HWrt27oawvNvUska3zBwzAyFbAQquDeDvg8z+Ap7xTgKjFmWjWXR
1hu/pvax6K6M/t5srr0c2ov0TGjuv145t6fiC+8UF7WShqK9s50DUTTFoWu1rcvvan1L6k0W+x0H
b1W/2CKOnuTSnRkIhLRPcf9uiozzx2v2/hA2G024mkld//W7aBV0acMsgZ1Bw5YtwMBkkD8/HuO9
+QJeRUuDEH8ttb8eI4r7BK68LP3F/IFhlrS/QuLz1PHKMJcHxDpbLAldJJaEC/hymB5lbXBFzJZx
rGrSCMMOBNTfj1/m2igXJz0mFaMuEkZpZLlbkuaUmsavoiyuFNnfnbP1Zlcdm4/KXasA/9zvlGFS
5LEYJrK+JOWPKQ89FLfa+cfHb/MmwP87af87Don963Gk1UHCGRknJ+NS6t0yfdOrm4XCIkQ5eHR3
+MeWtQ9s7uOBL6P7y3Evtjb6qnk0YPEKRaaD9dX5Jfl0mjubAfkKQ39US8X/eMR3ZpRKJlc0PWjA
AZcolnIKwb51WelzdtHWxCaxA+Sgv4TTlUj92kDrJ/fP0lk4JQt9ZqBWz4snO9G1A/Cd6jg38ltm
x82V93pnJleRZxS9TDIl09VfD9crSH7hKcxwMntRa9wUo76H1VFSCypvdXqNoXHNOuW9VwTEQU0f
kI6DkuDrMTNbKNTB+9LXkWUbhwHfNlDjsI2vFUPe+do44ek0UYxm2S77c8kAB92xOTpMxUWRsETi
DxRDpaNl8p/vDqoPxO4knYb298L5Z9EQQiaCBebmzxlGzNrz4J6hIyaNfmW13ru5SHn+b6CLS3IK
Y9IvAIZ+CCU1y2A8oL5mAx/2pXUjAA5KBHGVAL41UNZjol/ZnO9OKCVKlg4ON1We1ytXulW96GIo
fWjgG6FkG202NkKrHj+ezneCG5cI/H+GuXRHCI1eIN7IMNhzQhj5Nur1k6FWQaeJfSWv7ZJ3R1tv
SGRHQVTpFy+VTLi5js7CS7FeqqywPPuRJL+joQ1g1m4+frV3bkx37bDTSTPQzb3cKUJp1bodeDU9
KR+UQj/Z9fePR3h3jf4Z4eIAqTGNiAqXEex08EvsJBfRPRpZvv14mHdfxDSRXUHrXYhLhFiXlHMx
qCMHhxOdVXt60pMrPaT3Nzv+OsCeqFTTM36926qE/7uoTDb7FD6GFVb31bONGCwgCOcJWqk2nG3j
1v6txhJ/22738Qu+d0rRprZ5AGIPUCmvRy+Ntg7NeS791LlPLRyfx59Jj0DOtZbxeycw2EtuUQB3
NPEuPmnYuLhFUqv1SU9gvMtgqpDEptMJimUHgsVLimt3zN+Gwr8JJ/enS/Zv0lpdoZ/qxZbPl7Es
RwN1USoen2EyHayk6L/ZuX6UnXmLZ5/lL0b8bDX2Y4JQmYfmkTg0xqjehEWNV3Cjb2VXQ4QV+qeP
Z30d+fLJHI4XgG5iTUIv1ryRphiTOSQ0RzFEB+LWojWzlcXvFZ0/u8/9NXDNe8v8X5ydWW/cyBKl
fxEB7ssrWYtKiyVZliz5hbAtm/u+89fPR92ZdhWLU4SNvg10o3EdlcnIyMiIE+dAiAAihYhG0Xqe
98WNFsCOnTopk+5u88MwdgxAOkG0EroXF3ZkZ5b5QSnCZEsmJKhaPtf9Q5seRK3fJNpVbt1J+S7v
VhoBS2EAWCoSDtPpOWs1BDgv050+qbmJkClTHoLQ2VUprSxrzcy0vUc3n1rXYSWZbJ9uPaApTL3H
28Aeetkplo4IjWQ+0+Sv4BBOjZgQLTHhGaSO1H9yfThj4Sgzriz0NtFAHf5l446MzT6UL5ZUr2JG
aVAghJriZlJph2fk8oo+nhNzP4fqiWeZigAVwJvTJUVQQ3cFk+dOAXGhBhS605lRbMvS7qCGkTN3
h2pKaQtM4mqozEjpz0RL76Le2rVD7rQFCFXtt1YUK0FvyUsnNLiMaLpEC2wWjAjzMOv5POjS2tjU
6Nd40u8or/aZ9AxWRsju8mRzeSeWHIiyD3o2GgAJzv3pRuQAwmB1jfm2RRJCgxerTqT4/d2kDPAv
poh8ZO+WKHHjn5pCMqRyU4vFZeV4Zw0uWy1+AU38dHlF0tLVCDZVlnlzw54+30SFLDERp1fRmGp7
I/Kf2zq4q9pfg/uudN3B9FHn1RrR0dTuSQr6rQaz1EaQkaDSGHi9/GOmozH3s+OjM1tzVHlVJXBZ
OyhNoGYPmQsq69ltHTzL7UpGsBhJ/xyc+WREO6piF3uY8qQ3xEGZJC8Z1c4Plxe0ZmV2cHQ4LPpK
w4plHiaGoPy+ZQqo+4dzwBQB2D6NxxGNhpmreHEbBgwGAYLzNlbD6GPgYI32MMxaASpPomMOa4no
0lGwJlQkzXneK/OjEISwnpQGkYcsfmvFTEaX3tY0Hi9v4EeLf+4Sx2Ym9z0K2bVUhA1MqakjaLLx
zMxxm1+5U21922rG8ARlsOTuAIsypUqPBw6sXLLa78SqbjNYEgxLhtnGgkNKIGWfTVhAXvpGotQv
uJVlMOFR4mqD32U3VpkZPxJIaj+3ekmrEZZd8wmxE+uxp1PltIlbvRX8KfCOgaZ7jQuz39d+5kU7
D9qn2pYhYYeIoI7y9hF5PChAObQVMuNwMUAIqYjRrvN7Jd12XadWO4NZN6gMR2VTlUb+kLsFFAJB
GDMD2eQ1qMley3dMhTuJV4Nkr9QshWYRRQZGQ+lHfLIYCoYiUe/Td6ExgtdBjOpJXLkQAbSg1rCp
enUkpa4KD9BiOLGnR62hbGTDE5+YVezDu0Yd9Afa3la/rdu887ZGD/IZ0oZmI+eKByBHhcwVejUd
kS5BdF/8HJjUnZ/IRuKEnWLcSyUcAT5Uv7s+bMkOBijDYbNiFlp3GPg0njv4DGtYatp4zxRztkvg
+Ukh4ajBp8DH2d20XtV/B48cwlDYC/kWIpo8XomkS4fw2IVm10Q5dmPZhhyPBCRX5X5q3M/wBdlm
9OWyr56hGaZEFVA3OJGpan/WG6hCEdKnqcA49PdpduUb21DcDcWzaUY2HCBQhytr4J/FU3hkclr7
0fHomQlkcJaKSOknTi6j+NT6cAbk49vltS3uIbM80xwDGN95Dm5VxdimMXYYob3qfHWfFeFzqOif
86Zb+VzL2/jH1sd/P17TkIKdmkrBo34lmT/E4RF6d2cwv6s5E3/bKnoMy7W26cIjg8ISb110PqdM
Yj6+Bt+XVwZVQZHOuvOKh6y7K/ufnv99yJxQY7p+h/gV5xxq0q2c12DINkH0WscrNcrpgjuNdqe/
Qj79nJ1UMmzs8yvaqIUP5wkczAYIkuP6my7/6gdOUK28W88dCIu0mozphU/5fXZDpbDu9oFfQxgK
1W9eCLBvm5Dur5lZKL5ih0zNYCpEl/mH05W5XQvzx5hxE3b6k2q1j0HrM5PvW9e6EsB1IkfQvSs8
8iCYPgRZUWxNhoRXXOs8v5gapUALmE8EAj/v+Y9mZOXBVIkNquqOXNbfM4cKPH2AHMqCtc1G0Vz+
+6gwrRwsMnAD9OnmF6UrgSCTIowmBbItvyJ/sBE9cALhTUi+t8OnQb4dxrW+zeJnPTKqnm63mLix
V6o4Uq+NV6Gkv9Y+7MKlupJ5LJxVFje1IGhIgKqcVz1EQP7I21XUA5hiSSZy8i+QlZnJvVlB3bhN
qjsYqlayxPNYNNmkjThtKXfvzGVhG2msBp0Hp0p+ldBBhdknF9awVPh1OeYt7uGRndlhdKHiQ5qF
tZXVdRb/qJOt1K2kN9NnODvvRyZmmVsZWo0mJSylLh9HEREc2OEuL2Jts2aOAMeGAYqRRUSob3BT
HKIAue0YVlgYhy6bWgxeR4uZ9vMobie5GdJiYTGpeS8Y7wLMnhBbKzxdXOm2k1y7qtfEOpdWx4mi
T24hLyrOEfEWtOtIiFJhlmt14yf3Q/ApbYOd0v/1M5uc7o8dY9Y6QqIaYgFwyg4aBDfQj2xr4Lxj
7G0u7+CSxx2bmXt2H7dqgwCF0wgtgdLc+hCz50m1spoz8D0dhikSAeGl48Zw4sxOV3RQKJhUXfOg
G2midK66k+smQCcEdsjkLpKhe8jNQoDBI4BKphzSb4gptzdyBee93ZVDv+I7Sys3QDDzJYnL3EWn
vpOjo2BBFZHRA+xjZC4QS/TQU982ufTrH/b4aO2zU20opcozgbUjd/OUudJ7ZagbI1t5Vi+dheMd
nh1sCXrQfHD5kkb31aphCM6YOC4eQTv4sPCY0Stt+39Yl0nBiUrIlDzNLHrI+aDHQYl7GuvZhVD0
X2dKC3eHHmsrH2spaoGbA7oLEIiu/XTNHh30uoon9WJMNY1yC1nxQ5DqzuXVLF4sdMMmP7VMkICz
5cDgENajSJ8DOTmoJh1luJJFOHx2Sr2VrAcZkF7d3F82uhRN2D6Twg5uyPDu6boEwRKHvKe4PXFS
G1LtxONwSFR1q6f1ytc6LxKC86RMD98KbXyAn6emYFQvyjGQUzqKiT0Km7H1bEl/K+U7NJnS8vkf
FnZkbVYlNJIO4mE4XR2fsrGZ7hURsousQvdoZQcXI8sER5vmkyAZ0GZpnjCWMaoTWAIcuDE1pv2t
ZBM08KZWKIsZMHoPX60O8raiv3NjAzmcYcVzlj4iP4AyMjpNk/ec7mySZIwOd1x4Pq9sN/nZQBQN
Kd1BtIKVb7h0xg2J+hiaw1Su5+QGQjpNPgtJRn9RaV/FYexKG1Ueo7JFFOe+Z/pQ3WuB19UO9OYa
z0FyxH/4CRN5BGBM3OislRuMupkmgTBBWu4RJtmJsW0hhmbCOn+A39s2oPS/7EpLjkv7xwRfyk1F
V+Z0e03d6yXY0DKnN7+PElnsQ1JBKSH5NhJiXuWvfM2FjJ1vybtk8inad7OvKRdQ+QxoKEy0vcVN
MajmdSiUPuIdahhsFaog+7o2K3dllYvPFUOfkPoWE2o8Wk6XCUEiC40Mqq8pMq4KXMTSU2HZffpN
G+6D6D5X73WYzYt6d3l7p+2bJ4SMEU47S/wR54OEkmk0qtfpJITCd0GVb1KqI6vTmAs1XwC19O/4
fBADqHMcBSTvCcxWfESYjOxy2GdwQIWP6C210FXrVzCTouw7okPVkUtJb8nagObcicBRTMQnU5sU
36WoMNvdPB6UIoA4Mil+BBbUC+Z7ESCPXHwKw4Mhr0wpzH3owxove56fvDsJCqfWmDlT4FSswQ+b
45WiuI9we9lS096pTF8oo7visvMANJlDoxXMiClRKzFnGTfflNJcZZnMukq232w1UA/GiK5fumJo
7is4w5QsUvNVAaIy1Xa6LrhU3MyD1tJW2+9BJkKTbewEJfty2SPPdw8rBHKUheg3Mp58aiXKyfio
EHhOXkk/a4BgLupAvWCgYlCSAkiVub9scGlZCpA2RlC5/wGEnRocm3RoBaSGHSP7kuZo/wQG+tdr
m3dW8JkoUwx1AsAw5cqs8CyQxXJfJpkQ+87Na2JHtmczRPnzq7N1HlcqLGenDUvwb6gMenKoFWyd
Lshn+sCFn8t35H25YZxzv7+tNrHNpOXljfvYmePgMTc087xOkVFrDtCfhG35gwunhA8ndPStwr8p
LHL6O+Gvm9fXzZ21vbvf2Yd+Wvj+4adq36p2sdG2+Vbb/rQf0AGx4Y2yv+63T87V4/v7zdp78fyg
nO7L7Aug4BB5pce+CEYbOkGTBvtUytHy86LPhtZJK3Cgc0eezBH0GAIFuaDMkqBe0mSJV6jvhE1/
DaXoTiyMa/qad31f74DQr3z2czeGygEUMu9SoiygrtOvnjdyitgMJTsYi6+rQkSIZOhucllYQU/O
s5D/ffQ/y5pFgdgVjNosWJZvclO5r1ARb6MK/H/TXymwSehaLNm6r20uO9vZ8nhjTNwLtJwI5fRe
Tpc3emqlmH0ROV42Ojqjl1qk26aykk8uWbH4bIAdwPYDEDi1Iru+xdA3tHhddauVaHiNEToSK+dm
OhYnx2aiaQIrDuyOcABDwamRIipyUUm7CKaK5kqDMZhQePXXu8USdHyBaK3zdDo10Yxeo8Ql6xjd
9gUlll0F3YIYG3/vc1xvzBmBjyRrmVfGVNTjC2lC8od0HDRUOhrxNopfL69lctyT7ZqIUI6MzB7Q
CLwMQ8yQlNMH7BkttkNTxYA2uL8ZOYrd335fPl02eZaO4eSQ5TFxQRil1T+fCGuDvINIuA8Y/gse
/U7eqYif9KX4U5K8xz5qYfoWv9LhgzCg2ATqGhzmLHTQgUcB1sJLwD+cuWGDUFzcTrJdndgWdt0Z
Py0Q+d8LpZEcCaqgTVykw/PlNS+4PgcLMjp4EiBVmSPv+w7xhlDPAqcM5WKrayj9MtUSbL2OQ33Z
lDxlQCefdEIYUDIQyZKANyjTbzl60PuhqUltJdFk8XZoYNqMPW/T8cWNUYiNXpq4h8r8FuWWGz+e
ttpJ4Kvt93oS7vJIPAjNp9L9ZRgHrTus/LCFowl5lor0ObggfuTs3Izl0EWFqgeAEyCUYM48JIuy
0gq+bk/SKVQNWaA7OlqeJU8RvamvskzWHvxYFrZiUDbuVRKYnn9dcjNQdkdXdwPdsPzYwW3cbkrQ
KSi7Cb1wYyJHrjpSBHG5g5Yf7/8iKZRXOquw8MIRFTYr8fPcpQmg01QrzxsGpThQp3teoqEbDWlE
+RoSeaSuJJ9+10Gk9TPuDBn92AY95XLrpyuGF/wKuyrzeCKp/xmeeSz81BVy2JbR13GUSNtklYAg
urRd+XRT1Jz51HQ3MJ5OLiyRDp+uT696S0vKlOmimI+V+8zjPVrmM02BCF0gRlfrYFu414q3b7MX
NIF686lElbv9nuc36sTiu+2bewYLL/+sBYciL59wTBwqRpFmu44gTqEF0NWjp7JHfMGWCFuXLZxV
ruiOnpiYfsLRYWr6ArQNAHUn/wkZDB0t2lvt9fDa/ejf1gawFwKTNr1RKUHQCOFeOrVljUVfxBm2
TIQXB2jiq/taVhHKAlS98opa8huqs3S3pzcHbIOnpjxD1z30j7jCvPwKcZONF2kHJNRXtu8sKZxm
fwhE1uSe3MmzvCJ25bYXxDJ0csblbxlgHTd55+aOOLbilRR4+srNvGgPwhsuNEgmzi7/qBxbqdIh
+bX8+Fqu37xARsV0J6p/v33wAPK0Z+SCi2SeLwVxhDBxULGuofjEjfUTreO9J5hfLnvf0nJIZMhz
Qd4zADf7SsTB0Sd1Dp04/CZp722705X33F9JAZatAPuBW0mf6qWnvhAEosSgkxw6nniox/cR5/P6
h6B9v7yYBZejOEH1Bbdjzng+ZBfGNcmtawVOSCa9FwItQeBaDQJE1un5XbYlL8SrD240snWe7md3
YAg9TGYEUejIfie+oJJqtXbqh9JjPzD7Zg8wosu2CPDtR5V2wG6hxH6OEU+6TWCtNx6QC8wTYjcv
5T1MWyIU2WLlvldIf34ZfS/+aRiVdoUkKKTtQ2sab2qYSd8vr2Fpv5gyF0lVqCqD0D79LEXDPdWJ
buCA7Nm4PtINTAlarrW5bGbp6x+bmeXLqexGtAYwA7kz0pVXXg06MIoQHXv5B0MT1lKnuAoz2iwW
WGqBurxKvt8kBpSFaa+qXyUzKj5TtFF+jrpPYnDZ4sIOQqtFLYX4AynV/L0BhEsazDyI0YKIDgK8
8iradm4d7C+bOUuhp8lbrh8iN8sj4p1+KKWUXbDIfgxqt0TAA1UymmLXg9WgcMbEb17Um6b5/S82
p8oiIOtpZvDUZu2W7uAZ2LQCyGta3PaQS49lxqMxeUDH97K1hYvpo2arABAEkTinp4GaRtMzBQFt
xdRvRJLEpDU2evM7qKHbNNbAnEufjcoK2bnJdDa1+NO1FS7NSQqaseON5rWoMQtualu5WgkRC34P
eYNEBYcZC15X0684vtg1BMksAYksMdP3UxEhTHK7Q3wMBfiV22Jh+/B3nr1wORBj5w5S0VEgoPSh
w6w9GlBiK9wRRH70aVWjMSMCIoRTYqU+srC8/zFPMsnEzNZHwnq0PME1hQKAFHT3nXIbFp2TiAKE
1MmV2/3txCc5xImpWdpijnAlFBGF3yh7yZHZQuEAXYdXX12JVAt+cWJnds4CUaw1JcUOYgE0J6qt
UQdXzaj+fdTgkcJfFLSZtpznLGIglmqJ0gU7Z24aqfzkIviZBuXu8plS8a9ZRq3SaAKhZkJKycJO
/U9pyywMm0n/LPza6SUP/KfLBha2i14kmACaLfCIzXs7uZtHvp41kYN4Lic12WWIH6OS8PfOPVH/
TRMSChQh89MqapXpC7pHvSXObiHYgJtIvG7Sd5i+kGZa6wcuLOrk1E5uf+TWgYpKkqVzahWwSXGJ
5Leda+OwKfWh/HZ5/xY+EKYIDwqLYg9nASJoM4a/JUyhBH8wB+MeAeKVuLpmYraaQfNbL3cxUea9
9Xn0ypCyoud9vryQhVBwspCZp/kDOMHRworZCXSn70aVDsZnRVh7Ky2EOexM3KC0iiHjmWWrXWnQ
4Uc3ABVi9Wki4Wot92qU/W0xRHeKYK7VcZbu3SN7cxjPYKJ86rkZd2CO7E1V+pmTtZ5he3Lx5rrm
zgu8vZ9FK+d20Spz7VPhmYfN/M3JmIFWeUERO2MWX9MXyuNfMpO9KDAkiuQ05oq5pQcoycsfe5MP
HXk8wAwD1Wnsea3MJMVgC0hv00J2vOGp0+4T6sQaQrPh9rLTnPX+ieondmfuD1GEJ4o+diWkL5HL
VIvHQUGze1+zWqiksmpwEL3dNdVBXys3LHrS0Zpn50J3hQQ5LmzTVcJz0HsXe+FhiL07SevQfUn+
vjB9stbZCVF7i4s/m9Yq33pSAmGBv9NhlLi8pYvn8GhVk2cdfckxD72mnDxnsKxtr9XfuqpBSsEL
4awcN5dtnTfEps9HhRWVBuoXUHKeGotrWAoqlVJurQk5jUtkmAvjZzrV+gL3S3iVNbaKPDXKh4p4
EGkUh99dXXda77VdG6lecCUa/oAaQBooBj2GWWAQTTS8YrfTgJpZyud0lMSpe6LdgGYtIetEubjJ
xtiJXJlbBDnWbdO4jR02YYcEUGD+y8c2mfeiSArj5fxebGUo7hjKoEYVVL8SE1W/Bkmy2PRWLsbF
z31kZ+bECmOXlJr5AoIMUGaUHaFGLnP8FvxTy4OTQDGCGgsMm7PEyCvI9BB65rgIg2UrGbrWiZX9
fVrEWwpJDgbmeEvNi/ZUefpE9AH7NKjmml5+q8XubVObL5cdd2nXeNIAAQXhRAlsthYjbyGhYMLE
iUI9/aKLQ3woXa+59WVLedGS6Otlc0uFW52xTrpFdCU4KjPf9NtJ4z4YYicWok1bHyiDZO2bzmNu
uG6E2C6Mu7jbVO7ust3pj51lf6zxAwnDNwNIf3o8sy7V28YTuSuF4BapX3UfVYNoi5lWPZj1tR8z
2ASBibFKCDj9waeGgYpIFKmhUJjq1DPDBcD4OlAazfYqi5L0WBu3gt+/CpWCHiiVdjtpzK8CHLRf
6y6HkiMcVKeKgs+eonzrJO9FMcvok6AP4z5CnAMlP/oIl7fmPCni97Ez8JJxu4vz2losiJUw6R/Y
hfKlzr926evlP//8Aj/982dhOE0qX018ibqqtI+EF0NGO/sxTvaaucmZrrps7DxfPTU2cy81TFXk
vFmMG29Ez7dj9ORUVGovW1mKsFBW8D9e6BOD1eyrylXd0vCiVgwY11aNFy36pijPQtozqnsbyc9F
d1O1O/TAZQanVmwvfK+pxgs74aRaQ2Hv1JVTo83iQqk1W5bepGgTuxyadmuovw3NATBTVp2jad3W
6p7dCAyfdbfaV/6Ynp05NT8BmAndeZprc5cR9AxNuRanRgptiwZphG5zEVzXKly60EEL940f2W3I
MdadHvneNNv18nZstsK46dQHOXcq/6ogAwfdPomf1uG+RZGqf+rQjhQnra3IKTR/15mqM7guvPBP
ank1pIHdm7AMVd/h2N9Ewl2df0vUX1X5ZJn3qrUPB3HvgXyhwAifTmNcp+naI28hPeRuPVr6zJuD
wICOBSIBeqURSuJMFfIE8wam/VAp2ihNvhnCzxoSo5e/+sIhOjE7++hh3wtC3GG2HXZNR/OWfXyi
BoezebeU2FZSp/NwebJKZVYLHbsuMisPc9mQImc32GJ8HfXokLaODFhRH95F2CsuL3Hh6B4vcd5+
D/K61YW01WwNqiBm8GwZGspg9FaWJsvnERk7zL+QggJynbeG3WFAU7LBzjD2zKsl6Lo8pfEvS7uW
mkfDEOzI2ozRJh++dmWEXulOVt4pW9idpqMf3dkCja9cuev6fYVit8DY5eV9+Lhyz0/Xnx84BYCj
vNVNoO3OJDZfQ8C1BrI54vNqgjnOPCKiza94kOwylreG9zAG37IcOtTErsV0k/aWMwSoEFuPjQKS
trg3gUaXxie50lfK5edMlpCnHWeZsxhIHVIchop99EZ5IxiOFT0H/qEAqAUeKUSiWjU+m7RgqaRb
xVf6sU3/jizlym4tes1Rrjs7j3Ixqai6/AoRImXVfS+ADaZNsnL8FtJ7FgthoWUymQop/XyxojXm
qdRrdlw8JvLOLw+KGtt+kNiGtWmsVyN7E9lwXsb8/V3rs61ovXUl+JEvK94xWTrzjqNfMlsw/NqK
olT8kqod0dO+aoBjplHBSNK15ZL0lhsJeW9Bvherz6K488ZP/fCsCu7GC68aGpBhONhyc83wOXQ+
20SrnRAZ7F6tYcB/RcSZt2a+v/ybF5K+afcmpRkdmpczvlt0gDvD6gYNUOerK+8N401QgM5W6r4H
N+C2o1ODJ4B1V/rbST4+GJbhNkX4EKj3/KZCfFjP2mDU7Cbu4MlichrF9/ZdremZX17keSJ9amn2
XTzTdVWlxBIdPx4GkLD4uxphYL3RVyLYmqXZXSAnfDQ3wpKniBuXq3KcUNbxg9qsJM0fKLtzX/tv
9+bXgJpCqTb4hB0oZjYm4pQy/xhf5824SYLHRgi3MrHJk5xR+CSJe1m59oIb1SINeYmtVyV/McyR
f/nWDXeU3e2yuU+hMQ2LbSa/kGoO1uPlb7Ack6YKIsT7lHo/jvFR6NSV2KVTyA/WBfdT76M1UBqP
nmTwLO+VXSSrux5SJ28wNollfYvcn2UpgM11g/1otRu0kVei07LnH/2gWdwYfbXogdBqdqqPuww6
F0lkeMS6rXzZsYScis5NJT50tW4bwd/fp0BIJh5r9gNZwZmbJHIidPBJYbqGYiIU7tw23tZxvtL4
WFoidgxafhME8AziLFQRDHIGEbjXhNARPMYLwgGpPCYPwMy6lbDj/+vuXaQuHBCrKSK8A83h1lxj
Kli4CjSKDFPxhU4W2gize7OAsD+lEw1fY3iIjW4XjOk2q9dAMOeIZHL+YzvKqZ1YcYfQT7ATltX3
3lM2mSW9KLW+kXumWTLtyfVgfhGjW0tsUT/2H/VOug9Udae10UpTbXnzj9Y8yxWayEK6XeMjN1Ox
Q9u35UHU77IR8UDvXumcUkyuDe22SVZO2vTnziID/EzTLhBcwQLN/Dqm1SEFk90ovNYlz7HqlW7A
8sqOLMziqdSqQyCm7HJiffKMr71yqJKrqPuq9I9Jdg16TZVvu2zlzCyl9yfrmh0aevOer5qsSzOe
pfGrK7j7WLwW0ocy+B3XoCjAtvx92xx/YrCeWSgmwWnBnvqTVvNq1QdWquqcC1e9Shioz1Jr5dE6
bdjZJzsyM9vQEv7ewZjM9B5kF93ej7ZuulX6z5mig35aqSp8gAsvmZvtJFm2jNY5t1SUPUjJTgjv
AI0H3q/Yt6g0bJOUm5H5oHdJlRARWMk4FkPBf2tFXP50S+MwiaU6Juwqlb/tLPG+VbK7NjZXTsGa
GenUzBhH1Lhi1phrn6sa6sDX0f18+UpbPGhHK5leM0c3GsSIvtj0fLVoFGyxK5xWWLGwtohZOIuy
WkQLDQuN7++Vnsdl711b2Rob5uTFc38AlQbWjuHCCYt8uhCvQOEIUgry1lLZBtA6u+adVNQAG28E
fQ0H95HXzayRA0xIg4l7G7qKmTWYcrQq5MsU0nU7/IaY4iqtr4qsd/Qw5AK+FyHKLnpyEiNGWGIv
GtXe7J+s5qrR3i31k6i8ZwzhKxtVfrDqdFNl2QbCHcH4bsIPGa2O4i+Fu5MfPCV9x985pPMJxQeX
SiRX93I4UAHJ6p+KhcYF/wGS1yIJXjwvTG/8YQwcoRPvTb+JV3LLpWNLDJq4sXkdA8WcfSajySR3
4uGx6z5Ptr5pFRtZKcVbyUUzqkWe1I7TrnNUK3zy4yRx9G5kYibQZK56gGySsXYAlkIyQ2aQ5oCu
BpzysXNHOyPw0UqjVjR7jN8sGPC19NWLYtsonnXzUPSVYxhPgipsL5+7BXc9+R6zfaDExvs243v4
BSUQWa9FHltNe4jQJUYMsc1tDzrEletniomXvHYWor1ENoNawGgyblNKaB1MyWWQbsGHOQ069KLy
bBprhCDLrjfR8U/VPDivZ5Ea8n0l1XtOpsYIbnUNtzZBBkTnxvwUG/fpUP5W9eRzqQuHy1u8VEWd
KMv/n+E596/XKnHMLk+P6i9N9ybJvz1L3OTml6w81DAhCiMU8DeQVNiNtnIZLgS9Ezef7bQvNxUF
TEzrSAMk7VvHaEybrkTWBVSkeWJlvrO6XrTugBW4nuw2qvbB8IJIDrftRjG/lyaCJ6lNjdTIanzK
GSN/M6YhRbenPKw3UbDL6lfZolIa2+P4urL70+V05mwfAIJJHQZi39OIU6VpnuQDJz1rnvvhJlYO
SrxrGXvpxytvAHt5k8DPmK589KXyG3sy4Qj+Z3Z2oUWQtglWykOysygmRtuIuBLEwbZmdKisNqZk
Opn7vQ3RpS0RRqEbZDigR+3B28fC50SGg81B5zmkDFmbN9Xa75s+/NmuMHJGKgbBN4jj013JYOYt
fIFd0dVuEw6BHdWtbTUP0I9V0dswrriItGZv5ohC5sVZULEdYdBfUcORgs72pV2eH2LhOsifW/NJ
0+7q7srvG0qPd4MR2aH3K+w3gfSo56s6XtP2X1r/zGX1UU+kNpw+j/aaNuOhjMedRMhrYJGECLB5
GVSZYsqXYuAXrcTc/0+o/2/z5wgTtHa1fqIqpapak1Pdxm6+0907l8ZXwvMpf7d8RNJWqhzzUIDY
E7PNYBq5XhgqmY9aZIzrt77iV05RToexcOBJhv1/JbTPv/Pcyux+j8tUFaMeK2L4s5K2VbMp/J9a
tB0iuB/XVI3OQvrc2syLNYHxXPQeK1SFKnswHK1+EI1N0DabBqbzbNNAj2jUL4G3Vrxe28yZO8tN
IQoaoE6nbvZyeNPHv3oIby9HrrWtnLko2reZlBTYsGQ4IF+75JCMe5O3TGkwd6+v1DemP+34QMy2
8mP66yj90IYyaNrpwyXmVmi20DuKkEa64WGUW5AlN72wv7y8s1tjbnEWmHMT2tEAOj0nPri9LV+j
YZff1jfWNrbhlt2F6Pg5n4fdM5Th1/B128aKq86fHHP7switWaPrg2XEeaJ66xmGU6crR25yv/M9
nfidYe0A1zV7crSNMLEEh5VjZi+NfzCsm7p48eMtDJuX93LN0LTU44/Xkz0mLobyYVf476N4ndLz
6TaNvkaBOJ3fS0uaDsaRJb0F0QSrBuc7+5l1tm44ZJB2lq3kLcvfBoJMYKZIbs5RrEPIiFGsR5UT
0udIgPiZ6soFvXy6/liYnWCIuuTR1Cc+Cchah6CwO5guXEO9bTPBBoy3qTpjpdbzgWU537w/Nmcn
2tR834J6tXKCtPgayXCLJ3Fa0EKJkyujylWFahYQdRheo+EtaJCniqqkuNFjA6LzNBCUH3IzVj+b
PhNuS8o3t2LX599UZgQ+t0Ko3tG1pcpgWm1whWx0vQlzvWREsDZ/x0x8vDSDOPxQZcWHwrFXN0NE
huIMtcDAv+55TGgY7i4BC53ZZm5Fd0brtXdUUrxDIOr9S1jXdxUyPDKdE7XfFJYS/GzNIT/Al6hd
jUal/vJFRqTkLkoKRxe0baj0T2JuJPuo0J6UXrCuVOYut6UQPGRWsJZmL54B5lo4Z0gqAU8/9Uwh
lY2ScXoowaQ3tWAUB2IbxVaj29742/v7I3IcmZp+yvEhKDvLFISEyBwiZSPw0DbhvH8TVKTrjJvI
z21R3cZrbFdLERoUxjS2jWQ0nFqnVoumC4VU5UwMSAiWVbxjMNTpJh1cLd37tL2GhIm+Wvz697EF
BXLg3hPdhjqfMkhB3DaDCdWaW3HYjccW8nYcpPoRgrkQEWi5bG7pZj02Nwtlrm9oAnLKlROJjx1a
JZX5HNZ/CzOYPuCxkVkUM0rTGrN2oo/LfjG2FQDRih+LUrLj7EZ210jazx6AH+a4AgxmlBh1nbOn
B4hTAMTOkX5ASyd2v3fAe5GsV0CFdF8azh8DG5NakDXUsCD++IcNhXNzsg6zwBzFFwvQLZtZTf1A
fgfV7wRAsIqVyLYUTGEt+c/G7KMVCTQCUV/y0Xxk38Z958kbIySDeJObd3WNJnbRRaiS0PqYRM3n
D3lTiTJP6zjpqaLYIgTK6o9ey1byoaUbyPxjZP5ojzpVVIUoI13Oqhc/1XZpaa3EkZV1zFl19XwU
0kZgHVUeUIJCLXKoHX1tPvL/kyT/d+vMVzK4o1HqFbdO6m2FfK/2o53ApK0pr4VoW8LtmD0bIL3b
tUO2tLzpAv+/d/h8eengS3KTkSqk7mhLoDtdQiIy7X/v3sdWZlmcYMTpmEVExWLYalpDl33nu78u
21jeQlTmJ/zgxIY5LfUo4HuFpUbpgJEmfPLGvdg9j9o+4mnuevsk2AnVj9J/5kV72ezSqWKA7D+r
sxtNFeSsgg5kirzfA2iBpXCjtjdCe1Cip0hLVqwtfq4ja7NLLTYCMA0K1gThLVB+qhBIjKs357wY
87+b88+SZnfY0Geh51oYCfNHt7mXrU89hLZNdj34mwoSePQjOyBv+ZrW3VpyMPuAuQ83x1hzYxul
i6Rf7ySB/6npvE+lMXw3quQfEn9KuYysoHwLqHlmzlJqKwhomzqt9FJHjoymbTCGG4r1ttGu9YOX
3OTY2MxNlFoZ5SzCmNU+uXD1g1jr0JWMs41mHPz6L2Hu0xckyWJOhVSAmD97tcFWmhuu1FSOIud7
D+bAsNe2afTjsutPv3meKR9bmZ3qUAw1IMtcWpn1yY1q3hn7SH4I/55J/XQxswda0/XweY+Y8cb0
Kq7VfdU2dqmYMJZQ/aEEnfb3olRvLi9u6aQdL252W1qR61kdGB3Hk9+s5rdcX8tr8kJr+zdzwMCw
lIqBBAJWDVPuYA2+nZvyGzCkm0r6/A/LMQC5T7VOENSzwJEacVK3als5HZ4AV9t1p2pvJQP4l80s
LsmamAgnbWVoH05jcF5n4QCCv3I0nm4QgVgPSL7/Vrxsn/T9/rKt/0PalzW3jSTd/iJEAIX9tbCQ
lEgtlqztBWHJEvZ9x6//Tmlm2mQRlxXtq/a4HeOITtSWlZV58pwVd4EqAaiYcMmrYI3mpq9JYrCi
p03j6Nb2ljQVCFhvoD0rGNFKiHFihTu4xayVqEC1jZM122rpaCMKy1ZeDDCA9C4o8kzQBHHbezbm
eE4DGNDT1s0TE7p5ml/2j0sDHGEgfURtTlsrEDSorPgjNAIQpgCBDnloQZwulA1BRzVsusapTURN
ckAnQ7s3we2SFPtuX+nJ/eXFWtkYJ/b4OyUEYXQgwZ4E3t+eJm25zfLdIuQ2OQPEwPWdGOKe70Vk
GFkbwZBS7yptpxOnM9Bf4aX2E1A4BMn7LN1OyUZfetr1Fh6BIpnnFc9x/AV84hgPI32sCL5gng8Z
4MrE2qbF9vJ0nmWnuWHyHAB52ON1xNYvlWYvmHIIw9g0ntp9C1BbaiZeD28SKeNDiSeP4Ej8P4xD
nxAkKwQcPNyZSBdzmUfSg8oZQSPorEDH6Wfxc6E9tFJJUZ1ALZwmksDs6kFhqoj/tcptWTAdkVE2
h8Yxe1+BODwBH1Hry+BegThSnvog/Lg8yesL+ccgt2fHQC1yacEwG0hMWLf2hCK94AGzOpXgIVAY
bSU6wXks76yZQRVWI7arHHc3kx1NLtRwAy+AOK472UVFVYP01I5IQnVtQeVOK0XqrmvjBLIF8Dxw
g6JHkXOkuQHVjBTKOk7IxHBD4pDlJhI1H61562Mj3J6RMnQmLZCnd4o6dKb0JSMbOXBt0xmbzeVl
+yYT4eIS8Nn8GQ+3UTrZbpogw3iMyQvR9FHdx/pzVD1M3caeUMiuvCw9RNm7Km+WfouutkVFtzpq
ea+XP2TN5x1/B7d/uhjdWFmD75By4DrVp0KeIbKJPnz733Pug2NCZ2x6EEYFhzV3h6QoG+lRTTBi
VXdmULmgPFaV/uXhKKvjObLChUSRXUWZlsFKoufQKHen+d2Srwb5Oqo3gX49mLkfkH2cHhTTmfpX
Pf0Klnd0017+DDZrZ6t79BXcbgXPmzx2oGaAkq1nQq50LJ2+BkQkMqnRIG/Z/YUXACwAAF7wZIMi
ibtQ0GgbZJIJe8tiV27W6qjvmOSX3umiV7K6FmsAIA7KIqaDgXU8vZSzpI4Y8z9CAbq4tTe5ACjR
GRyw6Q0KrbuF1t7oxVd9QrMvtCD58T55/qy8/JbcxK6ywWX2nDnRXt7+23YYdtscfRiPvTaaEcCH
ER9WWw9pEIFqeZeKCELXHASRGX0AILN4jXHruqjjnGWF2jh581TL8BHJtpuv9MVTiKiwvDbPx6bY
Rj/KFMSQk5sWFcPpWk9G3SIlorKgyALngvK6y8Z0gYUyn0GpXtNUVE1avTmOB8F5F3Rh5bE2wESc
7PTmOtK8Mf8VydtE83rpKmj3yr+XTgHXN5QcQL3NOJX4u6pvinxOFLYLNF+2vDre2yIT3xVM/nQT
sNCCHx7t62DMPF0awL3wcgBljgOM2VXrtxvbdtuPePM8u71f0dwNHIjQTBQC8e229CTBfbzm4o7N
cztDKnMd/UxsUqvGkeGnERmb2lW8/I0dxPpMFRSIeL6h2jJGOWljDBP6crHhasm7Ud7q5OGyq2ST
dTaZR1Y4hy0TaWRMeXDYiYwuhK0BEcVW1JhxhtJjzkFFZzgAKmCHwp9Pl2wkWc/aQJHasPIbSd40
6M2znoLwqV+oqpfXqX2Xw75m+Xbm2aKTtmYeOmDIM4NGBwUXPteRzUYYKeXcOmS6bYGTmcx7M3rW
pw9SPEo1jRa3Na7AQdmrtxANvDzBK8ecpY8AVQNOBGRz3DGHYF/agDm+BbRd+m1VNZiJ9OEvbECo
F+hHRjuMB9vp9Pbp0HazbSB3WgHop8y6r5up4HW2cqcCBotUPUIHVB941Lc8KkbaDFHn6JFFlxja
fBptrK8+9tqpobGI12TllJ2Y41yXEc25HC8wJ43gZJMs0HxMtBkQ0+vT9vIKfV9N3BmAfAiCSwM0
PgZSH6fTF1na0AR21jnjVUnRxesEbgnhY5q6/VW5QXfgQkvv3XJrqv8YHGhfOGhsdz9yN92rjkzN
VxH309pcH30Qf5dKdqaNi4YPAuiXxJ+zGblw2RHUQofwUDWz4KG/9iDGBGhMJA/0jmiPOJ2AIdRL
zSxgT1GoTSU0gYB81/loX6KtndLXMaelCUoOQdT0LRd3Pu9/zHK+hzQD0pOQF3Kecm+SIaZO+w06
Umiw0+7i/bKFoPQ1Gpap7dlvSNHn9Je9+9Vug5CqNPTb95sSclb+7ATe5Q2xFsViPkx0COHpyrSB
Tucj7GIZtUp8WPBT8qt96HYffU0tN9iHngKmFAqYq5PvRAQwa67i2Cw5NRuEmaQsKsyGrUoVdaDW
8+WBnbXqYnlPBsYttCqP+lCbsDB9DK661bz4prxJXtqfsRM86MgB0/BBe6kQTgKO4F5FXkq//j8/
gVv0vEr1MAvzzpmdlvZe967sNbf8eZcfPl6rg74ZnwMHKy25FtXd+doSbLo1tNLJFHDRg03CELVV
TIG0PUy3+Rfgm1vd2Fq7j5dyA+AeBAylN/SqP9gb836mvy8Pf+3heWKeix6mBjgiLcbw9dtbyzE2
w7viThScyfcfilM5nac6zURFzS0rtzyk6dHIiuXHbcR7ODut4ipf0s7pA6+tfPCqIzsOhhsDfNCO
3B2k8AqlQzlxrM6R3+LIm0SFgNU7mLH7QI0TQNUzete5MivDHDHvS4fHtdrRFKwXcMqOVm9UdVfa
EJGkIUTG8+JmsW4q0ft37UIBjYuG8euqKfN3pDSRpdR62AexkJWgu3hX2CHywU+XF1hkhjvDI5oU
SCtjfQMQtyx1uSeK8QENox9KFwiwVWdNI9+nGchk8LOhQQVyo6f+IiqiTtHZXrJvA6dzoW96b3nZ
bnq0HpWNuh2upx/Sofh60H8j6vBxlfitC9E/p30Wnap1j3n0Kdywm6Q1x1DC7KYzju2ANzCepomf
O2icmUD/4BA6bGR/uTJ3l+d77Y3DYh4wjChg7Efy4nQSplmRQdaSYBI6EI6Z0wbkMBDYxNJO+YKO
9/kWCdZfXaeCInQUOJM1h43UOAR5cLRA9cbFdpnUqDXI6zqHhAD9fg6iXpK1Y2tAToTx3ch4THH/
fXnW7TFkFySJZogwhlVphv6khBl64fOw9i5PJfuvcdcxdBcQ3yE1rSDly80kuMKiwpRR083bjHaS
/VA3lhPrGbXit6ESMYyzoOqSNc4RNoHSgGKcYa+K0CmyQ944QWC6pfEjHVuatgdNFWyVdYtIvAAp
zyrX3PiA2dGKtIXDM+PMaxu8E7XnBKJQfa4+jP1XFoQQYhYV1dZiK6amhNgSxVbgvbgrN9GSoTN0
gEOgMNjqILYIKSEFBTO+PO5IBooZyGlAwD38pfclbdJdrQri25V1Jce7iAulk7BuIcCHXZR13a5o
DL9rVW+2BrRBaXSOXi/votUzgS0LtCeTCuariK2phGM/lh2ukhjQxHY/yZngZbw2p1AzA+8mEBzf
mfHTMx8m5SzLatU5ZTlTEHFSMERDPsHy0qC8HoriKhhDNB/EW7MBCUCLvk0lQxJZdaAFLnLCaw4f
2FYT9UzwLJ/V5siQh+oAgWKnkCyvmjq0mqETZc42UzBtlYz4RZH55viglAY4dtVN1s+7gii0tira
6Mke3YBOJJW7HjQ5ffCWFL9SFCv1HpyyaXaYYwsMLl2GwrkpcF6rnhP9hnj3qDqIqfk8SqqRSApl
fLlSv5jjXrEp6V4ra9NHd3oF8btrA73/lzfHGoKOEUH9Y5M79UagN7LcwmbI6F+BOihUyQlHL1cl
Xy5vJ/ugZFA17IFO9Pu/SAufGOfcaQS5gSmZYbwfpZ9di05w67FVOi/JcjqBEkqb3wXDXTt6x8Pl
j15h6e3UseFWwFoixxcVrykS0obmGqFBx9pVm60MhkdVQ9qlo5m8iSV4w89xvjbtT8HXMFfDudyT
8TMHeZTTRF0sC+UJX2OiE9Ce9t+IYR00AN4SpJ4Z3NXFiwwSoyJ9rrNPyXoQ2OeFZ1i8YiJ5C05y
DTKEfEZLT5WmRicb5p88NohytegJ2RdCdrqBvlbfToE1FNXm157Sxza554YWK0o1aQN8b/YQDT7o
HGfJoLbqD1NFy1DgmVac34mz56xF86hKoY1LTTXLl6JFV5TdkUbgclY21YkR7h7T4lEKQRAI9PkQ
7sIwdgz9vgE5PipJfqf9BXgN1lD2Y4I8bPtwmybpzHxacGvaseyZZHGs+FmJ48eutPw5QYCgVLvL
+4R9P7dNjy3qXDM8wjYlGXqG2ASetyLZNoCKQpr9RYYfZoDf0RD1oE2X8wYSqNjHMgGYF8qboFiV
ljdZ/nV5JCub78QEd/wDolYjYdhTOSm2SIxSY/IZ7ABscBO04oj0ctne6s4AjR80NAxUivk8jjrF
AJCVNYZU0EFS/Ta4beKNBTbsYnYvm1q7g8H2/8cWt9WHwp5B3Qdb5lLKd3NXHezYuO8Xe1MNQEer
RHogWtxC5zjEZdJm812AfI8HmryrPsuT287K85+Cb1pxcCffxJ0Me6jGwY7xTUGePKll+5bL1U2W
pR/B+JSjAJgGgTuCIkNPE7po6FwNwg9ihCKfsxIS2DbSsXjtgmsRNNCnR6YKVcDEa0DrwCA51r/6
zrXT5xzka4LhsqPHH5RjO9z7D3mMOpBbaBp1LuihQi/eBm6PYjbVqL75JR1mt71dvNwNH6S94V02
vnZIj21zD77BHpLZLJltkm70LIGKlb3LQbd+2czaVB7vMi5eKEu9TyyGuG+Lm4FR3rWgypyezH77
N3YgOgbWVVC68x1eS1uUKPnBThw6lrwxw3RXooVNCChdy/98i2T8zxB3bDR9mGK1xxYdrA856jfG
3CG7HJg/w6jYqtmrYVtbxZqoOndu3j63ZLjrdfu5wmZVivQmmWU3tnOBx131U1Du+N9HceemBBZi
Apc3/BRj7NtrCM0g9JqbgCqj6WeaBYu6tndQDvnHHLeokiT1UkMw2f2MMkLnQpytBDTpb1YUqwkk
I1pE+ErkKE9FMyVATtaVE5mVH5QF1YFjSxXBdbw+eX8Msb8/iqrKxAiGOWnRM1H81vTlzgTTmOVD
JrCfP9RAJJK3fiD+WOOu42aM2hioXRwIVUUSgMp2u5EgQgEigsvzt+ZcQBr9v/njb+ESIjw6JN1a
J4pfWxQgMtnNu9zp9Oc6ck0rvZ5EJDhnbGiIDxFlIESE4DjRIAN0OpNpABDodx/Fkk/bqZ6oAmRI
EVc008qbVJ2grF75lv4bajl68UnQiYzHF5UL2zX6fHN5+Gt79PhbuFVddFKDpBJXdzsmYF0BFMMd
azVytThKt5dNrS3psSluSSu9zKxEg6l0DHfZoNAw7nfJkjvLRARvPsGo+Obgua8mMqEbwdEV6VBC
z3xWydYw7y8PaDU2OBrRdw7+6Ehg12SlGcBMIGWbPtaepRLgeb3zpFClGZi/UgWgwNHYTCbK20Pi
mSC4bzWNxqOIb3PtdMLREDB/6QayztwdacljL9U6tnEbjk4GymyjM53W1vdj9x4rYPAtFtGdtRaF
gf4FIBULSUmVrzaPCPiayII3VWf1p930MW3LJIPRonZrlUCbJlQEh/VslAqwgQTaWaAPAvyCf1kN
8ghpY8mCtoW805PZGaFToO9V5akZfgh7es+XFxUEpmMJWLCMPAzfRcMUvIZFKiPnxX/3d593H97N
Q+iKqLHPqCZYoQKdWyB7ZxI10GI9dQehVKl9tOSx86RTCGlTuod0NXW8raA6Yp8dQFYRYTOI5CcS
nzZ3J5OAZCUJq9hxD1Dsfjn858f3D/6Bwix+4cf77//whw3dUfyCnPZ//456HvUKut877vb+fvt1
v3Wv75/un34/CVzFNwniSciH4iwTf0eZECQoiPNP5wSgIV0Lyh7atE7r+L4fO98/20hwe56DbJgh
QOYBakPuGfvq1JA8lnmaz5h899p1fdfHoD0q8EZrKwyOe5DyQofZwNOSc/iNaud5Hdcx6o3X10/X
7uHN3zx/aPTZEyzxeeMXG86RJXaAjjySXIRKYEewdH04YNkg/C5weWfXJQywGgRBKlCFr+GGEpc2
OuRiEF1dH1z35eB/0g22g7MVHPTvJDy/AY7tcANRhryM0hJ2Dm9v74+PjyFd6CNU3RFEAqbA/nmE
aW/vOduHr8p5+HoYKfvna0bROmL/Ejj779rh+RcBjWdb6OYA5cnp1ALcohcRkxN22XHZ3e4wvUzu
3tluHUcw/O//2CVjXOg4mgWg8zUz5mL3U//HBicTltytKzBlMPdyZgqlHWRW4eOAvz4dlzy14dzZ
LTN1YCfA37FjzxwBhofxuezX5V20PpdHNsmpzdBOp76tO9jMgXHAbyjE4/cnjDZ1Yudz87y529/t
955gEc9DL7Z9jwyzl/XR+ejrgURyCsPwgCX1/cfNq3Mjciqr5/3YinZqxQwVAjENNjz3AMZPeM+7
DXbqT9E2OU8zc8Ph9qQRZw0Dy8PQi+vvNvRGZOEcu8IsGJoGUigog0B79XQoalIWUgqpDLZS1yZ9
Gfzec/3N3UflfXy7SmfLzoDgrbF+/I/Mcsc/VYMc6TGYZfsjpS+98/LUeiOugxlZgNYbXNfEqaC4
KTXa4Z8Mf3wGiAbIAjCJUIOiFw6n0xVcTPZZbpebD+6+sIoIEjbaf5aWXaPu4fs3HBx2eNiNimuU
HVb2G37Hzx7//j5MOE74cdkxvnyeDHZezs7wn+niHzFSHdS9fPJV39/mu/+5vdlXsG/BL9wI7Ef0
Bed4bcwLILhA3kOEE3EMNy9lCcJbrYHKBDOMiOL7By7yB33G6G+cK+Ym3XtfFNScxTTgZwXHBNr5
WCHuTOBWbdpIHSzYHfq5ob2BHiMbPSKp7qmZSEDuu5PoZJo5Y5xX7pJCSiJLxeVX0tuQhhQcdc5A
P/GnBfgt9v8gcvMwXophb/Z3zo/dj83O8zD8r6/735iWnc8O0tP99fbevX96ur7f9vQrdEf6W5Q2
OwvPER+zSUFAgL4kqPOenlw9HfMCFBl4kKCnDSDiGRlTb1FUJNTrKejNDVqX4l3YFJnAya4sCWgj
dLxyAbJDvZBzSuhtq+dFG1NnUsBNDrQo2K3K5UWf9eQqLUBaIdj8/N4HzgaxM3Y/9L0UjX+ENX1p
NsMygScQeKYaiuy2R2wmlupdtnOO/WCGUPkELbhuohWKG1c4xjKavGBIQTuiYqC6M4EYJ6ILlD5U
P5JewuBnW/hT8UzMDbQyZvKQSZ5lbATfwW4PbheefAe/C9PJlvsA32EkAbVI4Ge2b+Z3wPtqFZqz
gOzam3CcilcXgNYBmS4J2K2Z8730AdzOahf0n80EH6ApEfAnVkh1GeoOOiThCzn18jDwGvDmXB72
ynY+GTV3IwRq1evJCKPdFHlJddWAVCaLfGnYStPrX5gC2ggiQeg/IXz7RRvYPYHcfQom+BLE6ZuK
eFmDpqjBDUTYJrZnzqYSKQQDSuCmguc7/v4oHrHS0tTCBnpvk327dNATfl5EjN3rJiCQjFcsADY8
eiqRtaGoCXg0o7kGxt6dla8sfLk8Y+eBCDsb0H7+nxEuoIuaKFigPZo6cguFcAh+yK0nqWH/kg9A
uhvI+2zDdJEfigkp9Kyqxn1XgcnVm3op3qVZrIseQquH5OiDuEAP9delikHt50RgdpGdJkI+3XL1
4NoE6UB0b8e72vbjHik18xDrTqOIPoAZOF9ZE7VEoAEtPDBPV5Z0qbaYKIawIrTTKU4ueaq2M+SD
jnqJHtNScm30b44QYvrQ9J1gPc7ClO/1+GOdWw9p1mZ9rrGFS3kTdTeLGVASv1uzO47PMjpUG79t
BCNe32d/THIzbo9pPRQNBqwGb1n6Y64OufZ1eVirPgBcWf+bUy6uLmt5USpmAuo6cvOBIndu3Q4L
RKpESt+iwbC/PzqXWl6iylxi/tRkvin7N8mWfRL9a/JJbpU4T26n4C9pBmYFsL4IqFhtM1qOCepb
s/FMW+C2WQh2aUdybru0i1QHLAW+ZrkbR6rZN4axn4pNDKGw7gpqIZcX67wExI2O89g19EqTXoK9
AswsL8FXS9Xt8p69h7tyl/wAKmiTPmJDvuuCaHht7VS0v6ANFIl9EGacrp2h1lkTlHbqVOh2HX+F
CVQ2iCDoENj4xhwd7Y+epEqOGizIwNMAEkcpJeiehazF5Slci6SORvKd7TmyQqBTMxo1rOSZ+khG
1UOJVR7GFKB5weFdu9IRv0MyDuguKNtzhxeKWlpjR9CsgWhV2Pg5hDHmlz7uaa9fj8Hm8rBWJ+/I
GHeMlUw3pkGBsTEYPSO8TzQIVw/vl42szt2REfYRR3MXwAMiKoQRE9ceGQ654WfIvMuByNWujgbi
SazjGE3r/MvH6opwmVtc4RXgPeXHNIx01nNXV7ymJp4VPWSQA1JKPBEKp2/cWb2Npl9NL/iM1eH+
+YrvPOfRcAE3GGKpwlcUyT4ff036lZo9BJLgaK1ZYe35kKM0wM37nS04smLbuMONFFLT3XKjpa5t
3UiTa4lUAtZmFOE1o3mGLhUQOadLZ1RD1I4A56KWMdHBfm2hPzomAl6g8xQb3JOFWgJUbkByd/Zy
nEcFEurMiiJDH6fP6kyDWlMJhgpSQ5MK/h88PtDjbbwwtfqDZS0VOgfGuTxMhtmi59rKrPpzlJAr
haZiGdrEWZKod60wI59ym+kJFOxC6CuWeiHXfjtDwMvTrLzr9sOgTvImy/UJkUmjVZqrqUUoqmyu
LRYaqAHFVZHaO8M5Z0BfSn0Mgd9aIW4ReLkCOTGL9vO/BYOxidSBUwXUTUGkz90rVaWotWRiIusm
RGNqYn5llS4i2mA+gb+8LJAEQGiASQjxkJ+g1yIJQrl49JTtdQwF0bCIBD5wdb5sqGoxOVimh8Zt
uyHq62WJoUULrIc7TW8NeqCMSQdTQS2CFa0NB/V69GoyfAAaNU5tBag71DOoJtBHkFOrvB+yu8vu
b9UAMnYK0FEE6C9uMOBU1aUsw2DQnI/LaZd0H39jAFpDYNeCL+BZV+wwmUJbi8AYMZq/7Ux2LOjY
CG7Z7wuOX3V0BaPDGmuvQ275dJrKhuR1k6CoOLXBRok9m+BFm7uS4ar6U5iMbi3tC4uxAgosr0/f
H8Ps748c3VCF4OfI0swx6+IXGEUdLSSCY7O23Y7Hxl1QSptZEJLG2MCqhc5kV508ydL9WRfctsxb
ns0hQxlohqngocntBLSRmxaq7JnTmErgRPXHxJpGxudmSO7sCaQgWpHt5VQUha0OD2Jv6DTVsEf4
qmaO8mMXDDA7D0YE6LXqpon5npXg/pB+X96K69sE9wQji0cdjy9KyUgWFwbTrR8q1TGCvVnezsZN
FO+I+lnWW12/l8ijOWwvm2Vn9GxiDVwcKEfLGt7vp3tEi8sZQQFGaDTRHUFDZ/G7hviolW600b9s
avVGBLvNNxuABsqgU1N1pBG0dcOVS7V9M8bEUUZ134Wpd9nM2poh0f+PGS5iz1qtLzt0qkLcVx2o
OoJ2EJzPMSTLkj4TzJ7IFnfJayl4tMGCjzUrXq3sukgPWXXTi0Suz8H/7HJC1RUIRYion4mohHk8
typuYwePkc++TZxa7qmZRUgVazSPmru0yNyyfo8bkSD0qgsxvsULkJWEGtvpmpXaEJk1wfaoOzzv
WqVBQ68Q9i0yQk6NJLJZYGfASDymT2MgP5pgpb+8KVa3Oe4qtFSy+JJvEpZm054WCTfJLPWfdRjv
qnEGltjeWuNb3QyCnb72EAE46h9r3IBUGY98wJUzp1cWBNJy7yHlSsPxlxVJz8Fg3yj68+XxncM8
sEXQ5w9hX/T9Q6acO1y6qUp5LMFkGVX3I/BIShX/NEGBD5IiOkKwXC8Utyuqigbqi2rPLuk1t7cq
z2xEJArrc/3nU7gDGABsmmU1rh1bH51awtG76WqvB6IoE/WJrky0CVVIJM1xM+ClzG3PtiFLnX9r
P04QfG83ielGOjBSgNFab5Kog1BkjVvWuLe6YckLHEO8l43lZx2+TCFBnQZPJvvKEHHCrTgXUKYA
agEICfB7Budc2qrRFzL2uL51c4O8Xy/91rsf1lK7l/fOyt1qIorDA4IhL8+aorQJ3PBNPmROClWW
5tEYt7p0VWjoh2ppA66yvhIURtfmEWxeBGyFGBnu1dPzbuU9FI8D3HTZcjfVTlRM18Tb9Yk3dK2A
LWFlL6JdABlwdH3ZBEM8NSVLRhPKFe6ctreuJ8QVdOohra4Dihik5p2h/Vu9RQC6YBDNbqqKJkKg
h08NLmE5BakEV52MZNNLFu1Q0hhxzi6v2dreODLzXeE9Cu2allR6x8wEeBYl7QH43KAi/kQEnmwt
KgGtPyBkUG1DJ9D33x8Zqm2976qFcapVDVRl0Tac0q4g9fWcaffS1Mb3VjyrH0FtAJ9YlKkfJUYf
oVvIKGrn8pjXrkGUZW2UA5mUGEBVp3MrRRbJOwvdgUuyr9CAro9oUA9Y7E5V1ZdkODTUU+z612W7
q9v1yCy7vo6mADp4+TREBPH7JN3XJQ5iZDyVkbWR7OWuNhMoqQmlQtlQuLDsZKhcXK0HU6C2hZo5
FfmcKm8aNkTbhfbetHemdmt3P/vcr9Htqye7MRA8Idf8wfE0c04VTWWKCTpIXMfTWyy/jcTPFqav
fKXLTmi3NBYlWUUTzPnVpQ3quDRgsJwlyD8918vPHLwhpEycMX9Tou3l9Vz1CZZhALCoQsGbR4P0
Y7eUIWsy7WQ0nrbbzkSDmeXIQ0jHVpCuPmdSYP4AOQU0hKNdG62Up5snDadgkGKMTTUqGbnxGACQ
cYYiWa6hmVkJPrQwqbw0GskVmAAfJPBEuqPZGQ4SwDYu8UjUPrA2eoAMoIyDojae1pyDsseqTvRC
w84KLM/Uq2st2SStb0nppobU0eWpJmzp+H18ZI3P6EHxLOwqtKWjjeq2V8DWUTcgjunu4bycqNTc
MU/coiGHOvIrxSWOuTPixyrZw0lL+Q8ZrKN3kyu5SiL4sJWQ08TKoA6O9BlTyD1dFkltJaTUMAsT
6qJpXd3iathdHvuaiwYrErqukF+w0El5agKE0xHIC5m3SmMzdWc0WjWQy0IfebPUsR9Pdvfw7y0C
fAtQI8jWkJLh9tpQo2JmFdCvW+Imue3DFnkyeUkP9aDEbhB2Lb1sj42AX1y8RgBdAUYCtM3cJOLx
oUtAMuNR3kpu0O8W7Njo87KN1Qvo2AjnfSGc0MpjBCODZNt0qhJnCiUv01W3S0ZaDtNmQSalSOz7
ybRjkF39FnzAShUSTF1/1pGt85H71/ouJYjnEczbiVPWv4b+p7F4owKwxPNEDnmEh8TrZZuruxOO
CTsQh1Q7I3CVpTBNGmydbATBUt7ux0DUCr+6OwF9RWIVaSkAek9HpQRKugBYg077di9n1ybYR8jG
Hu8vD2TV2aCDGGh+BYwfJncGrFJtaqNkziYs7lJVuqqj+mG2Yi/s+5sobNzL5lbnzURUCdI69MLw
WHe5C8cuh2iyw5q2rlujtPfGYj1dNrK267Ed/jHC7QfoukDMaYARXZ/QK1hTKUndmvy6bGU12Plm
dgfewSRn5IwZgtkiSQ3sey2/b0bFSexqF4/RVgoquBRt21f29ah/mvZfxVlIt5rwkNh8qsWdaxBg
RHYQ23h49Dhl8auCJuyoIf4QBeCBzTe5/jaW0wYobYFXPsecgtDs2ybrN0Pcyc7i0VlTph7sivrC
Qg97WxYgF5hMN4yf1JlsJcm4aqvHJoyuUVpxbQ3MkUSDlha6DBMEKJ35U0uirdZrgPR8XF4N9SxE
+f4wpLoVlsNFheD0w5owGUrAmTOIykmtK/VhehXppUyczI6TJxLIy6tlZ/YO7YIjGDvn1G36DvVp
8IanTtgtAa0hwPpcNJV8VwQkCVyQ3uqsWzrtNVqOUwfxOLQEQ57VUF2TRNXvPhnC0SVSPv3OigQ6
X0ET+602gVtmjA3yDoYAfVeMc3o9h1Y/OUHYLD96u1Eeq05OX4O2ZsC4qPWh7dzme6je2IdUHkpB
jn5tZhRkD028DtYAZYBsDnmLfWpC/GsjGQvxUO3dVVXT7FS1zN3ZsgKmXjYIXpFnh53RWzOSKs1E
5wkAbadLMlmRmSwL5Oa76jEokGZQReDDs5POWeDu0xG0O3OSRzkSlhWi3r3RXwUivZ4zD8lsaKhX
I8mGJnae5yafgWe3xwSjUPby5PbD62D6arqbR4Hb+t6iJ7f1tyUU0cAvI4NYi/P4vZqY4RwgOuhB
KNe5DKpu+nBflDzEu8Wp7sE1JXhJnGelOJts8xydZ6sg3WDgzehMvvaVXo+e5S6bcp/d1DvQbPj6
TrRkZ28XziAX3WZ61xjmAIPyJvyR/4z36W7yKkf+cdkfrGx6rNo/c8mHtXoVR8bYsKDEN33QN7e+
juEMgjBAZIXbf0kRITfP4qvpY3HD+2APvlPJ/ddMS6dT9h3CH69RSAKQG8NKsg/A6Bg9t+7gxb4p
qBSdX2icHe5W6RWtQ7kNdrR7xR+23XXjwS+8ZBtR0LF6bI8WhzmOowEtxMwRH8CQIW+XwA2bXUB+
Xl7/86gUAS+qhgqekPB6OMKnNlBhGORuiZFmzV4rsDMjlCkHbzZ+BKZv2ZDN+TJlvzQF2ayzoO3b
KntMsvNr8907etQHBmTNcydg8tZxR+NgW+MSKEXnlu0szldgeKDfZdx/yGNxO0/J+qwl6ClzWqP3
SrUG7PC5lF9w61PoEHnWAM7wVuo3QDi44SKkH1xZQQQ9Fqg+IKACnlzOfKUFia2VCLGgmDZ6lV9s
y72aONV1sGX51g0Yj4qN8hA+X17Vlek9McvlIbKkU7SoYo/V9moZHEn9DZwEZKIFz6ZzTBmCCXQY
oNGADQ58JqebB0nfoUM1DAnyoYEyexRFwwHhwfgV90hHyFoPMLKRVtO7VWj9TTGNFRT3hhRpAuiS
XY3m1PzI0LcagvdtyX82sZbe1ZnUv1e2tAhu9/P8Bb4VeUwFD0owsZ0VTuK80hn6JHPIff9k09xT
CY1cebdclX45UPmx3V5ehJVr/cQgtwhQoGJpYxi023sVhISmiAxjbZWPR8T5oU4LO0tCsOYoqgca
61JCSSSWnURzLw9kbRMjCQxUiYm881kziVQPdR8riE8sA9WPPr0pVOTSh0YAAVqZLzyPEaYzFkDQ
KnLXepEPdTKiTcLprdGNJQSek3N5IGshCjp7wbOhst5P/hE3grFxHBoMhMyAGHuk8Iae0Ba4/EYR
SZesLA5yJQw1paCahbz96dEYZK3KBjSiIzlEh+KtmW670ktS0a5eHdKRGe6KGMaxBrkYYqF5Yz+A
UoY45Q/zOrsN7mKn+ypCmsaUQAxbcmuBaz3PiOEatCAGD2gO3vagxDsdoaamXZCmGKHyoD9oV5r3
f6R92XLjOLDsFzGCIMEFr1y02PIq2237hdGbCe7gvnz9SXacOy1BvGLMnJjueewSwEKhUJWVqfjx
D/r0w7hH/RE0f3s7d1qoyjputNfdcRdD13MlAC24zNlPkI5YYrBIs8d5k/MP076L1wSTlm7HMwPS
V4zVqDMiBgPGTz1ymsCJnM6hXqRBONRvf5hrRdalROl0T6XPyaOUdzGHh/J9e1dgbA7kz9OWts50
kzvkSdmO3yBR5b7pL81KiraY4Z6anqPASbKhKKmeUg1Lrd5BUruPbK/7Rp2ycMjsSG7znGz+fYA8
29z5CJ1Y5ECEdmk0x5Uhd1TFD4d/3fSXXFQKKdABNJtsXlOuJXuzi3eFWFnD8jH/ewjmD3qyhhLC
M+U0Yg1lHm6YDjq94ZuJCUiyuR66Fu2AAH+e6JuVrSRHNDoU0EE7ggk38jQZaMHb3xv9nsV8JUQu
xHqIBvy1IzmgCXFNaJDgpRgqj2N3V/fflHbN0+bAIOVkZzYkT0vMQKvRhwLTSPgcB+jCZX6O5lPY
75rpTqueonyvsu/jf7guz8xK7obyOVMiew4W1G0x9tGWKqSIbvW1T7W2hbLT8QID3C2WF9hHQzxU
QM3qiXfdHdZsSG43FlOQaQ1sVOHzZO8KkHjS1bnpxeiKYU4QPuDpflGEbDHHGVKgfd0SlNWt4TEw
fYGCPs1dS32FfByN3qr0WIO6PCBQYU1flLXMY/GphakB4IVAPwH+bsnti7rM6q6A27flRod4eLbJ
CbiIS1CtMZAQ9Y46HNJVOaml3UWjGOh7nIT5+XB+qBuDm9U4lw0rb/CCvfgxYSS+dBgmmcMHwxV3
6jP0iNekjJYy1Lk//Y9Z6aPGih5jF8CbZ24tvCuHTeg41e3gtu/lsbxde8YuRZRTa9LDzzKTaayI
hQplthP0DjOpdg3cv3/dUeffLJ/1EysyKV3FMht04bBiVO+58Oh0Z0MrBGzP9bAJsvfrxhZTklNr
UkpClHKYSg3WwOm+HbwQnyx+sO6RAsVOtsX7R3sPUS/iz0f9BrqZsQd5u25NT2Gp9nv6Hf+Mh5/c
CcXQiiaAZLA7PXxGTnI37UBndWT+b21fbwIM2gh0Dm9v1+Ykl70WuCkToGnwgkteOwmSFLaKVDCt
vKqqUEZ2LeX5+g7/f3z0rxHJR/sJoO9qxNqaTecZu/YeNcXv2aH3AjCt97t2LcNbzMAQg/5ZleSm
LYg+tJrAoLYl6SbYDi/hU/E+TC4xHdVZK2Iu7iEw+gSpO4hh5HIBxgkoK+d8L8qRPB+aeNevPXOW
TfxT7ZXl54u+ivtoQEijWewAsD0koVN3K9f4Qug+K3tIiXGXJKpiRyh7FNHg5PY9Wcv+F6IHyq9z
810DdBhSAOchMrWg/dPbKODUCMKJ8jWg7cbv+NoFsLBZZ2akdTRcb6KKwYweHsL40PGdEWyuu/Ti
Vp2sRLpiJk2xyzDJMhdSDV5fq44IX65bWFvE/AtO4oFShRXqEVgE+i7A133xrnEM8XndyNLJNGee
YygCgj3morEzAemMiSNYiUPqQHjDCXgKnmsnz+9RmoG9wfCm2hfF69C+BmsTmvMxlOL8mXUpuUoU
vYsxXIj8tIu3NbOOagdkFSSwQ930QczmxQA05Xa9vb7qOaZdMyvFvCiNQ7y+sehJf66DQ2rcDeRD
rz71aeVAXX5DFA4sEI+BQho9TBnCmIFz1qxVC0LshQqJpra8z0wFxNl8pTB6uY/AcQATRiHYgaLB
RZ7ftGWTjyZmDHPMbbd3AlxxJZjV9L3aYLD2Me9Xmk9LC8PE+zwUQHEKZJjfIDITA+BW4qaAs5PX
hD8r9cf1j7RiQob4Ga2Zs6CACWG024q+663p1WsjPAvvV9sE/x2ooKBQCZzD/CtOTllAWIMnEkaS
Joi5fNnCzb6YI26hadRUjvWp3JnHxCt215d2GTzOjUpuPyrC6vsBRksLs5PgN+/XIvlCTgMToKiE
SwDkhHL5+brKpgl5VAYw4ecv3SZ1s028zffskO5rwHVd8Lfmb9ZWuE+9ww7xlh3WxtcvY/35L5CC
cEYVM1cj/AKrA2H13tD8Tu9wZ71d38sFM2CqmQuMEHCYg8n5QnG8wE7QRlhg+2qwW33YWOpLuwbR
+wMLOw8ZoEqDhzAI0mI+9E/2duInaq2xMkszZKRO9py8kc4J/Zi4KOs40U20DbzU0UM3vuv8cJMd
2Wp2uHAazuxLCU2ZTloNJSh0L2+mDfHSDf0g9+NGc9JX++6Xtf3+6/q2LlwMZwuWW3wATlVZbMNg
8GkQp1fd5K27heKab9y1w4Z8AfbprJi8DMtoeDAAxgBpn2uf0p0aq6NSGYAP4wGlHOPH8r47AtBu
HkyB8tm0ZZ/EBdIkcKEJvNbQXPIie6Z4QCt/rvRKYcBQRpMk0DTDkHaQOlMZPKdqe99PSr0nEK1f
Of9LCz21Nv+aE2dKLCOeFB2Dg3lUJg4V34c8fdHCD3vSdmPzdX1bFzwHii6YxcAFYWAiUt7VWPCg
LPEhWQERWvX7MLaOKY7XjSxENHs+ggQEjNCskmvkAxmawmIt8tIZDeWgOWg9IQW0V7xyyYypI1sB
IxHw5RefKbKz2FJ6PLFR6IcgjLD/fSpvo3ABGmaQI2JUUUYJRCxSMi0B0GXKa0+z3jBc7PC1sbql
TwKKUKBQZ1sYBTv//tRKI9HbaLQp9lNXb9LWA5zv+gdZyAhsCgoAsLpieumiQTtylpGyawBLCTbJ
9M6r3okx9YM2LdlgdgzNhWzt+P5RB5JiJG4cdEkwrIVVyX09PikZ4yHmQ3Sg0ydHpcHoZoEaPA66
BT+3OCpp2ExBXcvuWo/1vHdKYgO7gtIXxDWw80rt0l5BxT+a6n7f9wp9y4Iar5FI7cQuFnoyeZ2O
hEqFyjvftn0KruMOydWhrvr2gHZjdV+SMWxvhRXRR3MycfNM47TRmpHfmlqmfmpjgVGIyK73LQ5i
5BKCCU6HTpSUGGxJlMopQ2Z+ZWoxbCZqjz8iZTSeijrIjlypk28Cg+S3FOSHGwM2noQdmrcizzXu
ZQPrbmhqmu8dcH5bLRn5PG/RN6NHQiW/LyK78yY1hULEWKndd+TdQB5rIYGgjgl/c6oeFFB9XjXT
LbBpffDIFFV/iAcG/aOe6ayB0A0v9pbBxzfRVnxjRR0LnYI0GILoE3PLI32K0KwuBIh72xEA0Qm6
OQ8p2MPek3IKnoqmjoAbs4wSNEVK7Fli7KubjoJPDOVont/mIilu8Bn10NdZMv7WSq3InKlPspeo
1QTKZ4aqbvK6jr7qpoRikGJVOYpAltUmKLeBLEijffNRTGHHnY7b8Q8SVrqPoXIK5cA81Q+U16iq
N2awNu47FxFk94NxgsojBvUwQXp+qiLkqlwpC7z5s8mlUEzRlGY7xVCpaYSLKdbfsbJWZ9CWAhKG
a9CqQ4KPgCHZ7LKy5GGDuKccUaDKD+8FJCac7I6C7PS+u4XcydG4T/zSax+zH9y3kYZpsyLo9cO+
+CswhA5yWhAdY4D2fOVGEFo0z3DY9WRjgrW6HVbzj4UL0gYTyz8mpCtL74OhsBuYYMHGaB3tbnR/
oI5sOdojyz39qdxHh8ph+7WLeW1pUnon8tQqmh52Qx3gnxSzfPn+/7Z5Um2qGUkLlpE5UuJ81dH9
oD1dN7CUSiGlQF4BAPAfYPr552nw/ijyZkTuWGjKp9VZ1kfOQxQRSztH14dNdbrJAgY+BJqZ3eQ0
PIg0D7Dr7FcV6jH8N6pvRdR3a5NvS5t7ep1KqUEaBkMfUlynffuqIKU1+UpzfslrTg3MP+Ak0bGr
Jik0yLm5Za+9JVq+LRno3Edxk2v/wdLplSq9NliWI6LEgGHWw2dimF7cCq/Ke4BY1qgK1y5vadPU
oi1Er+DyrscdqW5qPLXXmO8X8kMMTFDkoxibMC7G7qNu1DpEM2SjSb7JjGKTbc0j2MV9GpDtdedc
MyXt21CoWTIqqH0HItqB0j9PAUtsvEa94/967ogitTpZlbRxA7HCLgnQqMCIoNeYENyjXlq8UbX0
csV0r69r6TKA4B6EoiHLakJF9dzzyrDo2pphC3vhRnXkCO7qdMcq3TGGfR+vOcWSo5+akxy9Jgkd
c0hhu2OGbn/njepX0Dld+nZ9VQtNglluAo0tyANQ05DHFqAqU/FedHgG+q1v7djxN3rIP3HlVOg1
RY6+VXf9LduJ9555a9jSJcdHko+y7azMewHoMduhNVIDtrnSOMB228CJkKnwry9xxYr87hxBoWNG
I27UmOeOzTGi+my2m+s2lr7WyUrk4kg2YQIpGbESQxjmtgd/GxqE5A68qgRt5SA+/t/MSWcsGmmZ
1inM6frP1PoJjUUMnw0Oj79dt0PW9k5y+rjMbKLMr7DoO3tRUWt0pgOKZrg8D5aPhhZ4V+7tTfRj
xeyMNJcTL3D6AAaC/wzwqp6ftQohpApazNJ0uEEzA3Pvz612JCPKuJHHi00zriMbls73DJA05koB
JqmlpTJOeB/OkzV6kQtXTPpt0bbHthcZRM/vOzSZFbaCmloKldBeMLFElVmAaJ0vE5lwr1vzXKjS
0xbEmI9G0oK7NcrVvbDLdyggrPXSFy3O2H600iH8Jgs9mW1D6zLBVVOMqQU8AImmXdJH5FNLAoW7
JS2DdJthJGWlK7CQF2D+BBOSYP/Fs0JG9+IT54kJ0gQ358a+aO+soNxe95kFT4VyL8DDkDlAn04e
nVMAuLZpC/ywmiSZb0wq98yqHoBEtH5ft3Sxh2BPAoIW9Y+ZSgB/zr8aBuRG0rM2d2nTOBpUTttf
FX0yop/mGrntRVSZLc2K3Xj/YnpI/lpt3DYWKbrc7UChGquNp0c7ExWzYOUSuHB9yY60orhmLSqi
WJFuQay1TX7amKwFEdomSdmHEdAbkawBBtdMzp/zJI+z8h4Vqwkm8cgAIZrH+XM9QoG4AGfCTw5N
2+vfbHkngRMEEZB2SeYxYnIz1aw+R1MK3ZLuXvSx00VPRvKvE615Kw14xlzqQctHKsRMEMPS1AyG
6vSbkd0p6aZCbSFnftlHK2ta3MITU9IlkIuBWYMOU6MCoibN0bLWT9ObEJxDSXIw/jWGTVqZFB/1
SOcqq+YtBG1dwoPbsO9317/SZTIi2ZAcMYO2W0TbeffGz9x8HgnIVwbHHm+a+KaaNkkPGicnFTv0
wxVjdM3otWfPZvOIRhXQ8y8rv2bewLNbSPo1ko/GWlsUKsWvqTpQNN5CvM5BRdLpgBMX5i0LKkdT
NxiL5Lm/KtZ7iTeYjaMmidlHTLmjmXp+QBSzTEK7HnOgt7SPBGkE6AfvFRBB2CTZjgyizzlQQdVn
zlLkokG29inmf/9i8SB0RH1Xg8qRfB3itTD2kTKTUxITY2eAJoNuMW9fVRMdikzfKcB5dVnwnZrV
O1VXLsbLJhpWD1V5VF5wVWkYdT1ffaG3nZnaWH3Xf+tz0ws0UGTamWuE5VvAtL1VWL4YICo8Dn5o
JO99n/uB2RyqDDp3191gKXSc/hTpmBmBoUM9HBsBvloRcl9lv3V+p5bhf9nxU0PSAYMiqIonOQyV
lnDT5E23t5oqoJ71YqK2qeCp29VOLB51vqpLfZFv/dnu+eoEX7eKksL5djNQ1XYlw3bPNRFd+Ib5
S1efwBUfD4afxA98vM80/7/s61+bc3g7uQEmipPVlrAJqoqp9DWQnqSeGWf9tkqj4aNjon++bnHp
4sZC/3eVF5R33VS1KUUSCbpzaKIHJW5u6y6PjhnLXZR0vevWLsnP/2wqBhAhQIGsR9aQSkG4UrSq
in+b2w6fXFV9MmjqCOvFNn/Esxwb1NvpexE8tP+a6OjctDz1Ww+KkdgjTDflsAHdSNa2XqajBp6s
xchFz5nl5Uzo3SNJkDzHqgZlqjRYyoo3Hmyq0dXCO1SawUV8A1ybNbnTGsHeYmhEA+ofm5LnWNOU
5qSATRNKu4m1SVXqKsHBjjeKcWuW2ynwTcWLyPeVDzofQDkkntqVOqZRZyttSmAXIyJuxfZVc2+Y
CIRu0x+yFsjxxgvSDZ4nGOYIzLUZgMU4hDcmelQgbgUByvl5IXU8Jiyj+Szj99r2MUisIXzD31Jl
TSh+/pcu1nliaf4lJyezGbpUHXpYKsByJjj39C7aCOVf01jDSeeUHYTBsyjIBQCNdAN4XAgWpKDE
bsVx6NghYk5O6WdC2pWRhqXtQ41DhzI0/lLZUe2yyoiiKrmraLkLLiCHNRzs++VTQNek+5b279SU
5J86ujChjvYMyhpZ5SU6qFYhcWl6wlwj8bx8n897eLIqySUtEAt0XQZTRX5ba58aezRBl1geuPiJ
vpYOUW/yRoKd1n0rkmcyAKi/vX4olmLqyQ+Qiyv5ADgSpr+QJhS/suxGtQ+Exq6tPWbRWjd/3jbZ
LU9NSTlBVwa0ZmFYuPVkfSX8Lckx3G92nkATxhZ809F0ZXFLFrHB/1yL0u7yKRJZN18YBv0VK7eJ
cJSgcPjg6updnK4d8CW3+WsN8fT82AWkHGNN4P638uImKuqdqAMknL+vf7AlK9C1xYnDMKoB3Mm5
FSU2laTuAjhnbuxZ3b62gntlF/jXzSwetxMzUtak2zyNCIUZZJG3TUE3E0xEg7GrMm0FqrbwlTB+
j6lKgBdNE2Mp0oqi9H9d0GJ97acBZV6vZhVGEqzHuFFUz6gG7gAoWq3kE/NrRHJIAyJK4LjWYN+U
SWVy0Zo8y3iBLkykPOttZoEY1e5WnHB2MtkKVJzxnkTYtzEueL68qdSDItPxMM7KN2gmqdFhnJw6
+LTZ6GBy2SFrwODLFiRY1lHnBsQfvLkzyda5xbLoQPJXqoUb2cLRMUSXtp3TTpY7tijF9caOaZMf
adRJDGWvt8SxrNA3mmjbTCA3D/v7KAcO2+z9ybRe1II4tp1uU5ZsYpZ4ImduAiLt6+624AMmvoEO
r0YSgtzg/CdPCeoJqUKgy2MhTU6d0vbNwC/bj1AvoSewYu1yHGSGpQDail4ACtfg8Ts3V9koKGiz
OSvDXM2PHvPcaEeZxpM17Ujv9+1WMdzrK1wItIhDFkhA0dzDnKP0OjAK26bpRAsXjAxeFKLJZ/lF
eF/Zh5JGK+tbOLxwAIZrEmxGM/rmfHnj0KflILA8dOU9ESBfjZ00/pU1T9fXtPDVDAzDo+uAsW3M
PM9rPkk0rC5XoqTDmoZma2io1fF92L9oCV6Yzc5CpP+/mZt/zom5glSTas1bOISvBeMOYfdx98CD
17zvnOy/PKqwOgylz60NqCVKu5iJMhpq1SxckM6kNkS0GydOiFdrb5Ht1MZ+Ku6KwLm+xKUvZ+Gz
4QzgKIC29nyJodYaA0/7wu0qrwHZYZ7+zseXXq1WtnLBG0Fm8NeOFN7DjEGBhCAoGfauA1Or6RgK
Re/GTcUqCmj2bDkA4p4Cr5YGEBA6b+drGsOhqmgEWxZ5HOijMrgayhHQ9mubzjHYxiJeITYVgFux
vrW739d3dOmswzlhGmzA+CML5mWmFZvZOPxx0kb9mZSflrHRup1grmoAyNJu02HlXMzR6mLFJyYl
R+VNMOS1ia9oQlBimtgx09cGaBY/4IkJKYJxUx97o4MJpeSH0qg2Slhuuiq6M5L0W8fHFXT30pvt
dBdl7LVmprWwG+yiVfa/Kv5gpSp02sIHVBRvIHR9VEJ7w1D2beh7ba9lVktP8TPr0rFgBWtGwbBa
Xu+T0i9jMD6JZ6X9FYRvNj8U4ghdwEp/EXTl1XGJ1MBdeuI9TDookaJp+WjDclXGnlKhf9bwg2HG
D5VZvNYi3Yz986jzrRJ2YMI/jjqAwOlKOF/dfOnuSHRzLHqBzU/KX2nw1Ja91zA3ix+60k27fT7h
tf6tXgM+LsaiuauMUAQQlZy4jGOoDjmFVU68vDla9WPQb+J8JQlbukPAwPT/rFApa07ioC0UA1YM
igypRa6ymchOMz61Gf32cj0YLORiKBtBOWUmccH4hXRqImvMKQHjl8vsVyVPtqZ4G5lyrFTwcBbm
ITaAnjbWBEhWjMrFHDDYEKVvYLQrQInzCrG6GCUHDv0O9WCFkWOu6Y/NAVUKPxhxRSMUbHngIZOf
CBiyYqFWIf/DjLdoNEer9iOwd9e3csE7zoxIB8PIzCxowOvuTsNjgzoOmC4hfYLtW7mp1hYj+X6k
2KSwxGzH/gHMKjoL6LCu8XYuRFOkn5hcQRUDA8qyq+clJhETtOpcdFZp+sYK3558CJuiXLv2cRb3
7STTldbDNAxAFCpMieBh6n6X/dEKj0az8qZa8jkQ6eDjA2IzI9jP71y75oUW2EiViow7RbJn5JUX
7/YwOEbzcwL6EjHj3/sDUncAenDFA3IoHa2xNFMot8AiELeO0gTQEggPBGxTWvqvoTXI3k9MyTUL
9BwSo0xmUyC0BwPQTtG+gSPRmQr78fqiLsVh/5jCE2oWnENPUMpwa1CBiSE0CndsqvRXHoTFD1sQ
5b3XanGsLS0w/LFIQ9BO8vSQTpN1MEdQcm8JYXyftFZROPYQ0eYR6GrS+tHEy85T9axbyTgWoiga
2RrE6oHvRrtJ2n1hDEPdjlaBnAqiWtrGrB8NkBGlmAnVC+701cf1jVk6MEA9AAqgIUtFw/7cv0Kz
FZ2oYY83pZMUQAZ/DEggTfXRjvjK9be4NrR90bRHJf6iuaHQqmj1eW1TWREQzPLR1yxxV4UCc5aT
uE/SItph8SuQh6VnNDQp0cKbpT4vX2w81csIRU2BkXMzeLMhG/FshZQcp2jQiKt3afPRm3qy02hm
fJVGy76zgXd+3YFY0BnQ89kDRG2848ESjg74Q+xnO06MZKsUtO89s+w496vOTL4ZHHJrmanXXqxU
5CucdNQ7CAnJaiq+UO0HwzNm2qC3BfUoGRAdCPCo9AnAz6L40OidxqCCYT4J7UnTBo8PNzX10ZK8
7ioLn+/M5hwQT15t1Jqqjtq1cJUUTc908rLx+1xXNdLUaQDfbdDOv25xqft4ZlI6tcPYh4NFZ5OV
r4KVi27B4z33YIm1EwQkcWLPwjvUmZpyk4snwd6u/4DlJYPMDCpJiBlymoHLFpxNaQuWRfVOFF7d
PNsN+nLgSEbvAc5w3dpSjorl/mNOTjASjAyJgOCrxiowjdquYPdjt29LV8F02iwAEJhvAsx/aPKY
v4ZqTcNt6YV1Zl+6bKCpCnaGEMsNp30M+ejoGzipQ9Udo1eu7wbjXYTxypoXsoIzk1L8gWY3mhLz
DmvaE+9+q9AtbL+ub+vCFXpmQrqoRdel06BiVzlEhgvgM1SyMdBeZdkum7xq/rL+dYsLQRXsV6AK
0cGQBjo8aR+VnrB+0ieQGbOb0YYkqO2w6kcUbK3Vb7ZkCu9/CJxQUK2iB3F+KFmVYRQnBBJ2UD6L
3DMgxmMnYLLLnGFag9QsZDyY/MFsE/Iqwi5qGrQBmw6IeqCDm6GLmR+Qm/px/LMrd9e3b8kPMVWC
twRi24wslo496VQz6FIiXNoawC/nFm1Th6aUe33dFJMz1qrGHcis5wdTsZvey2KMC3llOGQr2PMl
9yQgr4VAAaQuL0ZQu5AHdj7G8J0SQz4h+F0xQB/Y1kpuvPAVoYlBoNuAcVcClz//iipV7YZMiUAj
1UnBqKxqRzROWfJDX2MQXToMIMjQVUyOoUQv8+d0OaaMKKgPXRvMl/mbGGNHrW9ArJcpwzYr+B4X
38rXnL1desXMlHdg9WQQbkTp5nxxtlJVoiQFrl/1S022SGkd0kYOZvS7Idkk7KMo3kL9Lc7XaFkX
d/WvYUt6kQ6iTdRGh2GqdG7ZguxA8WL2aATftbRzyn4TBTes3BrTLmJuTR8r6z0KP6bivl5l8lko
JJ3ugRwRhmbMutbET1GUyjXgvD0BkAgqtOr32Kpdvdpp2SGcvHx0QgXYZTfIh/8QafFSphhXwWV2
MXlg6YEeUr3EP20zPzYeOAdfSvGx8rGXEhPg+mYaVws5iMweoFmNlgUmrHToRvSbVPseZFt7duRq
E483Vdy5ptWuLO2yrjILXpC/cg3zMT5JTQpIJytpBpaWUMk2NN9a00cY3NNx29Sh31ZPmvpi61/Q
CL++2ouvKpmdA+aJ2bpqdDvTAaY14mKjoOZpDv82ZZ4tAHcFqQSwqgIMfW6hCkmo1zXmi2Z4oU58
0r3GypYquzaJ3TRamza7iPAwh1YDpndxWIE/ki4uYwLtvM0B9ybkgDvMjRvq1vFnoUQrQWFp504N
Sdd+LYw8rC3M4lKRH9spf9FX37EXoXteC0jtLfQiweT2Z6T15ONENEh1uwOmmzfvNgRWS1BlrITt
i/RQMjGv8sSEoTZpmf2RE+pfoZphRaBkpIbbhoD7PJZrsJfFj3OyIMnJWcLUMgrwccbkhgAJqVjC
6W28UNagBGuGJLceFAAuuwQ7Fwc3xH7t0ruqfrb4/vrhWfo+0E3F7NwcKaiMuR/iyZ7MeWYoTG0w
oiofQpQYU8qfrptZ8rQZagIOWQ1/5RpawFVjohZCg53E9FYNSOuEDYlfr1u5fKnAFQBEZ2h9UxDe
y6AgtYmtHHhZzGe0ymdb6ltN0R0F5LujkTj9wA99jRhoe+VYbVgb+iGOlC1CN23t/xIMMSCuo0WC
pOWCIk8XZo8pI7wYqqmhTh51g5NgarSiBSQYCrdXGEigQF4nIqeOJ7eYzJVfMAelswv/z178/QHS
sTBZmWbWPApjQj4kbzeJdZuDpwTy62Gm+sDyQoxq5SQuuezpmqWzYQQ93vch0EusGjZR86OOtkWv
e1PzY+U7z4Hp2tqks2HkbIwsgrWNBiQtcvCUih5EFlZ1E4ID3sET0rOaH/qUbGckbKwhz9HXgLCL
193paqX8mCadZvfzBtcYSUu1Le0zh9q/J+Nnaf4Y+V0DWGVCt3W70jxaineoEaEwBZZfoCCkXbb1
kSdQQkdIJfEutJjDCjD3x8fG9mIgKTvv+mZf5G9//OivOWmvywLqLArUj92QT9/ysfQ7at6IFu2E
WeSQsK/r5hZ9yEDeMtNNY55XSsIxihszlDcgFtna3liil3k/qdt4XEsGF5eFcUkQksyobjnZ59FU
tDSCnTI7zoeiK7cDCT27vLPXNNoWTTFQOQGVowI+IN3nosq4WcUlQoFKXDXc6YqXFZsx+B7pKwXW
JdeYx9MNQ0OnHTnL+VUYjfbQtJDkdknjN4ZnkqcueVDNHr3iQ92snPalq+PU2PxjTu5dEiXAf1sw
lnd1vu1iojqYOWr2Wqs3Kz64ZkpKwJJkKmlGYErv763xZ6o8QnZsxcaS44HABRke8DKYDJa+EqkB
OC9iOIRoUYNt0W0Gi4fQFCAjVywtrubE0hzdTjYuhvbQxApYCjExpejALAX3Xfdx/Rwthf/T5Ujn
KC47qmJyD1kxjZwSNGxl5BADlfSXbCydengoS/+6xcUNZBQAQVDQ4LEuOR8um7DNR8z5D/yeFhuh
7iOQ7sQrXrdmRfI6vOBYO5SwAkoQ5oD24xNF0JuIaA8pX4OPXDbKoQSKE4vHGtaDgDR/yZMvxYEb
JLGN+f0MyUKVg5KJCccsU6elX1aq7EG2ruH6MW7CtoMICAH+o1q5xheO9Dx2os7wEjRb5SM9CLQB
xfwTLPqlWT6ALMLYd0XlqNZPENmvuOZCqJrHwQCug2ohWjTSQUNdqQCcVMWCjQ4FR2WDAtQLNYcd
U4rbLMS03XWfodhA6SKfN5biPoOc9cWY4kSqodV1fM1JNf3etH3Icl63sHDYbE2j0DSZ64AgDz3/
hIBspWOF7gLQx58ivAd0xYnTFc79NRuST9I0Uq0MODsoxVZgU/xMLOVA7GFzfSULnn+2Eunb9FFi
6KGAJ1Qxqt+1m4ISRD+SxlrZset2MK5xvmMglkF9DBTwrko7p1AfeATpZFSj1yjf/nC3yB8fNQHA
BvE/ZsmkihoknEu9wrN6qkD76rTVKBKHU8K8gAzoezG74IWftSXzA1A97Xk/9PuhBidEGOn5jkYt
sJOjidpk2vPEm+yy306cxxtYa3/naqJGToWS4aPdsCDzkyqGEGE0TKHlZGMS9H6DU2ftWsjgqtBd
q3U/SYUG6NY0fAv6Sf2Iwzo8sEiMn0OYWsFT0mr6B0VvzCu4ArHNXrXCrZ0S81cQJdOjlWqZ5il2
l2+FEHnvmEPYx+joV22wrYLG6g6sShRQZtcJ4VsShvxbBdTRN6Uqdd3Ni4J/iNEmkaOEQZa7dgNc
FVSX800fVzFbOepLgQUo2pnCARAGjB5In1ngGswIBryDHHQUxrZC+irobigPgvrorl133qUjcmpN
O7cWxm0EODesAfDkAGONnjZm91DcuG5myXdPzUi3Xp2AZYqNMEP0XyR7SoLnrv1Zrqonz3sjey46
UWB8Q47KkG+dr6YKDM50biL1L38K3dOyrU4fEh6DmOtWibdW8cDKR9N8ur64pRcHKGT/mp1Xf3Id
9Q0PU7wHwAOg/+o6wymy57ROHLPzDQxjqvShVvwmcpV2v2J44euxuS6O8AlqYQChzw3b5dQojDbg
e7ein7T4nDqQcxlPYffaQjDIDEffxoMgTIz90NxPCYC/JgCdvLgZdWt7/bcs3FBnP0Xag6ayU4je
4qfQnpjoxhueYoDAXG/AhQ9kBsi0Vs7JQiKFheOGIkCAqxg1Ol97YAZ5RLM+w6CReSxSYFlskbhG
Fty3SvEFndFdPdZHQdeo+P4wo0pOdmpY1h80MpL0IA1Cgb6Y9oGaItmxgalvFNrcYex06JECJfFt
PAE4cJNwJbhVwXsXuUAS8K9g1FXFbRKTQGQz6x5VbYx3MegrCocqSao5Yxs0HzwxhrcuhBi3E1Ne
3vC+M25GVU0f1RgXch6uiTkuuTCyUnRZQCkKFkMZvRqHU93wboCumdJ1KIK3d6pdG4gK9ANY/8Sv
quQFFZlHI92CQkR3oNj5dd2BLqeqMWGFZzNYa1R8TtAwnH9QKzSsemBt5prjqyHUDSfZG+tzp4vT
I0NbJLRVzGB1Lqkrh/DhMQLkvzGiY6MdaRvfBeRlwESqoq/xuS7sDfS6wLpo4ZyBtVDeGygr67RS
S4h85CCdK/VGcyNrekBtyQkK7otJdf6HtC9rbpsHlv1FrOICbq/gpsWSvMfOCyuxY+77zl9/m751
TiSIJVS+k9dUeTTgABjM9HTH0+8Ragtp8+FX6tPthVnb5GC+gdIm6EFFPPgv14WEOjgzIxEiN0L2
QwEI02z0V01K/z29AMnHUhVDGQZvBfbeGeJRUyuE9TTMVIPo66L5EXoZZrlv+7PyoZeKI4gmwUqB
IQG23dNI6ABLxgQCH/l9xMubvAEyWEt2Nu968YV0rt9RkDAp1UhTqIGACTCNtmGwERULnFqcX3O9
ukslH2UNiLvi0tWYHFFMwUiKjYVynAr69xAIG0z68ZS0Vs4MfDkcrmhzGSjpaku+fXZDCKmJBDeE
vq3tHk7Py79Hj1JrZz1NdBPSzYaT+V7ft9BSUzGDAVZA7GuW3bkLe10ZK9xIAQRyIQI+Amgqv44t
B/Ry/Uy4NMMc+kgflapZ9PrAxUIHcpxMHvfS9bWyWMC7Z6GyEtHtvlw4NZ0iKVNhAbP2ziS+5LOd
5BjTmR3/n/nwvs8fPCvRAQQCi+0madrsIxRw/iRm3N63eQT57Tb7d3ASzJyfJsyagdlD7bW2hvBr
Zbp9hVbrJEyguAmPs/9VN5E7AVJIZ7wnRl4Nb20x0b/CdYlLE4c8c2UWhS8poNvECYsnc9Qf0GJd
kiN/3M/JPwMlFzf/2mLRi9EAtFkI/WFLmVuQMxggP9sr0d7gvVZWfVIVVNaAmSMyW5dMQg21bcDO
wNDSUkksKLhhuumYtj9zweMcXNfpJXw6s8Xs4rEnDahTYQuPV+Tkf0QJOflG8wuL6L9nFLgj4haK
24/Ptw2v+IinmAmODehHwEUmzZNNI2p0UuTWkH0FYI2Vc9zMhIrxTjdj5z/YQplhIZgCfO77Mjw/
qYY6y8EhmFsmkOkS8WTZE0sVEwkdbf+9oSphtgO9aeQcgMaz6WvZTpUcTBVsNZ4GGrLERAFMwqwK
Z/1W+k+Xhpg9VypTraUjDHXZPgkPc+mNyqdsOCBozNFv7/M9ei6i/FoUW6NxuoTzQLhOVWGeoJeH
Ww+DamytKFfNNEAyCpIUdbCFrLHaSLOGpR+qP+XA78nKZ8KbuV65AS5sMveagtNMzghsziR1zdiV
Mn+jKzu15XXUeM4xh0pZtWpcjjUa8MCDghkfTk0U5EySCrJD0luR6EbG++0gvX4jXywoO02Buxzi
4jKcy3XU3HZtY8/k59wQPPKtMa63/24NaakIQjA8scBwdXkHTaPY1yij4+FfRI4yVVZS3wmo9CVg
rai6gQJKw0lK1jb8uUXm46lqh9lUHRQOglR6zQggaWINhuZGYQYuWF52smpNxgsW7RYJxCpM5geg
ShwmNfzD4JM95TpVodURTYUtB6+5wHukX307wOOgf4lBtSXJRNJ1uZr+IA9910kC2q0WWK8lsB2G
mgxQ58GIH/Biu/3trjKUxRrkXSAJgfTu6noIIzVvUh/WBPNXkwXWQDgp0PdFdvEcZCwwl4IfkrYq
YvQjNG/+iDbp1p03fxRP2JWvkfW7p4kFJJGNxXX/WfwEljUdRwowh0iOvqUwzo7qvmj0qEp1geYi
XkKoPrTHpniNAVpLMAGRYTJ/+GfdGsYk8/HSDNTlvYzwCKafKbqcmCgqYpqnbin96g2MXfucvXeV
njMGmdWVu7ntc9Rt6TgeDdlVoIQuRd7tGLk6KhkbzPXqz8Gc6SFshDiSfehSDh0FVL0iHF/WYhGP
K1RqUOhENDLnCGD/TShHsFOXz6kCEmmeqNH6Yv01wBwbWtJOc1YsBsYnVCQk6SEcOekBzwfzcve2
6qTESQsTRgi+XNBAzoQXYxwT7AxmIYFcKVuWqQEGjwSvosn5DuvLBMYA8CFA+I0w2YA/ylqPIVr4
EDcLDK+uH2Xt8XZMfR9j7LGgYbgZ1REDJJZsbjNooSZoPbzQXmTvDVOTrylo/T3JS7a512y4qODV
ID6zxzhV5WonyiXs9a70JL31b7L1mFg+tBzu74Y7+U63RU+3OU7K+Nq3nGQimrRzEgJghpUMEjuo
VKuu7dnc9x1UtXWq6adwURUAnDVpbJFHpbkaJ8BZA4ynog7IUgJLQaIleg2Pdf9QZSej+dc39HIs
nP19ZjcFfd/HIMvA1TFpFlF6ZzKoOB9SnigGzw9mS1WaEqjTcsQVdUozaeOLPETA9XzXpSss1rcm
nRAPAUygzqEH9s/oYb7rNx8gyA2/8n1KNTdzyxee6B3XLJNYRL4ZzeMAs6ZsTY8P2ZdoRTRDRrgf
3n9MdrZ9Me1M5eRO36/Yq6DEp5OgKok0g33BdGIniOglCXQ2abVTP2Rv8oxD9dXaz/dxSqdTiL0Q
2DWNX8Q9TzX3Gp2/LPWZ9WXLnF3K4HkHJsLHlphUOodO8Qp145qOviN48o+Qc3N900Fd+wp6F5R6
gGBhMUdFFknFvKQA8V31Vb3KFsrhe20reeMjVB93NQWOZp+IlBezq24uiGJoqeMfJJAv3TTieZyH
EW6OSUE11S7RZoiPtWIp07ZU7dg/Vrz+56qz4JnFIQeKEdRjGZtN4vddKcDZLAMJuOjkHa28fK8+
YhbwbnIxmf8wbEYvdv4Z24Bvem6YOVu1pmqrXoThxDy2Ip2kZwLcYqVubh+nawfBuRnmNMW3RJ9A
hhlRfsf8GvpHf24bWM1Vzy0wR5qg+77sA++JATWrovKudMl9S2lw1wS2Rg360mxy70HZqve8fbFy
PSloZ4oE3DAoZLBDK/JYhupcTwKtmhcJvZoKJPjbkTeRtnKzwwougwUqgZk05sBR4sxU03rGOUec
HM2TsE7QvuaJfq98JxQtMBYuoioJFApzYIt+rStdDknj2Hwx9Qcx5Az2fY8tX+xqVCDBAYzZfWgl
LcpCl5urlyoVk81ZaO1H27CCjXlSqOHFtu9WtHWjfeK0++yBWIEzWq01v94PnnrU8NLIaXbfnHDW
7H2HHI+zB8a1rUwD+yW1bofS1UozP3FZo7NjLjSiVgCgN8T0yDEZ9onmKP6/bgeYwDfEgxtUQhha
Z5a5DzBdDCLf0CrjOzF9JArn7y/biV1lDT0dDcA8TQcM5dIFoReDKBuK0GqVL6l+GtrdELqghAoj
jqGr2F8cOTPErFVg+tgXAYQYZExnDf4u0n+S1OGS3cjL7mUd+s6FFAVZ7dUeS2eUJZWig0O29jpS
UM/eYdjt+LO0AaywAq+9i3a9lW1DGh/Vh/TR3GY2MgBPeC4cXtPsao8Asi6iA4aqPabz0YW4XFwl
y8Ftlg+hJclfbWR3GHi5HYAri3phYFmMswDM2ljSpggGVP00+26YbUsgUnm4hZUYQdcNsaeiLQBJ
dyYGEz+TfLVdrFSH1G9oLm8WigsjRUfFvu3Qyo46N8VKf0ujWSjSCFPjfE8Kr2t2vcHJaNe8QTXk
WzESo97spZ0WIRm6VsFHIR+khI7F3m+gPoaWasIJ+bXPf26JuTFzWZuBL4KlApp4cY4uNncc9+rt
gQg7N8FEmJkboliUBOvl6jKNGio7vl06TeBNYGbAuTl/3v5A1086xiITcoEJjFM6wmItuIvMAiVW
ZeX74K5CqkU+VMPigaGvC9eMSSb+WmHGFUFgstvlwqFEy9T6Y1qjJb5BQkCdqJTZgj15tx1diURU
qhHvQDUCXMI2D9th6BPSqOAdRYUueSGaE9ccQPR3M405q2ADk0fgHSAqTq3L7asI2tznoxZavV0d
A6pTY6efskfo3Vlg3/nSbKi7WS1N7vLjl+IM9AjYG0Q8MvproMHv2/5evxgwQXr+Y5hoNeqsUSHj
GFqTFUPn1AxtgoF9e74jVvi7dXw3p2NlFbZvyVQrqM+571eOsgvzTCRjPss3Wh9rkSp/DEKDUqVV
/FiAv/22n9ddaMZPJoDjRZOqmWFochSa0eZYu7KTPoNB57HdSJvZe+kt4kLQ1SF2ezQ9c9dt0Jzh
TJ6uuquAlwGvJGTyOnPvGsZggurGDDHtaccKpA5szTjNPK6blRMI3WLgnUEMBFY0dpS3ixQ50uYu
stQWmJbnKHu5vZjXrxEs5rmB5QecXUB1gHpe1MJA+9HgkDNpuo32gWNsw9/zUTypXmBloeOYW2nL
sby2P88tX+2dqJKrHpYbp0hp/0a+Om8+Qa4TOOeD8LO6ayLc67wMnregzCbp5S4PQe4SWWXiNtl9
W37ddus6LJbhbrSmv4vZV+leFELosakDoE5jud2Yfns0yNxs2wJA2moMefCx67cQGgJLTwA9Y5xA
wBtdfr80ncuk61EQCRVrcID2xxRcaw+/ZmrYbebUdHJj+po8o2QQWJ8iujyc7bic3ZdHIH4Ahnhw
fmOGlRDmMxJjFKDDiR/QRzhsltOOnIL7gXKLBNdf7tIQ42lF4jSVIxhSn9I7oHJnCqR8uY+2mfVD
/pBdw6Q8UrVvTNQt55gzLcnyWW002AR49VnciRZ577Cef4xTZAGgS7PfPOGPteX8lpaFGBO2Hkv6
0usyJHKX2TO1UimJnTy0R/MeEEgxtqGkSH0eUHc1gnBNmiAgA2LtilhXnHotFuYQk6B3ih1vM2dw
TAc3B7ojECSLv4Jn/dAb1kR1e/zowFnECaCVS3SB6/39AcyHjUwN89U6fkBGFVfYQAFVujO+2ru3
T8OddqMd7Mc9phMcYLgLmu+TZwI8oSXuju1sVT4FLoPzi1b38NkPYr463kDjbMYRiguTozVgUazd
CKkyhvZvnxXL32GjC3A89CoNZLEy20lp0rnzuw6C2dF4ksIGcF93KO87uXHL4ddtU2thBY5ZEDPh
KQrmZua2SioVCEwCU0bRmQ9JLo4PQ9rs5ympN0XfRJY8Db+VZhr3STR+3La9unFFzdTBgA1tE3bM
ZQiUUagNLKeKs8nXc6fhTU0vNz67kKACXB7zGGUB/PLyEAxi8JnlWgx4lQpZPQG5j96CQDz60eqT
1QO5o4O9/D84dXbuMsderHRRWLY4GaLqPgZzc/vPSGQg7M75UZgsp0lbIvaKCPnDcHxo5o8iemuh
7jAl4LefeRn6VcQvxkwFo/QYixQxona5gOjLBnXcgYwFr29khrpAMN2XvxWm/iakgKPeXrsVa4va
LlhzlvwJeJJLa2Kkg6esiCtrNLIfRtn2GzkyaifEVfbQ+xMP+HCVaIBCEXxkS6ELIMmrbRYGfWRU
ZlJZIsbRaVclUK+R5ISOLV4k/+4ZyMmX2fAFeMQy0EVp0JuhWFcYECi9sM6dvO+3Y6Rv2q7h5J9X
uwpeLWNHuHgR8Yj8y0XshgEk6w1MGXG7yfTRC/XGvu3N2sJhpgnHBVrzS4/+0oQfCiLaOnkFigjQ
AvZB86mHQmfLs/7ntqHrOjycQRaNNcMmxkW0HF9nWWiF7Lcs66GCfgmU3sRuD1EMx+z9bSnqntjW
x0SudlJSupLPA8JfnYyYEMOMBa4fAoYCvOEY06YyBXMBwiOxU45CajhS8W6Oj7r8Ks9dRtUOnE7V
v093w2FM/xCkiSLihb3mQebcxUBEV5bsT07rz07Rplsp612tqg/ouoLyrKGZoNhZpnr5FMacT3t1
9Sz20X4AZBiQQ4WtStZd3iqVIlZWOWjAJ4+TjuHX/gj259AhsZBh/q+TnNtfeS2czmyyzGed0GMn
oCoMji4bGng/RRAh5Sn0tG+bWTtddHi01LkAMiTMwZnpfYoOgVxZUWR64jB+VJK6QdV+g4qSe9vU
NaYeywhEFRrjODTxEmQyhag2UzIDPWwVEBFeJkZJT+wAElpS1NoJdOmNrrKz/jUBwVrfB97/0Tzj
qjFCZiioYL7pRt3JMjCck2hAEkEgSgLdews3yAl5y4SXePBbV+M736h/c37EChsQ0OBAlWHvoJ3A
NiojdCqgBaGihhTG95oK0foB/AymX/2SJnkX+4rXQSGvCzF0gDOLg1ta+9hQa1SBUJCgGi8yuzc3
6smoTb2ywIl0GJrxsQzmRyEQ36rZfL/t6Fr4npn6PsPOzqhlThYiKAZMtWVnF1OeneIeVQitJjzJ
g7WzHf0CTH6hBq7icXV5JslTaygQUcSNBd0BpSrfB6J+3Pbmu3JwkTMhdE0AAZdZdHRo2MM9w8wJ
sj+5BLvytiLANSAZ/OySTZoqNG/ewlbba8HLVG798amSPmOztKr0IJRuNm/03CMTVLycMvDU0h2U
7e0fd/1VMbULwB4GeZAXY5zj0v9mVANS9FFpSZUtSzPtAHmb5I/YfPwPdr57MyAgBNsFc8GNZq/0
oAovrSL1qQqu4hiYqVTZkZynZ73qEVxakmBAaNmmbyiUtT9EaWlNmGRo50edvE3+acw4af514EAq
FaVUsLyC6RVY8suFM0eVDIYPjrl2SDWrElrN8n1k/f++bNgJaGFjwgXc1Ux4Np2gNnUIssW+HNM9
GPqEQ1HLmi1DIAvTXg2HHvl64y1UuZhPX7pboLBlvpIEJMk4+6Abq3UfSVvnqZ1uaQUv4V5bOwAB
kI6i6XoN40Y2ryTpgmMe9U3mf8rp2+1VWw7jyw0HN0BUBV8wA4+U+vLb6EnYT1rWlxh+t5WS+pjJ
IOFeklW0Fbak+3Pb2ro3f60t/392WkmSHylpAmvRoDqzGNxpKQ83tezCK4f+N3O6klBSUqPS0FUq
wTa0aTo3VL1JtIQx8yINchGASwF+f9uplUiQFVRclyk2CdUR5lwwxjA2+1EBIy4aPubsCrNogwPn
tpHrog82jgkSqYUhZqHHZuLNH4diAtcE2PrVzNaK0dINARNIMd7I8Y8p1p774hVPWTvxH0Ct8DGJ
5R7imLWp2JXMG2e75ohgfox8+R2bAeSU/pKDm+aDMOPEbZ0AstwJbiPaGj/yrtj3EFkwZ8FJh8M4
TpwTZWXJ8SAEOA33EJSR2fayPKJuEBfoG2SB8Yx3W2CBN6yxkiblJVPLqcGEE4G6DySFFmgFUopL
T4tSiiLMDNVQyyYYMxVaBNAs3ld68KFq3SmpQDF1+0t/Q4tZk8jBVbB6YVgQFdtLk2jM58agt7WV
38k/l4pp5Hy8xzY4h53ECt3aAf2G021eBqrSh38fIDQwiSlhYgRwdaQvbPJIDCFU5aGrrWaiTU2D
Y34/w6ytOsGht5RXJaV41R2z501CBV7musQN4zrYgjDMt3TYUQ9iVjtA2i8oBRRP5EN5B1zGztgm
1o/irdgmLk+ebC2IQU8EMgbsBzzx2C7GqPggQ2qxzsJTY80bqGF4ICPdzg6AHZuYc11wrTFHX5jq
wayZcK1ytF2wAyD6lNoRpBtO72Sf815SK29XbIwz55gg0s20kqQezk0PYE/BIBwFaCG1dS/m16OX
O+Lqq53ZWtKMs1Ndk2Js1Q62hl3n/EaxzuveIF1PwY3kjideGrZ2El64xlz0EukwC7q41r5hbPGX
vu9pv8MAF6ElDZ5ar355yHh78vo5cbmczJsmh+zYIBWwaTxkm9AGEZg9WeGdSV00Nyq7dYg7eu9Q
BnZz7/X2eXDdGsdoBQoQSwEMbxmAni+Xd0hNoZlq2JY+zM/kl+sfZPQzOhfVgXlXbLnthZUj78Ie
E6lq1IlJuXxOcsCT+wSVWnRu27cKKJc5oPIJyjFWejCsnHPFrdzcF3aZkG2HyYQYJ+x2VumCXfL3
o+qJIj9c1/2DxAHgzQuElYmfVJLLUDJ7nHA72ev+ZAfFDm0AHy3Tqp3+V7T9Fe66/cQdTl1JfuDf
X7tMDJk5hrhIPECV8C35hSpDQP27+nftSNbo5Cl9eeCJkK4aRF0dQnUm2mDfgXW2L9VWUXN5CZxB
mO8wLr5vcx7/lbJ6Yp/ZYIKlnzGQnUe4LiaLoJvdOCdpO1mnxzcfiDp0Sah+lLeH6OWPRqd34L9o
4HrhPrLJ0Xx+Mf49E1MxykkMEIKgaMYW7IZIjYxYlrFTiudyekxzb+LtjpUnE8p+yPZM4HMXlZLL
zTirRlL5iVpbKRltcDBKMlg5/EPQ867CVUPfA6l4BeOZwewGoYilIslJjUa3Ne2izUzld0LVBw1i
LANt7OpORO9rvu9EziKuXh1IMfHSVQxgJ9jeaUiqrmomQOhGtzc25X2AtMPRToKHacPbR9uqj2eW
lv8/C1DwLmAAfYSlhWDRAvSLQhnyP5iAMA9qigZQq+weiLq0D4YU36vqX0LwifjKpoq2Bi9zWfVk
4dVAexTJBJtL1DkK1v2EyAuEOy1/lCs0DK2Jp+l93RXFVYCKEnazBKpXbK3LBUsMTJ36uoar72O0
wXBIE093AqptjbswpbPT7kJ6HGix8Q/6lieyukQce83j3SGjm4XqDPgsLo2bU1iOlY6I1I3uftKM
TdeabjQQzhdbd/KvHYXh4spmCSJeI+xMOwzR94oFfirBkjyckY+DZzqzSkMBsKXCCZeWqwktF7vn
qUN8N5euvQUhNWoJMnJS5dLbLo9CKSkQONqh+WU8Bnh03YE4154+dLfehL+UmSo/ayd4Fjfg5fuI
IF3HWYjVmMKLY1EdBGKZxfIkAckgVINfkM3bYXzQ/QrDAI4BgYX/sEXO7DBH+JRVxlSEsONnihuC
0wgR9tLFGcYPJ057aO2KX1g6/scl5lBb2Nxio4OpSagPmuS7g2raRVVYstS/1tpHWpeYduQkb6sJ
1LlVZtcIba7MfQ2r88KFkmBi5s8k0Qqzxmgr6mQLnhm0FVpQzxjyVm6c28u7cgtjDM4E08YCQcXY
/2Ug1cj58zj3EUh6bEHwDMK9//4BdXSYgQRGaQAtKyZUAaMF/ftC759LIZ2gL6i/g9Ynmu3bjqyt
IypR4B1ZLoaF2PXSk1IOAJnoosbKwMvkliey9V31IH62Tu9ApwJaQDyLK2n3hUXmy+ny1JkNyEKA
xkqB4pHvh3uzoQB7NJuaR5iw9p3OvWPSwl5OurJYbEUVsJG6NaCud3sBVw7QC2+YBFDum7nNAlgo
za0KlguhgSgib8mWcGLOrQsjzCmdlaPW1SZwG6KnPYR250BzMnUG+2ny9M/b/qxlCpgFAcEE9K2W
uGACb86aVKyLGIPmH/gqmHzJKC6ikdaedpjfOcZWMk1kdQZwFJjKlgnbnBwjaDsEatpYsmeeRGfe
+65plZg0+wWNPY+L+F8NhzNzTOhVSqkMapaDcrJX7AbiEZLB+1QrtdcLj5iIS3ySz9DLacAEZg8P
xAsLGru1TiXPsDuTto7ysDxJSlrcRV/qM2c9eQ4y0Qiaxkqbc1jvrGIpLR1/965o+fdQDXoqPmsr
/HPb4Mqz68JbJjCFsRPHqsSCDuZ9lDpCTmUFasg+zRUO5nfNEphAAK8A+hAKnYvnZ2mlMo447cWi
saZsX4MU2kcJ9LOI7JY3RXMNbsa01bkl5kSUBbmaBRmWtEMs0GGneapzuj+JJS03Iw28lO4g+tRR
3+l4DeWVLu+lbSZA57rW5daE7eKhpxI1Lf+UeL3z1QHSubn96dYC9dxNJlCrJJDBNlo2FvmZ34Wn
diMchIeGY4T31Zh4bLssjOoC/pi4xQZpGURUKgifQaCPx0u2ltzhuy1zZuCUB4yZcaiFVkwkJdXi
0OyCMiZArQpa9s64rTfvoVu8mQf5OXyc9jGKBMnvZOKkdms1rIsfwDgLgtamNgf8AMMH5r5+q4rj
MtZafKiTnYO+avgg5GNujmjiKmpNIRjOVWu4Hmn6Dt6/i8BsyDqbOwhZLYtwiLfTg+ZJe8MbMeEq
fmbbngL65PZ0BEJfwqxr5OoYeAu98WTSV337zwDoy9/CDuhUWd2J04TfMkMivdceSMGR0/qu6rD3
oraIT2kohYAghfnkSR1VcyTWjdWjLIEUxstodwyRwwQhqqJkgzmqzXwvery9s1b4BeP+X8PMp84F
jBY3IwxjLnTeinjrikAJQ+p2OeOjkgtJXvb9LUeZzyqAAT2pM9hrJZkO6FzUPpUlcDSbzu1TYflD
Nwyxg++GMIGxy8A3EydLl6zG35Not/Sq0adWiauEH7ftXQ/sLEHydyXZliugXnEMFvDG+hnsmor+
wQ2CXTtbSHptkXaQSeUkbDwPl5Tk7CIpClCRBho87OJNXto1Qd/HzVTMPNAy+9J55tbyw3P/mHTK
UCFKq7ZLpIAPTLTH+nfQ3nPWcC2jPrfB3I3qWGWdKsEG5j6t7o//nO6FnzHVjsp/aItefC3mbmxa
pSGthMVrOwuMq5l0THtOBF6TIDARwdyBqUba4P+vmAv9OEve5XbmAdLTIiKSbeMCDb+Rf5DH24v4
Xc25jnzQq2GyAFQILFRUrdKk1XS4Zj5pO32v/DBRPW7ofY9aDKjj3NL6gZPTSlHaFTeiLb3/h3IT
1vbvD2C+4lDFSZRH+IoStNyqOxD1h4o38ujq1jJEdJsBYVYAt1S+V/8s/CF4qAszaoGg/RIhWp9R
kztouIT01UoSHaVUzIuAaoEJ+dAcU7Ez4IjmoS9mxZ8hJPqO0b1gp07qDdvAvv3p1rOmM4PMynWx
EfuhCYMqEgw6DfTHu0ybp2lTbAbO6bEeJme22B1QoZRX+7BVOKLvaOBVSKhojZRsW3TsqUYhrH3v
33+Uj4HTonmV3CmQSuH8ipWPCMUXsAOgDwDxxe9q29lHTJLaTysZxGoamtcUbVe7V0eeCNJyhzGf
EfNaBlBEwKrgqmM+I9GTuY1NghZRVduC5tXJGyC5c48Ble4U8vTP11wyFlVH2BSXTvHlsVylRJvr
EEA0LRXnJ62tXiZ8Ul7DduUhDfQgWgloXoIVg2UiAPF4NeNBg/szsP3RTpvMDjTaiK9y+9amjjHe
Qfd35tGIrtwB51bZSzWbobDUdAoajcVnmao/5Fp2jCZ/u70NVqwAKvV3BZmcpAPvV1GkACgOEfie
ibxrNYK3mLa5bWYlLMCSi4r1wjqNFiaTilSxL8V5H2IJUcl0q16HGGYCNZE8L05VbRqPPqmq5yjl
sn2sXNwAziHJA2oD0A2Wq77tQ78zoBANOpxtYDideV8jvY0PVfITkkBJ8nDbz5Wny4U55hoiAdzX
CczVE3a56CRC6cRVjfqiLSFMbxtbiX4Md4L0QENkAnHEnCoBMcsuW9qXc7XtwV2YQgT7toWVDPLC
AuOOnqZqGbYj3Cmhd50nEGJ8JNmhaEb7tqG1dTt3hdnI4YA7IYlhSBMfmgFjVEHpzNVeKjJQ7v2H
MveFV0zMl1o9jYWI9ms3C9UpC5PR6YQqeChn80HMW5nj28oWwwZbkN6g8llu0MtDaso6Uk4qzPXm
Q55t6+iT2yBYWz5UlnEEEpy6QN1emuirZMwmeUYju7iPVDp0myGBNPpTn3MSnrU8C7Tlfy0xazf6
UOacS1iaPN/Lvma33f+e0ZTRHfWRPAX3pUcCVP1uR8fa6XFulFlBsOlAZTOBUSPeZDiexHu9t0ln
T+Fj2HOeh2ub6q8tFBgvl9LoQKQQFrDVjk/RsDN4ffK1Bz/O9SXFAQhWhNrypYEg12dfSnCuz6fC
sEQnOwzeuHDs47WEi3/AA8a08YDh8YStheG5XfnS7hSEIwrCsBsFi3zSj9hPbVHgdFjWjfzvVck+
zIYiNctswFWJ56aXlEjC02KnGDyhprWAAEvsAg8HOPxKmco3IboWEPiii19Fuhmyx7lIaF+D0Bv3
8u/b0bca8+fWmFNQhihPm0SwhqEO7acRj8lWMyG1AqSsP4MZRVGcEdF530qBaoEJtbjTIba8xaxQ
40ATOLLGtG+2YZxp9lC3htMm5eftn7jWKQVYHkrlmPQA5QcrKxAVSj5l2oSgSmSnb390eHx3oWzH
sekO1Yesg6QNfIHQ07IksT+0ykToUKHi1b3Pxn0a1ltBIjt0jU6qCH4Pk6fjtbqG5z+Qib6xLkDa
b+IHaofRjUGlFGxSvNBIa/kb8pRt812Ije1houn2yqxt53O7TD46hLpc+TF6AkXyoyWHjFfUWYvE
87+/2D9LqgsSk4QQHBcydpUCzGDb23q4i+N7v6dmxumarm2vc2vL/59Zy8seuriYFcLk78+pXurm
ryqP3Wvtzj+3wUS71hnzUJVYMSF14+RZQf0mseXp8fZ3WesYYdgAzF4YLwOPEvtyhpRXNmYpXJnl
V5AmWnW1raWWFqgoqp7W7AjgBBWv6LHm27lR5ms1plIZvoooHPqXNHlWU7yWDxrvVbJ6xONoh2Id
NMiXqb3Lz0SAZYkmqLtZtY2NN9unxot0B1/LKQ++Y6DmN1DyyGtbrgUHprV1NMQwNnc1JBvpXZ/J
BlZ0KBMnqtCBa/rXOdc4PZW1iD83w+xkIzN8MakQH2HrzYWNPU37GZPu4CMXxYQShXMhr0fKmV/M
FhZqrRnE74CcWmsEez3BoBgeE3eZEttDIepgdAlP0CaiZtVzMg/emjIBI4cQrFdErKkvPkTde9J5
9cgRtF3L3c7XkwkWQdaLWUwQLNGYPvYGtIkMUNfq9XMd9g6QRJzPt1Y7Nc/tMfsbAIHW8FPYU55s
sktd/U2B5NxT487WtEV/0W0m+/ZeXxaJqQmYugJ2MswhYpaUBbChMaZGjQ+LWir8meLhd54Sjom1
7wSY/DLhh2f6FUutEqWkHUzAoUh2PyTHVH8WRd6Jtfahzm0sG+Ps8FWQZDd9Dhu6bI17zPs+Clbk
aNshpvNDt+13UCbyxnfpk8dctOqcAdwIGPcBtmIbFr2RBkaSIf9Q58b1+ySiRVPSzPc5hY5r5iIU
ljGSg7eWigkHDKheejipejtp4wA+gifNKxzpQzj52NFWcAwjVMhsyQZQ3RO3RkfniZI3wIB3xof4
Eb4absT5oivDD8uPgRAngAVg8mYrSW2kBxpE1FrAF1S3wGsDRCpQ4NRd6YiB0pgGoE9q7pQ/0jZI
ae7FnvbCO+quF/7yJyyBffbFMdU11aC2B4NHvDNlRwa6jve0ub6RYAKDhJiFA2snSAcuTWQNkSqx
WLwsP7v6yyQ9jVDJ6r9ub8Hr2L00w8Rugn57KFYwk0L8o/8tDlu/OBTySCeRx5ey0l9bbOGFg2IZ
qvLskF8yJ+Mc+rAVjLGXdp8z0fat/Av1eUsbSipBkBngdjDMJ39aLbL1qT+YKrQlaqDMY8MV0vsx
SJ5v+79yiVz+KObUI1Ap93uxai28XSA90jgCUN7TdopsRXubq40hHhWeIMoSHpfnHmwaC60D2I+u
J/bE2pwKRUaZKTPEhyTTntJY56S315fxpQnGLSVMhHGq6taSc8WpY2uQPDGxhTLYTsIuBHXv7WVc
3RBnHjHR2nRmK4QNzEEpjQ6Y3gvTBtz0FcfMarSemWGiddBKCN/5WDgtkTZB4xYxWifKMryHAZbt
f3AJTBg4ZWQMO7HIpWDow7iHvIoloZGoVuDCbx0Mq982shp+JgSvwJQNgkuR1abR8jptxwwe1dJX
CBQRKnVIrCPfgkwVzWIr1Kgsb24bXQs/E2hHTKSi4g/VkcujRZ9HrTJUfKwyw8BtrRzToeYkE2un
17kJ+dKEUIEopYrglhDFloA5JqhUoDSulC+3XVkLiHM7TAoYVQlWtYSdXE+Q1p7wsJ4BuYc+bitw
4oFnijnzK7mQkobAVCLndmjQspYB5bbq9i6NPm57JfO+0LLdzu6XOk+0KRNbLN+m+3+kXVeTrDiT
/UVEAMKIV1z5rvbuhejrhEd48+v3cGN3p0rNFjH7zdPEdEwlcqlU5slzQIWo2vTU7DTPctQzejYd
8MaCbVjxps2ensPHl9h5Ya7u3v6IJQ9yObWCBwHcom/lZt6Zbe5luddPhd8Dj6ArB4m5kvTrtrkl
D3JpTvAgJTg2xoLCHJqcniV1QkoP3ZQlR77itqHFrTnDO4BKxCEQyasUZDeI1LaNo5X+RKAgdqLs
a1rbLYuzd2FF8FSWFaUZGk4bJ8o2Pe22EsidouAw1JnH6T1r/duDWoCZoa3lwp6QCc3LkpvgZ2/Q
hGrTPyazs3fiyg/kTc9s1tmcOdIrIBBb9a70G/SHsafbH7C4fIQg7YZGCiCmhB3bEV0awhHjlWJo
7rDIiTTHWJOEWDwWF0aELclGI5T+TmoAqJ6svkXt2gWzAMWZ24PmvtaZM1oRgdJTAlaQIcA85tK5
LO5z9lGxjTn8jLRfVXc24r3BT0zaJPLz/2P+LuzOQ7848QHYIpJwPvH1xFwFcqu6iYgoe7xtZd4F
YuBxOTphlaSqy7opgJUyv9OK39p4VJFYQ2GP8RwiIalXGP+a5+R6PoUlGwpeWshOYV/Ueyv+gOoh
qz/0tbt64UzPiF9QYQCejYhZuAY6ZAGmRoUVHkhObBI/RakooedOiVZugYUUDkxcmBIWikEkuDdz
PIWglGc9KZ09baPTtJFO2n1V2dkOhB8H60NZAeUsuBNUwZAIRUIMRRaxR4nXUksgmt44DT/RYLAN
CL1AGVZTCiTUvbZYST0snOYrc8IgG9KnUECAOa4eM+lRibeKtLIVv8vQgu/jckjCXhwM3tNSho1K
f4T8n1SBb+jUpm6XQ6gv8pTuT6P5FT3I9KHqDnp+X0dn6CS0cGzhyuwuPSnxLRRTq6FnwRSLwUot
Q92+TzBel92Rc4uVLb405zE6dsdmGz62fibZwXamQzbsffhSr0lcLAQXVx8gHJM8kFDJT/ABQ+AH
g89DN7Q+OuuOh6Zz2wWsjlW4aKtSjtJIhynC3DLeyjq6TLVfof87Of6M/fitUNxox0CEmh9bO3rm
G1A+3/6EtcEKdyOlxWCWEHmFHKTba64GxrAq8yL2SeLX/8yScCumZjE2OXS5HLD+dMGhTPdj+liP
T0G0dnHMJ0LwrJcLKKJTNTAiaXEFS5V6rLTPJlkJqBdQSWga1AAmA9sDnXkmri+IWuOQDtHSxhmH
sx6c0eMypH5J/Ck/jIOLwREWQmxyTc7nL+uYMDA0leNQEJCuAQwtPBZCVtccrOuNYzXEreDfBtCf
x5u4sWy191IK7qHEYZaxzfiBdScpPEAjetQPBrnr9XejfwAKzVZHSP+xTRK4cdF5IJvu5UMy+X3h
mhNePsSGGklMg0MbjHZEB6+D9nmTS04NGfaQo+/qS203aWY4ZjbaPDmM1dlsZH8IHQsPJgb++TUP
uLBHVSj6KGALQijwTbgQCRlAOycdcQA8IBCyhXVKEseSvVKv3NubdMG3X5kSnG3Ra1OTqrOp6BgZ
bh2C0Q5atuDQBzU3X/Hsi8bQrYj6Cv75RvzOpr5NMwJjKSizh2zyZcmwG+Vd6o9Fexfzxr89uIWb
eTb0v/YEx9bWI6jHFNhLpFcZTSxEfWa14U+td9vO2rgEr6aAa4bXxjwuPYD2YuZT9Wehb8gUbrhJ
d3RaQ8AsGCQzLdKM/ZoVKoSQQ1JDGqgGbR2l8mTGd9H0OTYnKS/PkeL9+5ZyJCFUdNQhAYtcuXj9
Z7kJWjhmtY6qB87IX0aUl0PD7/OV3bFw71/ZEbYiV0io1WBQdHLrPCSnVHmOuhWXvOAor0wI1z6Z
iBWh2NY6TaBBebd3jDWdx8VBgGEUCUa4K6AArj2lOhGD5SEmSwvbtwaK5R0PH/N4JWZYHMeFlXl/
XATsnUIlI5JhBdx6NgHytSi2t7f02jgEjx9LoaUCedQ6Zfabl1C+Ra4LadL/yIjYSa3pBWE4IEAA
QFKr0Xc91eB5V6rTK3MlcvbQDLg+rcBI5FY/h53qon/PvT2OpeQyWgz/d9X/slBcrEdVJWWjg2MG
LfXTKTKO0PRz+gKcdSNxeZQfswbFgLDHY1wGj53plRDcHULFDbvc1nt5E/RPTbJWJ5iXSLg8rz5K
cBI5IEONJWF2s/aFFk/leMfYAfTVHTspide1KyDDBWd7ZW5eh4s5iAO5y2N13pNRv+kiy5ait1Td
BMlK5XVtPYUz3HYWrbk1n+Ekvm+r8pDlz7eXc82CcG0UJbPoIMNCr70H+UZtlJV9v5R4vZorwUsY
UTqhCQZzleryM41jiGdPPViWrfF+6CTPSqg/RIXd1I8WS/5T44LzCNmEloE+wIGQn7OgskMc8vac
Tfe1sR9iC2wsh1xSV6wubkZkvXD1o+aAlrbr3VFX1GCaFEKCCh4ryL1IiwH1ccwB1JFfxqPc/L69
hku78a+SPfLMwD9pwgzTQav5YMFea3V/sqp4HpALa5XclcnqhKoLB+3SljChfQPOgzKJ0IJ7BAi7
YsDL8S/zFDy9qI/Vz2IFzLYAWkInMxSE9f8emuCaaaClECSHue6nfBe9mk/J3fi7tKDqAN524rn6
7lV/WG1MmBGGoje5sCryEHNThY59Cqt4nXr9H0Dn9ZO2A6tHaPM1drCVxROl/KjCCzkfYAuFTjcH
5fmUO0n8SNdIC5cuucsxzQt74bJCPUajTAw7GbF2Rqodwh4SRONagmjNjOCIWyWsSNbMZnTZof0+
RnZtLWu/QH5wtSt0wf2OdDTHdjYigfiObqr3+Dk/Km5+KN61p9iwoxU3vHjnXU6ecKLBZiN3ybxI
df7KvqD4+9mAd0zyok3nADYq/eYH9RngR+shfb19ttfmU/DP8JtpFVWwTMjPnr6qpLZL+eW2jdXh
CQ6kGxNFkue9YZwI4ICfit0cor2eu22PIRXv0364T1yd2+qGrj23VxyKLjgU3NpGOJSwjbo4EFPK
WUMh3jbQaM+8DxmwAnMlRlqA3xhgVVf1mQL3LznV9UkIxiyyeKOg15ZHeNufs3SfxF5KXLT/u1H8
NJanPNi27aYcXam8i5PNynTPL/lr9zJ/AEDcQIujMC2+aKAoy6w019Cy1ld20gGFyXVnlG2sLTiy
YjQAh4Y3BV7GvRXL5jybt0wLJ6egjEYADICe0zgA8tdUGRiEtkm/i5KTZJ2z4liV7wXZVOarBbEn
NbKlwiPyb0X5MvBG0W15SB6smbeFyR5pvKg/0TLYTl3imPwZWRJVes+KyrV4bNegOmyqzyGUnaY5
M9Aaa3xL1BAFyl2noSEQ6Yv6WE8JCjWfFPSkUqM5w+gr6jYGjWm208t9IeVe2e9yaRPEOyOf7AYA
T7oxxk3VPSXDKSBnneWQ5GVulv9iEKbKQOOIqCIDLm66T+NzrrqG6gNwyEEDkJ/jbBePvtwgXs1f
M6C/g21sbqn1WvAH0iAjAJno8SGFlo2SuLTamuUTbfwsITbvjrqxj9mDURwlEFiZbxYK/tMxqQ4F
gRJMsjOLxyzZ5PVX0D+jbpJbT2a3LQzbHDcJOec4P3IHgqjoZw29tebcTz7EfLwIlOzZu1x/FGbk
oCRiIyhKjFNIHU15yeMnqfgiY+1aaE5HwNIYDNMFgrdS29eSa0U/1UJ3NPYhj3dZfJY4iHVRSFE7
4PSpj+3nxMVLUIKv2J+aPw2UGqyjHJyRxurqF5r86CsIMZXHDgIGDSSGQbhpDU7S+UzzarneSW15
bNi40dVzSnpbLuiGJu9AC/lZ5GXWWt1poboGrjOgNtG9JqMsJBKLZDoLKj1sZzCOo+zMXeU3oE2J
7PRYow3Xlu/JyXypPOywJ3TnjSuB25J59JBC2MdSAOEG4OvaNZSpXrSVCvPxMXVVp3cgNXuuwHto
vz0ZR+bm+58oHL3V3lprwEJ/IlL0F5aFg2kUo2FWuNT+woMCT92X9vTGSjtD6Oo8mp55guTjcdyG
O9PlbryRBlt2oXe74iAW/MPVZ8zX0WWU0NVFw6Cd6agzFQlMB66xgTPuwcPwktu44VzzmNjv1q/b
hr9HQdfDF665jid0lE3UywbmhtknV72ac7sla+Obv1/wf1fjE246Ocn60tRRv8rs7E5zyCH0E4yz
dLsN9A8P9bZ11lJKC4Ws67EJN1wWglm+oZjT7LW0w13ulxoIHZB/dL+a01260Z1+JWxeG6UQNaek
Ak35vI1Na0/0TTDcEWl7e8GWbtGLmURrobBTQC9tJBVsxAb7IevbSc53PK7tuv9Cxcm10uGr6VUb
pOaJDU0JZ1Qg+xB1D0my9sL8y7T3fy8qinbXn2JZqcqtuSSPYPDBCqERlu9iN7kL3B/JZnCnR9xq
kGLL7dqndgfdzcbp3b0e20+35+TbJoY+EoTuwJU8ExkbIui8l8IxldUAYdQIwUk0G5ZwrrV5WoXu
f1tfGPpLuwvgPly4KCpqpVPKDeh4IPEGOj4jt7nkEdW/PZrvKyxYEc6k2pEpHWpYqSKborEH8Zld
xJt8GzwVO+Lkg12geLVG77s2NuGE5uhKMFkZ945UPDTxM9f9XnFuj2z+iav9IgxMOJDIWEq13GJg
UizLuzQpszdVIkbsDcVYnMw2Tv9IbTys5DGXdgf40UE1A7Fv4DaEXZrEgMl0U9qjHLiRQXYno+ui
Oqjk/fbgvj+Z/47uHzvCQ2/SVOhiAOPtWIjrXGXwjQ3bqx+S5bAjfcof+UE/JTvdqdeQkN+fZbNl
cD0Ba0lmFm9h6Zg5Wb0VJSAp3uHU7UzZfkNngkc29S72EKWtcequGhQWsmVlG1UtDBonaH4jM7yx
HP3B/OxBAB3u6d1qOuJbYkAYoeBYJX3MezOEwVIHc03hdGBzsStEan7urMrYfi/cX1v7m1m7uIzb
PC26UYa1wVXOdNP9hApqDYZNZ36fTRvjXCMwggr6F3bTuF27txYPIt4CEKKALL0slupHpShydcp6
AKsAae22/ZzF0o21kGvxWBDwP6NxDnohYhHBaKjJLUwrgq0W+q4y9FylY7nnP4J704N42XSX3TO/
WRM8X947oO1A6WIO9cRLAz1WLTMo7KKw9FN7ALDeD9z0h/qMfkKnPLc/Vo7lfOy+OZ0Le8Kx1CU1
bcKwAFGsCiRL09jAnzrRpnZltwdhDl5/KzP7HX8wb58Li0Iwa7ZBamQSRkg/GfSdkKf2c1/qwGsH
9SkICpxHkC1Juxg0S38gYfHJ99JxjWp/Dlu/jRptouDDtDDTIgawSnlNCzI7o/SoKX/omojJ8iAv
DAguAMiyPmMNfHkzGEB5FzZUYJ1Ypo95C3hqyy3gXVDKr1I7HjWkoEM7GFDk7sMt4zFE+HRbNQIo
hZTnnve7hBJb6asnqndI9UnR2gPje5g/r8nF5woOpEtAWS2r8+1m7IzPWYS3MPzwiW8fOXg06c/M
n3o33pP94CiGOzij+/SvETDXn2AJgRuRtKFKdcwYqGxL+VNqH2gEiac3CK2t7MDFxZ95BucsBx5z
wn0Qd3oZxTX814RaVz7xu2GQNyvHatF9oO1IodDImClCrmO/ITfxPJ09MniadBDV3bV3vn4goJP5
aGz2rO+hQQCMpF/5tw2v2RXea3FQJSRqYNeK1J3GpyOq1A4rRi9co9pansV/Rjj76YtboItHfWoY
LFHrLYpetci7PZL5hIhHFCgXQF4AHkDQKsQlZs1D1rMSW5LpmxpJj+Ae6oZ9voHG8F22BvdYGs2l
NcENZgafwjqFtdF6a5k/CxbfHs6aAWFDGGakD8pswKBPmvIL0qG3f38pePzLXo7XD4A6pnCCFXUk
xOiq3unMH7UOxeVNHfnoZrHYSpS6GH9fWKLCQS0GcP+aCSxFRO6gnRci45zEp4z9YkHiM5UAXJo2
bt5Zb32Ug64ob17lDt0MOi3ugrRe2fHfEbtwHGBwgSLNrPUJWPf1RhyZVpIux/ckf0BFYrkNQEU1
+FDvAFJCQqSRV16xS0cMjJDoJwTlNxA0gvvQIqLRsKx7hwUgmjCPnGTorvGK2r29ot8CnVltTZlf
UiZUnaCzcz2uLotBf1NyKA9DXmdyk/IBt/FtE98TS7MNaLAaOoRfZeCdrm2YTSnxTq6hVv85nGPc
UpvO90u72wLzbDlovfJACzyCQT1z12D4y7YNCnY0yPeqoPu+tk2NalAi2qROso1be3jKwdUbQgq+
RhLSkZD7sH5PhjOdmD9Mdn1YjdIX5/cf+yKNEgoLnGgD7CO38oDm8gr9jNSdnGLTe7vJ6UNXcZ5W
5vvbKZ3n+8KmsKbR0MUtEDYQvQeP7y6ykz10igv7R+KUPwFmg/iFBzbNN35au12/n5L59QOhT4p3
kAk5a2HXcrVokZ9lyCpFb2bgyNGu7LYDVBApswvpvmsTF5zWuSEDBr65PepvB0YwLcRCvBmUJiIw
rZrDblC8XjG8oXucVnmt55N+dWUIhoQd1USqEuQTDEEY6lflT+/ZXtuRE7rfdIjvRIi7Vpzud3aN
a4viHoqbWotTGRbBb6l9FtvBjc/jiT1229TOTgiWELTnD7IfvSCyNfd8ZWa/V8gE+8J+ymNoDEYG
7Ic76Ww9sdd0V74ix3SkzyPzoHcJoVqnfFbvJmnFdXw/PVf7yRQuTCVt+qFRwgRBVGobyVuYc7+R
VsY3L9iNBTUF114FUR/XPYY3gac0b5HFU/ljbSHD08ivDKQQ2ZzJ6tcEQb7nKoRpnS/zi9hmwLgS
9PdjWTfdUY63SDE50e/RslF4nMWNhr16oL7lkufbJ2VxUmcwIejQLBkCetd2eV8n8qRhUoMUKkrx
pipeA31lThdPI+IqXFzolrBEt6uWrJO62UZpGXg969bvZFLOjTTyLfQDVi7nxQH9Y0w8H51FEpDS
wFhIfusgZAfwhK0hCL4jeebVujAiHAIzBGbSQMOro0nHQHM74xibnZdDqaJS9zW65PhPlP9ur9TK
LIrbP4wna1QC2EScnbtVGp/0Dsw5iVVIHlp7u38dC1wPUdgYmRzkg1kAaC2ThzC4L4GpWYuA15ZK
2POhFYeTySIsFf1BNZugLmqyFX+5fLAglA6uO0UFaej8ERcHSwc+Xet1jEO3TpICerpTodkNbn+y
DdKdHj2bEnMYkg7ML/WzlrpATajNWm1/3hDf3MrFV8yLe/EVUNnio9njK4ZqJxNbhRyBWnlm8hUO
Z1Df2j2qSyFU3NfCrcVNc2HXvLYbAoCl8Bp2x/hJNRw12U48co1oxYssHgiYAZmYOks0iimyempj
PQ9gR9IgZqphHIpRbYOgcCHaPtjhmDmlrLhSTfZhtZJOnreJOLdgsgPZHDTMCeRMrsdYkjhC4Fxg
G7ER5Z3SS9K1DOA8Td9MzP3zEFmG+pSor1VGIOpRVAwvKeleM8EDK6NyMpBPSOvu2Nod/73xAu4F
Epv/bQ4ie9cjGtDIXIwqwP8pFDPM33xQXIbaeP3IIUBX5ZUbFn6W9zsEjP/ex1waFqYS6OJ6VBkM
5zG0vIixY1Hlm2rw2LFVSc/5uv42p2gJmOGBYNQRw8O0rQfIGcEWrTNmo8QCAfjJzvXUHQ283Pjg
zf+9qsldoqRbbD53oiskI8sTffENQpxYtn2Tpz2+QTLj4Lkypf6QGbnkxlOBd6bMFbeX2LRhAx33
PFKrczZUm4bSfg2JszwZOjSVFGKAMknwUkqYZtAzwYfIRuwEjdu1AGP8lBo/0QFAQGoMwlqYJMBN
hjUPueQiUEMDBSBFpx/Ycq83mzpaVtYbJeYg+qQJ8Bm/LOjj6s7tnbXk65HvA3EMhXwc8gXXVmJp
IFLBqznO0PetUWzDFkn08cdtK98zBTg5hgwir5nFxJRFX2CmPFJojDBK7eBih4C+5ibkIvWGo4Df
pupLQIgfN1ngBLT/MfDiva7Nh1ILLEfJyEvQaGTFOy26RjT5oYESrEOAOAkuuEslXEwVKFETNGIH
JHiMTGS9p9KR+ga6yNGD1maePmQeW1PRXozVZ0IzDWRECuyLS4saf0ekFKb5fWUMm6jSfqRjYmfN
46Q0rsLC3zTBs9B66dDz3vGPJsYt1FfqrtYTBGqqbVgft1doPlHiqce6AHEGyQOEgoKHGc26LJsR
zjoa4n3SPWRk3KQ6sQOU5ou884NkjZl2aX9fWhSeDbyz0nEEJaPD46m0CcK1Wk4/Ir1xdKlY8Z9L
u/zSlrDLFamZBrWHrQTRtNVHtslfeb8S0ixdRpdG5vvwIpaodNCeKBaMjPCPcVzaEdtI1j7AQ36N
yn7pNXRpSthARdq0YRFycO02KhCfnpXaZvQZJMxV8c6D8jeYtFd88rJJDbgBsLuDnWT++8Xo4p5H
SWdgdHJQwlLsVIm6Gy0UhgzrLjBqW8/OiTSt4Fr/Np1825cQY4Qs9xy7i2mpNGgN1KXgn7RN9KY5
o41n7LE4ETt1DpI3OsHOOg4uGlXc7MTdyQ6eIT2r7YZ99By8l7+0lTVeimlMdHDqqqECOK8LGwkk
0foYKnDKyBeBIJXeRWw1ZlvcrOA9tFSQOCB+EhxTkWeTDuUquOQH7VHxiz3zOguVFtXXN8xPXN7b
ENm9ffyX9u68qCDwBzkoyGCuV7fgyB0UdYMAwzBHfp+NXZ+5Cbym7kYp752YNfpjXRfmGunn0mCh
Ia7DKvjmwYF8bbjiGe56QJedbDwnxG9yqPmsRYlLnoYiFUtBzQ5Iq9gvKzdDn0d6nzht+yVNdyx8
iawXg/q3p3BxJBA+wJIpyAmLHnQyhzHFdYoDQqOntu1e4yq0aT95t80spu8o7tFZsVYFh6PgqRsr
CJg8oKUptU566BnJoc+BHt1U7b2se4XiETyUjKPSPd82vDi+C7uCvw4HpQ37cJp9KPKzSbwj5WOR
rWlVLN1Dl6MTNmLMoollPWYxNDXuVMT8PRvdWpGWOyrPTT/ireKWeb5CTrFsV8dLCfSDuJMF96b3
eUnqBqObogx4AnroTMMdJ5DbQXosVyTfMP7cns8lVwIP8j8WNeExETRZ1JFchispGBhu7qx2rb6+
GOJcmhC2Cl54WmkwmKAo/fEWJ8sL2T3r37iBZuatCnk1KEzeHtbSPQEwhgIZ4plnXJzIQOd6PcU6
tklXeFT/6PMChJy9S7rmLgIxZqNlR7kfd/+RVXEyNdzvSdfBKh3OEz/H7b0avlbSfa1tgdAotZXd
snQWLgYpFmQsYrWJRGCuj5+K9BASDUzKK/5kaUde2hDOWwE6ZIOpsKElKKtBzFkLbVVKoRrgjo03
/X/yc5fmhIM3ZjQZSxnmzPArzcHRNXhVu7JK3yEtmgrmEtzj2PYzrY5ghCSsKWsEEk47pmkEHH3H
PiCna/yMpsTyrULJn4aCJnfgxq5ANVox6ZzlsoFySML6Y1im6aFBt9yawNrCcuI6R/0fzNi6jMLI
9SVEcyviDd7Xs0hCALUoaDXRbk3Pc+k0gj1Ak/GkRviATvFrKxWIjAvSIVHY96V+lGip3rNMP6QD
qPhR4NuMndq7iOFOKA2NdhgXk3P7kCwNE1SAaBNCddQA/E34ABOV9CzFYzagT1S7L+hWWQUtLexa
49KG4HJIx6fcQs7cacD2liSTpzWF3U+yawaV10TSUW1MO+zQAaVAUZdYTpJ1tpwrNpQdtmOeugNR
gaP/NJETvD36hSjg6suE80RNSLHXc+K0Yp5FXvsWZ2jP1ipcC14dm5saGnrOIaEjJtyMLq2RRsCr
Uq3+JNVzWL3cHsXS7xPQZs4UgYgBRM9jFHjDGyZ+H1qgoFvNHVz4ty0s7lPwGaBjDJ+vfwvJ2FQG
jc7wuCiMg9Vsh9qjhZOaHxraZMC7PfRIuawU0pfyA8g3/WNz3lYXr4sq1A2lsyAeQp4sxUY3h63Y
2gfQkncgkY1f66Plaiu536XTAPoBSPyB/AKzOf/9wmRqoAtQK+bnmnRMjY2ER9uqvu7CZWhc2pj3
5IWNSpEDEHnNwypdRUaOyJ2yUxC9yNBiV+12LQT9jseEf0X9A2hBBYHhN24oiFWZSj3gedI6nSu/
DJHd2SiDOBQyY9GRnmVU8KVDAw7iNVDL4mzOYrsgBp5fiEIcX9cjm4UjkD9Q9lq458MnXe1xnN2w
8BYEcP0fG8ImgVKh1uYMDyN5Y9rRlnnqR3BsfWsT2sYjqNJWMkTLQzLgsZG3mlEl14uXlVoUhhOG
RBXcCj/77DQ2KyaAxlkaE97TUB7CywFn+tpIAz2bMYmk2EmlqHyRcT/9gLBf96rRjG9bHqifaZ1b
uyCKpTszj5t9nCmZF0NJZhsUcrhjcdV8aEMgf5VxEWxlhU1+LOnoy8GDjmyKjgX+wNR2LxtTB/lD
M58+khFtbAYbUmyPQZO5LZUUlFtj3J6aKMUeqQ3uRHWrnurRlM5VCUCiLdNx2pRKyb7UWElPRtby
h4DXw1GLo+Y+laoWWamQW0AyZNbgRy0Iupis/qBT0sYeegkD1VZxzT63bRThVuiiO92swOkb6VE8
OZwABQJWBrOm9lSM9WtjJNoGE9c/4kphO0UvFQ8dZuFkty3VtiEHnxxKU2V1jAiZvwztdx21dFct
2zwHi1AYo7+t6P3S0CtfznsLHeeAY29RKuh3RpBFzJGnkLywdKL73oDoJloHcxJ56OgeOTreZO2o
cnTfsd4aYpvXcg3Zakyi32doxdSrSfoYFOBXt10L/Y4WTTuWHxtdtMkmy3jPmhCYA1mWnmNccZ9T
QINzzXvNk5SQtJCa0khqR405ai5JmdZ5wFErb2SCLPrABuOQZq3yhdZa9bdWRPJ9b6YxmsqUCG/K
QM1SV8qL9C1LDLTtM6tIf+WBPuxjImWvsdJ1uyJXQKfUj9kJ/3uLXj2aO01qklMgjQoKsCTc0UGN
T2qkl25VTJAWLVEWerNK1Xjoc2bFttVWBNLEGk17P8gYSzctD9VdAbbiB/QKlD76TCx01xAy7qU+
7z/NLpQ9U6pQVKJSwTa9osmA0kR6eg968vouDcoYXbPWHOZYA3tiSZY/FvlkFG7MQ75ri7L8YJoR
osiuVP2X1sVSZafKOOl7NUyb9zgxJT9Ga8k+aGXynLecBDutT6Jtm6jTg9KTHI2Qo+5IgWQ+6GYZ
7NBFq6N0r6GG75VtGSi2kaN44mhxMnabtK6Hh5R3IwQYUys49rqUbY1AardBxCUQiQ9l8SMHUOeZ
YF5Cuwwr6Ykpep27udmlz0WsDU8qa5RPi1uxw1ILVNkxj/PnnHTll54i82irOSDkdpiE5VvRp9ZD
YIH2yM45IZtW0rID7QcANNpu8NOi7p/VclQrm0lV8Wfo+sFTgHh4Vo0I2tspRVHZztRi4B5ahMMn
kgTxMYv0ELLAeL8+q6Mq+UXQktCWCzkF+20w9K+kYuDyTrPKsvPeMA49+MPuGGlwgAtZH3CKwLkV
Zrw79H0if4CQGjqRSanh03UaZO7YFeZdViHxZSvYZbsyiCS4DqNKxk0Enae9VknJ/RhPLeQVtLDc
lWi88nO9QV5dnyDoVjf6cJQQe/0CDrd/4eBm2WU0tQBoQ7EAfaehl7OxDF1eFdUXo0F4B2/YulKV
jT/MTAU7q0YkPCHzIUS7Egc8bRpHdoi6CK87azSCDUDV2dMAd+3Lca3OXQ8a2xUWL31KaHLSeBE/
SsEYbo2Q6DgOCcdBMsLGYyQf0FA7dX4xGckHOkYlWxvD1svGxNz2stmBYpHpnVtVIyTwJEWtS98E
BaOvjSZoJbWy96I417yiS/R+ww2jshyaaToUPIhSW3ZfRGXjqsCUhshbVICv6BzKHHankdxrzagh
jsnMxDOUJAX7CEEqNa8HaYIL06vRmWpt4mAbq5M/oZFDrXQoyua1LKzAG0nFP0wtaLZdmCb+qKX1
B2FSsy1BZe1UUtt4lVlxUOxg0sNcmt40pZX/9FpCbdNMigfAxMwja9Aka1I67RRsxJc2k4BIux1S
Lobec2JMxv2Nd5YYHOhyHYw1btLM8soSLdepPZYuBavbbTtLN7YOJXc8swC2hhO7vkx7NcbbMkHk
SoK9Kv2G0gdNV9Lgaybm+PwiopP1EZ1fA0y09MnqIrutXHlcqTqu2Zj/fmGjSKoOnC2ITGnxp0y8
pDgP/PH2TC2vyD8z9S0wpS0uIwyDw1WU+hstPgNgV6u19O7Sc+VyRYSVjxQ1ZIYOO3m718lL3P37
RIxx+ftCSAhFvt4KNExVmXllmDq1/qrQ19tztbYcQhwYJyrpUo4xNPU+bt8q6ykJHm6bWJmmv0+y
ixW3gtw0lAomVO09TEvsqn/L5oaHAeRWdRP5DfybWFMY5TYZZdDiOJmyjwYIG0S2HKw94pbi80sj
wmJ0JO1NuYER4yH7Ku/Y3bSVHMNt/b5DZx3/kre3Z23x1XhpUFiZJAVkdSb7QWeWgrvtftredwdA
r+7J5sVy5ePaI2cpWAd759w5C50aEMReH0yZSmppNfBjYwa8R39PpYdWPzF6Bjr59tC+dwzPL7mL
d4GQrSBaOlR9gneBbgPC6lfvze7ce4w6xia+N1wTqgp2/97sDdva8D+5gyviRVPsbY/Einf7W5bQ
GFffIgw7jKQx+S/SvmtXbhzY9osEKFN6Veq0c7ZfBG97rEQlKuvr75LPnbGardOEfR4GA8we9BLJ
YrFYrFpLs8LU7bWnOQlklIMo5Itqvy89dxi6BDHiKdD74Dru1qZAibKNyne8Dl1cZsE1H5fKUjEo
Nbt6zB3KmGCWN6/nKwTOmUddpUb2Ui5od9PXSvkBHjDHlkPH1PDilXwHoeiD3op02zfzK9DfgtwH
KiIMhX/yatJGa5T019Kq4N50DCQe9pDLgRjKffJ5fQ6FYNyerBuSdqMEsMxCbi05GH3QYfNbRpDE
+zF5D/Ufaf1TALoYJ39RX4+Q25clS5H8zwEKSSBtz37kR6SVXf277KGDeVe8CuCWMVzC4bJhgK8Z
73zcIaPLdR2F0lJc8shuNI8ePhM3um0dkjuJqz6EQXPAI4R1F92LXqu2DAh1Wf8hc7NrszmOwsVE
GQ2qA/0Z3cjf2VsqZAT6Jfh5bYjcjBZ2loQsBhBYfUH59RbMu8QBnb+jO+aP/NZ4ij9x3btDC7N5
x14twT7ZzFKgggcsZ6AdRjEfl6VocKlT9QoLels+tffWg16B1KpGmOWiZ9tNv5YP0wmXatvL3/9m
bVfInB807Li048WU2g/LcO4RFis709OIU363YmcKmJN4zSn5THd9AT4WAfqmIa/QOc+XSJpUIHBO
3Rqd8E60v1eIQ98GD42ouyQQ9aFsHS8osIBOLWLYpc7i/HhJmpii1ROLXIZ3SeIMZtBWu6G5DUVP
S1sRzRqI83v9xCa7Xwp8JfbSsQ8tOnSywGS2nPcaYvmEVUST1jDXZHGtMzmMOQoXFO0vQho8s+M9
SdNsyMlzW6K0kbVTlzpFezgNE5qUfNsQpIiXKJjfdavHDL5AXmnyRlZ6PBlIs3UzWPTYJpmnlImr
pSIB6K21X4cW3JLUuIbGRbyEFvJOR+svsxzdfJyzXWl7AqNennkuRmWA4AtlF1Do4HXWU5obZp8D
KnxM74ni4/zpj1AnUX3tR/h0HWzL0hae4v+PxQe2qlKFdQEydLdXPEu/m/WgH/4mdiYasvh4QFj4
ic4tjY2mSpUQxXTQQzBs0HSKlDI2reA3AM+1SIu2NK14edLpX4shMONTGe5MTRDMbs4USpjRSqgr
+IfbMEROirrplqcCshuiQKozB03Y11djayQgZEF3K6ocQOTOOZiymi100qJ0JI4LJ0ctkTk5FBp+
qX8dZ6tGxVwDcdYsSynT83YBatrqBgnh7FggIemTtmkeCEPXGesh2NKbaDaUlcYzZyOgZqK5nZ6I
4q2tnYXHONx6UIEKsTnu7KKtNpeziksCyQJZRSNW/BTJpxadd6MiqFbbcnprKO6wKiq1RrAAqKVp
J9Eeh1hUyrSNYKKYHoGOqfChjkZpTtLlmaVtdlV5p/WCzbRpIXig/vf3+YCmgGQMG/H7dfEj7VIv
KpDptImvJZXADW01zP1itQDBoYwiFb6jC4aIkg1wNbtWb3po3EE0KgVGlDsV8s2gZUatNXHUKPGj
rLxBU9LdhLz93HTIaoMhAv3z2iw7yWDvO+WuC20krQVzsTgO3k8utBv/fiBnxG1fdnO3zEUnvVvm
Q2we89iPQcXVHmvQBIoKLDenfgXHOQC8FyDYSfC6laHeo0laMExOrlruIyR3r2/PLVezHtjyJauz
ubBTQ6ITBpaiY0F7baU7WRZ4gE07taABhXAcz6u8nQ5SschDoZ4wVW/iTMGbu7C4aXu+fkNwpjqZ
pY4HDMwXOK5rN87d7q4IIh903p553x0kr/iZvHTPQjpQ0dC486afSQwOQ+Cigy25ax9UycHDi/ND
vlE9CY3CFUi+rq/Xpgf7PZk8H0ZSULtEdSYq/hLZpc1LQ4KCftDmRspF3WWbL8jmCovzluEQtlkM
+kwwJM032knzkF+/s93KTw4NVFxBlwaKPwPh/9MseAsVzKvNOc/QNtlQqzCZOKn2ZZrcmDr9izN2
PTju/Gs0dRrTEBNpm92u1Aa8PBQOJVRg/KL14hxH3WdMV0C/AX0WCbUtDil6p848vX8eUupdt43t
vfzfLuCJ1qZKVqfexKypre6Z5WtuZo5pCebtV5X1pSv8jcJ5DHTe6o2M9x43e7Nv9MfRs4MQ7dTD
l/YUBvTYP02OyBy2ve9vyGWSV04qlJWE2A3WKoIwEfprWHM7Dbe1icSb6RXKztaC6zO5DYiqegRG
4EXnXZbSmclo0A43lo8B6sHZTfYwH0GA9H4dZjs2siHka4BY175oyavSKRt0HTgEGi/5MRzvKbrH
VOXdHPYdyjR0R1dcVMo5qC8SOJJNY1nK9/HwqlkXPZfFOGd4nAR03ByLLnZlvPLG6U4wwE3zX6Fw
xtKnJDPiBaXxUWP1bDhzkByr96LyI9Nlp+lQP6ev0qJuL7qvi8bH2UyvF5NkLqeObe1SsmN5g5bR
v3FTq9Fxx05dJLMxG8AY8wjV8nD+nWBLbzrCFQJ3wERDVSWSBAQsoxNK4HATNX1dkjwhu4wGJJSj
QAkdNf/LRK42Vx7a6ly0Iypp3GGXPFHPCMBjtjffghIZnf7W/EiCGIeaFTQ3ryDi2gsuIlvdv2cf
wNnIaCQWqlvxAaN3G3r29+TEDlAdMw/pneZIHggjj6V/3S439/dqzJxxlAb4R8ocXQCFlb6kiIGc
PB+aG8iHQ0tKm/AsSacnlCl8QzfC4Tq0cLic0WhqMrZmDWywJvdopvbse3Cc7ZLH4t24JbEr7XTb
UfwkIAJb2vQ2kA5HjmRRXoJE+vlK19nQpNay0okRPeYWGHnsl6Gp8WRd3fQNAUem/MjGz7l9Qw+r
r0sibaRlIfmTg6jo8FDAsIWSU+7IHaR8UJmCkeepkqWBTCZ5r/eS8cOmFbgprFJ5vT7XWz4Ahm2i
/g0aZWg9Ph/wmAxKG/cYMGhWlQw87cX9DHK56yBbLm4NwpkvsMek0gESa98TgrqNPUVM1LGXpnu7
jrQ5f6vhcFY7jvUU9R1u0tUIkbwBFR0olgINvKu1X64jiSaOs1GEQyZFvQWulva3KAJfyDMRSlwv
0eOFNYDKCD2PEK5D9u58cXQUUjTSsu1r4s03OiiG8xvpH+M4vHSneHd9PMtvXWJZeB9E1QGiPg5L
Vesa1LDo6CjCbwQEWAQ1bRWqnCBKbn/TpKCOPq8Dbk/gf4B8D4JFO3QygiwelzbNN0eUe5rgZUdh
1XWY7S2t/cbhQnSoPKjKVC84R9a7L03qqT/A8NmjpjNqHSX1/phJDqcFqpn/nUldPV+1qjQUphaL
DWaBWfi67hX0WdMFrmrr2FujcJ7CKNQy72qgaOwjRzq/EiRzRb+//H115pHEnMcol5GcGd20jZwh
FYVXmxa3hHWovAW5E58o7NOGQrBRQeBDnlk7uen4xmQdJVGo5jokE55LE4EtbPohNLahgRt0veAH
Ox9T1JYE1Q9AtJWbBLTORRoUEVisOwUZhOC63W3O3wqLswLVopJhMMxfDKYdCU/8msDVbT7nL63u
/46Gs4DCmgqdjUCo0XqVHiv2XEZPDMSM9a5DmRuyCOlRiYIBhXkKGpgKUVCyjODCY+ANUQWtvmpd
RObhkJsKZCeR7o8VyC7mpJ9e9URC2RxLrRJEemGBJ/CxfqLEzO/BtZSV7lJJeauAzYQ5qDgT7bxN
l4LmdPRly5Aa4OM0okZD3YQavqh/TsE4Pxxb27++rCKI5QBabQstt6c6oTpCwZTcZV0BOaj0rmC5
wFI398ZqJNw5hsOlt5IZME1P25NBIMocSsoxHReZSyM9WjaFhnEanfS6FOW7NsMvlNT9N43c0Taw
SpnAI5y5T5BwMe5VP/wCsYZiL5+0R0hE+eoTnOdedIPd3JwrVO4AGtouMfpqGbK2cGkHLHsu410J
aVZRK/3m1vyN9CvVulrDNG16K2JAiiH1w3So2omo1gVWwjsaopWEsBIIVMedqgpUVEvruaC2TjQM
zsPYo1Kh9hfL1CtvBNIg4/N1U99cEEuDlDtIKNDZsgxyNU1FmhajUeM5L0F6XjbcHBxt9FYKH9B6
dB1ps9EN1zPcs+HP0NbMDSWjSkqhG4sj05qcUDv1/U8agpv+TmLUbSHZpe1J/mUKbyvjAY1QAvSt
geKhY+lbQALF5EOfQs/iOSnxDjE82oG+K5/mfZk5+qH1b8CojIoi54a5HYS2BYWL27goEbAgHoTg
e/n7aoJDUypSKUQZG47CbyxG0+z4FS0B96PxooGA9PootzwKmHjAWIGmax1J+nOwskR+w1raM1Rd
dsf5lKefo2Y5RunGxanPvEYkYrcJCK28RfLdxG9zgFKFEKVCehSlNOVpar40FtKg411sgdo3jF7m
fPIi8CJcH+Xyo/yZhKDBWujH0arEv3IT5GtIoaA/PtPRxJMd1P409aLAZRMExJ8os0Jzps6TzUFf
scOjEnJtDKJHTQjW5VjeNZHpXx/LZiEZakhsDAf9wQZfRsIGNTMzqMm7eUJvIdw8T0jcs+ZOM00f
zVhBXMcPOlGephTKU/TbdfQt7wLqJgt3YOjm4jnw3F5Mey7M2l7uHqDdlsabvvxxHWBzFq0lw4D9
jjZSDiBT9XqUNYQPJJx3S81rJclBhJK96zBbN0JrBcMd2LJGLdAwIEpSCcg3VLSR5UGXPut/wTll
rnG4zayUytCDgx7xMmLYBPV3GYo6FbCziGodN/fVakDc6ZxYodlVM+atVGVw3nxDcZFOn1v9viNe
USb7xvqLyhGEeDgGrEUJhS/rqIbOllkN9xhlx2n+kM29wv6iLhksxCh2B22JAU3vc2OTtBSZagk5
UDtNIasJCkKczaInsC2LXoNwh4yZzakeFwDJTetBNrtHu3i6bmsiBO18GJpW5OWUw/vUIG1WoDZP
BUuxeZlF1QbkeHWkIVFUe46QyVMSDQy7srHe5RIkCKdJfZa61zR+hCpvfCvdIgs+i+7QW3tohcrf
1GLE2tRY8jdDNqMb+q1lxKksDyJu1+dvMV3ee69xODOImDyMBQTpXKU2i12iTo/9+M5m+8Gcv+cg
KoH40Od1xC0ntEbkbaLItDIrsZkyqFuaTe5q3VNW+9dBRNPHmUWuNmrEQgyrt3dzFjuz6dTE0WLB
jV0Es1jnKpwoSTNoIwFMhRsnHScnNz/bYV+JaLw3i2TXk8Z5bn1SKFFRjuAayOlH07c5xILdhtUT
gyBulFXQWlcRyf1FMQeemyCqg9cg8IDx5eR2GqFVaTkOaS8f24Lc9d3L9YXa2l7Li5Zt45/F3XFO
PDTKYUTXJCBIfVcvaYFqdpK4c/JUQ/t4jXTYkWiFNxgfY/ShVn9BYodaEshJoMUa3Ds8f57Zd0qe
qDhEZLyWD+UuRX+D/NVIBPtsw+rPYLgzES8ckZ4RwLQtWvfa8b7V659tIVIW39jOZzDcbLbdXPfJ
QhJDm/RWB1EeQbfr40jsW1ZCogPpgevLt3EyEtz7UT8BSqHLKooUmqd12uCoT836TVdLP+5+xiFY
xYZnmBQ6wT5tqHtfx9wc4wqTO40lXRqMulUXl+Wx+Zllj46jQYY0bQXFUptrhnsC4lrwvoMP5Hx3
Vw3Lo2QBGqZy11lx0M/5sZ4jwZ1EBMONRxtZRAYZMGO7q82HtAlovL8+ZcuXcl6eyBakPVBwis3M
VzK1YV0VGVoe3X5AF0ri2wxZK7RW504relzdHA3IH0DUiOAMTxznk2bLUHboFqgxHrzO3GsjVMtF
+ZJtEMPCr0EVBQS95yBNrqG51bCQdQK/BLgZJ1BNGJHg5N+yM0VG9S5CcUwbz7kSRaMqRZ2EivZU
2YUxXjZSHcTz+uTZPURE6YjEaVIKVmprZAq4ESzcpOCT+CtcOpi4GFcRSPdbS3ZtltcesfshSLRZ
MLyNswuctL+ROI80z8REOymGF9s6qJf0G4hgHKIi9nDSHK6b39agVFRaoeUR7yoXF2EQWYbUzpAE
rkbTH2RwhaemPzFbcBpvWblq4h4KWzdxi+MO/Zp0Ni0TpIDsrHCSaadjFq2TSZwpDa4PaGvu1kjc
uR9L+QzqKgyokALwNjom+extv9eer8NsBLdkDbPM6yq8UCRVjjBcwBjzPRnsXVlWAge+PRKCazu2
EmSGuJ1Ec0rwJIqMVl78nMB9Zb+Tzh+MvzEAMPX+i8K5uCRTtDpessRd9VB20Gb2x3F3fa62+tEI
iEqR2QFvExafm6xq7PNMXmi9crTy0R/VTfI0HV8kl57GvRGwU3IgR7zn3oOc/w7Vy6fHhWpE1A2y
Zenrj+A2VZLndjcsH9FOd6PxJnWJKzeCJRNhcEvGxoHhxAWGpQd69DEoYMkWFfRt+T48yNsEVO5g
geVTVyNVM3BJ40wC88Vnlcc3vZafMi0NKKWuUVuOpUBK5/oKbsUSS6PEkp0DAxEfiRloyhraCONK
+gpcNHcpjo06L52GRa5Z+WDvGES5qy2PsYbklquvVBpVMjxGnZM7VMS56pB/7ysFssxW0JNc4NxF
I+RWTmeojA5NzOpUVqXb6uO3sJKaA+2bj7KXv8h2VPphYt/lqEcWTO7W0xU6BGSwSy4cLvjXuS9J
+zitqwmzixKyQEuSA7i1XaUv/J60exw2yEamHoiVnvpeC1A/6lvRN1mKHmgs8AWXHgfULwbkHKDk
g8iKzxcOFDwOCeTTXNrZoBg4JNXX1PowSXDdmrYt+Lc1cS5HQj/xSCuMdybKuJMr5AtB8dl7OZG+
jWX4RS6V29gQvahcDg6vNOgqWkrXQOXCk+VEc65OlbQcQcMJtzVtzJw5cVn48/rgtvKUwDGJYi4t
TKgHPF9NHawfI5i24OxU81bOTHeipgcBqF0tpac8+9JakH4HaYcRTfvI6L5fh9/cNkv+EIlrUORp
2jm62fc9A8UT7kzl9zbLsVOSQI16RBLf0AgnsNzNKV2BcWetZshJCKpt5MLAJl+Zb9mcHewmCgzp
by4z+Ln/hsVNqgHaitRkGNYUg31Itk6kIAjHyb4by/u0lT0Wt441C3tRRCNc/r465gt8EojhgRun
1R5Uwm5qQIgPNBQgoL4dp8lFffpDhO5BNZX3Ydc+55V5T5KhdaSW7uqscxTIJvzFEv92FzxLHKhn
KBu6ZfvgwYDGgR15pu6Bds2ZPq8jbW7UFRI3+oEwsCrGGL0+ftU1J6d7iscvFImES69oLzDdzcNz
hca54HICPZi2jAvKaI48fYRITyuRyGZFKJzziYfMkAy6WJKBBhAfNCkOgmDBEm2eJquhLH9fmY3W
Gl2sLB597toPzW5v4s70+vANfY2+biZ+En8r0BxzfbUEIzO56x002MwQ3ZJLzl31IJ0NDYZkV0mt
IMbZinwhWodbELjvIf7DwRDaVIYNoU83IhCvTs09OJV2fzOS3xDq+fShsScZIwl+pemjY0piVPPH
b+E8C2A2N/dqJJyvLLW2tNoJI9Gn6MCa6lbpn5TCQo2PUAZ4+Sn+lo9oDSSh6DREURk3abrdNpIW
2wg+Qa8+js5sPFGwnmtvRP8Y56AL7w0ouOuguuj8RtSxu/WgjFrd3+jcfMYIyxudYaAqEmml/mjG
x9hyh+oEuRrafYI0CLsACoG9ihLBwb++mJtOZAXOzXJDhrpjS0KgTMAznbozBLuTzovy18J2dBGL
z1Y69mys3JkURXEV57jSuvF8Z/R+hZp/o9/NCUP49qRJT1T1RpEM8KYhLbXQy4bQLng7JZsOsl0C
swrjQ8F6CJk1fmFJuw5DvD6bm+f7QssMDiodqVnOkPrJyKdQRWrAiHuUJCq+1Ok7iovMrH8gtvzj
gBDM+YhmbJnIYPTk31ynMtINSS9xr9BI47CM/mhru3fVyEycWTVer49tM+GM8BMdhOBigKAuZypR
aVuNbAAOhY86xFqrm7apS89oo/EAWltz15na9zapG2e0utLTRogOVuH8DNlVkbzZ5TwjFF5o+hFE
4a2Zd6ZDybQOFYXU1a3BV0cKfoLMixvdodqXaNTd6yO/dN3naNwGnXu1T1MGtHYGP7mq+pQ81OMf
JzMXELDuoyRgyQovH7E6lNQ4GyNiJ2hdzYfvw2iODxbpX8u0LQXJno3RwFjwUm9qaFQx+PdLQ5fi
EWEwdW3pawPSsS7xTRFFwOUJqy1lFCBCllHaYPFpRqUbB4peM2xz85OGh5lCSufACGhKslNZvo9v
f7xAS90PNFeQcUHGkTvQ5VZGGi6aIDI6+ZK1N6zn+c+rpLQ1BF+HVamDIZMKEKy+pdGXGkLxRfCn
o1AJohJUFunYYhd6PWreaiMCduqm1D7qHbQuanJLhRmKDR+Mt+tlqpb6oUXe9tzS2jTqocrR4xkg
ebKKb1X/WELqaOpdVF7Ghd9I0vLkd31slz4YmEhuo19BA308X0AhWWqclCEw09xVmufEYhBYOpSD
iIlbhLP8fbWLiNqlEQhBET8St+2epyIg8z3T3/9vo1nc0wqlSgfIHVoYjQGOn9hCw73yrMuobXm5
jrOxVTFr8LkL4y/UQjiPWycxJDDbZTT0eegfC/m+FukqbnjSMwjuQI6NarbtBWIknxE5KMyLShQk
/ZxF73iXgSn2pwxRC/TFoQCXLyBrQRQpTUvzxlg9Rsx+kq1O8Oq0iWDhao1MOU4nvjROU9I4TEI8
qXXMbdN3XRPUMG7ZFqToTChqIkmBx5PzVe/iamrGX89n5LXRAi0snSy8L9DOfX3VRTjcHUgdC5S7
Dkhem7kXUepEBES2eM7VBePZmi88HuP5FplfkIFzwUrX4jZSmcgtM/teLf+hgyo4N39ljs/jamQF
kJgEmwGYhVCXcz5jpkQqeexxm6tu0BN1+KpGDvFqP/za7CY/d2Tn7VY9aoHho+N0dt5zdDv0x8hD
rsBBNgR12t9CP0KlCPSqdtfneIP2CJ+GRVxUy5YXFu64ZeiPLKYC17HOqJxmfJG70InBKoU2FoeV
t7b9UzfTx1brgix9lPtmj9fTl07VPFlhIFgu4b5q0eV3Yy8itwd5GRw1oAnhtzvraNiAYRNXRJOe
wrk7sUTZabURTNiW0yzi9NuCgwwtdiUeGGDR3BSUJfQCBgI7Y81cfZlICO7QfLaI6paUNtRJJ0UH
WVpXG/tCytG1qus9ceaRDMcI+rK+3c3UckA0UhZQ97QWkuW0b15D5IYfjLLXDe/6mm14QxzBkEpH
mSbS6/yzIrhr51aTBuom837S3+X0homKojYh4D5MGWQYKJjktnjcqwqbCU75fnzGY96U3SCevj6K
reMXLTe/MbjtPRkg2ganOuIv9jF/1bG6qNY1/lGTr13/SCPmGF0uwNwelgbXa6PTR+ONva7aTi+R
mHINdoiinwmEsrVv14d1eY+E0UIK9F8I7uANFdnKseig6Qz9QdpnPxvDS4u72fbV5i8C2DUUt0j2
FNFY7wBlQ5Q6UvZD8hWvfNeHs7E3zobDLVLWTUOjyMCok8lJqKOTt8nKHVs5aSIvueHuz6C4cEwh
NQuVClBD+V2RjrT5WY3uEO2uD+jS7Cw44iXoU/BCBO/CwSRy3Egd5CBx86YjhtRCjQvyCFaS/JPF
KNklceXh4Ct8hE+RV5OB/bz+BRdGiA/AD6BRFfznOA6Wv6+CpnIa1Yq2+ACl7iMH/zOebKbhM5Qa
kYTehS3+QsJLJiqjcBPnWRiXHH+KKiHm2nr4XtC+d22wk/stEpejgWJ5VIg6zCCTwD9d2AwHy9lM
iqepUFMAW6PkEKzvCfH0jDpxETrRHxNocljcahaMobNGwmQmDWjrCixotf+b5fpvEi8uPAwPbClw
3MS6A5m2MwwnJqpovDD981HwV1Grk+05bDFjEQhdmITqNdUp5ei+rXuBz1jm4ywSWZBQsoEgRFGX
E58zPnXKaKdjNBkqxEk34vEOx5X9NmuT2yTZQ84qZ2pqQaWICJVzirKZxEaoN7CI9DhAfaEyb9Cj
4kyKOy4kR1UQt3lwfdk2jXA10OXvq10mxwOR8SwKFvxe9apSAWds95wVtScbErpTRHHU5gqu4Dib
TzrwWVs24KgxQejzYPaPdTO5muhg3sRRsXTouUH3ns4NC3VkhTJNCOxNuzzFIXGNPvelCoQohajF
ZnMGV1DckMCyYvdG38JPNeAT+GaO+yQb8cZSuMwU5X63sXArRt0NAmX+Kt6p1lDlBTaAoXWWM5Xf
SEyPyDDFHnJse6YLm5eWmP5iHyzX8P8B/KXJuTIPg0hd0cvwG2gxOsiVfjST5tRE8qHoPtq4vkcn
iYM3pZs6l7FN6OG6cW4eActDITgdkRriHXM90jKkyDdDEaXy0hoStPNnaIQCP7xpKysUbgFLiCh0
bQoUOU48qesPcpwGHUR3qVEKNvjmqQo+DxQAoRmAXOQ1LDCtsygHltT6ak+hq4lySuqpEfQOdMeK
IPihObqI72JzHsF5h4dsHOQXZ7namXVOhwF+ZYIEjDlUjqKlnim1gpzkpv/6jcPX0k+xNIS51DO3
zGyXal8hRzsUUC0GBQs6kg323bB1/7qJLItzYaArSO5SOlpqYUgaICkWzI49nNd97jb111QpHNkU
rJ8Ijc/sWhU6ry1MpD44avgcSU+mfRvrz0iDRaLrtmgyucvwYBamXsjAMvvanyUPual2RjDyVvTo
W1K8DPfd63MpQlwSAKvNnkHmBCV/QFRQx9dC5yK1I39ADjvCzsZj5CtNxns06Py4Drv87LUl5M5a
pVCS3ioBG6FWJa+pF4PZ+DrEJZfZcp4jlARzsY5KDr6QQi1QzE2SCdGJdBP3b6z+aJuTBqEodQ8F
EVbscz2YZ+qE6aMlQ0MKbYTGiXQHDcKjUfKn1yvuY7h5ZtBv6SeKAffmU95NfpWdkNETgGzO6mrE
3KxSDdVxQ40RZ9lRY6NfT613fVI3/SY65JenK/CU8l10BEtF236GL8MUKv2PRg8XijOrFr23brqv
FdDyIWu71LWwSmsADVXrlD3EdbQ3xRT4rksQKDChBQMdnVDUkPnYklFFpSgAhiNBEkOCdFPZ6QGY
hf94Wc5hOA8ikSTSMg1rD67EHq+KMrRbklZEBXe5NOconO+QQGzQ9i0GY82ql6dvDPpedfg5GF//
1AQWHCTp0SiKKIFvW7HGykipidhHb80dpJD3zCaQ4hra3WCqokzIpXsC2NLGDGNTYNmcq1etbK7w
EoV2ZZhBPD1rqWsRL170UFMfdw/sWoHbuNxD54jcYuWxZmYRlXGemfMdaZjT2tHj9RncNLul+uJ/
Umo2Z9s9GdHBOWFQkkY/i2LQ3zOdhLswg4bUdaTL2BEP2mi8QYMFGl/RjXi+i2glzaMy6Sh6ykpo
aO37VrvTG9WpvyDNeh3qkmUBXd/QM1jKS9FUedHz2DWlmlm5ibBxcpWPQH4eHfWxdKsTaucyp/aG
j8jtPhVRL9+vlP35UXKOyy2YgquZNZkGc4nzYh3pzfzQ+PN9HzwqkEknTucUuw7/mUSO7bwY/uj2
781O8i3P8CFJuk/fFNd0ZM92y5vSa/3hXftxfWbU5QuufSG3M62yZJAqW77wPt7FL9U78WPX8mwf
X3Cq/AHJ7PloOeoTaM/ineYICd8uQ5jzKVpsfuVMZxnU0t2ID4A6I2PvivmipAc9f5g0nBQC494I
d8/BuEMokdWolGaAqdRT9FvN8CPIhcko+WVBWD2z0J8rgUvaNPOV6XEbahr6tEgSmN7y1qZ1qGwg
EEYvnT7cE9EJuDWXmqnIeHPD/oXY6/lcomUg7EuJYEuVzihpDvrrnKkHfV7Uex07iWreL4tRsa3W
eJx5FwmE0FOwb7hF9tqieEG+y6uvuP25dnkrTahECqzObUQs8Vt+F7lA9Hng5gCycM5xjNUoxRkN
YTHjPZQVpcR2aOQrkObLUEUpv1qiOpUtn6gv9SnIPOL1l3+etxMwZ01QDXDbLBjYV1K+jaFgH14W
UWEqVxh8uqo21EptmYSTi7HnuZi9rvvWZ8lXHdqvbFIelEo/VQb1ZGtAr1jkZ/M72jcELvmyRIb7
Cs6AUprE+AyMdBgqtzI+67B4zMcyUNA/mKhv8xDhKnMjScmO9R2eUuifpq05fM6gslIxcrvALJjo
qqlBiTbr77NyY6QPZBSQZW5Z0XrCOcdXFn1VkwZDlZHtZBUkNIindT+0JkCwnTV70v+N81kjcp6u
NLSUNDMQs+klrXdj7kZl7uCN0Wv714ZEPkSMmfznmdZzw+Jc3giuE31eUEfyWoLKURfFXKKJ5Byc
lStG01QAaIo5diKQ8EhgQW+KBK0jpa9p4VshFc5cGE/Xj64tZ7eeTs4NSE1YVRax4QY0CBWNz3oG
WZ2WuFX8T5oekj/PyizziBwJQRUetGY4e5lbtLtSGaYZ5T+HtkcyxikgKvPHHJG/dsBvGM5I1Drs
FbLsgHZO92Ez3eqt7stqLbhdbAXk69FwVmEkbSQ3GmDk5qkYlkNJC4rKJSi4vb5K/4tL+T0gzjy0
OpzSSAISiyt3pK1vJO/m7KlkByUraCssV3jDnWNPM0TVjJvn09LGa4FNVgGrMOfOrLFRylmPGneg
xvBPnunjbmGmOBQVgahVl4f9k1TpzTuUc2uvZ1151I1q8Fmai9SYtqIAXVHRU6ro4NyQF2NeRTka
NbuEsLhx81734vSlArkDbgm67pNE8FTw6y2AD+nWWMuGXWGFo9EnWYNRE9Z5oJkEJsDm9LVGuwiz
v+Ta5GGYp9bIdrVqfiHQG5VR49mPw43c/5SsPID5H6j83VZiF+3RO22UdmkSPtUshToFFNdtUaOo
aH643SXFVYaib3yzJP8zFoeBBZV0KpHElUV3ARESt8FsSOelcQ4ky47ckvhF9VLKH1Ed+yV4ca4b
/6ZrXK06t8siJLB0CBMjD0+DloE7xEUTMZiZKyc3Elfq3pXk7TriZoS7XnxuuyF6kchsYrsZZJca
B6nz0Y0vpaYbMqhWPNoT8kudIwBdVueaxXGu2IbqbtcSzKlWPZIO1mScaPNOZ8VvQIpYsNbplpTh
42Q5zD5CkE+AvxmggVLXwOMw+sv43ulam0LStEnjGsoNDjx3MDsHSkVzeodtXrGvVtSg5/1JGV1z
eBnsoymj2VWkJKtuW9bvr+CmXs+mrhpUfAW5vze/oHlnx7z0gMJm2dHdFtGbM3jyoXS/V07s/MRz
oRxknhRQ3/bmL9dnZPNsXE0ItyBKPfcMHqdxRwmk++rwFUkM6N0Vk9fJ9cHQG2/sDFGN5OZdUl+h
ck6ORpEdNwpQmUecIohj55+v9l3ihD9iXCNR/I8JgHaIg7ZOdHEdpP0ounCLDIFzfYmaZyWFUomb
MQeNx+4Qe2UlUu3Rlij00tz/W2ib66gskQBPqQEUMJHlfrdXIXhnHj6hU/9pONqPyY386j2UHMtL
DsWx91sHBRFftKfvipsE5QGVEl7miTehwP74fFTXtJrVL58VjQrY81llGkGYxYpbRmx8lXpLeVJA
ZjC45P9x9mXNjeNIt7+IEeAOvpLULnl32a4XhKvc5r6ABLj9+u+w4t5piWKIUT3TPS8T4RRAIDOR
meecNhT7WkYA8sZZJP8x1NiANCnrnV9gg4kPTa06JyIyKtwgd4z+ceiY+CiahB/VpmaAp9lm/YQR
bbnuwxiAEq1NHL9w8LIVUadALrIsHemGIWfBCmLafB/EptiCtFQ/FFA+dwlX1MeOSOsZ1YcIxVrb
NrYsLOlbVrdsn1RBH7gYrpU+rhQq3no73OW2k25ipXM2dV4XK64ogAVTmR8zAPV8FJcxYpZV4jUt
+nbPLCf0Oo0XqKA7ND+l1HDuC8BwP6FuR0+ZHEoJtW6qxT4pGttaM9PI93rYJWuT2cTPMXPqQvTH
QIm31j8ikciHAkc78yEOX6IPPeT+ILLwRYkbywWwlT6ItOlBNGRUsnatYVC3oqQmkHuit34TbOAh
5EEuUCGUJPBapyS6y52w22LqkO0gemODuTaGfo90nOoHHZr+BdR7/IF2XXhfE9CBYV5X3XEUP1dp
25DviGsYfC4q8tEIzdk1eYi/yGiVrcve5hDn7lWxq9CM2geJQR4JawPdR3eKvjakEaeQ91bpc07y
LzZAup6FlmQj6ErfqjQrMdwYpJWxlxiis1wtFE6+RinLkG7FmJmh2ZTIzkU7SOtdGmvgxevq4NFg
GiTVizJld7VjaQ94qIe6a3Ga/bSrgNVgmQzA11LblYLBO247W2LkxgNhidiHma6cHEukwisJ+N4r
i/XfVm0ZXjHEudjcdpB/yue37vDkpWkMqBQmBJdFO0VPyAV/xv5Dsmf+bxBIbLT7Yhf5b+3B3vXr
0IWI7IL10UPcsj5Jd7KwLpxm9JR080uiqLYNn8FnMjzmrvYxrOgqfgTo0z7a9+zOHv3mEsp/NjFx
gCGG8jKasNP2U5/iWhtBgtWLwnBFz0+WMdAVk+1nFtPfSSWPdo6PZhb97vbS53PykRIaVw6kINNY
HXHdzsoOLPGpWq+ZDmbHgjqfSciNdaU3iAyWgqRTQVmWpDxyFRWFpKLIFwoNYyy++gBnv2ISq21R
FZSg7+WhJ3XHlG5jKLsh20BA3b+93lmnfGZoEokbjK4qaK7VnuQS5V6ZNG4Zs6NJlA8ZUbdZ5I+b
zQAxGgxFe7CPYgp08uhR0sQxOwM0laI96Ig4PfUr+1mFbxYBnjZ+053iJfb8uVWCmmDky0G6iycy
tvvsyWGIXpPpSI1Jql+5jThvvlmV6VL5Zi5N0syvD5U4S9Mp2DKnD/EghJB3XWFHLfISdEDaH0yA
pRXpUwyr2cY64n6kLglNzyUWYDFXAfHXMSUxbVY0ThSUjchrOKMcA67xIRTRqsTz/PZpmTUD+CsE
Kf4ggSZ+IZB9xhuGRLoYtlXiuJZy0sT3bRvjA2d69M0zG5MHEN6+UHrUYCOwS75WK9HseBKw1W0r
cxfs3Mq40rMTwfpel1yFlaYF+DPhbgu4Sav5VRcsPLLmD4SOogxa5mj9TZFnkZWXsaLAlNlWq6FF
mo0YQvng8brYgTDMcnPU2cKK+kapL7nyuS8GDB9GrUcSOXUKDMLrOMActgApLAYhAAONiOXqQbNQ
RZnz17jR/1vixF0NqpNI3uIhmShHXDYfVK7vQC68xkr6U2W45KnhlmKpQze/s4Y1NsyAVcT5v/yI
ZoLXAiCutVdWW6a7ibppQNqseYPmWUPnchU61kts7HMbivkZiI2CsgS9uonDNGSvAD+CpTr6k4nz
kvXQPF8IQrM2MLBmAUiI/06VX7qMD05RYl2pFRy4ttGacluW/9y+AbORDrqe/7MyuWixoFUqWliJ
gDlV+xBhLHniENWqDepBhK3xsqqC9Frrt5X54lS58h9iz/kPGLfh/A6WAJ4WGbIMkfTvVofy2xD9
VvRySyBwWomlB/DslT9b7+SQmpnatA3DevNwI5ofUfcmoh+NXLgKM6MzKFwCVw80tIP2kz05lCwL
M7WQyF0GmXwNhH6BeWVl2omr18GxMX43HMLb4GJypR7tDS1zaZZELhRsW9exwtgtu6+SqqcIMtaG
WMor5h7eZz+OTp6GuW2JKGDY8nZweXQY6EZCtsqsvZhA/GSJt2T+HAM5CtiCTYGGvPzAGnD/LBi3
AvoUbpmrfqUUOyPPF4rFs95nRI/+PzOTg9wZaguFKpiJmzdR3ssh9ntjTVMKOiPwM6BqvESgvrSw
ycnthcp42MAiyQZP0CB1KYaOC9HxhUx8ydDkzAahVRpqPe6g/ZqYdx0USkrQj972BLP7h+HKcZwf
s79TUmfDTspoFOyG9i4eP8lbG98FfezX7BMoRQQot8ZT7LbJ2bsIdn+qAiaNevMkIUtLKS2mFfA9
5ppyCql2yHideqmub9uZ3T9Mw5qg+INu0pQuLEHiN4DUF7EXU9ODsQtR8wNz4uq2ldn08szK5Ctl
dCTQGrCB3CyPObBH60AoH7agg6tp8rEIwCp42+I1axb6MOdxfWKyE07SWkWDF5ryW0iX28cQzTPK
uKeoaDfpLnJqq/JJvNLCnwHvQO5vLwx3zn3D858wiYSdHqZpHOIn2DzzSWiuE+OpN7qHSj7eXuzV
9mKGCTATREPwc0ESd/zI53FiaBjYE4Hb60EL5rKE+BjN2dOoOHaK+Moj+dcZ2x+DODTj9C8wPZPT
CayO3QV0ZAxRKnjhmvitLo9QWfXtofcr7oBFK4POeLuBcsgSbHD84xf572gcIEWDAsOD4eOJcQhN
Akg0gOOiaxy/aslWIc7aJtDLMc21IvXXIWrBfQHRHO2lKYOFtvPoK6+sYzxx/AWg458COXLAAwZo
HAJ6HfxqQwzW1EvTiVfHBuvDqAIQejbeR/AAl18zbYKO6w0DSyBbGeGOq4cuX8n8/faZuc4NJ2Ym
BRTI1CrohmIbyY9SWwWv+i/y0fsgJTMCt9/cNnblZSa2JnGuy0NVmAFsNfYODwg34vcOXbrx4x+Z
fhk8vPD6wegbJnInt6CuhmioahCw5ma3BtqmdFHPVj1bqP0G3iBxc7NN/LRIMBQfi+4OYg6ohCI0
7utMPjZi6Jd+0biFk1+E8gD0XjHJaFpXshBD3OIFLIG07HmyAu0aurSqy2RzsDn6OVq1tZ3yDpih
TW+yU2gHjyH/2+GlceNNUEECH4D/nUJW9Yi1BmQ+wBqhfYMv1M3oHSPKg3RaMJJ2CzHrOmH+Yw1J
3cjngyfH5DPrTQ3y6pHLp1Tx2oCS4NFhOubReME/msiK12ATuBfBYN9pOjnFVLH9eEgWLuif7zzZ
9fGphQe4Cv8EJYbL+8NMGnYNC0FkUlotHpJNphNUpTLjRXFizUcpuMK4Xpfk4QFKDbhkUZygeIex
8WFn23H10umJHFyh2MYnbVB0TRR9QAQxsmRPeJ+HmN3BX3JrYdUvhROpfslKlE3rXPSrYLCyV80S
QLiKQn0hwlC+eV7zjRMr2g+TMb5NRZ/5cWgMxzAyMjCNMoaxC5TZHyTq/H/9vkWrFy3rcSdAt4KS
0uVukMgmTa9GuHra4ANOgaGun2xYEou7vuCXViYZJnPyzCxTWIn0Qxg/S0wkJL1324lc+0XYQJyD
+g8F+88UglVWWcEGBzY4JjcGCMiC3ges8yGozG4bug6nl4bGN8JZOE2cXDAM9yPAaNANU34H/OTo
q6Fy+dJsz1ViOZYcQIGj25qKQu4UcK8wmaLpApcFqjkzv28iX9jPTXGHq5IUvp0tvAOuHje4n2MW
C3oX8GBgRHiysA7jcVqTp5gVh2CrZj/k5m8BytZErVxJ9XW3JFsz6xFA8qOPCP9xUHhiEc0Vo5U2
ns9AJTj0EQCJXL7l9kvYfErnMQIRHeJNvTQicH0asU6cFDypxqmRKbFAm2q9aadgLEOfbNupDBlK
cm9VxsJ2zq+OOg5KRyB7vqrUxlAEqNqR/6pgLSRsftU9iPoPg+OirEmNlWbvG8hEl0s5+/WpwfIc
lDGB2ANN6vQ5Qg1hMwtgCc8Sr4N87kq0545CcRPllVRbdYk45XoCCMcGA7AEFVsD2oVTpmlZyDKD
KAfIrsRr1vid7pHEZ9FKJK4dv+spcDZb1bqj5eb2PZxLtc7tTu5hrIW50lKsk9ZiE9ndtu2X1Kmu
rzqWBggANhMoniu2wkq0QktzfEEowZf1jrfbnmejDBEG9BcekXOH8tzUJN9KigAlAHBeeDQQgNdb
W2qmLsnS9e1NW1rRxN8HMeRbqxBmmIqSYvfQJe9OVnis/woXJybm/AmkCVDrc+BQ0Iu69Ccji2Wd
twKRFpJzzpMTO65jPlbsWQLiYC0RWGpz58GCJ8ErFexe1tSZqFxBaUgfEzzIwgjVdcpnbcCXWyn8
sWY/IMyuGCcZfPaFl9GtDgqI8i4EfESNN7Q5EOOrUriblc/psM0tP8qzp7/f+vPfNzmvFq/1xAyQ
eGASPiZu068r+1Gvf4loIcW5bn7iRsKdQuYc/RO4uMkTQa9orYYmdqJChMqjTdqD7dnlIQAlySO3
ej9UUe0V+Sot4NnTnyX69sxL+W9T3yfdj5x2rtV5xHpcLuaP52uafZ3/tMkxlxrACN24CTw79CTD
5q/QOEDbSnde4mxtoX+VbAvFT4PMz/8DSRoqzzAP+QUUvaePM87BwIQ2e4pxRIKpCUjcYwCALFzk
Ofd7bmTMU87Tg7p0cuizIrqoH0K4ptjY2VoPX1pzm7F7bamIf5324FufrWkSQjnvzSACe4BnmcAn
Wa6h33UQ/XSWnp1zjgPkPijNWsiu0Iu5XBbK9jhyBbytnjQQbN1Vw1OIZ4uhfqZLaLIZv4Fw+UeW
CGIZVw0f6ApjbMWAqSh+toIKariY3i7uA9VNdEB9F9K5me91YW3yvdpYC1Jl5BtM4t3AC0h0hyB6
MFxLczPjpw7RXyg23/YEM77+wuTkm8XQcc7NBia1Sl8RIf22OJGlgzHzwS6MTNzN0MYxq0ZWyKDN
XJ7ukQdjW12KOcGlaWNt9ovhPqEnBd4xDFBfHo4sj43U6Mc9TJ+jbtdGdyLXMUbjm8HKyF+i2PBC
ADbzr8g6smFr65XfGmikkRFAAsp6EawrBsiOXEGoEVPEGC5q1sgoEsMtwvvW+fsgiM7Qvz93sjXw
jzLXIvz9CmMYDsbV1Gpj81+tQlf21+1Pfd3OgFzOua3x+J25g4pC8m8YsxTGfxWmXytvEbjZHOEm
4Y70qypal/rRUVda8SCsfdbnHteeHPM9zcJNuRSCrmEoF78GrbHLX1OTlLWE4Nc42GZQFwcnE0D5
hLh1s7PywGXtu6y6jWk+5Jnfdv+B/hCb8T9uz2nDUUFNoEZ3btyMh8550QYMUBX7LlwIgLP3618z
U7CNMjDFqSOYyev3qGr9oNzmPF+4xHN+47x6M/EbJUQIoH2M6o1Od03/j9W8aDpoHfc8+FXQdUQ2
CwdpdLCTyAk9NTwGwfFHkdpPMrfGGcKuVU28larIwxBuGr3axSpl+84YgAR701FSEUhxFpb555tc
2YUILAqO6BKjTXx5ZOxM6StWWIDKu/UP+Zmt9F+6H34VGJ1zo12VuMEXWp9v4kQP/YLtme8IxR/o
1GAaBIrCf/Kcs7uTVIIzG7SsI6MapX4mNk23ur2tM18RM9MqEB/EhpI9mVzPMrPLjkcKwieP0IkC
OGiDkTZQ0rlm5MMXxUv0tjPx+tzgn7rr2ZosLa/UsmM4NkbspjEgUNFukMdYX6iDz+3d2cL+PE7P
7DQE8q9G5uA9oQSYSkQxqQNo5z98oHMj2uRslNLMc3huL4T8mMM83Xlrq4U2yUwcg2AvKIdHOlic
hElsSSxlyPQE5w9cgce6kJ7OgVJoo1UxKiY28cK+zYSyC3OT2BApeEIoBGcu1b4SDKhFmuqmyorT
PcVeLukwLlmbHL/KlGjL5rCmWX4Vf0LMxTWqbZf4pvaYyO/bZ30mTKNyNbIhgZkFgXpa+rTN1OGY
Eku8AwgvN806fSk2/b7a1Su6czzlNfKM++AIObQ75ScIcFflJj76cDhuvQr827/l+nhe/pTJNhPC
rFzaChRqa47Hxl4YDcZ4FuL89V2DEfAEoCCI0a4rfJA5ZOgEdVivBrpIQ/ocYODMfrKV3e3FXDsR
2BlZdiAmhz76NP2Jh6AgZQQ7qvqd2CuUsQb+puWx21iPmd16obkQ4K5H1Mey7ZnFyfbhXR2rjMGi
fv8z8vT3evUMTNxGrl5+O+7wHj39zupV5GE8K8LgkGv40bF0033xHKyHlb5CaW+z1GC5vqeXP2ly
lFPSFmqfjZvNViA4aZx9LT4c08+XUNAzralzSxgkmngdh5RtPh7jARNGKPIyFq1twYITWIbideRk
JjKnqvgyQit4ClUabizpJC+3v/k158DFJ4CaxeWvIL0atK2FX9F6FV4NgNU7K/ErJe5D75fgHIhw
bQ7K1l64OLPbbEA3ho5IDHCNXZpllVPpGUH1WfBTDRWQVHuk9kdn+rxa8ISzp/rM0ni7ziJIZsak
ysc6d9KCehHQLRCtEKhPFMY2bN8a49EQC9C22ft6ZnHi6qnBoIerw6Jub4p2NWg22hH3rPwPnSic
oH+7HlMqZqML864f+xHE9iILsCLgh0D6iFpAJb+Z8USil865g1TN7TMz/+3+bbZMDi4LSBxY+bg+
1QeJulspD5azyp0VaRdqz7Pu9d8FTpvgalBBgLmAJcVYYXy2HR7U/v32Yuav4ZmNSfBXFaUEGCyE
zsqo0F2sMhSzxVCvHBZBNOO1iV2l3zVLiskzK7PAxoICPgpcqG9NzkgcYvqSJhFy+/hoqw+p+Z79
fcaB6uGZiYlzjTC2GLc9alRJ/iC0h6p55QXwFveaXHDjMyXLS0sTn9lxTN2gRYiH6HvyaXhV7qZu
8wP4kXVw1O9c3nqGG37ukfPc13s9dr+/yc90of7xZ4T1MsEfi6VoACJOgrBt2hjvwd5CO4kmsKqC
wMI1NnRPPnnqJj+KTXrIQ2/Yd99dvdYWkseZ23Bhd+JfuESR0m5gl7KHlDzH3KPUM+DQ437790f1
wtTk0IAXmtqlhX2m6bdQ3q1/whYwlt6t5UnlP9T4FLAlvNaML7swOTlEqWIYOY2xOpSTWvV9IJvK
OeZLvZ7xr9z6dpMD1PRJPfQUC3PUr7751BWfOU88fEqjLdMWfMrsiijYScFvPdZQJw9QIts6bFtU
Gg0UChp05TAGGaRHfWkCdPaGn9kxLuNO0jaangjYCYZ7zfRZ+dIs5Srjn5huGw48PMhYJzenCVsu
aFhoDFIWmKEDo+u3vlRpnjdACbSZCQagps9KnaI6YA+Q1AxUHXQw2vOwyO04awIs42NnCoNd0yEr
AP/MFosevdRXUT5ZkIa6fWvmvvdIY/7/DUz8eyhUrRvyDKzc2SNBM11L7u30KVxK5+Y+97mZybGq
Yt4gUmEdYb0b8h82d2O2cP/nPM25icmJCoM6APQPK6HFDyX6ALMzVVCA6xM3XWJnnf0qYOahFONZ
mjod2aWJ0ao1QX/NjDDJX3p1tjTSumRhspgEyUpRjF1lgZCAOlBpLmRhsx/kbAnj/3+W91WiRA3P
wRiAEr5Gxoved17cLnyRWRtQEhoVzVD0m7YGAzbkPOnQgi+6e0XxaXHUs+/bx3cmfR1ltv9nYjze
Z8tIq6BOjBImyv5OUFc6voF5rvLEla0suQ+86cJ9mfPFGsXEIXoX0A+ZxlFMN6hoy6PqGPZrbtW+
VuDJ1fuKdYR/5ovsmbOH+szcZH3CdEKoy8McrY6tuo3sH7bu99UW7I63N3L+W/27rknwbBvKm2iA
Idn9tOINB529sXDkZteCJtaoSzZ2iidhjHIng8gMCvJ6+dKWr1G4MwKM4j3H8ULGtWDInmTgXLYy
yzgcP+m3TfaCrDUtvQZzWdbfIr0wuqP9u6IpYi7QKAYLMfDmWeGbkoLys4pWztLg+ayHdqCZAP11
qNZMTxyBkkUMTWUccZD4QioLECgiIRO5kCHOepwzM5OTpoo4VsMAZjTyqCjvfAnHMveSGMVm8Ykp
JleQ2F9e1SK24pyNgwJ8yID8Dg80Tnw90rbAsx9Ie9flOWZJtJyDkqdeQIrOtERQJTAx3W6POTBE
py6Nx7ke2VQMcEV36iHboOTrE8VF4xa0KC4I42K3WzD5p/8wTT/OTY6e5Mw1wVNIsA3BpLbJd9HT
S74DgYX65njcL79RPdiEd+qj+lP3FCA+XOXr9n2eOzVgddMdExpo+Gey20LPHH3Icdk6el8AU2nG
21bBzNfutpk5t4E5jDF/QGUWaODLRYai0Yea4gYU6kZj/zT9fQ+s820bMyNWI4jsf0bMyX0GekxC
4RtGZOlhhMYH+J/ZH4a9cUwPPIND/hSDUCBduNxzF+Lc6qT0E/Q6mraj1To/RMBZlcbb7XXNfiIb
FwF3G6iSaX2i0oAbHkpcCAGCD+kZQOBsQIKicY/biSU8E8oEmX/b5ly81DE5qWJyHrqF08yl0wcQ
DwKf7zFh5L0L5cIYNF+lwj07EnRjthoI++syOimCobbXZ+rm9g+YPTD/LtqYfEs0kOuEjovmxWdm
7zj9kHJ928S8pzmzMflyHAA2Xg6woVo7cJm4QOZh+OQhFQ8DSsQ18wsFbFyr21bngg6A8JDNQ0wY
W+SXNyFNFarLFEYNpFKpvuK4dMxJXSX9oeULidXsyRk7hKjwo8pPxk0+cy0k02XjOBItsyryQawA
AkzB3TDVkCcuMsLMfrEzY+OPOTM2FHnKOg5pGFI+9IYv2teELnyx2b1zwM04Uj6jdTHxIgrg4Gme
tvhgPIcituLa9BMPa8zgQd0sNBf8yewd+NfalPmFW1xgBgYL6iOQrNOPoXoPnOExy8mB5BS5AlAC
xtKQ4XUEQvgeqXKhHYXZNdOcrLGIAa5HVlJ4eb/ujHsgnBvQq4Djx2vAkiBP8GWSftOqciG36qvm
0ovi6jOO9iFbQcf2rqo5E/tMySFbJRqMxWn7Nvpt8McwWIg510OiFzauava9bTLTqmCjdoxHgLrc
TBpeR37HJjSsYm2rR/lPEfQfsVRcTaq7MllSnr5Kzye/YHL1QSwlrJTiF4xDlg5GG+r6rgzFwRKd
byI776NF/fcxkl7EeZhULRA1YGtnAA88HZECqlF4SonB/40CAPu7HEaiFNK34ik0m/KRE8XM1ppZ
gleGmXYQHNXASLZ2WTT6WqYG2ccObZce3VcRDL9szLhQzBkHW6fAD6triq7QjRwkdeZGGei6jP46
axxNWABhAawxM/3ZWFnS2wj5gMoGO65RT2vqhZB15exGE6AEsFAtGvPfSSZDZM+dAS1or8yyrcYD
V+mOVaRBl+Hv6Q4QFlUoxWIsDY/fq/0q4jSBbjFYUmNIzkGAqnD2ZvEYLIWKuRWhnAOWA+RNmEaY
hApgbo0asxj4Lhk5qOQ34XxbdwRid6ayEJVmrySybSRQmG8e5ywuvbcGpLgR2sk4DXvH2tfOHFwS
btU08bLiXileLXmQ5j5rXkNr4bk3dxXPLU/y3ybXqiis0gKvsJPNT2q+01TFM/U7O3xVh4WIeJ0j
4pSM9A14XugAP07FmGMjDLKeFKADxwCBUWhPffPiNOUqCIp1GQtX6O2JkORIFbqvVfZxO/jPrRV8
Io4GzUTMJv/5CmcxEsR5puRdXnjoG//ozdDVCn3txNQLK/KOw3oQgbFwLeZXTHH7NAuTKhDLvfyy
StfrIQuw4i4xXzqN7JVe9TtVoJVnBUdLbd0+cfak1D2TfWXGfwDXwu1hrzGtgTalPQ0oOgtVuxG4
LUV9pKUr6h1tAe4FiB2FJOqsqLNx2DrVIRUA3QtgWZY++ZgqTh0vRsDHKXC8irXp67tyIlZLAsfQ
xjs1A2GZCRiq8h3CN1jKNu13Bjt1rff3XxpqLDoASBi5RrZ3uesQiQfL5BhgAPiLj4moMsi5ifKE
2sbzIKM7O2agfHbEwnzMnMtwgByAZjLmL6+EJFS9ytMIPE+ewVEFkJAPs/r7qGtdogYLHYCrZAzZ
wUjCgtEDEyqzUzIUVhoVsQtAaRvzt1PLDeCLvihq1xHVzkYT/PZ+Xifrozk0pCDLB6Pod19uKORG
pUxGdAJSn+cOFHZUy7yCJCuVciDeHxqHeI1k60BdUqaZ2dMLy5NPqRRWzFsFlmv20LLYE3mFbD1Y
AyKydFe166MKUwheBtgDRiHay0UqPZjKnAz+QQz63ohiF5H/GCqBr5fVKskMIBLCdUGfBis8DK21
qckSWdjsYsfR7hGoMcK1L39BPoBqLsyx2EH5KcxTrQCTJJ4gcPH39wOT4xYqfBjGgVTaZKWSZqzG
nUSaq8p9RZsVXDXG7tTfSi62Stbt8JjYLByh2ROL0UW8aQELJNPKklHadk4V2EyinVlsI3OvBpsq
3RoEWijbcPAz+81Ujrmz1uJXBc9e0W5N+14ulbhmogBIgUFqD4c8wn0nKbbUnS5UevyOGNJpycbQ
X2zzRCvmJeHBSc317WXPftF/rU2rIk3X8yjm8P950XiCvPE69LsOeJ8llze3vRpFgveHOAslrcuj
w4Cka6UcQIFCQOunRF7syKdcLQ+hnjx1TvV4e11zKQuegiC8QL0O6PepX69JRyII1BeYBewhrVq6
Zb0GiZFrlKc886ChyaInlv+IaORhhOO2cWPmop7bHi/yWSBPmlYlFbTbgAQOvIHFRzVcYi2ceYih
ewBguYUegoGR10sTTV2WIWUUBMyYRKex9EzSIwuMdrdXMkN+AWICBOeRuwjyh9PupCkNswHNFNxb
5RSbKAgNEPFnwHzSwPEbs0s3AIOBRc6CcQyz1T1GVcOgR2IYmK8Kgs2uKbJ+wRPOnKWRyQT/Yiwd
3n7ihjBNbWS9jcdSkdTS8vAIYkcaJmDidLQUub1d6cnBVFi8xKUy3r1JsoCOA1I0EHkRi0x7AlaU
WLJAeQHKWyutumst7muDhcHE0kvpZ1aDvn/pA8w4/QuTkw8dydxpmw4mbdr5vHx1KuKRLlsZSvIA
cARAD5C/RWbTualGNqnjeC3TFto61ygxhFdz/EcdJW8xWn552rIeSVoscZkqPXKbFMUwaGhz86vR
xcEgmccSBDzj04ks1I6qjSEh1Kbm2yh7qKi1TUzhMnC7xlZ0YNTahJriduVigXfu1plQOzF0PPFQ
IpmciqaWcdA7uHV5Q5HN7WXyHjMXnS5WB6+xUe6M6F2tMfoO5mcNaMk4rkDIvAT5nruYuI4jmBaV
GnMaunABAJEfkPhEuiK8yFC7bWVmuafX1cLTaN4S3pkU8854A05Ohopx2FSOJYPY0LZUDbd1k66s
1F4IjHMRwgb0eRx8B7fU1AN0RFfAqJuVHg1RGawhIfoVFcXaWGJ7m/XYGCBC8ROwclCiTA5Z3kdm
LGJeegVnTFuFEcnWJqkEEjcFM2K0t99UqarbDEjMY23X6pFalXow8hKqgyDfW4ggM+vGU1cFngD9
TPxndEJnThxvsaaKBxB1pVH/HqXoySnVSShkR+slwNxs+goQG+I9anojxcelrUIpMWvF0JioK7eJ
jqz4ksq3Jla28W5qG5Qz0Ry+7divG0tj+e7M5Lj8s+VFsQTbcQKTkMHyqzcURJ5+gZsRb1tXHgAF
dR/24T/g9/BsP1twJzM7e2F6srN9WFa1EzelF+cfnGB6PoWuzX2ri4VXwUyYuLAzZlpnS2QZI0Ut
YUfRUlAIKV7idJ7S1TuIh7u6Ei5s6Vzidr6jk8St1YGbiFrsaCreh6pzh/K5jZ6I4hcMk0NLwDTg
GvDzJ8EINQokOQDTQ9FsGgWHOIvtXEfqhsqaLcEg2HXVpuZopK3gGax9JTSurwLHdtZ9JqofpKy0
B8V0en0v7AzT3m2pdmsr0QHMkai/BWtj6PtHrS8w6qoPup4+wMnyDSaoDXsbsaT7TNSuwAxsH+ir
cAjg7QMaJIeaO6L1tSo0QGxhNUW46kyl2qcEHZJovJ16rjHFyyRRvxxB6q1Wt0nvk8xRIr8J49z2
6o7RO1PhsemqKi0f9MAgL1xT03eTZJSAaYsOeDyC/Zp4RqQyzQ0LEe9k1up4DvVO4qt2WOE3UHnX
2Ew3oUClBJ9qFZU+iunVs851jCajBdiuZCzIT/Q64dIMEllQU8tA/rY2Q67tg7boMleUY4cZBORm
CFp3JduVcC8QOFVTw8cUHdk6XMMAsEilNgA73qFBE3c5hwcmfbNvk9CBvEMQ069CBRill7bznQSl
ust0JwL5Gul9JwXL9h56JeDmEH2DfSuwyW5Qx2CD47aUIEYQFvMkMbJ/eNnLkwWeytpTk5jJdcRk
CPrtKja/M4eJTzUSPfWgmVH9xqRk/lxExcBck4PvV1DF+U5NbO+TXdjBXaV2gI8GfVrobgviGEMM
fNVUALQipiF0tsC+NznTOi8sxS4TMt4PbZvvUD/VdkR09JN3JThZtDzMinVV44QpVafne9Ps9eyU
mwVdadCoDPwqlflBLxp2IlqpVNs+V+0AqsJEAek6zi40orXiXat6BqIxB/O7XtUPHAJ8tukUj2UX
hwer6nXDQxeOD27ecY7OflPUEMdLwmAdh219p5iD+mxUXQSORd4MYCPXC019KM0mL1eyVWWAHmSl
H7tWq1c63la/GqcHhY5l5SZ6sZqVLbxcZ6MYauXgzR29+RVPSVUJnJ6sRFQmIzPTJuQnrf1Iojsd
DaF4qxff1eD3+tECY91tlz5nGo9llA6pgzAK/qpLf1c0wuF1ggRIROaxbpo7M/hKwHppJuVGgzkI
0K0LrT1wYHtrDJoIYwlFM+MCQawDtAFGP8EQNG1P5QoZshApsicV1dW8jXmUrYFbSbwwyte3lzvj
3XVMS1pIsTRwXE8rl6qSmrUqFFQupWtZd2VmeVG97dkL05dUceeWhZrZyBA7Nmenxayyb+E2Odj+
WW2gSsqNYq+STqYuZp3AgA8vIv0hUBNoW0mrbRe+60y4vEhEJmEsVTDkqlhIRHj3f6Rd147kMJL8
IgGSKPsqU6a9755+Eca1vKfs12+osTutYvFEzNziFnvAAB2VFJlMpomoD1atQwgcnxgjuSG5215S
jp0g7NZsZPgxmA35lNMNRMbJbqwJDFZJX/gBeJg8VSofpXHwEzP3Lcy2jaNoyJETtZ9gMnGICcLG
qE+AmXWDUzQEAfvjtlWcOBmUZYjI8SxAWZ3tGAsqO9baqUXpRwd/T4Fu9bGBPIKAH427dl8o7NOw
iJKun4cO1P2djUtVeolTCJ4UhiuZ2c4MtX0fSvu/NgwD4+hbxGEDdz/7uSiZ2hg6fLjGwOfQyh0C
jeCYxcrfh2vgkwJfKRSqkb1h044UFQiriiC+kSjUb/QDCMcQUT1hWG3bHN4rE3NqeDbhiCFwY73H
BF5iUoVxBVmkYXirx9REDn6CXJxL+wzKCxihwq+IknSaHWPQAsOZEIS8B33X19B9DNOrIlTMy6jt
7UMUGpEfBFV4GcWD5Cta1iNX2Rpp4KV0KO/GzLBqR216DKVsm8HLEay2G5t4Kim4lucUbAFo5zOy
Oyv4UMdjDLHX7C7KH43+9zYc1zus9t0SJa6C3ITGKka8ABcF19Z4QMPy3LxoouFT7ildoZBTlFhH
ipssu7sxkU4bEmR50kg0h8x7BmGfIbeiooUDDmj5FStb7D4udLlroDdpIL0azWhGAfHM/B6RwlGi
9yFfxFpzTREE7hwHcQLLuL20LXK1SQDb6YNf5WhjnvZZJwDhraAMgQ0IeMsg+GKfeDQj7dTLeN32
KOyFJLpNQ9GMkAiCcaVK2eCuDAGR5ynORhDdq1QkKcdZKzgaBVV0kDUtJbvTT9RAdabPWnSrW3L1
ULTS9zDIdnlQCR7fvEO0hmF2dRdnjUEtwCwdq9ltSXNEENdghcpsn/SvuSFwpZxgAmbBJJCkLhQ5
zBbIa5Rbch1pPDpBJ6qkt8miYDRqF5BABXueSKaMC2fhb4JfdGlHYOCS2aiNTsHLNEB5SpkzX68N
T61AukSi60o0c8y7mtC08weN2Rd1P45SMgGtkW7noXVU9VebXlN9F6GkDRGobYfE+3SKgR4htCTY
5hmjlJbG6hwNM9CM35rp2+Z+HD6y5MkeAq/ufo1ord8G5C2mjpIUkuGYqUZO/3RLamREoTFMa7DD
jL5eBuBJyLTR6dLEnSJzcjuj+7GNyDsE6NWx0QiEDg/CkkPl0VjapVmhaF2GjjIat2Go76F8Ff2D
ZXj4LBx9CF0Mlo3ZmiYzxlkrQE7i9/MlJGrBNupHDZ49os4y3iKuMttskEQCpH7nDEGm2byVsuyU
8fNkYGIkOEyiAtd56gkN7ygf/q9Rj1Unawqr1rIZjXrzrRy54UOB/B2ishvbn29iNz6GT/YeOtwQ
Q/Bwh9+UR9G40pmjZH4A412ysJbUUMEPyMH/tsxe9KLxXQ4VyqmNzIVpSnIujQnaA8edstMfo6co
8npPu0A65bJOnDlyzQs3/Ia+DgfU07vt/Xn2MT/tg7PHs2gpDzEnIs9BXI+oGl2kyQeZJWceHGRE
7OJZF3HCipCYlQT/xRi1S1tnJ4P7GHJntkvi+74HQcq3f7EJR25pKFhG5U5POQVJHaHGiH48UBCZ
9Kap3d56Aktlj1OxDXV2vLF8nxyVJkFyDeLip1AG1M1iki/7U+/9FCqwdYeRNvVlG+X8uc7AMG45
jqSkVBvASIfguvyOWvr4oKGQfzV4OsTeHHS8bCMuf/AkYfgJCF5BvJs/qWJP7SpRUYdo04SBM/N7
Qj5GVPXq4LY1BF0mvD2xBPCfbNFohGN2X9d2Q9hE+FKhdNWFR1m9yYZLtbzvDMGT67PCcWbQConZ
fXKul11Elz2hVPu5sS8TCrYsUhDUAavOU3oI0Zf1XkV6cGzbX5X+9g8LCgtlUESjKY7lm+kaa56p
vSxoA0URSfPC2qdoOA4/tnG4G3KFs1zwq7jYkqQMFEAyVtS6TPRLLdlJov7IT8rL87X8soU5X7ky
ITRAKOLK98a9cox6R71vf2MkkR6MR2p60nMQOrMbexjB87fNO4sYln35ZR5huvnT0aiQO8cyjv0r
MhBOPR6SEUV78jGBrkOdbmRy2EbkngTwuqM3AOKDCrtFTWtSByXAguag/oAOr6F8RJMXqqLEEfco
gHvAAtUdqqZs00M+xZ2aoEjuphDxSr5X8ZM0+G11q4uGu7kGLZOES0IMmTfmzGVd2EL6QsVJyKSj
0XxYdv/TztDa0NSC0y1CYs5ckwXxFDRAGtR720IZ8JW0pgsaS8Gm4N6g2sok5gbFuCJ62AIFJtXW
9dyXDjEaty+SZ1T/H5q0u4plyBhFT2oFta3oDjkFR4pnf7C+achtTmiJmo3YNevkqPXR8R/2z+q3
LQHG6kB2GeJ1rcZvU2qvtf1Ku5YjzF89bKOcxe3LuTDQN4G5CVST2bHtsLYHVelB42aN71n30fcu
BMvl+mKq3OHXNhSX2WGNxXzWKMc9iAEwzCn5xRtmzW7BqgjFEy+kHsIxiJu46G0rf4j0P3iRmLb0
uoI0Dq3vJvORtSlRBitdDsh4Wyq3LRWNaXC36wqA+VIpkaoprQFQG5mXkKuJellNdr2oS57rolc4
y7+vdoSpln1udMDR4/c4nx0dU3npj+2PxPUmK4zF1hWGpEmo2ywYU5c7Sfo2VqGbQpc96R4sEaMP
d93Aea59dqGBGOsUawh7DMtNwGogUQ0ozCHIGMIQpBa5O3yFwlxsUdMOYESA549wZI3Ep+jXKP1O
RtZsp1lP28vHvWZWYMwNBxXbgSiLhkYsXweg72zBILqzlacoRNn9UMfftuEEK8h21hV4Aqj69Bkc
vHXlfsSoJnkKZW8bhX9vIyxeREHQScw+3LRqInNElns7vzR3/Zvsh46cQF7Xme4Kp73T98Zj532H
Nq8gmuTu+C9gNuGtVGXaFSWAW8naz0rq1Qa9DqgpcLVcD7GCYW42PQY9RpAAJoJSXRxBFvdVsIJn
HeCLm10hMK6vJiRPtQ4Is/qhoUOwbg6D/aJpD2r9GoHST1IurFJ0u3HP8gqUcXxj1MuGlgJUr3Cb
YVwZ0biXxpGDx49HzF8d1Lqi4qEz8AKxv41x5ErdaykXTz10PeoEzVTa8Ly9ENwNu/pJjKuUoEat
Y/goc1GOwezcY1WBV/ehEVUteB8UrOsgaETL0iL7dOpZ8ormfYn5KpeqXjxB+XCeBTuT+7JaQZwd
PT0OrRLTgG54k/ojRDidYBc/z/tul/5CphyJoe2VEwIym9QoQzQmLNyMyVX3URyDix6zGg7KTPOH
7KjordltA/I+1dpAZsvaYWo0eWxhDfvXUfZG814x3/S/LjziYKxRmD0aJNgOpIZVU/Z7hD5VmDp0
fKf2x7YxPEcCUpqly1SHBAbrwYyhbBPQWyEYx/wwHhy6tpv/XnhvseULhPVWllrJEbpDEAeg+J2H
j3bt2cm91ThtctmWiVdBXG3bLN7dtkZk9oSshjbkQ4Bo1DstdDsVZ1x1puJq+JUWIi4ZwRqazIaw
7K5HfzXApPIp7byxfyaC64xHYogUK2r7+EgYk2HbjSiVtGbq0BejN+2TCYmCwzipO7Oe3+xSSZ10
sIb92DaTF4e9emEZ2dtQ1phCT3w7/qljnkrPhx0ZZyqIIXieFPwZyHMZMtw4W2+z1U6L5BIpKKuX
MHIbQ6ApwATG98RwqEjcmrfMayxmmZuwlKUcbZZuVQ8OiNLcufmpiQj5eId7DcIcO4REoTV1ACkg
FDuEildm/U0upc78T9xTn8q6i3YJWnsXe1cRJcI+K2rDEVef4ulj6kTF9+1DwP04i3TvfwEWW1cA
coI2cTMHQKiA+BKs16SLnaB/KTVfKUQdpLybBXphpmWZ6NFAI8opWGdpkxyP2sIU9F4NP+tht20M
7+uv/z5jTB11mhkGBC9SpG9D0nqR+URHUQcRb8nWKMu/r5aswAhmkIMk3y2TY6/vA9nXlB7t5Xjh
Pv6DPVBUQrcTbmOwR5wiZUNeWtZC142mfbdudwQDUqop8Bvcj/IF8lnzXZujB73aygAJQKtumXs0
ewgcLe+8mKA3JSq2MqhZGDOKBnSyY4JritSHGWLRBXrFHpJ/oWlboZzL+eqoGKiwQw13ufIxQmlt
+2ucj1rgikJvG3Qs8OYHsTRjR9fp8C8TEAzwSxTaEbkFo8N43h4qnFZwrJpXnNCU7tEiAZpAT8cr
c/sX8Bfyzw8wmDwclNOTBj1tSzo1chvLCYznsn0bRSMN3GP0ZSc7ZBvKsVIqLexUFEwu4G7IHm1R
6MI9RKicYcYS/ZSYdjzd2sFEWrVPkKAp1Be9edTjo1wcy9ZPRLlL3i2PRoU/QKxPUMspTCKkw5BF
VIfrYXiepING35r8oIkIO9TlemFztGswxjVopd01aD1F2Nc58858tJ3YmRIHdbq7K+f1dXYd/8r3
DedARHUe7ilemck81IcyKbLJBHKCXtcZA4BVLLjGuQSna+OY7Z/kQ2KHIyDIbZd77YPkSjeSW+/D
a9OvvfpYub4z+uHj4BXP2lXoid6z3Jf06gew27+wGiOaJewZ6115DG/KF8gxUid5/C29t3fK/UXn
YV7kWjQBLdhA7Gko1RHNaRZQ1TyCIjSIS66s7qqmnpa+Z8bfNvjBxViL8BpGCzFlwM5vzqGtZd3i
jMe03MWq6namfuzm5tAqNrSmRoc2lYDBiuvWLALqPqgoK+gYYcIZQoM4DjKEpmXsBkR2QIxCMEVE
pdugPuqWEwe/ESs7SX2Tqldm6lHhZCfvgb/+BcvmXl1BktX0StzjF4TljTqiUxMkHrsqu47C6wb7
K3kI8ODddqXnrUzLSmvQg0NdQ136IE4xwbhHadzZeNSA4nzQUGm+i6s7qbmMDIh/G5DZKVMHcjIC
2OXPsh4C5AW4PaC+gUYWxkNkllXkhQFYG0Qtv6p0blFKsYfLbkQXe9EuxLngGt3XkLKAVntC8CBR
BzxSrVnGLwN3U98N/0IKuBQDMa8HWQY0Jp8uRZdAFrxRQ0yJNQ8tec3Q4xljImLbct7dtQZZXOfq
G6vFPNE8iHJXk3wrujCsW4RLIODYRuG5wTUK81WzaTZ7SYYpeGc4Zo1mVRH/qMgOZq8GspLLhQIE
Pb0fcmQNgQG18UjUoMC7IG1o66J5ejmYbLCRWnJZV02Su1LYvCSmfdco0g0xxkvL6PatSg/bC8e7
86GzjQw/FBKhJ8E49xpp18KeF+0UuXQK+lZbHxXaILZBuF/nC4QNNUeUELXBhsSI1XZuo2FSRBRq
ciSalrk+dIKj3RZFX/axWYZDEBYB7Ihip86d/EO6jS/Hy2pXXOJxE1+Z/oCrYvaNm+hCP26bxy13
YxYN3f3oCELrHbOIChIlVt1ib5SR29sOLqir9LoeHtNj6iV79Chs43G3yNe5ZRN1egqpy5DGOdI/
UO0Jf3bQPEztX0V1J9QP4G6PLyg2YadokzXEMSwbw8yLk/kqHiNPHQdB7ZK7Qb42PXvDp3mc6HMA
i3q924/KeD/j+tteNK4lmOIDm9PSQc/qEBlKoPdhDoi2+kmgsJRG/hB+28bgNVCh/RIt0qhdQ2fX
ZLx8bmQNWkkhLzq4886+0tzwIvzdHKLX8L76gcQjeQCVivoLAoJLzR5tasUxfd3+DRw7T34CExB2
RhvqtVTlrtxOgYZmU1m+g9ByYnpaAZIRfxuNl2C1FB3NTHidqEt38Kl7l0kWkF6DxRoGhxIJl5d+
FaB5qzPRoONWc+pY3UJIdEcausN8l+AocIK0E3jmdpF7NUmNtMFX1XYSSlMQ5e0xw1W7RL6VJUEk
zIsdTtCYW6aFHEOaxkAj5IEi3TCj7R4c6mb00hFc7EjAXQX0H662E1Dm4tEnW9MwMIg+2+q2CgcE
+aLnJe/5cgKx7KnVHR0Sq8ylDHZJ0n2g71rLJ1HoafK1Hryly6ig5DS/SC5htAvTv6+YqFj4dpHV
cU1Qj8aXg/FTDr9N9ZPVi0i7+Gtu6Cq86rLHWGpXKInkdTzit3XVSw691/67Pu+GytrnzZM2e9h8
YJ4WiotwTpGFyWJUQpbi+hkrGYn1MossLPp0If/WvtVgnT7Unu6mT+Dxu1SOtT/IIJYVHCaOY8cz
Xka2Ae25cIfMd4gSiRaSirM77iZf/R68q/4MLSDM84W/ixtjl9/a2NnH5F50fXLN1UHeCyY2JPvZ
21OetKBWoDbiBqOTkBcDxBF0t20c1zY8bcCrjZSmyUrfZZJMRkzD4qSqZG+OPzH5O4WtOxb7Mdlv
Q3FCtYWf5Q8Uc2JqMGVaRgmoSPEyCXTKB7vYT6bAIM6ddYLCfCxIzi1TfUCx0v2o3raWiDeB+1FW
Zixmrk7lkOilWsUASFTXCJ/jfheJhgZ4kcvCHodyyNL3eyaiEEWN1MQ9iPvNWPahROFYip+nPzCM
EytXBAIb6Q7EVBDVEdFe8871CTJzT0kkg4owWSQD6vsOZfEcrSw/kBycUaeovAZFOlF6iwuJCQIV
bGpLkzj7BlPsJMhIj0IJsjRZ+1RCbApMlSnY46bOSUAxJk14P3jbm5HzFZexhT+grJ2ylUzpwohb
zHelcScrH8b4cxuCcwmeQDDhZxOEM6lHQISWK09OYzrGMQRdwGQJbtvPvknmFbtGYot1bU91MOgA
iVTDk97VF0mw8MEl4BiesJDEo+Sjyd4M5RGvidq4yscIRF/ou7EcOU0cS4+OcW9g6r3xQuNZDWTQ
lf6MIRGFJkqn14u7cdBvEyi8bS8QxyGc/Gw2SIn7SNFb/Owe+Qy13A3Ki41+ycLfhuF+ByjSoqfQ
BgkNm9sMtSioMM+ItL0xay+xbefvIbYhxI81EuEZosOz08IAyZqMSfS/f2Tp0BLDGVaWUSY4P8Zd
ZHUOQbUYHVvZYylfFpnAuvONjL9v4nIChA7O0eXfV+4o70EvGiT4+y0KtRi6xRx1urPlt+015HQX
AgaNu8iUoE4HrFOYpeFDL3Uox2TxAyhGhnQnk/0YekYYgtv5Vp+9undM+4q69ZOuOdR1VUevdrPI
NfLMNTBnjrBjUQFgO1FpVCnJpMLcuvxdpsYVnaT91KmiTunzaxF8RfgPJnsNFMbYLCPNCqXOaI0k
3OToT/K+9+SX/CK4Mq/1xqWOeZ3/Ktz8MrsQadB9su6cnmUgg0dFBgsFxqvYHulZljupkuGAB8OY
I0fC8/pDQbvhJcb/F87ijKKXny4MxnFJ2vtyzCAZNOdKQzwljss7ED8gxg6zNoYMk90aHgG/kT+0
TY8OeaPLCwfsHiGG2es0egrMrn0a5hLfjsipdVCDRHQfLxvjzB70eoNSDPlMjOWcbpy6yzNDSxpU
2rUQuZnK7PzMzhTXlCzLqdX8amoyhOgZlGkQZ4naGc9nZBG4YSQIbyEUvM7HIJQgQ595g8OfHNX3
4DtxqisJOWrb1Y5gJH/rkaI+YAK9cC7yW+0GDC6CcOTcx53gf15+q+MpKaBqk23gl9lHaFwG8b4P
XvVcEFpxT8WXlZ/xxAoFhAV9oi+SGFb7kILbo4Emp/K87QJ4RwJzuuiwBbnPwrh++iG7Fkz5FemX
IaDqTu3068gmeyOYcUWXjiUFggv6PI5DvzAGqMGcDaLRM84yEGVIodLBJIw/QUhcddRIUGvnIiDf
jCjLWK4F1nMGpaqq0RICmMbO1jBt1wjEDLhLtkJgQsWpRocJ2LZRPijv+wAck49ycmmnIGYRzeyf
33FYLXvRYUW2C4wvjHvugr6BFNaAbT7fYBxArg9B5BeDo4MMV9hpvryn2SO9Ajujckdk0xTLOFhT
e7l6PUz7vPYtcIeGB0PbjcQr29s8xnT9wQKJx/Yu5AjtnljKDsMFUr7MNAK8vmnv5dGRnm138of9
r+xa967B7RZ55v5VOTjhsXIUDLSAsckpXDCc+Tk6cwU/h3fw1kuhnh4KjC2j42tZd7m+alDRtA9h
JPAgPAe6hmCyG1VkB4GyTP91mdeNRxUtj7M3UFQWd5LltkKCX+6xACMLQb4Km4lNHY1FmmoFukjd
sNq19E6e39TkYLW3E0bw6G+LHDPtvZLAc1ykbil/b/W/Tjri0CPBrpvocMeDgDmWQW2ESUdgbw5h
VCiBOL0q8JY8C9GdjwZgMEdjEolBkOeqSlVjaZEl0IbJr0F8KdgWnPwbjEAZC3xoEFcg7Hlsakmu
gxQDM1AcCIzLfHpQ7IOUXofULw0vtFOnbtHohv8TlA95jmAFzJ7N1OxD2vcAxrCaLe0V8iOhN8r0
3FYXyt/38J8YyR7FZIIrqhYjK9B9t9P3alYvpCj2tk+8yCL2iNVFZkzLMFdEiGPMt1lxiZdIYPyQ
6QGNzgI03oFerx9z2jq07bWpvNiE3ivzvaUXyfBt2yDerQDhGXnRscMwO/siqCq9aWoKHREr0NCy
0sS/4x4Mj0M5T340hrMPgVkRyyJvEZc0HQqs6HoHAeKpnxqliMT20oiXp4+UgpbeleTnUnEmG/Rb
T9v2cZYQRP5ghQc5PJgdWYpyreuVUjKARW0kflXNeKqoMe8yM54Ex4zjGhfyE1QY8bBbiHhOrQrl
AA9f6EG6cRE7yhTfhOUdhpluJKW6qMhNJJOdpSM83rbv7PshrY7CnIV4EmM4YDc9RS1JoKKpvMD5
Rf9X2X2rP9lk4mPRhRfIex+30c6+HIO2/PsqtEN4lBhdDbS+PkrKc9Jc6EN0PzcDaBcSh1ixwDmK
rGPWtMjnPokb4GXtuMtNclcZLRSLMj+myc1Ygntw276zAPnUPrZPzKJqZpoxqNp6hSLP+dS0H7X5
axTNhp2n1BgcJtlArSBOqgI41Fbf2zSJnCYppEsojV+peQ6V5XE0QFw9QjkBkhc+VfsPiVapwL2I
rGWcWRtbk6Is1jbSTrW8Ci2xHUZ5RiH5OfczQhIB+xPpUJArn24baCbkqj3hM0bVdV7vxvQertox
mtdIVIHnbtAVknaKNEimXcwjkGz1BYUkUCQW6LYCq3uXWk44iM48dwVBeIp0OHhAkI44hdOkIaMx
WO1cWgMpVrwcB5zO6rWBqel/2JorqOWnrI5e0qSVXBFAVabyaIGVLtGRiRyMY6OLBC7PfOayO1dQ
jE9pE6koVIpF1EL7HrSy6H3vfmhWK7CIfwpWOIw3STRU44eoajGA6pPZK8AjpkaVV2Bv1NkTZrFz
yHVhIlsUKoi+GuNVUjMau7LBUtYEySHVLp2s6dADX3pDoYtcyvlw5udqgplGgSzJsrCnH67Oy2qh
imwhwTP+zirFRcPUrTWGR5rHb0GRI9vYdh8JSEFSu7iKLBn9Iq2X1IGHUvGrhrnZ7Y204J08mE5/
D1tH7yWzqIbuc9VBzCQ3rqX1ThYZYF/ZSYYHjp6qHf7B0+D2Re0AeRdc+8yOkspMJ2PR4EvLJQQr
CtPXysmbq8bDlSJ4556n8GHgGozZVlkvlRZIt1uMpFyS/hJMjlp8NeReaT6D9DSzXyMUD7bX9Dwj
yWAyHzmvZ4qRQWBqykUR3+YUC1l5NHlMESZ2nlZeh/IhTfwW5HX0erIOynAR0QczRnx1GYeijk/e
CV4tASuxJ0kQhiEZfk6rh+9D2v4y1HRfjcHfvo4+rUYnIlq3Fwlsxv0pCLVJXAImMdGSYRTfkO+7
315Z3tWBfMgfCMbt2SExAkzfYGGT1mm1yxaX/yzdKelLIAtSMCIoZpMaNl20XHEwGggGRvl9K9W7
ygQVfYGHrWDl+B/oyyxmj9I2CvIM/UAuHBEY4b1QQjOfJpBx4YMsZOZINyLlzxiUjrYVtxJOXdqi
lyWJQOsfXFakEHwi3p0LJsM/MIwtTZyVQT23rTsX12PzZEjtW1vclBndGUiJRCAMF0Rp3Itjjcic
thmCZnJCgdgVoLotD/ZvGEdupsq5iCV3BmtU//eEpXAqi4jaJ2kzKEtPvThFHEq7EWsph/QqQbuW
ZA5+Rm8wgkyJgBv+vOt2OVcrMCaKqbKwCPUY9sUV8UcQ9kY5mqmrxg2qXR8qjtJjrOSltO8x7Qoh
4E5xMhEnBX+NV7+BOdthMWfIFsNgw3Ds4H3UHkC2mFNIF+AGgwDH0DiWdtua37bPuxCXOfAQcolM
FAhwCtEXhMqD3N+XYBVRdxUYhKUsdyoDlE+apyAy2IbmHpeVxcxxKfJeSooJyBWqAnJ/MRvjvhe9
aJZPx96+KBXBWSJwQo6UifylAeoCUti1rjrLHhgT8Gqi3du2IZ/x9BYIE9gPdkNNe6RgnLZvwahG
1Vfb3jfSVa7dgKXRrV9tdd/SG6v8SW3BInKdwco+5pxIdapJvQ1oklFQMsrODNqUCCMNoBE27EMl
maKqCi+egQiZDklxFFXBdXp6MvWqSORwBqJUPU39NbUdM94F1eBkpHY6ehCPf5+1pC/H8wuRvV17
S83aqQBib+6p6hvl3ZTOGIwrvSJaGIwwl1qhNiaaVuHuTwLtJrRuovGIHbXFeE9a6CNKfqV01Y73
aXBdhMftncPdnV8QbO0+7Iq6XEaZ3BoSSVBq8IZMRPgnsIJtI8qVYJCyxQod5fwmLb1wuoyi39t2
8GNADZJFi9QVdNiYbSiHShZLFlCyNPqG/3+vNNahMSs/CWbwnJP9YNwXqC8h8BVxInNPwAqacd5z
k+czGhgArbxUY+TYWe8McXfsgm9keG9rke4hd/+v8JYFXz0Ma7QtJEO/LKg978k87sFu71el6uR2
fxvWxl5euBcyEe+qyEzGT+djPxJ5gVVt6UUKfvRZHYEBc9qV5F3pc39QK9F7kbt1UGj/nGtHiy7z
UbtIy206Y2Vjddqp6ggNyeo6BnuYZc03ifIcK9NhhDafY05xhTgbzbS29CqntmO1wb40RCOl3NOy
EG4r6IwCazvjeTT0rHeJbjXuXI/7TO0exogIDiQ3Jv0DYcjMVF9f4UE6R4AgnTPoN3i8JOne0jCK
LQhIeW9iBDf/tQVvh9NdJHW6mdujiRADwgUxWvw6VK8wgnIohCU7/mf8gmJuJ0zVl7G8fMaeHnrj
3hpeqSK6FP4PB/AFwuyVwqCzPFHYY+YhsnnQS0ATbppdxAGKVYWP4XI1xPO3FY2yCIGZ44/5gq6C
LCaskyk4rNEOQUAxdegxvQNZkck4kPqmNgUhuGhJGR8AMcrUSiSAFqpnonE9CPdm2wvCbi4IJrPB
J47/okXzdIuQIstHa/luBZozxrjaa5Phg7LH3fbd3C2/gmEcS60ak5UYgEGa3emqHw1mrcISXWvJ
LghGARh326/AmJhPsalZNhPA6qlwpuym6jV3Cr+3paiUIwJa3OnKSxuh0uCNBKC4uEuGvQKjTAvy
44KKm+gbMS5Jr3ABpAk2gmwi/xHmj5E87fK6fdz+RnwYNFpjdBZjYSy5WV2VUd7OcEsKhgEHMiGP
/TiCbef/h8I4iiKtmhClj8YdqX5Q7OgJcof7pLAFz2TuTYYR9P8Zw7iKLjazsLNs+Fi8++dorwWF
r8cHiudkHXqz6PUqWjvGQUAMctC6EnAYaIxUt1J7J4lFrQAim5izimRNZBsjli5H15rXqHaUQO8i
/x5n1uxT9Fm2mIAaiE+yuXva/mrc82sQtOWgMw/8BIx9Td1m1LADQOuXiI5HpfEI9Ujkysq/pDLB
fvAHirGyzTB0UlSAUkh3RcIJYmoPY47ym9yFP/omOxIUMIcKgkPbJnI/4QqXcVGanI59kkqIfbA7
OrAUofU6HAdBIpP7DVcojG8iKUi3yWKdpXk0e6jAjqKgkA7q76qxfWFrB9dDreAYDzV3fWcrOYzK
Qr9HIriv9qR914xOsHgiHMZFKdnQW7UMs9SaOuMSNdYxks/pY1cmoohxiVrOHsJ/bFLY8AmSsHkQ
W8Cyo+d4OEbgoUwhttC58xA4Wfo42x+j/FRqoonJ83H05Ym4AmbCqVEyMmPOARy3FprWP9rADnfW
CNkpuLI6lfZ59dj3k2P3ljcgWK16sHdA1Usl4LTuzQcQrd9NuSyq7GxvKRTGT2+hgpoa6u74xjR5
pv2lbt3TMrpIshfDeE8bkTLe8iXPVx/z6tA1wvwoO7BOlKmqmgxOqMlkB8ogfTk6MWmdQjmOxfcp
Q4tw9C/3+edIDlQOMMPHeIQxDVQ1buBc8UDHzJXf0m8t+V2LWJL5GZYVDuMBpG5KkjaAaSa4DYpj
HoNI72fWHPL+flL2inocq19N91xn9xib8ba9Dz9FhreAjMIpkh5sz4bWSREdBmyuhvp6czl3Pgi2
HVLeVOWFTb3EdLq6cUIQjmwDL577/Hv+wf2cbFzFMEU411OfwuhZUZ0MHf3BKDqw3NTKl2nsBObU
SzTLFEBYBZrvYUVlHgxEspiGTCGaNHU7Y9pl4V/3xX8e1y/LmHNhFgW6nHtsG10y8em6l7nJ9tuL
x78zviCYKEM34q6VIQLg2uV1A0nRuHwycf1vg/BP3BcIc/eCYdiSJrAwu6jxOZp0bBeeApU4LT6Y
MT7Q9GKWDtuQok3BnLhskPOiUwFZBOhhNrOLoCzetyH4N8aXVcxhM0iApgwLQW2NVuKiuS6Cct8Z
1zHYqP4F6CueYL4RxKyGQCNwj5qJSfA8CV21sPx+LJzS0l63sbiueOVBmNtds2qVGsuWA/FRZqCH
LH1pUYHurF0XYhxNNCHKXcMVHHO7G1WrQAEKcCEkCeMbrXJr67bQBa6JuxlWKMzdDmFQAyNbQOnT
+ajr3S+lUwXR+rYhKDueXmGZnNhVEQMirhsvQnQiEaeR7rJ6t/19uOfVWsowiqxpNisTAg5ulSY5
pg/VsbyWNHJt5PKL0ZgP2zB8Z77CYTY3ZkjSLiDwC2R4RSlLIX4S74jiUD305QZycQcw4kVgNhXg
Lnv5zJmvcJn9p05S23bzcomgparp64tgJg4ej15QjE6RNn5kf2+L6GcFmZmqNp2ia69ME6R227+D
+zlXP4PZlySYCzLQJSLJuotKqy5bNHXl4+iokmiEebFoy2Jmc+a2Xg14fTVul//SsXGaBI87tBUP
r6BtFXhFgVlnrPhtGhRoxMVxa3ZhFLvAsidX1gSeketElrsLnGMgybGYj6hpo5GYAzZpPe219jc6
dSoMScayp9PnRm4Fp5t7u6zQmG9ld2ZKzRHfSh7e1ebZ6C9V+2UIIswsXBbVbqKd4AyKAJkvlraB
pEGlB+YViRMabiFdKxi+aMqbnPi64RNROojrv74sZBuW9SiCTJEa4dBboEVApmFO6NP2hue3iqww
mKdB0KLdpxhhlJzJ93Y82IucZ4/hVrX3lGy8qYfkVqbtz4YMs2tq83MbzEfJCpA/jG/jZmF3a7LE
LzMSQCwd9DLDVIJR3IZIr+CXqpwDs6hJLo17+iJUzrjaQKJyDhEjNyMo67fhHvNeGI4qq4OaYCqz
Ti+inu61KgWjJjxVMhxHaouSQOfEA1irRZJPB3k6+ms/Q/FV1BlWUBrulm8yuaCYxRioa77hf9Ao
Zt7orUP9b/IP6soP0lWxp89gjcnupatpv70WvNtg/SOWjbP6EZSAyaOSsBQ1qDDHQdmVmvsf0r6s
R25cafYXCZAoUZRetdReXb0vfhHcbVv7vuvXfyHfO+MqllCE58xgznkw4CiSqWQylwhdZQJnuIQC
4ql/PmdzPpAzFA9jhhAyhmlE8rSTUDdKCu3OL6Hs/ferOcfh4hyIpUZFxPAhI4u7Ub3cLRlmDzRR
En7ZO4HhiMmozuo8bxBG7XK0tWE5TH/p9MmqU6dtMJg5umBvkXXRLPzyVYqhbSjkgA8VXe2X2+f3
bPBiDZaSxHbCRitvDylqwJCZGIJjn0FeMbKkBhRGVPClLLqNM2DOOvzQlJIcDRv2yMo1FFfXvUh2
a/E+OUPgP8UgpQilsJWDgRB4WhU6pDDZJofs9G3TWLwkwRWIaRvI6SGBd7mHoBUzh7yHaWTBIy3d
EA0XMqJSzcV8tABq0drPoLhd8wbSyVk2Q5UPmtJbei2D3DkS3CEiFG7noA4O9Zo5VyeFBxONASG6
PYXktYsXFZqbwWHMVDT/cyAQs5ZKtcbxKCBT9sPDCLkNGVQ+9clM3ChOrFIV3PzXjM6zW5wnepBh
ZRQ6SpcHVSRdnMYMkE1mxUf6ON7rz/UdufdWsjMLk2HGv9v6vxDU3TaQpY/6DJePbEgVZ5Hy+400
bQ3mUjTORvfE37eKM0aCstb1wOzlIvk6AxR44w6BMO7KtWn5LvMtH/4fArL36S6FGJs5WW+ylbyU
K4iTNxaUUyXBc2PpezhfLrncZhSR1VDXYD7TsGqj/Tgit/xsVI6ufL+9r4uFw3Mk7sujqZmR3gcS
ifZwye3YOqq8pxSdJeqm0lclNLJL0TzfNScat8PcR2gYnU86CTtcW/lxQpiPqVBr8CHBYwVvzYv3
uG9UCzMtznfP9UXVbVVkTNx3Q6Y4lLsIHhskeSvvWb+P3mqHuaGLKtzax4E+RI7hQFx+Sx9LR/rW
gLViXb8XsO7CrjcIm0xQiUbbjfpRreQHaR+K3klLrn0mNICAI4GgCj9ojGmvKYbePe6w4c4LB9A2
iK6tJQd1HmVx515laZPIIy6PzLMo2FWkdO0JBxUWE5bnKNw5VwkNtWm+olI4dOjTseQIpgkt+KG2
6KVIJGipuKX8Msnr3lzRUXZvW7dokfP9dhbZaKjqonER8Er+0EsYNUT7YJqJiqyLEcD5Kvn3UJNK
0AOBPSH9UBmruj5M/asuQVw+ea+jFznf0HJbTo+3F7d0OZ+jcu8iqRjQ751icVop7eKJ7fvkF6ho
3+pR+nEbSbSNnNOvOjnPMrC+22y8p8rL2D013q//CYJ/AkVt0mbMx2JIPNkkJKB9nVZTkjm3YURH
xc9rToYZ0LafNw2sbMg+INBojW1FTh11e+VHpOxzxZH1dHsbV7CDfIjtB0OnyAFgffpeIYXdKQ+U
vN3GWPZq/76b+DiUGuAmSAucUtijmbQDHVcvvRtGv68o+YyMp9oIN7cRl73UH0Tu6x7NuEo0D4hV
efRkhLgpJEYEF/8iBoRkMbCJQeir7qusNmqlnz0IaYO73OyRCjK1vP26vZLFvVM009BAbmZQfu9k
dDtBeGNGgajyKFkj5J6S0SGSComik4/E+f+Gx+1c6k9jDHIieIzysdJOXryKx0NkfKTewwBWnttg
i8Z3trj5z8+8IJPDKJZ1gI0d5NG1bRXXYAEQdI8veqMzEM7Vxn7Xo7wPEK8vXRBc2XJoItdgnNDU
IjA70WFx7lb3s4jEMqDAaaqaaM9xm+lzHJ5UspcaQTV8ce/+pAH4YiJr6rFIPAQqDAzQY79TDCcs
RXwDywHnGQpnDpmGVz5aRiGedwxO1WbaoN6+TY8FlKsiCzWU3AoddZvZ0jFdyamVHA2XCM7vmnRn
DsnOfgNnJU2rgSQmxifQfZ2gfuS/on/xx/szoVD0K53OpmtmT/b4Zritre4majcrTfAbfj9Y+Fzp
+W/gjAh54CGtfexDC74KJ+1t+jjs63W3iT7Lr+BBBXGni8K94t7+QJbD0bO1cxaVZGTU6xK4EMky
JAu5ln2zIT+8H61qoRour4hVfqKv41SgcZ65qaj+uPjxnOHPFn/2hXqaFsdmCHz6dDRB0fHmHfrI
xdnLK4iwPbZ775HcgWbG/7y9cBEud7FHel1QPcOZg8w8RH5EO06SKxT3FaD8foKcrY7FmEcYVKwu
rD4jbw+xiDjqrKkUvE3nH3vDeH5f/WcwhNaeGpnzJoIUOAnYTxVvCMhSWLL6awpkPGtk5KhF7cGL
zujP0f1mwThD1bKpCroRqG3xQ/I0J4lBO5OA4O5ZR440rFe3T+zKH4HKeU6MgvwLHeYmP+4/FaYe
yxLI2qO8diCn2rJ1QUrB9/C7ynSxlTNhNJlbSVDtxxOEexxAlNIP0lkgEJS1o6sdQay8VZ1sjyI4
HkYTPELgDLaVZzZqh9na+b6zDXd3e6XXGWvuR3BOMWQgidBmocdxDVZXaKJ/mnvPqY/hNt+aRxBn
/Yh/HogVnwrHEITWV0EHB835Qgz5BFVczUp7+mgNYJhUe8Eddu1uOYj5ozmzG7WsjM6YhbVBjYRM
jfbtW7TSP77ozjhNG4iiPzSH8Fv6kD83d9MnCrW+ZiuuJ3j9z37t1jlzfo9NCExlFT8CJLZldB/J
K0XdpOkhh0KI4DRFW8q5OD+RM2g+AYpZyQdmqvTBKj7Tl0P3Kv0yNhqaBFx2fxtzERKq4hB3Aq0r
YsjLLY6zIRuNcWZNUcCE3Jp2EQjCxgXWyd/0QP9C8KcYhnImTYDIE0c5YeAhXTeOZLHTM9phvjBT
/Ut/fqssybQrN12XTl9YBhioV+GnftfuI0mwy1eeFkalg7VIA2uXBl0SrsgT9xEr1EKFsoyyI/0u
09zR+JVTUUy+sGyE4iAFxP9CPO2qFYgmaTuGsgnjjcJ8ZbZ+t8nQVDBZLKO67zAzMI6hnAZ3vhm0
uVPlaXnX90nyFE5quEtSkuZrD+oBkVWWSPIS3UueiGSUBxINUPEm2lCCRotCF7fu+9qzohzMm64e
hiMBv2dIn8BoF6FlsCb6NqprNOxIiSKJHotXFwpkgDA9j1cB2IuggcJ5QW+Mfa+qsEo1prI79pln
a3UtbftmBiwbECGTXlvTse3XKGX/9WDgDG8wkCdh9EpGW9ml+aas78O4wF0WElKuGhb778aoFkjY
VKIx0+tbBVAzfwxqXaC80rmVDmakRFkEJYykRXcgU7JwGxS6gVzu0AtMdAkKJzfLxJkqQbb/clVR
oUp5n4DPORiLep8bevFAosb4NAo1HARY10U8TDvqGHcGDxUBSw5PJDlgeLavixLXlJ09m6d8MzhU
cdoEGkh1ZMUHjEqs4oO/NhzqJi4c0Vu2FmWuFxZ88Rs4x6fEbdP7PX5DFx0ofQ3YRwxSutueToTB
beoYy36bG8CYspPXnqpgFYVPtyGunenFVvIJ+GqY6kaaAKFN40pRkg1iHufvIcBjhMls/AeGu3mV
Z1ci67WsBNs3njlg4Ax1dt9nsWAV1wnJ3/OvfzA4h901YNpsJGCUbhK40X36YhzkLfFdZWeuA0sp
rEl0OEs7d74s7juuQxaA6Q2QyVRZJhhqO0Hge932yy2KMzEfieRcmhGqA3sKbFKhWkEfNUe30lXv
1Hi8GSe2y2xZ9F6b/+LL+GGeJv6zm5zdSeCzMoegArXgQ3I/9xHYxgfdk/vQNrbMRUfNynxVXruj
Z4tavhaRNQLWStS+FBBRXdqKTjtoJZVA1vPQ0rLn6D1nsUUHBwVfefi8bZgLFwHIDMC0O0u4IPDm
wOBezKStGohiKKexm3mS0Cvn24MOjb316GHWUTRisPRBY2sxro3uGkjccw65jYLcLHLoDmcI/eRh
l0bfMbx9e1XXwQIQzjBmuz373Cq1kkC9Cwwps8JfXf0m+04UiD64q9bauQ6P5B2YaKBRiGLGJUpN
G4NQbchs70XeFU/6bBZkVRqo7oyCZ/TCMV1AcQsKeuINlQQ6H4yASHpkpcGTDkLKwLQUHUlQu5wE
VbqFHcSnBdZUaoBQTuGnFxPamegSBg1+UZxKtbdiDZldtEQVop6YRSBwPaG3Q8UION/S4BO9ZFnc
oXKCufoxVCwTpNIgLHBrrXy8bRUL3kpGZfcfKP6x7hVaLk8NoMaZgKnOTmNbfNyGWDBuWMSs7wp+
Z/PqDVtqKWK6AhB95zupp97HyDcFsah5ZsnXozIOlVJ1prbFqi5Nr0V/RO8nY4qxi1U7PYbJXope
fbKl0OUI0ZNR7qfB7qO7IrkH8dPtNV6n9GYNSRVnRUFApCIYvwTXG8riwNNSmzygrIaM0sHYuvE6
XiP3OlrjynyQ8I6FZkprvUhrT/BtL50i8nky6od4wxP+6SNLEuvCmKa2gjnUtMUnEa5uL3DpEDHg
PrcAoGsDNGSX66MtzT0dTwuQhbzSfDeRB2GoeE1IMu+hBupq5DzAYM2rwGlhN+qpouNtSvdx75hW
tuqs4SE8Tg8Nmhuk1XeyKTe310WWvjWQZEPlxIDiydWQ4VTQvKElFpZatdXu3mu3iSwMjYDQrbVS
69Q5ZG3eoYHpzttUkJrZpnYMaSHLt/2V6MdcJybnHTj7MeRyl+MprYqkxo9Bw4NiWkibeTZ6Dqzm
PlrhOSm/s0eIV+OBFNp3PwQbMf/d3OV+gc157hazEAqoH6B89R7/GneO4rulpd23H1/Gj2k9bNAD
sukPOrOiB7bOc0uxhfxWi0Z2tvzZzM+uqLbUoqKazyJ3zSf1vbNQ1DrSNYzOHlzp+EAeCkG+/7of
AnrgcEl4R8O0VRBKc5C47Hu/yqE026xB9zu69RF5r1Ndu/H9IABbWN78SjcgrzmrkPMyl6Mf59VU
oSDexxs5laxp2oQQM719jguuAHp9aNeBF0RozV/ABs3LsDAUmNCo2JgaBOOwAOE6bY9wfR7OxiWI
kAWy3Zd75kFVq85yBgGdu3odvGm95R1Ia8lP9/F74PrRBgmJ2rq9rKVP4wJ0/o7PbINIQZoZKUB7
u177G8UyEP9u6o/ijR3JhpzAcVOtgmO6V2aVAgH4QqgB7WhQoKKfUSeI/y7BmTkNhZcaEM1wvHV5
jLbGztes4ZPcIyx8yF5Dh27Dj/gtfIrWzcdt8AUHBRJbyD8xdMsBmhtFSEvoHARegNgwO3rBXVge
mfmrJwI/uGA2MyO8DupmHUme3/fb2fYacZg1cYaxxb58VbR3Pfl720eeQUUu20CT71XKIavbZgTJ
dgbao9LqY4dkJ0zT3t6phVPC+0CF5YOgR8VdeHlKJPE0ve/mxx6G49Ln3ljnDNSGW5k+emBclISV
1iXvAapB+A9oZGL2kB/fCNNuBO3vmNlNs+5d0HV9NzsnsyKwr4teQEtf3QUW9wFI6BAiQQUsTB6n
d+nR+BGsdKddkRU52eCAP8qfsuiluWAVF5hcSKXkJbRfFWDmbgBJkBxXZODEcMfqMbhrrJ3hiz7z
BR95gTg/BM/sUJIVDD23ECRkuIC/5NfYtxtr3I5W7Ziu96TYya7dihRI5mVwV98FKGc4fU1yMEXO
yzSfJmmPsaVet9UmtTK0WN620aUo9RyLT6zkaUf1ZgAWnmG1C5Ek1Jpt7SnbR849e6iffOc24OKG
gj0BVgoHovA5YtBuZvBqMpxlO9oTrptIey7ReveXKLMiz8w0hvEQkADyBNGy7MkTHilo4Wti0FI7
hYLBWBGr2dVSOBDONsoCRBreABDqQSkL+sBqtq5FjurK5GfRH4inqHiGYyKLf+TJSj/owwDVn4jA
2FWn9wuBCVw59N8IwIDezSwuwmXtm7YowH4O0rmhNJ2sdAzzUUnQPPH510eCCABiIuiKZzLR+Fs6
rwq8IwuoJGECPikHTHC8+X/9LIDUiwaSJEXGqeMBwq1FqvOAVgzE51mgPqht59BMWRNf4IcWDv4C
hVw6hTHpvTbyZhQ13mKud62E7Ull9frvd0ybGddQU9GQhufcQDcgKa9P4FbvEnpoBvXIGGaC0/Y/
wFDkiAl6PcHUy9d0x0kiekVRFq8hc42AZhaJlkSs2/O3cOHScDBQl8MtCDllqKNwtwXJywwZfR1q
ypSuejN0QbW/7n3dqZPocZB6JwhEme+r65eD5C6LyMAA39AwEO6HGhrT3bD47nuNEw/I2CUrrVpD
n/P2gV35bWSNUcBAGArBKghVcibOplwvaIOKqmHUCKrxNOkLcDwUa30yHjsvFcRI192EMx4iXiS2
wLqA7NalHQae2nptCp2O3ivXbeIW+i411zna8NlLHL8qykMQvJu+oDK+tErMRWkaUhoInnhhLkRV
fZhWSLaq1c4P7HxorDrc1wPknTtBhnfBNaG6hzibzHpjeBRdLpBkcTKVOaAQBG9T1Tu0SYzZ1/JX
azYPt89uCYogIMTkF24NXE6XUBp46XvawVqo3skYHS/aoxGMzaGoS8lq/PE/eCoIvGDaBKw0+lz6
usTrCRoLPYIPoiK6i4kHy2AoR4oSMUtnBQUnRLlIxmCgU71EMc14hPWghpgrMcPsjM8sdLU+hEqi
oX0iX41Z9n57H5cR1Xlt8+3O1/JKVnVJVRpz7wb9mYwg5tNKa/Kr2oqMeFULG8lFePP9eRag1UPd
5CwAXpGGv+Sgsets2A1QVMdwyoNeieKlBdcP3vs/y+M+8RHvzDKJsaFG1q8K6VnR6SoXaUcvguD1
A3a9mVSUbwfN8tGEci/WMMRkW6oPDbqDdSX++3ufkTMUbuf8tK3iaO7lGQKykivvvW3Kozp9+WEl
6IRYWg+KrXCKuF/Abc7ZujqBN2SKRnji7jHpTduXJCsQOd+FG+b3FJKCf1Ax569+LdLGyoOwHsYI
FSeQ3+TwzUOVNfPqhzL8njKBv1iEA++qocog0YI88KXdjUMgy1ox35pTsWPxIVF/VGg91X8Wvb/t
1KfbX9VCFMggVYMgAIENdpHz9JXct3LdIeKITfNLAsmqmoWCF/GSA0R4pqLkgzDtapoLH5GskRq+
FmmcrdxmTtuP31DTQAciFdyTS/aAKI2htDSX/PmCVqiUeMMxtK1EbIO5RiuRN/MA/O0tu07f4nY8
R+EuD10L08wssaAm0dIf0kT1nTeo1T1EHMcXRZrYBtWVYo2ulQTJeVbvowK1clBtROaJmH33pKcu
6bvt7Z+1dJLYYhO5GzD3XjEstEkxZUmgIcFnevdqWNwP5ctthMWDVCHNDQeCNxY/zEh8mpljNSOE
ZRzuOjlVovWgKuCcigrqfW+CTpQpXYJE4g0qJ1DMlGFClx+D16iqV1M4YUxOvvfy2xSrDwXq6ZgD
SFe3V3ed4+COlfvwzHCkXqDDeCQo7CX9Wm9dfcJgQ2DpkZOXKsZ71rXoHl362tHVhKsagqAa4Zs7
Fcmv2ETR2VRUzTbU1e0UtgcvGTYjXJlXtbtYq5zbCxVBcnva5froZT4gIVVlNZpuDcZX4zmJ77no
uszC/+DP8L6kEI3CI/NqsrIbx07zJfizJgvXLZPfM7nY5QVqsowcmxG8RClzb69wyWogmqvO4pKQ
2uadWlBOA41MhFwMBThtQrNxmu21HHUWgwpScYuhMr632X8CEP9dWihhUUzzFhbqoXSjxj2mJoHr
r6L4a2BgU7krvSdGVsLJ4kVXB4uBzWjoNuJZqwK0y06xNrfE1cxSsvS+auKVJ+TwWYqCkF3/B4Yn
qaqN0YceKGDkynf95lVC0aLMV8E4WZ2IX27p2CjEZNEdBv20KwJgn0pKRCAgi8jf66A8bPwwy57Z
UjMEEDOL17eNZPF7P/ct3NXngywODVs4Lb1V78LqMTdYbsV5v06ovyJT8jFMGGpKT+AxEtyIS2eH
DghUJBA4I0nG2Qwru8zzI9hMXNLYKqj2y2zSHSrLpSASW7oT0JMGV/3/OAM4lxY2apZPg4T4qB0/
8tIMLHUUiQAvnhqFfgSGX8Aooc6LPYuTo3ZIe7QezVKro4VhIyuPIlz1IMwW0sRd9VzAQ+OtjxQP
3MhMXH0JZeTSOPUT2vn0pjGUXWOqfnJEsFkMFmRDTX0ddFFtWHpP4jutocEjCUi7N9oqEORprteM
5xw8C34JUigGX4amak/7AlGAjUqG2+vW6IF4vaFWlj3eNtLrzw9ABqpPGjrWMZfOrVjtetqqJjL9
Xn3I9G8D5I2SbIOnKjrKBGHNtVFeQs1rPjtHaBkWKngSM7BignHfdM0cYZQohBCBcAbZUVqXytwK
l2L+uf40pc6KqSAQWsJALxO8IvIlmK3jvq7Q6Cp58NEuA8JbR0+6TcqSlSqJkiQLMGi9xo1mIIug
opp/uV+jgnChUJBvzmr2HVQja+bBf/iF/9cxLd4df3B4EQFVQjqsV1Eo0FOICBTSqpYG16OKwB0u
LsfETPZvogq0NV0uRzJR4alLHbs2ep0tG7lhmXqeWU0rkjlacLwQj0SgirwdMj1o676E8ssK33Bi
grQP2iOp4RoMgzNHIw8do/qmF8HKUEp7EvWQX4c9c7kPLzkkcTH6wZM76WEdRF4IVCNJnouqeiUF
bmkZPSpyVltUghyLb7q3P98FP6GgQUyfJXd1ZCE5G+lUP0raKcxtj8mrTv1Mxn49IdYaqYg8f/6b
LtOgMMQ/SLyVgIfDr4cBSI3xQg0TV6gredSdhm8UM8eNW4rKB9f2Al+MNhmk3Bm77nemYQGSZ9Sq
7bhqXpBSgEIAiZxMLURiZwvmAoRZ6h2OH06Qb58F500AbSdEc8gE7FQjAvG8X7peHXzzuv7HBGlC
zPTYJM/uFWSEbh+gaFu5ryJpcg+98tjWoC4t1iOMu4v6lU7eQma4tfTOdMGNvWgxYHrWTYiSXMdA
LdNaOtRxbis6uqmCh4GMjuxZHRPErUtfA9o+/z8OSgmX32AFFb3C07EwsI8gc/2mmZPtRbZE31Pz
zZBEPP7XgYgCKGriw5/vMp55hGEMOfArOMtS3xOQYaj+3xfmlFm4FbEjqgBzWHW5oKFMkGho4b8K
g8iYc8acYdykplWyIhN81UuLQe4YDEy/vQlfDEdFLZESwtD47BcWpffCkOp3VM19zdREUWtuLsWI
Bh/otJUcx5UHXzXQOrMKj+5ZSpuVNEanQJZOaa3RnUf6gyJJO8OothLJX8pyOhbE9x0pg6+pg3vU
kDTEst0uJ1BTlhCR+bLarW5/IL/nAK9+KlSV57IroiG+hbOvOjTRxUEO1VN9VSjpRg7QAavLTtGZ
djgEmL/ybHn48ifqRIpvm91f9xTPpQIVsjTIlSFhxpcN6sJDBXKErFyu7PyOWX71SBSRrvi1u5tB
TAUNKkjmM75kliZpmRajD0cAJ+TV8loneFpmm9u7+bsozu0mOIgJResU7owrjbk60aaImPgshxVd
SXefg5N+B58kWFnK2lqPX9Xb49z0nu0P8amyktcn6TnYFd+YI2wyvY61sWC8nfHyYxgx4cP6Nioz
RY2x4HyI3ax9YeM8BtUMmwnkdFXVOqNXPSpFZVhUqG+5uNl4dc7oiOF4EXeE3aUaUmBrkfl9HBp7
KJR9EojanBe+YyzxDwwf8WYVZLVbwIQ5Kk2JftcE4cftA124P+biJJIRGFyj0LW99EpGWUxxKuE8
9epR8+667F1Fk+PwaNTvmrZpPUGsuJCNUC7wZrd/FsQ3I7SQxzDKoaHj5NVdPEKqyB4Up592mvTN
VK2mf5E6gdUuJESBOidA6NxQZfITXXFXmCWoyaFKv5GatfEgu7lNPvAe0h3NSbfdOv76cXtflyzk
HJFbp4qYKi3QZojijHwa1Xw3+PQUSu9/j4LCHRp00euMJB13++ulOVPRpTlYGke3asZtWdUOhsgE
d/GSD4WBKPjs0XMMVul5teenZvbxAHVqnNopOAyrbgv+DFv5lh+0L4zKC0qfQjTO7GVF9pAlB1qz
wkznRl9DzmsP3vO7xMJDWqRPsPSRqSY6qWVE3mgD4Pawj4ygRDyPjwwU8mr9E2/X24d03S8G/3+O
QC53j7GCtnIKBND8JtvmnYDRTEZp1dIVJz5AeND+jvzx39fr0NGCG4egmRavpau8X4Rh6k6v4aPk
Z4XuVOL2icguZivmbwM0NWDET8aDFqHv5co8WhGvGvrczrbRyTg+6z/I1rybdvJT7NgGOsUwFwci
Puf2hi59W2gu1OF+0V0I18WhxmOQowEAPiutnKzSLV9FhkOUNrpm3MOxncPMhnNm9GPms6AqOjiN
Uz5anYOIMLeNZ/TXxmt2zA/Vq74p9+Z2EriO31R+17v6Z33c10YLjNIUKdZH1t8GAE+n7NDDa63U
J+T/fhaHEr1/HYTH0WyLyvmbtHPb1k6+j85o0a2wFX7pijjfB+5z1KVI92UdP6epXbphTyAq2etO
4ZKnInfq1eCajrYpD+EpfrNBynf7rBfB0QSGwiasDC/Iy0PwdSM3kfLE16nv22Sd1hj37h/iwMm8
n1XvpCKh3gWLRrcZBqbwcIQwIh9VJF1VaWbcFLYayuh8BC91D82M+9AIrSQKMfoguBAXbJlhJAct
HuAxxVjOvP4zI5PGjpbIBuV2nIEjqDG+Oh+hqkr+ehYSNx+SuehBm58FSMdf4mSqUnhBKM/P70ra
TT1pUJKmIj7la+oIwKCnA3UGbCAibu7TjALm6ykIim39xfjGDo3D0FXp3ZuhhQ7ZwW6daQfZKOlo
rKDGdttSltzsBTb3vZZRNZZtCWxi17/S1+qQ3Kv7tLQMGKlZgEJHBV32i/x2G3b+W7mP9QKV+1iN
uITBJECt0/3QveZ/LfEw7yjyJrB+CFbJfI8iAQl3jnac3JYqt5BRIIrRTvKs1Afo9BF/PYqGE5di
pQtA7rYqQIjTFMUMuNfXzUE5sP20N13pZ+2MDibg5H29ub2FC984MjVzBgqJr5k/4dI20VNI+0aG
bbJ82LXmsEb1z9LNXyr7xDvT8hS2BoGSQDlt8dxAvcxQkZbxJuPOre+yso/xLEUI32yY39+lkubc
XteiRWJZCvg1cH4a//DTWjXIKf6FCAM60rXXJNyG8rFBFqO1q+6FgGJouid4EIbfk3bdIbgSRb5L
qzz/BdxhxhSynWWm4ZvwJmmnspactJJ+3V7ntc8k6P2Dg4ZsAipG6vwjznxYKlHPH+q6wJDLk5yh
GL1rQOOknSR5p2k/b2PNtnD5uV1icceGlgUpT2f/PLbfmbYGh2Y0HJTwaEaCw5v/oksgdGmcnR3n
ySo1VmAdODtQuLkS/r/umi0LRffbfHnyMHMvCMYk0T2JMOpy70YTVKCDOftlvCKbwrAVSDIo4anM
89XtnVta0BnS7yzm2SnRagrDIFVysLtPm1QD/4IZuVOvP96GWVoQCJLQMoB6Ogpu3L4lsVJGLcpN
UEJIT8z0P4cqPMpIvWDkT3B3LkVoMwUzRfWQYd6E3zw02aeJ6gOLRMW+bf37adTXDEyISF+s4rjZ
yOq9gun0pCSWOdwR5Qk6kwe/puBn/qziWLD0pcft+e/ht7gpkeWuW/yeiXpveae4WqXsIFi9i+Lg
vkYhIUFDPkO6Ar0IgTVkf/0dIorA4BBe8QRROe9H+46Mcd+gSz6rTSuF6JZig78J7Ip2KuFR/3H7
oBfsCToeSGmjsVnB2B4XUUy6X41pAZmvbBqgXrIek+9TJ3DSIgzOfVEvjxPTCwpIIWTW5K2z0XdK
IUXSgslerIQzWb8sBlmpsRINWrvNh4QJ78QJIvf2folQOC8ZFGbbaC3Woo925qNrbov8IzGeb6Ms
7xje6CpoelCP4PyJoUwRgxkWUKMGqYa2MTFAO5oCV7K8lH9BKJebD4a2l6dqPnrpmGmnlG2i0R5a
QRPC9bUCc0YCGyPk4OFBT+2laywz5kUDw4ZJNWgP+2ZbqOWh1YrE6hJi94q3Jr2o6rC0fXMFANNx
CJMxSXaJmUQsrsw0K9DHDgWy0TxA7WptNsrL7VOaz5rz+gbCOswwGnMPNN++DoWHCGJ5JWxBJ8dx
whSv93kb4fqenNNciKhAWgfOH76YCIb6llQq3hXMCFOn7wKwxgd96ip19q0foxZ+0U8F/u/6wC7v
5tlszm6YuWjaajnu5gbsAsZd5L2YHsb8H/PsMBBBK/5C0Q09aWAWQoHWRFpdm3/MGZgpY8Q/xmiF
HYTGNg/eZJXaUTraOgNnXgZ3NHzJfvLkmaKo7npnCeQmkGtDwwM6/vjq/YRwpzE1xMdN6HTmh6a6
XrvrtW+tbP/tEQIIafZ5iBJunb/dQk9R2zpHhFq074P+4VVbv32tyG4SkVBdW+MFEH9tQTSO0aRH
ZKBU7+BOsIZhfXsl1wE+QXINLVNIsOl47c5f3dlZ1Vo35U2jI5Ya9lNzr2drKXir/E3Z7wuy92tB
AnHphM7hODvMQVPbVi3gkmK0R3k7jdXaC79Jw6aJRL22i1igekDTPzqH0QBzubRugo4N/AmufPm1
MaKNRqeHXK1cqWottKsIIp5r9zRzQ8598Qa0IEGudYlGpSby8/k+7PvUYmzVGy9e4d4+rGvnPmNg
+spEXQ9Su9wNkkedMeZ9jGg+/0nHxzI6BCNaIQWpwyWbw0AUnn1ohUanBbdvilKmmcpmFOVB90Kk
/R9uL2PRGeHqwMvut//jtqqVyyIryqiw88zRixfiffnaSY22KSj3Y1GudckK8I3+C8Y5I+R2g7ZN
cCEaEAgO4y1lD5QWFpO3teh9vmQCGF7A4wTt8Ei5csfT9Eaf0QAbV5Zgx6jWJjilKdSeb+/eIgp0
dcDigkgSd9WloQVVTlGlTQrblB5Gs7CI+SgxkdbCkqUhUPkXhNs1o+wleFqATPg4820dfk3KToai
yu21LB4OSvqIipEyvuJUzYqiZnEIGCOm+xQMLRtkFWpL84dvDLKSxPdSwSe0iEhRlYS7kzG2wJ1R
QIOMyh7uJi/9MQcSNbNLaSv1hdPk69uLW9zDf6HQfnJ5UJ2WNXWU5zCHcVPH2xI8lyZF8CqAWbSH
Mxjuc9U9WrZtDxgvcfXuow0ei/D19koWNw11EoaCFmNXbdhmFGgVmugLm5CHLlo1dCebHno1bV3U
8L24GDgfGRNG8A78PG4ALqdeTbGYvg5XxajaEXr3B20U3N+LR3MGM//52a2XpL2hRzNM3II5PIL4
ljsqutXk/8GVzsOl/yxn3tgzHPD1JUSJgVPRYKu2xms2+f/l+M8guC8VyWM/Q8EFks7+I4UqnXma
BkFAt3z8f1bBfTO1ZrYlnQ25VuJVAH2heF36IKvUcqsTJg5mc72MvxGp/lkP/4ABtWhflxrA2iwA
eV0/j+hNa4l+01vDaVjqdpMG/YE2Attzt4kn83/bTz5q0BlmqEsf+HCvLXnutLVXizL+Aiun5NIs
SAIeKqMARlKZDgugMWhaTNSTK7BxfuKm1PMequMAUXzHbNzOWFGyY6LU1aJtYN4XPXbI9Rj6/Odn
Fq7KYxAoA1D64svLrHJ0u+QB4gA2A4HzbS+0kLOFaZxhcaYeKH04sA5YZK2s2l14l9/lL6hybdhk
gWgGwcN9u2F//WqfQTEchc3CBcUT3gYaq/HIKeBe5WcVBJnpTyby4PPvvjL5M4g5IDvbw8hPGtX4
P9KuazlyXMl+ESPozStNOZWkkjcvjJa6m94TdF+/B33vTrMgbCFGGzMT86CISiaQSCTSnBNCL7N8
tsuPSfmROd5gP9ij6qI3WLCK3AO2kkaNcyUtjPtcyRsoVAOeCjT3b+VV61rX0jbxna3287I0vnn8
XT3G0VoD2PhGHa/pFtzAWkL8eJoAsuGOxkdlPF+W9RVeDk+/9VYxtpj1U2d0MYTJ864IZC951j0w
ld0Mh3aX7Z0nyXWCIegP0lbbtveJD+KCy18g2kjGQLsoGuSmwtLGrbFDU8EwvYAfY6tob2p9Pajf
eHGs1WXcMtr/sjbSIU0t9Q+QLCYump82c6vsL2vFyZ2ereufxrOVxWAQqkZDIda1j4I2fDRK30In
0pLuJuJX5q5KcIfGu1C2BMtJFbhwLtjGz0WZYqMGOocXttnz4KR7Z3o0QioT4/ZOCjSy1Gva7zxO
/h4PjfHNVbh0cZRBKBnbTQEwtWb0gF+gdm9jATKfUZAY5l4FK3FMghNzWE0mU/dSEgwqAeii7ev7
XLIEWomWknExqtQby1BAjFx9GqlX9weLhMg+7uLRm0F7K3o/iNRinEyU17E0aZAXztdWf1NVj2rz
cNks6Sdfsg7GtQxNXjcOFbGMD9P8oc2CqIebxlqdry9dwXYYmekAAfbUPy+zdK84qVsr8R3wM4PZ
NK6S8rbOMYtYmKIT97WB8vzEMY6ktdVGThOIBm/rs1aQY5pHV6D8PuR6cmgd2VtAg1MpZmBMsuB+
4PswRPkWnkcU5uz8eiiB3UG0HpdRKuleLn/KabyNi2WjLKFftOk14EQEOSGurSCAwKgSHs2ADDmX
qGEUccpTeuKMMTCbMSgVHehnonZ87lW0EsMcbJ3YrZPOWNM+GTaFbXvtmNwOieoX2q/YEcHkcApg
2MJV5ZXRysTLL9ELZFzDdyl2KW2FuW+u210EtJw9bqBDOrnKW7oXVey5+7eSy6hptr02AHECYV8P
5voi8xyy7UE3IC+uWr1kg8BH81f1b4GZ8V+6kS6dKqHAHFbPEvp57Zeu8pduo4nuVl44SzPyQAEw
LUBQMJe7YXYGWdB85YFeYj9JzhUO/13amtdDHItMhect17KY4wfWhLKSS5yBSc22ceSP1R1Zdsjq
BI7kgsUWGMD2N9ZxLZJ+0uqO1YuobvIE6nX578K+ksjvqX8CWK4Xg27tsuPkWQh9XIMEBJ2pqBCe
i2rJ0E858LW8JdtYITAv3lX7GM7VRlV9OxJC8vF82VocY5BFZWk16SCuQURk6fs8Vl3JvrPRZbQ4
R7sK6uIXMU2BklxzWSnJ2mWc91at0S1ER9O0HSq8DtCwYoogIXnOa60dc7FqFWa4e+SxvGp8z2RP
jk+ZCMKbd9HR/Dw4+FA2/ML9jiIRicwG/rGyq5uhDu8RLwguHJEI5i4tK6m2q75FeFCHR1R2gqYT
PRS5C0UnUQH+TDFkGANHUqlJShuOQsPYshK/dfLkpiLUVe7B/UfIl8kkJMISu5vg/Kx5fl/6x8SJ
9wkSvtNHJz2kiXJnA7zz8mniLh0aQlHUtRyMsjCRTomWCjvssDvZ/N46J/3fo1igmLb6fWZrJrmc
B4kGiIlp7mwnuY0zdAxElRSE83dyH0DdtdGjgF5ETWP2yIyHZAQOCvYIUBZuZEmFm5D+0MSi+hnf
GP4RpDOpUWJNuZoZECTXeFLUL/+ZFxa4VK4L+KsNG1fIiJusBC9ddOADESB3beDukKckFjzDOI2V
2CGAYmOb0FgDOIdzf4qKt2oPaEf25jvgfYR3/vRZHQC1H26KffkSbadDuZ39bB+6+UHUAcz15SvZ
jHMtpa6fbQ06znSaJspjLy4SDJZNibc4YJPK8t2I19Jlk+fc+UAzxHQ0IP7Rlv+lj6g00hjzbei4
zsFF7+sDoLvctvIl5/myIN7LEx3sAABC+y3FyGAOVwYkMLMwHXQCGiTQ52Ir5csmzDDI3i67Xv+F
poAbAwm0dDaPqSHqcuDpiXYp9BpTWAn8/3xjzUUeyzFFz5BOGjCA52oZKGPmuCSreg+HqPTlGJCR
l3Xm+BMMpGE6AB0ImEZkmx/VkpRzqKA4lofg5HGWj3EG9MJlGZxGUpBOaDQr/YfciE2zD4vRmQVB
pcqc9VMxoC0L0vorW7HLgzTPeF5P0gl5KetKQfzhqUv6A+gaaOAyh8xNIpBnpf8ewI9+EprZgQ4E
cAS2EF3PqlxMGvQejE+jeciizAfRE1Z9dkPTEThtjv85E8Y4VYIysFybEDZFE1qXJGP2VLM1XCme
Py4vNedGgiRUUvGyweODPStlg2SF0yGua+chAwMjwv88SSRfmaV9MyfGps0dxQVg3K9+qh4vy+Zp
CSwnEC6guobYgXFMZRzaPVrW4QCteF9GwAYqkYAjovlckRiVOSZKOS+VBRXRrduqhauTyB1Fg5oc
Z362jvTYrOLjvpwJMB1RKZQW08MssKX6da8FehVcXjPemV/vF1V2JWdOkajsQBntRXN3YyFqbMB+
VbeeBFzzUcRxyzMOA5DAFK4N002se4v7pVXzCUqRrhu8RlMBAiqb03NVYv5N1sufSQ4GkKod0ie5
JYXg3c1bUnQz2hi/w1A10LnPVe0nwJmTSUI76FK3brq0/cnou8ZPjLLzlmUiAnm8pQWAgkEhwEAi
wAIaALtgiPQM2jYAoxjIs9MdSLhTouukFxxvXuoGE6j/iGIRDZaq0I1Eh3/TJyN0FWPw5ip+NXrT
y9TwJSPtHm2vn3Ot7mdZ9FD9U4BnElPK+tgxT48lc5Yook8P47a4yW/7jeMmwancAJJ0AeciLVN0
H8M1ALQMEbosJxw4E82cknIwGzOhxTNjPimqpw53fXevZscCCXERQbBIFmM++dAoy9RBVjSNx5KY
bgv2aX3ogiGNT+nggIN1EOwrT+R6W1mH1hlIsCO3iG6y9DQoQEwxlFupar1swPzhYlnuYEinyw6B
d0oozRXQwBTkqNjXsp02dj3SdguCf03Zk8InJcn8WUQ7zNVtJYfxoqjid0OqQY4djv516Vcl5t2b
k5RtbFXg47iicCugCxyIuWikPz/4lkQyohlw2BWAryPQcwKAten9vlV2hn5li0YRueJoXIw1xE3I
NsuFRl0Yf0qERI6SXbOYClDy0O01F9V84xSO4udJeF3n47+HdcAUPIYegEOMN+uXThmtwQRkMiM4
rotbiugIgj652V42D65yKxn076v7Is1KLZRHyJhS66MfsqswSTy8CB8QQO8xpOhqkgiInyfSAu8a
8HeBw/0Fo2goxsZeaLfyqDxKkudEb9ay78bHAuVCYbKId0WthTEepSJqGFtIRaOem3rx8FNPwSH2
hz/6R468ZjheJca/7iwHdTSyBOg2QV4RA2vnS1rHySCnVKSkLJtJ6Q9Ln2zIaG4u7xxnlhlyVDrY
J2MhATV/LmfBQFrX0CBQHYlrag9RgqIr0OkwDuGr0SdKXMhMSaDBLESzeLxFBQkAbRzFcTDY2dxU
TjF0UuOsy6iGSnYSFMmTbD0T8xBZ96WWoLVGEAryvNgfWDwM/lF6HfpFKzMFUkGUdhLWVInVBwKw
C1KoQYwhw7YUYSVxL9+VLLaDw55itD5lWFc9+xmDw6EAF46HBr2nNkqCpKz2aj81rlw7t7YcPV/e
VF6MQYGy0SIJOPcv1XoU0YaOyLj4nRxYF+G9g5AKzXKuI0VeWQu6e0TCmLOxLJjSTBUIG7RPJ9qq
fe7n6UvTBBPGGS/rRX+KjSnWejGXbbt0AHWhPZmD8qzmP4Bh9I3fR5kencAYFMNs0Ll9RHIf2bWD
3++c4kGJhw+1kPzviHDQRgQSNoBwMyJqudWcCkU7YND7ORC35ToWhAcc6BucaPDM/FcECzhZ1nIh
5xmCd+u2Srz6OO2z7XxqXvWN+WC6P+rfYAsPqqAL7K00utr+soJ0D77sEVqKKbm2BfQd1p+E/TCm
yAV7ltx7RunOHZgrRFODPOdP+5b/VwgTJgDHXLNbWgbRnKfG2he5ry42hpI1r5hui8/LGnGtbiWM
iWQBpTk3Rglh6iS5CjD9dFEQyV0zgEijZRoYT19mn1FoSSy1RXZzjtB/B7gfMLflT0raCeybLweA
C3AKgJNm9wbkijistEvOtuNxK+OFE2QYvPAVpRNlx7g75IBwAY4WQSP7zJHkNAM7HdyfI7dBbx5S
8F71v4w6c+XyUQvv//0WUbgvjDug4eMLtpCzgKKitGDy9fzSI8kpiZJgvJX7KwBjkOeeYW4Wu8ht
CDDHHxaUaKxDLLoyRDKYkxOjyt2VKWTM5sZJ7zTjBoH25XXiXYBrNZhzU8tERhUKIsbhGKcAvt3X
xBcSsIkUYQ6MARYhlWiQ0mrdpmiyzYzOvqJvg8vK8C6e1QuTfblbkur0I3UClAPddmPnKUNzcWZ+
ls7vy5K4Cv1NIVl0WVdxQ+qQGaE1JNVgEzLBBFGY27wTBHzcdORaH6rvSkqD4ci5HrFsQ7LcGbbk
jg2u7VjxTT17GpTej50eGzej9gtUoKUf3LJKNnme3rTNJPoY0eIyEX0u512p0+c7OUi3zsN8Bw5n
sNi6iuU6W3kf7ma/DNIn+0XEbc8NnNbLwNyQs2506pxisSfbeR4xo5ss1SYH4KlVxYdJ1104ry3w
Ify4+EYL4lnigDnlMd64RKfNolFyPU0fDQATxwAAbDMgTpSHyzb1f+hpI+8F/FtQSDF6tk1fzQ3t
d8QEV7jPZ63YIGf4ahXRPm0mBGs5MbzMSB8qxznIzVxvLn8Ax0Pj8YTXE+5ozKixD9LBDmOtQp+V
F1UxTufnWNmwLs8Yt/pwSEXOjacuxOkm2haQ0kct49y682ZMHTNF+sCOpRtdQVxs9Mh5JV4PdrMM
MJRzbAaz3LnynO8ua8o5vmeimeOb623ftTk0LZTrtA7y5rkMBSI4xwUi0B2r0QwzhpLOtSvNOkwm
2gCSNncp8SU9SJ1NOFz1mqAfi6sLWHsxW4NsJWiEzwUNc6YYiYVlHMydOh/i6jkdHy8vF1eXlQga
D638UC6ZURYmEFEmQUquG0CCAi93mXaOiHCBLjwTK2Kw768yzKot7ehMWY2NAfB6kRzm+n2KMFrx
cVkfepC+SMGIFR0FB3Ur+5LOC2no1GzBpZe7yuA6XvlDC8hRBWHuZUG8tzQwyPBqByYvhnP/4Cat
Vi5DcTqvYmrb1/Mhup9vEgAOSvtoX0AaEVVcOXHpWtqXhlTwwMuxJKNGdoy36bE+xpvk2j7Km2i7
bI1tK6QX5QrE2L5DeSzRfcR4LCsr23ixoJ4DBtUB9cd+FBwjnnVjg/4r4UvnQqYmzqQQSJCl0wBe
7G5fhP53NmklgwmzbLCLjOEAGfPd4s83OfBAfrbBvAlf4ndp8433ngrcOwAowflRxKHzwwS0P3VY
aGk6KuQJTZLA5kcYXriXleIdpJUUNtNv1UST6xEPCKK/9rpXqFdl+tIv28tSeDfGWgqzcnpYEClO
oEvqAEMdLFXTVZ5upPTF0W7K5e6yMJ4pUJQOZLoplQF7lmwCmAxAF6GLfG5V5NzMzh2XOg4sDLQK
Vo8nyoY5K5SmGEh4jMOrNWUB8RjcUJXtUN6d03ci6jzmbZDt0KkxTNNrGLg9N4N6Gge9Kwf0r8Q/
W823y03SYcZYBNbCaxUAXNA/clhDiDA/rI5oawNWYKBsogAsS0iqnYwwyAPpWIvafrgrtxLHWESd
JYXRArzSkzu0wtcAXaVt4oITKxLCPFqc3hnUpKX30fjQjLu8u0+j/b83tvWyMbeqVOWRnaDL2VMM
KADuNTXGnL7AzHjuE6EeWr9g0OgrZhZLInjYI+qj5fbR75b+apZFrUu8E4oiO9JXFlDo4UfPzcyw
46FQgSTuxSDbqcPJq+ZqqyJzm1bOnR5/2FohWDlesADIaDr3BDQKEDmcS+zx0BsjmlJoJiDdD42r
SvdGHrnGLLmJIQDcEAljLKHR0NqWK/TFVwYVEAXn6dAt6WZWQLuzuWwRdKXYoGGtF2MRtBXQzuiE
7DDdyIDbBu+vG6ZBUfhd2GOy5SThyXlZJNfOV0vJuKF2zIZ56PH+Q9/tISud1x7YG5oei/peeEYC
G0ERCmxlaG1njGRY8BSPJFwWE3qj1ey5sZ4dtJpbeyXZhbHgIclfx3+EscnIqi/mylIhrI7i3ZiX
mNUnO3Dz7hO9dCVr+aWaE3FtSRZNF3I97l8tWQSTWE5HM6UTLJVhu6R5miLVXZJr0MYItu0r3TyA
bVfrqTJWSUI43YGqOKr1j1jRW1fuDNwl89Gqp6CQNT+V49vJfpPN0K/sJ4Rs27RT3d4cb9X6MZp0
lFQTVwYl7jcMipIaAFUYebgvTZmalGu1hbM5mdGu6xAXJP3vZmkFYQH3VKLO8IfOhRL8nrsApUOj
vSbhpjblxy586LXbttwuP6P55RvqqAh5FQrr/wWRYXSaQWoW+M8s1b0Z6Q/HwuS6qFWJq80qGGC0
afKuiBsdUmQzu8O3eBlYcENgnhV5degVUezBv7FX8hjrWaplgSvD7YYkjuq28s8lfq+mwpOJvkHV
83pR5sdQfrK61jNzEbsR95CshDNeLpukIc8i3HuqnF/ZxkMhhw9ZvGwsrOy/3zxQuODtj6MiAx3k
3EiiIiOhVkFS1RzBVtY2x1jEWcZNMaAhE5ZIIacBaHwuI6lR9rAmGbef/Unmxyi2XLCYYUL7hsBg
ptRV0wcbeJuXNeNd62up1KBWjz48cGcHBI3wcKDd6mXPxHTEZQmcXYJCSBGhPRzc6WyDVIP2BWwS
Dpg+qU+ZhsdXokUfZDLQrtSL+tg49o+GS11BMULBu4W90MfZXMy+g/1Lyk/gIPjmnO2lcvZto3O1
9POyZpwr70wYY/zWFClqPEJYkR/I1OIScsdRUJ/krt5KIcbGQeq4aMqA1MyCJq9FfVLz+wyz7LH0
87IunJvuTBfm+h47Se5q/Osl6vQEqICN1aPfyGn81nauZ6I9gVApMFOR+YmWkP59ZX7mojrDSCes
JBR5TTSUFBXg3PeXdePY+JluzMmybRIpdQvdIsCgFHbjjr2oL06kB3OMCBq2pjyCHumkXWE2B9NF
DhTJBX6IE/ycaUL/vlquGPybFajHYQ3W1uyPdr+ZWpWeJ9foC68S2AR/3YBWC3hoxMfss68vlMJw
Ojh3wNX6WnfVJKKc05/JeyZQhUL/iGBffHktgVVZgghjo+0wxhro3uSWV9LTjXw7vkVH9C0/ov/m
ut6GQda62UfxOxN9BO8SO/sI5tI0utamIyDIDMUuGV1HOU6GB8wpC9QrQCQgiofSrCkSy3dVf1Vn
vEfsDFKvVJCaN4bbaXdF8VZPxyGe3GgSOBHBRlqME9GmJOsamnY1Qbg1zltbEj3d+e7jrzL0C1aG
WUmAdOgcKgEvDXt0pygY022RUUI00L5sRxFTimj1GMeRoIw5LQUEgugCU63LckrGzCOJP2rvl70H
/2j/VY3xHmPpFG0hQxJIX2aCrJ7iloooG0prM5fOAeM/Gr3sepIgwJBndEf7ZvLSlu89ZmgH+b1M
/Vl1BxFqnMgoGF+CMU1MMOjQS1OeSfguTFWK1o2JmZRmAK/RhN/vnfiHNI87YD2+9LWxubw9vLhp
fXptpuzVgzBuWKhx15GOocQNUOK6CCi8APOOr83SL9WDIYL041U7z4QyLiNpzakgJhwxDN3eJ4Fc
u8quvEr28B+66jW30iN8SNn7l5XlRgOAKgd6voFm7685bEQ+oQqx9hj5SSHvNSQqLOnTwtDQZUlc
6/hH0pdcdqskckEIJM0tJi7byq2775yrlQRmCSvLIkSmd1kLzHVr+ATpaiRCc+PelysZrI+1my5t
NdiGkb+ZzsMS3aA1YcqBm6+hg1ywZFyXRAmLLEw5GA5bI1Sk0Wow+o4zrN5pCqo1tj91R5Lc1tL2
8uZwj9ZKEuOSZCclJNOpt+juZcM35MCpRR6JbwB/tWE8khapSbWM0GaUEDANgaT1QakGSt27jeJV
7QjmRjCDoN3yOSveqsEbieBki76AcVAAcEVs3UPLrvppap+Ye7m8itw7a7WKjINacmcJi4lqWD5H
472jgNDvFBIcXL/owB5Xi0YaBAbiMJ7KWMpQL8GR7kUAsrRkL1y8MQJuYuwNolKUSBRzuMyxVRei
UFtE4kii+/WazK9DdjBEONUiScwR0zBHN1odlTRKaJS+SqTYUzrXnD4nUXMF1/sB7h/90kAQRgLw
PMholhkQ4LQ8INsvUg86O/OjN06dqB2ce7pWYtjTpSZ5F9FMzWL9wNTaMB7NUJBX5Jr2SgRzuHp7
UIhFX46j/RD3v2d9f9m0RSowR8dIGxPA7VgptQSBVBb5Mtlq4e//nxDm/Mx6Y48DXSd1MEH8WQCU
Y6tFr/8vIeztXrRt2iNPgHcp7qFUDRbJcK1EhGEpWC82bdAOWqp3NI2lWE+x/p5E21wEwPcnkfol
xPu75zZzUMBZ2eQZ1cRSXGcHgFnj9l09gdfppNw0fvoCMFM/713d745PUQ+CZ7e5kgQulXtYV9/A
PAQaGx3INo35AL7hGcNzMjReWx2z5Khg0vjyznHd60oWPQOrJ4GUqHFmNZAV1T9CsJguTf4sp5pP
RjnoHcdvmmJjmMXbZanCZWacRBxWpYLrEWHnRjkqGDR2lw24uX4XXjr65n7ZVsfwqg3KZ3lzF310
h+fL8rkRx0prxnn0vWLmC30zR+O7Xj9JIIMYWnOTKwoKTKbtllmWCBaa/uQlw2KcSRUP4WjTIKev
QaAUu04YAJvQlUSTW6JDwjgVyyxbZaKqqfPeBjHl+CKkdBGJYFxK3y66jDsf9ulsrOm+zD+Eow1/
QGYuLBd7C88AAqycBWqkx86rtsp94qJN7oQgtF386NrYlopXv6ib8D59MV9kd9ypN8Rz/CdtW/iF
KAsg0JgtPzSlLc0k+rN5jzk5Od29ngguG74ITIzQMifeDox99Lk2NjI9EfNC3DjdZeETJnwvmz3f
sfyVwdgGMdVwUmzISPL5KSl6N5n0TTaFbl1Xb6Uu6kvhnjI0pADOETD/yE+d+5amBTNeoSHosDDG
BJRM1yGboU38pj7E6V4W1fD5GSIUvnW0Z2Poix0zKsyyK6ZiRqb3vntGhzZMJDlisM9wi5N+04mK
ctwTvRLHXBVtiPnT2YJ6ifymzwe72ceVV9j7y3vGg7cCj9hfrZjbAHgYpT1W0Era2XdzIF8nB63y
85f6vXWVfbpND9nJ8MLgsliuOa6kMveCkeXoMikhtdeO6GeUp5dYEmhG3cSXI46pQQUFAIDHsy+x
sc1Vs4hQ1MgxnizvlCzogBGsTn4XbXVrcpfs5Rs6rQQyXr8lqpRpEnTK7Vk9mgiJvZAYaMaRZxFY
F3f5VqKY07zYdZZOC/oBiZPdLWXsJZF1lU+COW+uBa6kMOdZxdHtIgIpZr61NfAvnAr5xhANwvDQ
YNHA+3ejWH9vgoFmcmhz4xL5mFjP5dY145umDqbqGdSQdnKFsbokvBq6+zkF7NDG+dZb2qIzmMAk
o9jY565k1AGMPZq0AIbKlDYdjfndFHlHrj2uZDCrqaFVQTdQg6Dv9Vjzi+LD6n/0S6CEPxs9aESQ
BNzNW4ljVrWTol5uQ6ik66/G/Kmoj6ZzJUy8cd8w4OYD+piOkhuLGmzPuVGVdO+6efKG5iMOBTbI
tfSVAGbVRj3Wk9qCgLbfZsUBEH9CUkPePYL0EDCP6dWFyvz55gN9QIrtCI5Wm6vyvo77g2OgH2ch
qXHoMUZ3E8kgLVL1rthddhi8LQJWio0eQWB7GF8QYqZyMpxygsMw7y3rDl2Ik3qViTIovBXUwA2i
AY4F/bxsrwxYKKW6iTV6vFQ/BOZeZCygh9e2l5XhWAL6HDGcjUIO0l5seaEDM4CU2EbuyZh+B3xa
KLvA9fwGMcyZFObeGJzGmogJKUB6OdU1sMubfAP6nYcOpRoTtZrLSnHWDqSCGuCgKGob6CDOTQMI
y7luT1buWSQOqrb71PrJMyVZUJrhitGQaNcoussXFiYLJAfAzLFzb0jr13LA2IzSnhwhvhVvi8D8
iKFGGBtsjn7G6jFmJWZh6LGUe6FdGoHdZOm9bMavSxalQaKRYxHWN1lqvlRo9nWHxbwOo0Jz5X5p
3ClsnH3WGSKcN+pYmUuaDvdq+CbLMDE7fP5JhVErydLEBSZvY3cExUa23Bi9p2SHwnm8vJec0wYk
NDQgUKREGaQX56JKDKLHXZYWHiZkMERBotALS9zRypyFuKk7qRfVw3jrjW7c/9BigCqOccFKWEit
pnSFR4ZpcOXU7LZ9XXWCcQoeTIlpYFAaRw9IAtjYc8XkpQvbakbpt463qnwY2iB2rkvJK5ptlPtI
OGxb+WDWrdvpn6EdxPpb3O5DckpEWME8ALWzL2GWOEujJEonUnjZc0cfUu1H4zcghf1FthkykPv4
aJziwA7IzrwRgSvyLEk10CGGHk4Q5bH4TMOgAneDWhLt7B+danHL3lRcC+9VD9ynsUuX/7JFcUVS
LEeg/uDk/nkwrM5TPFlRUypF4U3TxiEHMHXjv/fZUL1aNNbFK3CZf3Aj/yuLeQ3oiTmkpg5ZMyD5
i3hXDqnbJZ683PSLr2l3MxCOWim4rKDKOzNrqYz/M8MorbopB2JSkVHsvclKr1Wl6t7D0J6v7T7R
bpXQNH6F42TXm6gnXenmphzuI1kZ7sY5L1GUVRVwaUuTvHeUoR28ru3QfVFrRCm9XHKUz7iLzGBM
IlxRPSasJjdXtXoXZkn0FJf6nPuN1GMuJBwMQfGJpx0shiIkWwbmx5gHpNGgq8awYa5SStumd6Da
TqJnZxGIoVbP+jhwTwNHzgBSBPCZzs+nM+bNrABbHVTqyradlI3dxcEcaoLN4poIiKswCaeCEwcP
4nM5kWEO3djiThxngCYExRgbv6WhJZk7h2oabpyEhAEQLvv7HC7Q8oYScyxulBWxqEL5p52LVVmT
cWuinxrAH2zTyDKng6ERUItoG4BPh3vFB/aeOwWfih+hqZ/cRYF2sGZXyl3VdtNDugfHelDsgKm2
n67moNwSlwQP6rF5KL1vzHVjdvyfj2PbTTSlGiWJ8p4sBsjGtQfi7PGRsb4dretyEPR78zZ/LYyx
sTGCw5LoSgBARFXdUWrlXwpwX+6JlORvl4/rl/sGfYkIwuEDQVmFQTHG0BQQFiRFVMEAZO3Fmru7
DpHLvxehGgraIGXADiERcm5j8jSSyclmxF01MT0A8/SeFHWCqItXWD/bIcbZ1cVimQXdIfOujQPl
Sg1sf0Bfh4uxhk15Eway//uyXqJtYhzdnEhZ1WTUYKP7Xt/XyjbMBEvHA7U404q5p3WjMutuhAzr
4TUJlv3gZ+8YC7o9Kt5p2Z1Ct4hd/ZhstCDaXNZOuKCMazAWp+0aFaLJb+txeR1uP4BZvgXK9+FU
bCcvqwU7yF9OOveEQTs4Vsbq1VrDeDTBZZwbv6fypJIrIakzVwTSBjKGj4Fr9CcqWl2+xKnSZGwR
zMrGvM1G2UW3BMq1ovZi3kAkkIscB5gqdDrWZixDzUmmkj+WkVTuPOsfUflZkPyodnBRc/6zVSxP
0VPPKLLdAt7UKEtOgt2jIr5401WQzOxelsu90mrUOMFMF4A99UV2pHFjOJh1bvJU2oaG/iC3du7K
cnI1GYn0ZqX5faEQMwA8pSQwZN61CXxPLAluNRMvI8YH2OWYaTSQTrVfvRKMaDxslp0p6qQQiWGc
QEjSZlRqiMmqmzD16/CapNgBEUgVf4PBDI5GJBNhHHs9kzHPkq7JCi/KrHQzgEwnddJjOs+PDnmJ
y/y6zYnXyMkLMaVNmS97Q30VbDAnA2Fqq0+gf1/ZsqKkcVTo+AQr8uNHu3bT2M1/z0ET3KqS+zL6
0YMyu93e2Q+jmwpuKF4US0lDKYicZWO071z4EHXFoBuILHsdRHrPMDZ3qrZt8rMQtTFz1VxJYhyg
poILrqYxbNsbvpO9xjFxs0l2YyS/EjLu63AUVD2+3IiAxceTD3SoYG7DwBqjmxTNQ6vR+BWZkckt
smn2W6J/o3yD1Ap8Hfr1gQz75UDMid7LcokVRAk3e5pQG5AXX2AjnOZAMIXKdETfBtoBOwmDqRFL
byREd3IE/NLDND8Te9MuRxvw6yDwUyzfEkHS8MaCzmTSI7qyyygJQVHpQKYKxtoq8xW4mvrHoN1o
4aZR/cW8jRtvhieSXhvVy4G+Vsl+X+zNau9UolwM9/4EFA/F38U7Hhjt51/jlB3N3tL4trqKHNfQ
f4XTHaifpNAd1QczBChnoICItL01sivUMEIAqjQHQoJ6fMuToEoFtyrPQekYBjEd0Bs6wARmvmeq
kEfJ8Xww5F9L91qbFsC7bUArCacuuZIw26tjHFIzv+D/Wk4Yxa0JSV2Q+9VO3yJ82ABt8TigJXRn
bF5HV9lYt4nr3EhutyWAVXEr7y0OACbl2e50pQTZvryxwX/h7vrXGUHG8LxsQ/eu9sPrOHi+bKu8
q9mApeqOjqrclyCRZF03GfqI8A1vPljOkpxsEQwQXwYwzhQN72K8eM4Xv0vsimCOu/DK2dhZRnNt
VcpOUjqBc+Qk7U34EJpYQQ4VzuRczJjlVZQ7yK2MXekk7jIq8u0ALPFDKzeFr7W9fDcQlRyKuZdN
by7i8uXyWvJfdZYFHTF0BCNjrAwXrdQiTYZH6g4ENMSdPibTN9oN5vxLVxOEGrxVBWEwCIOAZgyO
CubOVdKeWGE24Gk0bhztvSxcWRJN5/BugbUMZkkzdFE38UKPTeQvlpupOzUHDHm1AT6OKZr64HWC
oDTxVyPmzkHhuIzTCBolLV6YENe4AJd9e622hRsBNqHaWiCOzT1klI+LdzB+zjsR7RrvErIAWwoo
SEAsIct5bkMEwPPIEeIT2gWHgaipm5JUYCbcjVvJoB5k7akLacIlDhmhjeFIUJ4re7WLP6yiEyW9
vkiyKSwIDFJG1QfnjlnQWJZ0c0iG0ltCa5sokadahZ91y+ay3X8Rg1MHhBgYPJr8NPxzrhCIq5PF
JDh4UrOPhjc53BYit8ozxLUIJupqam1GkhwiGjy8pPC4mEGC5o9BxvyODRqE4BsardK0jMfSmkzr
7JaKG1RPL5zreDKCOVnuL4vharUSwxxh0qD9uG9wvAD1DwYnq23dUnoxu0dH2tfCeUX6a+zTZJ17
Zg6zGiXqoo+QhkxDn78ukeXGxRNi57h+6e2gqmTX/iU3/0PalS1JigPJL8KMU8CrgLwqK+uu6u4X
rKsPcYpLiOPr12mz3c4kscSm92VeZqYiJUKhUISH+x76DvT2OicHmFs+P1UzB0HP2FYYxyWTvTbF
iYiHfrxXk4f45baZpe08NzNzktzpKozEYYFh+sIak2aF15g+9K1Hc4useWVRS9cNyA+MiefHArnr
7Bibsuc6kxidrb/kaHxHEPVMDuHzwOg/ADBADqqi+KkjrwB/7eX5qi1BIB8KS6p15yTbTH8i/8D0
f27iz812FpP0wairrpq+UPcxdj/1xtdqL18b3V6Mrn8XclVqiPXUaDssRKiFp7cNBdPZbRdYCkWY
gwH/DZnES64Ey9ISvQVLQ6phHC1QROQYzVnrni59+D/NUxXFaNRMZ+fI7RFoG+BV0EdHA2E7gkIh
x+tILxnty63gqZ90K/FoMbM4tzmL5ISnGkHRGCGWQXaXHwWrQX9xp+abbvAadoL0AwD+t/dy4dRO
9wdmgA0Vuu3zkrsiWFJjgBEvCoyIyYnPN/+VDADj1J/GGqHZn47eLETAGN70uEIsEJrNfByaC6yN
6xA9E8/05Etn0jynAwYZ3uM7sTc2+WH0+LObUVDVVY/u3t22nLo+oUlgNt7aO3upCHf+c8gM+U+K
EOxTCtbOj86WePyVBel9uKPKfXRnHOIX9fn2Xq8anN04rANlepFg/TGhmE+ijs+exM6Gqf499LJ9
uf25YnFy0xs7TvTLqDJ2eWjIFBY74MCpQlOvPySbxxHVfg6x53TlZC49CS+2dHZsorbrMA0PeyC9
PxrHUXouTWlB+YPpqd+LE6MfpPZP+MQYpG8QTleylNUtnp0hHtUFaYo/P6C5b/QNfIxsfrDDB9oa
oY3eOYUEz8pUzoJfg50NtSow8bsISfMngcWyltsSvCCtBXQgGDmII+mQBtImG2H9dMDs3llfSpSM
XBbhPbpBwZ6m7m8jGe9zVDHbZmf2R9d+EeqeOM+s5YFSZ74NptO12avr8z79VNcBSYuN5HceO9XY
Hcoxx0/NmiDunrX8K8oXUsUrvf912/emnb5wPQjzEKi3IcNWwdA4L8I0LvRkmohkXlsUeEuMpqBp
NpYrQfPqLpisuNbUPMLNeRW/wPFVEh4DqQFqr/HQFM1b7+pQtefk7b8vx9aJDpk9A2CaedlZGiKE
/AiahmrEvueo6I46826buEptsJaJQRmNawB2tDkkmAvFyFD3Q2uq/DoYL2KEFBbaAoxRHr9b5B92
DkV/lEswSK7bczI0g5dDOlo1Okdx/W5p7OhE9bvL1qjcpwzp0g3wTp9arYBUwdScUTBtemVM7Vx4
fbZJFJ+Hj2njd+7KEVyzMousjtWbUZ9xgZrxzhp+C/cx4T5zx5Xbcs3MLJw6pc0HTcuEBwUWsVeb
+IciefUBTv5fGgAzK19ozdosmOaZcFzEboFU9zcZAjd+Jc0hW+tFXZ9TfCDka0gBAFXBo/jyirDs
xnGjIRFexiLIPpWE+eYQr3nb4lrOrEz//iz3jHsXI3ZZKkAi5/h562z1Sb5Ambo0m/96iqb1IMUg
cG1IQczeIUWWx+DmgCWUJlFm9pTWC/PvAq7hPoBqcOXGuz6zl9Zmz5HRbCMQlsMj+lrcGaFsaFU2
MS2lJjaAqQyUdOBhyl13rWqzvKF/lznLpTBpahsuwzLr4aXMNchJupSPeDcYK1HpKhOGngbgWS6e
/tCtBDHf5ZczbdkKHuNocSekRNh4Q8Z00JUgxX0GrJOfO67XGWsEu0sbC+TEJFv3JyrOnL+KTZZq
NZxf9JCyATvaC9P2LP+MygF6SPbKIq9z7z+r/GtuljdAF0yXqoQ50O4EqXWyMaJXqLvQeLS6tzje
5K2HnP+/e+r5EmcnT5boXmQZbDLxR7+X18h8wdDOAtV+ctbeZdfjEn+WCGAfkLUaQUS+/JB9DzZb
x4LAohu/WSp6l9tG2aec0cQ4ajpuHQBCHN/GdXN7mdcotJnh+dnvqpAoJQzLkB/V+lvifC/Kt0pp
PIhOAg+H82Eo+0GA1IOUWxcJYmG1W5kb2ybCEAmmSMIy8VVubAhwIbd/3LTo+fUEePn/bcrMu0XV
MG4o8G4QB1M9fObkS9Kv2LjKuab1a9oEFLNQcpz3Seq6JmE9wAbIOWs6uJieaqJOUkmyNhhafsLz
c621d90qmhmdBSaZ26PaM0xLD3bxlvTd1o5av+QdjWPoUQM3KtF2S6qvJTrUifXbSMd7U3vLVIwL
29Ln1uCbxnisQ769veHLbni2G7PApRLW9kg4hWeAnKlRPvR2J+U2G35AWI7yLmDlvZ0fZLu/bXfx
QwPzCVUuYKDQtrr0fg7+8yjBnDxIu/jOssVOd0Bgx8u15V21Bf/sO+APiO6QWbJmcQszbDnanzjU
sh68UGYANclAoKZtQbBAM/VXMyp8aadPwxit2F66ySdqvv81PYthZgc0vTvFsJbIQ1xVe8NauwyW
d/GviVkM4Z2etmWKj+eKHixHJkIIxJxM7Z9CxtlSZiGjI1zVkwFLqVAC8dMdemi/4x0gtMd6x3fc
8R71F4e6HcXzYjc8/4ur/F3kzFVKLliXAYrsxSmGk9wkyEgTdEO+krMuXqxna5ydUDtsWruZLlYn
3lvjximeXVw96RFc77W6a9On/9+q5udOuAZQydjSTPOb7p6QI+l/3jax4oDzgkqShJ1bTumxUrz2
xsNqErn49/GcRC8T4AzE0sszbDQmklVQjXoZfxD1S+Xubv/+xZzDBOoE5VdQ481THZLLws4axAih
pscuJdTQkherfCVmuatJdif75vO2xcmVrq6fM4szH6hyolauDotkQJPeG5THStlZxc9QrDjb4sE9
MzT7+p2rshRDhaCZdR5aUImaLYZB13CCi6vBex+ExGg0XyF30m5UEtOoEIA6XG951u8hvFDQSP2i
DpUnRnXley3lwACATbAnNL/AkX/pD2ZbhGGR19Oido354UDWxN2INUWBRa8AASRSX6gAaXOaSQXV
JOYQbB0jmV8LAH6yCnd342lsh3oTVYrNPzjFX4PzWehIFICNdjBYFVtHP9UQOyp+qc6rRlbuxMXv
dWZo9mpmilOxvppWBjYZIvwBXG7pp6557riC+/mjITF3dNR9gT5AlxL1k5n/5fbA2BAJpHycRh7G
Hw7E6zdkoPEuppKme+u+25ySw9fH0He99stLc9f62Z21rTacYss91N9XjsR1KxpX9dlvMmf131Lt
6togDSR5H74oATsYO3FXPGUfILa7G0/JR7wfg6dUpdZjdcegS4rkfCUzvC5XTj9hGrOBSCK09eY6
EmldgqLDbRtvQF3wYGx7P/IhOCQ9EWD05tGg+jZaQVBc12hnNvXLUzNkIbgPHNj8ZKMHVr0P9XF4
VL9U/lfo4fiDB8V5PzqYd9j1nbXicdfTzTPjs/Soc43EdbnEgg8TbqYIwsFLt4rXbbpHa4tn7DE7
gS1sbZ8n97pyv7N9nqVGDM/bsExhFn1CvwosCjbsFLIdzY9j9Wo+OFTxyb3tq76+rVaC1J9xn1u2
Z1FKDFWnDgb2G7MZm5G+2w/95vOZ0HZDfO2gPqoPrmdsTX+g6cdLu0GGvkaUu/gYOHezWToluag7
EuIngPxbg4uJ4Hmk/Ubx/hw9vsm/lFv7YASrI/qL+26DzgktVAx5zbNhYCCGhknsu03Blwe4FPAW
VH4xNiD72kBI8C4ZAI1KKi/fhGhxraSRS/mCcWZ9/tWbDOOJDqyHuklNGeju8A8WTBAeGGidQXp7
PuRUKlkMd+4xI50lHtDGXrLa0VjaQhOgKgA8IM9zxbit8axLYhUmGsz/+9UOQVp8wnPufvD3kv5i
e/Y60Gjfetm7s7aBSxfsue2Z35iNZoxaCNtuKsGd4jHuRygdQOLx9o23WCIADk/DJQ5G0ysJIiLr
Oq0geu0ZLR1/uLSZJL6/M/SrrKeMWrUHBVmv+IoCSUeH7WpUWsqOzs3PHAWiaHFO+mmPB2r96L+k
9wn4TUEXgylB6njpdwMPjfzh58qql96KNuZwIX1jADU/nw9JhEzCqjOwvdq7nVEn/UXso0xfU/09
sfwoPUhzZaMX77xzk7OE046NLsI8cOPVMU2f5A4DeQ9gY7wr9+musyiBlvPJSnEBgRAaXckkwHR3
9Ibeze2lLzi1hbcxxmNQo8V7dZZ5hHWTR32FpnpP3orCc/OH0tyipggdNhDrPzhrmenCB0Zle5on
B+gLumgze7o+OJxoVe0BJSi3vQuAmxkmEg8hqM3cXtpC0IEA2zQ+jkKbZc2BUllcxtJUQa2OpvvG
KYfvYM9ZyaYWV3NmYvYReSyRaoMgF5RuFRXF6IvuQQ7b2+tYOPvQFJlaapNYNCY4L9MEUrWJEZcw
MhoohbI0aLEcaGqFX2/bWSq9Tmo8mJHCm0FD6enSENNyo1FaUUN1+9AjPQTfrzRBjEaZAkqXvZPd
l9HLbZtL38gBYbxpAIkAQMJsbcxIyiSVbe01Tr7hYbnP7HrFDZbqXFjWXxv65bJGKyI8S2EjLYGy
ARmkUXsFL6kwNrXwx4Gy0Y/EJmIr48dLzjFpz8PJgV1xr64kl5ex6wArYgynMPwV9y9F+/v29i26
Bnj3IdGCQwVw1OXS1L4Y+CBlDW6r18rFyKIBrtMEN+z7bTvLS/lrZxaWIx6jHSpgB3oTqXEy25O2
xv54PW2Cb+QA24gKMCZ6oBl+uRbFjrM+VCfvy4unMQmnQdfivR6NFjByk+0GNo6Y1y75sdCife0a
X12M0fp8ZPnz7dX+wafPEkX8FBAb6Giz4KafbatmQvFeS/vak1nPMtq4dvPeFRF7tLO+/DGYvNdB
l1baOYUmXerLhjunKI0w9tcqaeUhoPEd/nix5ZAsAIIGecmxd5rOprVLWEFj8DEzF9OBsVL227gQ
1bGMmHiziEpqmnUlhrZUZsWPvDetn8xJ3Q8x6Ohz9oP9HrsY/vFB/tE+xWGqwYFr2us9pBCEnjwU
7VSyCsvBoXol4w2USorfXaTg0eQ4uhow4OgfNV7h5VxprX7Q29ZZY1z7AzGf7Z+L+WAT8xjQkgM5
+uWn7BQxDk491B4nCpjC37DFAWQvNqM77hpHo8YAzpwk/mTWb7USLyAFopGefODC8HMLiBSgTnn9
LdUZNZsOw8caumnyvzJLQGt8aqfpKA9PE2Qzd8sAIFErC99YF/FdB3RKUfSH3v647UoL1+uFlekA
n3dbR4e3lgorblN2J1C21BGNHOBdqUrica/yJn1OoRTFbCBlICT2eNv84rmFnAqoMwCeu8rmMIhQ
MNXBuQUw5JhpwD8r/Bgy9g/XID41BsUmaXWME12u0upZTspkrL2otR9KVfoYs44whrLK07GQp7mY
x0LdQgWUAc/0S0NjpXXSzqd45w4kcNsM3amBgEoBoJ+XmiFpHFmhe3qmdZQ4DQ/0lrPX23u6EHMn
NbnpRsGdBcmay99QySGBztcUp5AvyfZ3DX4B0wr6Nf7QNTuza6sueF4aACl7mp5tXFIdVSt8TzLn
0EER27u9poX6ExaDO9+B9M6Uf1+uKQr7MksmN60LlAuNlwQq2NA4lR2UlYbNbVtL6zq3NVuXGUZ4
iw6wpbgHt95akbhX2TGz11jOFu2gv4SEHuVCgJIu15RIRPgRyipQ5dPB36YjdbaURvvtkhaDN8Ti
b7fXtZDKQJQNzUXEUQTqOckA79N4xBwdjnqOOTSje867tULZwnG+MDEt+SyaSGFW7uAirnZVgRlT
beNqgy9k8w+hEcPyGHtE1oJx1tnOsdjRimE6zmb9Wefc68OXRPl1e7e06ahe3RFnRmZukLPIaoBv
rb3K/tN3UVPap1+4ute0NyPbWk4P7IbXiVPrbgHQv219oZKMjcSbRwVzkY7pscuNHEH1w4GBQ0pN
GmqbO4h2gmv6lKIYGvmNXBNlW7oFNOTVQMdNiJg53U0uwdMx1JPLl90+TMyt1vffgKm4K5g8miYH
WYm5t4zu/fYqlzxy4mjCCCZQfwiXl6ssQ6akpMEqkx78OnpxwqTtf4/806DZ/5mYJYaZTHKDTK5i
qfGTVPPnJJoArmsznkuOj68FwjEUr0xrrq6I2lUKDQOOWFi7PlS1Nno57t188G9vmL3kF3gBIRuY
1PMwyn25Y5WNiqxuFrXXRlpV0MzFB6M1SHJ8NU9rayMji2wcWfUvIPOUpzLLUj/TqxD/kYIfSWM1
FgO11ajRadKLyqairwtftWpl8OooAWEkZNvuFRRAg2zUy+1Ee1DSUFX7Yyjt8WAClPzRj3qCyXE3
rD5E6OaBE2mgDMVYQnzsmnp8cs2ufG0SdzxIYN18KcrRoaib2BhFHQX+V6MsE9ABEiO3KENx44cB
1UYZFHpR7BSuuT7ro/DR6fQKd6Vud5vM7LlnlabcGlXvQksL8zhoqUSPoH6ON6pWhZCJCvdpoeh7
W7FAcz8aG17aw2bsShcwNXd4cHV1xOCHYh6tCq8tGmVtkQcGT9UnoyccDJ29aeyGsRnfh5poOe3s
pHw0RvTHadZHIqQQhs8Cx4rka5/12rat8vSrwmLNG9qYAHOkhAA+3f7iS29e4KmQVCDQYVR1/gDV
XSjsZDYehqpt2sc4rMpT29ViDxFo8x3QtjChNW97v1R65wQK14TTPhnkyjFauqvAsIg6DFILEFXN
giEIBBOVK/gVIlFpMUjP7F4MJxialXxw6Z4/tzPzb2ygMfQ5qi9OzSC2uyncFDREftW9SOmsbO3a
mmahAXq4mRQp8hc1j2kL8qIIWOc8qJqV7tGiHUjCQXeX4CE4j+Utc4WhN1iTISK/4H5t3ZemQ21t
d9tVlqLpuafMvlGGnlrZWfhGyL+OfWo/p7zd3jaxdE9M8zSoKIEjG/RSl+GnwzOuMVGBBcJP88YW
pG8FxlwiEEgpWfFZYIwnTJx9Sdbat0tuAT4SVMrgephdnP79WV7hup0ijWkLuXbUY69QGNVRbkyy
HVpz/+AW57ZmJbO8TfrcltjGEuznFJKv+UYh6qvIqvoZUHXjX07WWbY+83iWV0OT2SieWW74SfD6
pQzQr6bOHNoV9vPt77fsin+fBjOXH8CWUoFoakptISnJaE3SoNRfw2htE6+Z7RxQO2NQCMyVeHXh
9Xb5xYpRU1NXUXG4ts2z43WBvNPuyJ5TcxceQQiEBpp6Z+/1lQVe38OTWVvFcD+oH6+iZcdCmXeG
iZy6cj7iMN9pBbl3ImvlHl5IDi/tzM6aZhVOVWewE4HftqnegKndExR7Gn1ANQ0XpLLVZfvSxECp
dQ0tReyBcPXt9te8Po2XP2LmOqadazH4ouA6g/HQhqASNpsgycyjQhiIUJ3A6ky/gPnbZtf2eOZE
MtWBoa9gNq0N2giDlpod5GuIg7XFzUKNgaITky6s1JnnYBn9Gy56w/gyhN+z9A6SqCuruj4al5s5
c1i1IGkV2ZM9M4gwlxN53P1Q1wBji1YsUJZMmD/U7WafjGeRCr4BJNoYSFT7LebouxaN1i+3v9A1
L/N0+s7MzD7RMIIGPZ/MmPfjF7ulxieubeUUH8QH2Yun8pkwqv1aY3VfKGTDLPJfNGvQqgJd6eWh
B5N1Y2MkHKcPdVETwoaH+rdNfFt/kAW1M7+X34c1suTrq+HS5ixcM9EY9lDCptZv0uR3b7VQyPtw
k5NY1bef/tTlixBMMRiBBCoapUNMR10ur4iEndcNDr3l3Nf8vo3ua/NBlO/G+CTX2HKXHOXc1mxZ
ICQfh7aALROFqogEZeibRUmVbn/bVdbWNB3Ds5s11sy4IKj6oTKWoQTq0Kr4GRN9k3BBCYdsYusE
ty2urMyaSmhnFkcItlc1m3axfCjYL1u+xWNCXXUlRC/5BcDryFnRmkLVfvaxap5B0MhGP9iyU+pk
J9IdgK+lgMvhVXN7RUsB8dzU7Fv1ZtYXYDZGQEz2YfFdtfcW+/X/MzH7TLwoUVmxYKLTek+PH5Xy
R9X/9x4+/Pvvls3ZFd0GPFYhFMQ9lO7NAAl/7WuNBaRN6JAHzQ3XiGAWfc9AWowZA7xn51STRJRO
jclt2Ov19zFJGKodvV93w52acTo0xgdxde/2Ri56n6miMEpQB75KEFwz0ljdheizFbWfThcJcN6R
n5kv/2LHmHpegJGDhO7Sy1mh1Sj82Si28W6fpV4yoHetMEixrjjf9IeugtIEmJlKe6gZze7JGAT4
TTNiEyv5vSnvkERTo9j2GCmtfYMH2prs5OK5OrM3bfDZ8c1Lzjq9hz193BUdNXSfia+2ds/LFe7V
BaTHRMwFGCDK6cTFKOWlpVqPO0R2bGF375467mkf6a7cxff1IXvTvEahALQ8ghb1l9vu0s81qaXF
y+zc/OxUG03UqO5kXm6KU4smWUL5Z3anbGO/2UHP47/6C7o8eN2gwo2GLBh8Lher5wrQ0HECRRtt
29hBJ+7DEbKh+3+wglkDvOCwrfZcJwtEdZY+jFnjVcmut46EvdW9r7jvt61cqwIjuwHWyURLWQWP
7J8ve+YjQ6eNfY4HG6B7Co0DHf9sttqdcdIPQN0yWmwbkJNvEpALH+x97GNk/w7iLyvv7mtPxa8A
Kx7qCYaKnu18S003AY8i/nYGlCJ48zWal5uoeCzrFU+d/tDlEbw0NDsSncMiYBWw3N74ASRCLjGP
/bmypWs2ZoeBSNURSorFqE/iWHlk72yMLWidt7Endu2GbSOvDNItFI8BUEwCa69uncC8X3tfLWSW
BqrEKkqciNdTyenST81hDDsVrWKPvdc/wFEJENYD2TKq/LIDvkOL9F47DCvl/oXX1qXR2VGMLbeH
rDmMih+DV/o2HXf1Mabmvtko3+rTsLu92Ut7fb7GWezWnFSNFAlzyXBEP4bIH0W2kp2s7eM8C2pL
HaTnI2y8l3vn3qb5k0I1lYbHDxckD+Jeu3/6fy1qLrnUu20q9Mkg1L8Sa2+oW2Uts7u+ii4+kzV7
FA95YYdhBhP2i/GB9NEvafzKt/aKOyzBks998AoqqqKG3A7T99nXBdWAg/O0TbYxX3EWgmI/bNrd
mxNwChVAGsarEGH9Om+5XOfsdcUIC81mcscuCL3oaJ7EJvmaB3hd3fXPcidwBm2cRXUf70+/+0f9
AXyLQfwZwlHXmFZX92IW5AqVJ0Yo8FvYexsYfnRMNhzDcRs3wHjQJ6gN35VtcnqJ7jsv2a69vRaq
PJc7MYt8EFuxrHT6EsOBBOEWNLYuKMA1YAV/HXXq/EB5/MnZrWGFp/2dx1tQUky3i0XQap/FoFKp
BtDqOrVnx+o2E/ldzYoV6PtSCDg3MYs4gH2p/QQRgXqu3JUl28U4LVXLVxBYS1cULicUhSHsAZbj
WTnANjIhCoFstOis72kEyY4mt/v7IrKeu044G27pKxfJ0hlFo80Gpz0mCXA5z+N36KAdNL33oLyW
sdPokq2UQTTuo8igqDzma9Nkkw9cfa2/Fue0DmFlqUMrp9dR8c6KKuir+JvkE2ebXEMJLB1MlD2m
UrsDYNT8ctJbJ43D6UGhWeQuZeKZ5FBrVCry2nfhcwvcR0GGt9txdfEMnBuduUqjVhX05ZEn2mx8
lCVEKnPnh5OMoI3/NmCaM2XxZpgYnotBeSJFcwK311a139QM8yumPHDL3pQpe779sxY8C7pI4IgC
5TswfvPnb2Gx2hmTGIBh5SmW9wnQunbpEzzonTi4bWohU4buFlpDKPloYHedP0HAo6O6RYncNUow
KAxQdqn4mixpGQ+bGA972yg0qoKZCorUz9xKVuwvntWzrz5z6YrHTRjm+ACaGDdhW58mTegiqlY+
9KJzYSVkwiGDLHgWdUwnBhKtR0jI+29EYEpgYJ6agCj1cex3ja3Q27u68AHR+5/eqZaFR9C8oyzU
elQTB6vK8q/C4BtHq57y8TeXBqTA1qZeFtd2Zmx2c1cA/dmVhLGwQTeXp7u0gQqjR6K7Ruw1J1rJ
fha/2Jm5WdirWR1bdY2tHEMQAMsuSDAq0MfKygNgbVWze7pF20aRIcJBj4FqxfgOSg9F/a4lH9K5
s5Wft7/XYpg7W9O05rM3j+zd2o0bbGGR6RTpql+Jn6zn+6xaYxpcszS7dBuF17E6vfgJ/10AbK3o
NG1eOfAot1e0/JUgAYAxTeBM51gDQLFMO9FcVBYMkwK+dxKAikKHaXfbzOJtjlj9v2ZmXwlK13gO
l7gDS5GqfljE2m7o2JrEyrIv/LUy+zw8BtDeabEY0oB3294Y9hcJ2nKxBQC0cr7eXtLyF4J8lDNp
HKALdukLYBoc3VCBfwtHAasM3oNA8RgAW0RcX0lUFtcFeLWDFAJdtnmcr0ivGSFII1AUBBCAPBvV
h90rdCzQ/dU8bU0dYikqoSytAlZoY9JoPkfLjRGkZhFCPa8tmtanGlC1onwa5JfaXJEPXNpEAGow
ITxp0wEdermJ3ESKD7wFKiIMAj+yZsij9STe8tJ6zAAaeb39zZbcENp3mg0lSYDV5yRkkheFmQuG
uaI6CXKdnQbWb26bQOEPv3mWCwEIABoyMNVgym4OzUwKJx+sNG08B8Wtg5Uk0Vebgf5NE506Qjwp
TV95qHSBarBir8RG/kMUDoHCWli8yNKJXkOBJIINvAlSroA3KIktFHIc5dgZtTy1Qus4RXMS21Qa
afWjd/LmS5r1hmc1WvkFc2NO5PVaqYBsuOg/VUWxnpvKsU915oZQHYM6lSZZ/ytuSW6c+tCM9sye
8rRsVMlv0oui8Y0s0vfl2CtBx8ZsP6oRWISFm1rhnZlGydEq0U+gkNu1MA8rBZTDh34gmJhUTHCK
pKRwdTC36CZQRWNuRgGoNgxOG9Vu8Izooi7IVCIDvCTlbwnFmgb8f0kUe27SuoYXdiPfD5rR3yWa
kh+bLO9enXQs3xulegOK+hGm5K4vOKBGgzqOkgrbBbIn0vMMOCnd2MSyy761tnC8USuz5xb90R1r
XC32Bh24Ot6jYwxIeFyXgUlSyHQMuUoAG8qMgCRqstcyrgeZhhodMXr7AE9SAi7rZq/UsjpYgKns
B7AwS/Qc+igQEvMqP9Kw1djBzMbMw68unUMtSFwElVnbwJlHve7lI7acImULES+4iinHrIa0izCG
8sWs4wTJa4rbK4zIe17WAxWK6256CSpdWtmkpY7ZqN/6IUGvr82Kgfimy3rMnSdhsrENEyJZVSnZ
Szs2wnnJsr4dPGlx/YN3It+VZl9qHgE4dNNp2vBTtRnQAbVWlkEOJNjb4OKb+RoPSbEdKxM29dqK
PkyMEjgHk1XuKzLvfDdAQ0yHFE4VGvcj5F9cCjw/cXZca8Wx18GIdmjQXsD46oTz55UKyp7CdUKL
GlxAZ7fgrj3SNi5R4TG6Qm5azs13yCKlGPjMOD8ouaruyjCtd32lWYAIjZAQqLPSxLMp1W1OUxa+
WhJzq7JXxX0LxcdNhEh2aCJe7UJFuEejy2Idtlma+LYq2E5gZvK5dsJxb3RoqNKxj7WgCEW8NfsR
AInSlZi/sayO+WVmy72sUwWA07jHgCU0yH4bsWSQc5Mx0gupQzCbsD48GoqSvah20f0Cy0scDO4I
FpeuEDsHIyy/oKgG1F6fOONdypMQQAzLeKoaTfHiHHVwamDNG6uSGCgfFVZ/Y7kb69TOS/ZVTxL0
ssq4dLrHkPP8UIcZeFUcVWRPZte4L0Kv2GNu8OFrNzSDvVFTw92OnR7y3WgrzTHSMhsXoBWzIBcp
eQIISm39zlEy7SjUrHy2FMHvdIUkvwsLyRPtRhdtQBNzDoHDOKjDSOrI7kV0HCOsAJofyGgPPqZv
EpBhafYQ3I6ZS2PgYEQCyzqmr9yJUvHyGuhcO7ecBuyWoD9SfWUsINkHWljb9aGiFeDWe7OqX2ZW
Y/gQ0ROqJIfPgRU+L+4x1vC58mOW4vf5j5nlKo2qlg1Lpzspw+iHfM157if2t743/LFlv4vqR8Ws
YxQiHRPQUG/WHriLT63zHzBLYzJNyRzeTwV8CBkkvPXbCjOZje7VuQkidG1nmiIgWQTiPCAVDfdj
ZQOmzGV+geFjoFoxqSoBkHj5NSC+lmBMDhcYqT/TyPSjJtoYvPnWZh8FFMZoLYtAkIL5WRlRt+xX
LumFnAD6eFPD35reRfOSPvhKIQljVzAvqgcrbD9xVA6SHzg61isrXZjkuDA1/ZSzfL5Q2tEWbQ0e
gLLyYzdQkypAfZPWqjfIdxJv++jQ6iu58EI2N1GT4nWJOXHo0sy2N1UzjGY1uAg57kFr7N4B2N6N
owoCI257ZZ0+K8P32wtdyOgw7ACOZeC+8bKdoxMjpihj1sJkDE3Kzqwo0yNPUfYhWOHXpDAXcixA
sTFDBwJpCAPMJegkjxoT1P0oFBg/wJxE7TX1wiX/ODcw7e/ZR0MY1KvCgYFWVDG4Ssz8xLvwS5ak
A15LWeXf3ruFF5IGTCJA36h7oGc3+1ymleAKt0Z8LvlSd+9R8sHISoVwccv+mpgTJUUDVOmVDiZ6
owfzbuM3a2x/K4uYJ748hAoA0WGhrT8duWvtt3/oUQMtig4YkPgIHpiPuvwsxgjJ5zTVkFvHUU6d
Fnd91VBF075wvTzKSDyNUUTLqltDNCydJ8PCvAv0VyxQls4+UGpkg1qqeuPJRqNh/qnmAXI2JRqD
Jnvt1ZV6w9KEKBzBxUjPVHgj8+Or5P2g6AJNOvKN+0Kn2UP9oZ2QRe2Ln5Wgw4q9JW/HFIBrYB7K
wWzybFt5W7WNMV2NqfZaFcDrfyr2Xb8WCZesWCCowzgZ4gPe/Jcfr43w4FMN+EfCH5oaIrY9lDeR
Qvx3AJ6BKeG/dmZn1ypd0cWpitVgulIt7F0zZscCiWrG1ZWG7dKhAhQbI7TQ40Ixb+YWvVJ3VhLB
LZBuHP+HtOtajhxXsr9yY955lwZ0Gzv7QFNOVVKVvPqFoZbUoCdBT379HvYYsSBucac37sONHnUr
mUAikUhzTmwM+x5UNv/cNWgoTajghPj5oDxftb4RCUIFmIJQ69RqtFR3WBd4diqj9H5Z1Nw0q4RO
GJwr9KQBHYhbOTw3mKAmJqISt3vGw0dL3KtqzVxiD1c5sFO0O2+lu/oD6u9Wn1nFLl1IQsy5kOkH
cOvZmkUUx/r4ATFGTLpdmn5ESxM2c3n2iZZA1z5fUbNlShcNECJsEPYz95C41XcAtqzjlbbN3rz7
8tg+ATJ0oTFjrvgMuYCQU/BeRx2fs39VJ3WRCqhxlYX1bdhgpjr45ks23d4x0ZI3SWQvtp6Mv5KP
sqYiuQ1VMEjeRh5UFe1mK21o7WjHprJMV7KFF21DbsOdfC0cxc1SBXc22sacLP5HTOCP8gUpWc17
H/jlpU3W3V5+QAopdIK1t0FfwRoTQwxQH8W6vXq8bMGz53Eidfz55NrupbhmZjiivHbHSFQtT15o
sh8N8OuCfqrFhc2D0eBtTCGg2KfAjLgKf6SPwcrMLen9siazV8B0AUdvOlElTbUyCggWMAFC2nX1
nO4DV0Bj5Updm7tqHT1dljd/8j4V44yT+jRoqh7iKJr1gBdvEQaky/b+spQ58DGcgU8xnEHifZzr
UgMxlZNcq5ZoM/e5AcPY1rsTV6/lJlhQa27q6Uwg51GI1gVNA9xLW3lDQ29yGERbbq36ubwHFoay
pN5crI8EI94V5CfqHPfGBL2vFOojyjA6+Kvnci2/oJ3lYNyoIBVbWMm521SXNCg3Bvh4xJzbRxmW
zBwSCiDCLb1V7hoHnY7VPnw2tv4tIW59Zayq13C9hFc5e7Cncjm7DFJNiShKorb0Frn+Y+oEnYWk
QneL/mzVlq/Jt1CwREDILY0Ez9qOjnkhYiL/BroizkS1IGB+hjFPuw5FBhzdCMlqtep7R/BDYetn
LdQfGApBuaIm8KsGCe8GJpYPWatLjpdI3SZThvSQF7m4ROxFZvzC9Ns4u64Go0gxZQy/kDa2TLtt
BnLehR2fNS60eo7PHn3saDzfcSaGQFIydMQ1A0EOULmT2Esr+5soaew8RXdB8pHn4CJU/YVsxbxy
fwvmwSFh7kYZ9Fh4L5RWre6vUileLyg3a86fyvGT2L6GzF+P8SW73eV76b1E+gXXpPgAcCb6sRcO
w2v8Q7SUpeLonD9HAv2vNTXHPM3Ey1ZD5ku5pgKPMRUfq1zeUK9cDzp64HQCKDBGbYNpxzInL5f1
nXO3U7mco4iVAp0/IpY0Afxq/J0JOz1/uCxidkVBFotwDozwwP04Vy1lfWfoHlY0QUcB8pfqjYZ+
cvH5spRZ25hI4Qy/DgQCkNdx34J3I9/WSy3xs1ETinrAuUNHKypTnNUDRLsVA4qoSQGGoW9jhFa/
Fo/M0d7YytzWm26pMjWrEZ6YiOvHmbOfmbOJSQxaijA8w43RyI9Cu4/EhXM8u/WAjsVwGXAoQJx3
vi8FZgn0ToZCdQEeOaEDG9WpGUTr8r7MS9F1EXgoI9cKt2xt68MTttCiL2+z1mX9sYgWXo2zItCk
gXcJMhcib2BUMqqmanHZMVAL4S0Ohm7RCtvyV+x4IoazMIAv4/eONzgLtyqJrMTbEO1RTBaeHrPH
ZSKGWzAzFpGaH+/Tvt8k+T7St7XgREuPgPFj+fhxbGz5c80I9/ZozSAdYgopsg5yxpGZINYdE4hj
nQtqi8smMH9h4tkI+l0T9yY/ZCvEakNa5gMb+dWoXda43c4AX+w63gWO4TahZTQOSDyVBd82f2Qn
cselnpwgKS1CSStGuTtwANwIt3jPHbLarg6VC6Drl3pzWdHZrRsxmDBNBQAyHuiXiLXWKWVQ2aG0
DwbVVsNoGxbvkZAvVJJng3Jwq/wlid8+FeUdA/cwtq+363xlaFdq/iT1oIgHq0WGZMO2Ck9JbpV0
qdNlPu6aiOZaAZRCanWxhpImYLks88m/k26TQwSipk1no7oYCbZ/EK8AwaAv2NGszU4kc3dkg9oE
BftgZUc+2gtvE7Cs1Y9dfZ2E+44tTVvN9TMDQg7jvmDIAE40D80nhj7mihn0LHWnPIg7D0Wy3eD2
R32db1ByPCi5ldwstqPP1SPAVQAsLNB6IWnOHX8lS1mkDrDZymme4Pst745uX/yDuRmOl611DhkX
Gv4tijeisDVM6g3QMH+uXW3NrtXv0Ud26G9ATtGvyEo9RivxG30BIe3C1TN/MieieSPqWyWrRy0b
R7JMK1nHV/p1unl58OzsatFw5m12Io6zHKkZqrj4uagrEFFsjo0dHBpLt5Xb2KK2vo8PyfelRuYx
rPniYScyues1FnGrp5iwxNTtTSFcReKxaC1BQz+Qe3kfZ6+/MZOJQVSwrPAofngfh0noYRsDE+Pa
4KNoze+Nv70sZDYYmQjhXGmkFVVthnA4gupZUneLKuVlAXPLNXb9AOBDHEfnOIsAr2mSGCOn04Bq
TQVI8IHGh6wzbZqX61QvFqoQc656Ko6zCFopGNXLIQ6M2FZM6KouDkK+SpbGo2eTfFNBnBnIRReC
lxgL162UbZhZbKNandNdtYAav0JznfqtvhI2rZWeuqXzvbSk455Orr8cUK/IqEM0Watv6BHIrMGJ
XNMlN0VumyeyitcUMO+eC1Ke/99mjiY7kSyCWlqpE6yuabwm/i7W7/sYzQ+beglwds72p6vLmaVZ
t2pbVRCkoj2RpVbmr+U2XNBm9ioA+QFm58b+jq9T4CVI26oxhmWpS8FBb8RXNH4qyDb2rDq8Ev1b
AfxRoL8k+1C+j1Lb8xfSfXNbOf0CLvYUvdbX2zGLWSU3cX+HDgILvSwoulpmuIQlObem6OeBOxkL
P19YfHQxSgajQ2gY9Dey8M6SlbJUNl0SwVmmUJSNLIwi+kw6pSESYJoH8orcvmyGs80FU1U4O4wa
APoBjhCXKRDN4tdacAvZpdkPRT2gA9nxezsxb7pmIQyciVNgJoAPBvbYzwv23PqHro0Rd0OqVDBL
kr43IIIG2S+R7jog/gf1wmU648rOxHGurMkCALBLeP4otDiyNHVIFa6AUOvgcbewoDO3wJkozpkN
eC0arTa+tJrELapoR8tfIkucLB5nGkUj6EpfQUST3AzSUy/dGcNd+gtPRigC2lpgaGKimR8aYS3o
zrMxIOjaOzThqME2rRa2ZS7jO5XBj4lIQgUepRz3cm/EDialHZMmFmZLXyo9A9gPc0fQtiHoNizo
TwuGP79Rf+vHY2z1styZagvZInkOc7eNdnG+yYLHgbml/0DVTaXc9Wzb5g4RT4q24DBnvNWZ5pxF
RopPCCjHKjuhxPbF9wKw1pEP3vhMfMzyxr2s7JI03igBfBpH46urNo+S8kGa0DZSgNcnV+jovCxq
7t2FnCdCN4Ihf4KB4/OjDexsuTE8aKb2CJeZsBdR2m0remShjzKv95KlaDitpFtUu24MAprr6Pny
J8y4zrMv4G6CLDEEU4qgbdihM8kwWgkNboVk6xJbwgSaXdiJstxTRFPEpBZTKFsH6pUv0FVO1J1i
grFGjgET9P4riqH5BDcswKj5dJRIBz9OJSimsi3pADmIpsX1ZRHzCn2K4HxLHDTMEzqIkNAX2ulW
Hg3It+6jZh1Gj5dFzeU8sE+fsrirR5J9gApICL76HQpn3kFalQfjHZWYYwpShx3ZxKelW3WWbQWv
ChgmsCfRYMjF0KbURVITQGZ1X7uhk1nVBm2wArUCG2VeV1knTucmq9zyd9o1frCH7V4px0XukRmg
gxE8//NDOAfAIpgl2AWwlzex/RhdAfEl0Wy5cow9hqjsfvMaOTmzhPv0Qdn6C6H97PU7Ec75AxEd
v0GhYpf7eFO0tqhcVR7IcN0gvc01tuDq5mLDM1U5m8q6IjLbbFzzVe4A4GD9XHZ2swkd81a6rcD5
ovdrb+EanjcuA6g9Mnr7zS+UDlhd1sriyLyraVaJcaNMG/uhBws4iYdYLS0VU3kyyFS1gILzTrYy
OXJq9Q2TdQvvwtkjNfkSbqd9X+rKYWQcrjFD1h6ImQLbCpPShdP6Sxfq6G+4FzXotD+15jY2MPII
PPLQmuzS/QFVmeYYHquNdo+HVGSBsc4OVvW74JxCzO5ePs5LanK7LMqtWWn+yO6no2tBwxxKFTlF
UVth8+EDyfyytPnQYaIp5zzyELTuag5xvfDU+SpoQbaFvkk8YFyRe1M7AlbDCtiCjrNxJDC2Qdw5
lhv4oUdhkLU6KyDUqyOrR7oexG8noEtIWbqg3/j5XzfyU9L4JZPnoaoyYE6NxNEUhacAEBYNKrX6
ghuYFwKklT/I1/kQLzDKKlJFECa2FUJhADqGpbHyxdK5vFdfxQAUBDOUaL7CWJTyc0BmoouXeyH1
YjTw6gZglakwGG4RtIDebNSFwsDMawaiMGaASSUgneCFcb5sidQKga4UKKRV2iGg72Zc72SxXot+
5IbRD10NbQFoi7pcbzOxWTjoo4Wf79lP8BOgF2kY7P5C7WJIoaK0DMLzPlwFoXobNcM/ruOci+BC
GznsQjEb0Lhba9FKR+u3GMdO5ucLdj5zus7lcHGNkmKXfjYIh/Fe8R9adGp22qmUnYgBjDq0Y/FZ
oEusP19P1yh0rLVpwBkx+Qm6lJnoZysrdFLW6F9LvFUa1ms9ky3BWEoWLInifHKtan1PCUT5huZ2
XY9bYexjN2/Qhb6QY/p6145aYXAOGKoimlLH0zGxfgximQ1VsWUCOKLCxypdgd/O8vSHIvmuGkvN
r/OKfUrj/EZBo5IgqkD9XzpoRmHl4db0weWkLriOr97+XKvx5xOtkFEQ9biHVj1N0BUPVrr8hymW
u85/agRp4TJfUoqz+szPmBxnUEqo3CA2D5H+vfLam3LJ7L/enudKcVYvp0EVyQF48Jo+MB1GvQj9
w9Wp0ttnKrfXdd+iv7wnw1WshWg5uOwlZ4UTEa2F6hid8n3lDdJNopRAuBrUjpA7XfcmlIATD6ys
vIvzH3QpMTgTl0HdT4m8sxxUCfWiukWTyitxtZ3sEqCH3uZuv0pvGSJgeOi1eLX0ZJqpNJyL5QIF
ipqKauSj2Ef0L/uOsPEAWtQ+ko9knW76GEM/dvED17e6cBJn7yG4lhGyQELdiI/9NeCLotA+DmIe
TKmyPOb0erFw2c28f6HeRArnWtALHihSCSkhaCTKG5Uig6bb6OZ3xMLJaebSfs1C04IXNZv7yzY0
e1AmsrnrLwWGcYDJAXQGVuSqjyFEBImPEKyLQNtcFjXrACaiuF1M0KAd5hSiUqFdC8mwlns06CaG
nWkxyAvUh8vilvaO86Jd7uV1nEKcZL7k0inrI2txcGBp9TjfqcYgsfD7cfXAfhfkp6TaUH1nDAsH
fVYVwDGD/w2TkF8SJADPrUC2g573Pr2KBafI3/ylMer5+3ucfpDH4O4LbgVDojgxZIQiavUEfPhd
2+Z4bgwvg1AeVFN2myF/TiXk4bO7y/s0e9tNBHOuOkCrX5qNt12grEqT2dkARwIU/RaBuYY0W6ip
C8hQs4Y4kcg5bQwKot/NGO9XMUfdSNZXofHSec1JYiCEJ+JCX8Fo11+CvE9xX2ZzUtEHQyLuorAS
7Lymr00/1AsWsiSDc1RpgcnsBCNhNsGuIZz1LLEXl1pOZq19ogjnp/BIVEk9jp3Vde4EjaiCBtVw
B11CzJAt3eAz1Wx4RTQJ6MYIg4wevvN4gZVM6uUey4ZJiGwAu9gx9F68ck/ofaUQy+ufZHVbh8fc
35b+y2WbnH8VTIRzBxuoSlka1BBOYsyrXhH5QLUnNdz0nRXHdz7bSyr6axZum9n7fBzQIKhyIBzi
NB5YrpdZAKGpAPIMX1pjbt9pZdnNVWKVpWbleggWgsW+gdE4vhjoRC6nbFf6RqeNwdIQ7Ic+wKsf
uM+e0btd9qiDUUbqH1O/tjPjUQX0xq+s9EQ4FxbWZazowxjCV1FjCeSQpde6+taHGCjQd7W+Zp5D
i42nny7LnbXliVjO6wh0oKbfQKwgu2VonBjm6lWPrST98bKgWd89EcQ5G4BIgIZj5Cn3dX/b4wVk
COmKROaCA1jQ56d7n0TXYaWGXa6OYjrTs1jbPfnKgFFf1MrqpSaM+dPxqdPPn0+E+RGhecQgLJR/
SLnbAXCBbj0MuDPBBDjDSqxXXWk1OCOX13I+EByHbEbGABHknuc+IUvQq6RTRLwV2j5o49lRRx0S
CmtDSSylyDZyjDH8ptgSMXQJFloY9LsYIPCx+dgrH3lSbxe+aP7sfH4R5xPzIgECd9HgAYC0DgBZ
m5smtlPm79Qe8H7KWiiJpVWuSReCqZ+Frq+H9lMwF7iVwDNQ05F0fWAvBVXWlYY2/U670XpiZ4nu
5shQS+GpSvpdY3SAoBK3qp8A0PEOyByA/ffumfa9NV7GqXCxlmEm/q7Ro9BC0/m6yqSPMi5cSgEc
kUmi1ZRpaIEHF4xd+u3lJZy9jSd7yoWFmI+MgA8IReIG00tbGr4xWbKICHKffmG35h3s55pxDrbw
8sb0xgcTk68q+a70urWYn6TqhuBNIeiWrN9f1m3+8H8K5DwrLcRYIy2sIyeehUO/KUUgaHSde1nM
/3IgP+XwTjQlmdKgIj52Mhi6ywybZolFRbsttlFkJ3XtNIOF8sF6QfBoZedWqAJsAczLaHkFcys/
aZ+bZVzJIgLgPNiXHkbAyE6DxeP5UoffI+RiwOfZpPsucQqM83pLzGAzD1LIH+dkgHw2gzMraIAP
VsaXIWVIIZdIyqwi8YoAV8tjIwlnb+vZEbP4RZzaQ4minuLE/o3Yp6vLC/HViM+/g7tOZKECxBHD
d/jVkK+QEWjBm+WLDkmLGw84O1Yqg2TqssyvxgWZKiAW0AcOxhu+ttcOMkZ1Rjzh2ryOyYay+2gJ
uXP87C/bOzaHqpjzw3A0Z1fNUEoGoHKQG0IppG/oGr3zbm0AlEfyZcf09qWP7vB/rhYQrjH4D/hp
4Adzh1QYuedaArW6/loDXkfSrwA1dFnG13AZN8hEBncuO82kMh3HbtESZwgwmzD+f2rBrVzQs9jr
xs1JfLtBYrm/ZvHzZSXGj+Q3Z6oEZ3M1MgOmIECEnt4IQPSJPVej+6pc6JJaEsMFMO3YjzMeM7tj
B6V7z9onLzkZykIefn5HwLqKLAuIO/lBkKTXWtrH2JFabq2KrqJqYcvn1fhbAM9a4AW90YsjMnbe
3xXFOtEffe9ObpaI2L5eMbAsWcOQNeZygOvGXctUD0AoMK6W11AlsxSDwPEOuae+a2GdPlFViN4H
klf3gxeiBlXGkbfwipgpWOMTAPEvIldAdMy5nAdJQwhmrn5Ap1QBRHq29rb0m0qtUrWTrRs/qnZq
a9dXw7typzvts2Ehk415V4DBXbbOmXLq+BnEAHPDeD/wIPIKAwgcHTt1SOzIu84Jvmkv9Qps2Fay
jzIrdc174Z9P95zLlM9VN4SG+MxEcwWuI625l5doIeZc7lQnbneLSgiBlYXf7yv7It9o5oMZOpfX
bUnEeFAmsXUCWmyBGBChGdeCugVpNsijF2pCs2fBxNyQjC4tJHy4I90YAXDaQsgYKfRo+ornZZcB
nspYXdZlTg5AXDCmBGqv8VCc6yJGdQcrH+vYjRavjSFq7mLPALNmbdTy9y7ys2zB6ubuYaRqwZok
AtcWL4RziXjRR0pVoNHNjAH5Xf+gGoaWMli93lgq6Z4u6zfntIj8B8a9qqHn/1waijisVUbqANJl
68TQ8OpZqurOKiTjCga2IQ4TPxaqA91VSTTcwJLcOanmAhfQKkBRoLyR6u6yNj+3nb9QNAziAaQX
aChft6vMwzguq3Ho2NxUz/JBcbrM6p7b6wjNt5b8Zmzb1XCtWQ/pQbvpj/3NC4A+NuZGt4AJDViJ
y98zt7rTz+EOM2sHcfBzfM64iZ2HAZz+8bKEGUgMIG9ONObOc5AliuxVEKGs1GvvkK3FY+XoG/06
2dUvgtPs8oNmxWug+22SfepW3ubyB8wdkKl8zlwr8D2ihgP5I1peHO+N4NrLBCfDQ+ufCwIQJ4wV
xwKAnJylpiFpxWycYJapb6PxIRGtEu0dCdleljPrvVQIIObYJMCTVXc6S/py0JFF9r8ZDdANvdjq
tYXczdyZQLH8byGcYWi+LrBqFELgVILj0N7FzSNeImBhXCKxm7PBqSjOQDLqSfFAIMrw9poZu2md
LOzMuPL8oZtK4EzAA0lOLjSQ0JLnJNh0wQ1iRSl/KAHgET5n7YLrn4vo4ZDHMTeEWbLJKVR1ZZGF
KjBD4uw+VSJLkBWr8N/9/I3o34J0wRxml28ijVfOM+MWOSHU5/sNBqGFfCGTP7t4BmJGIM1BjDpa
yuSyjABW0NIG7l5tniq6V8TrKEe+xXzR0aHb26x9+wXznoRWo/lP5KWN2CfGGFqFDXEZEt9wmS5g
FBfuzdlTNBEzuo2JmEJPzKTNISZWt0DotOCugfi/cFXO7c30cuZO0cAUKtAEPXZp+9TkO9F8uLxW
c75t+vs5SxsiKU+acUZHKjd586NVAsvs102yVPqY8wYYb8K1hTzAiE13vli9BM5hIHgDBadzpNa3
VHnTiFujLfEgWnDXc/syFcWZs+CnAN5j2JdcQXpziBzFf2JG4FxeuCUp488nuy80WgXcYkgxxF0i
NbYZPWmYj/kVIUBbA7IVcLtl7uQMtWxqlTmqIr97zNaJbFfg6b0sZNYEMD33lxDuhVpQdFYBewZD
L1VsDUrgaDIaSyLJ8uv7X5CkjxwZY4lUMzl15BzZ7lBCpKmjT5J4N2G38UQX48+XxcxUSUfsMYzv
4H0HCvefRavJ3nRRH8gB6hV2oxObqfpjSHSLKEOB/sXSGpBl6hN1jdLlSiuF58vC5w7sVDZnfUZf
KVnroQosp4Ndq8VxMKWFV/icPwV+FWayCHLsOh9tUn/wU9jL2KND4XLqtHFISWUHoMpog8tUfVsV
XuTIRvGUkrZeKJTOGT5eizAYBTE13ibnht/osqcPAW4LPUTkQDO7zY29Z1QLD+Q5qxzR3AiGsQAc
zoMn1LEA0NIOIbXmuXKMWdUmcypQ7plsdXnDZvX5FGSI5/qwPmv9fIzdFbGUWksqvOoOs1OtiCRH
ghNxWdq8bU7Eca8tpOizkVsJegG0JwpEKw4B/dXhkgcWqhUGKQa2fEfvbup8WIqT5sIKJCJHDgoJ
qUKd2zollTypQ3eo7SEPS8zbPAfga832fiQ7RHqvgAZ4Wds5rz996HECdbPuSJWOXl9tgSRT+dSm
apBuZCYfwwbVU7Zw+ma6dMa3AkD/9RHRFlfu+W6GMfoPy7bB9I+CVkac9KhPAbVJdoEGcLkE4Vpd
hZYciC6LP9AT4ohZvdTvOLvHAJ3HNyBLhrwK5+diTxoY+QmGENU7DxNWiWZYYVGvarm3OqANN/0x
9BNH8t8vr/ecLU8Fc64cxXiGFA+yOR0I1etgkwrMqrqFcHHuZAILUZVAhokRmS/oADkQAjUNIYOg
rwdvLYZrQ/uuDks7OdoGH3KjqwD0vOC80TCsf76TUd0SUo84DxI9aphWyXrRDqJ400jlFl33m0Dt
77T8JZLAPEJBKMmknZwuDVTM6oqmdsx0GCL6V0dXPLlJBEGWR0jdsZMazNWaG2bUSgoXmIWXN27u
ZAIT+y85fN6zS8USTC0pQtY0vFWC0GVS/m3wRKeRKbBU3/tgqV1v7hJBmz3oqjCria5cTjMyJHEj
dTla3gMldHA5Jpsiwzsw7LyjomSHrgVTgJwJng0gxewfd5miZxzDTsh+inhW8Y6o75IyLPoML3r1
e9gem+RjaO2uXAF0+p+vq6EAwRUDvWOjJadlIHUCjWQ83TXjKS+3YfhSBm9R/lKLb97tZVEz5T0o
RYgMclPgkOL/z20lbNO6h5vDiiKlXDerHjWtdiX5N5IKwp+VgeH+XH6Sl56msyncqVwu4uiiSBHE
phwHHlfvnX0SNmWxMr7dCo9G4QalWzwueJk5r26oOoZvRj5OFPTOFdWGGNUYuUboGw+2oe4JQMGk
VzF88LsFO5k7flNJnD+L1TYzglES4jzLlK1cfG0jm3gLAdVMFxO2bqIRZya005XOGOWkFTplpU1j
xVa6U04VMvIOOzLPVu8vW8uCZj+vkIlj8drwzzUMkBGpvJsie8pAEWAmS1Y5u1l4ckmqCh55mU/w
D6WeNSTrRiQEzQaZ3/0qs4liGTfSN3o32OGaHXM8Lq3h5bKCc1cRspN/y5XPjaSKQdGQGS2ssvxO
QbVAD9RcXRYhj7+DvyKmMrgT14ixkkUCZDQr8DTJj2znOd3W2JaOd5fdS60DYCUbxCUOfY3tKzTN
27/yrJ1+AXf24lAXFCHG6g6yfIwGcZUng62hoWMwjg0rtj8V/o+37j/pR3b8Q7Xyv/8Lf37L8r4I
KFqOzv/43zf5R/qvY/z69lH+1/gP//6L3N9bf2TXr8nXv3T2b/DL/xTuvFavZ39w0yqo+lP9UfS3
H2UdVz9/Pz5z/Jv/1x/+6+Pnb7nv84/ff3vL6rQafxsNsvS3P3+0ff/9N3m0/v+Y/v4/fzgq8Ptv
dx/pBzboy7/4eC2r338DsPi/RyRKIH4C9x7NFRqOWvvxx4/0f6sARiQjvS0SkXgz/favNEMj1++/
Sdq/wUABjAd0KP3EdoFrKRHqjT+S/60gPAZgvyYDlUVGdfCvbzvbos8t+xcSiscsSKvy99/Ozx9i
bPRSjyh2MhkB9MjPgHVy0DMvDbo+8U5aIEjPWqHED4opwmSlrg4Um1RG9z3r9KVx39HuPk/GH1KR
slYACiebCIg5F60btA9Yap4aQjTL6JPgjvU0WMhSzgoBJqCGzgYDczDcEWcyujdoZZwiSsgzOu7L
+4gyzNxMNvvPBZ0u4Lmn/EMVhJngPxxbWBDYnzuS2vBYURPjlNQ+DrkhU3ICfV/jUrMVN2Kqf7ss
7txv/SkO6XeYDECFvlTdohAYX0Otn6RIYldip9zRVlL3ZW0shSZzqwfq9b8E8RgJgDiUa7HVT21c
SI6vG5olFkJkX9ZmzvpACaSYBpBPJQQl54un0bJJfF87JZ5h3uIvNdTq2mHYxUMurHoTlSSbaP8U
KO3PRUTHAUBUADFhiJzYOByC3o+NU5koaE8nBWrorAJZkOerymrIzOiuLkyA7+ix/gRCGG2lKgn9
HlANnByKV3fg08kTQASZDIxKseQBWDcBE+4vrI2hgpQMo+ojq/j52tRFMQJV66esZuVKiYDoahtI
FNmJaAQ/ZGUwj7lCxM1loTO7Pj4kYFpAhQRiI7cyfe37BOPxpy6s8F4pWtMZUs//5wcToT0OP7Db
4HZ4INcC7FV+X4snMwGbsoxarhUU9RK8OAakvzgZgIJCBFyvPlLecrrkPg2LAjX8bmh01S3Aq/Rs
gtEo2xVGYmROYJhRYsVAY0ZfmyzVoSulQ5MB1VqR6k0viuwHWhI86gxJ2rSodJHcsNoUW7IuELaA
jKfwUc9hg2E6bdYJoR2A4PY2anu0j6Jm4h2HMK0EC+iKHdrKzCB/0LUkfyhIorVW07Hih4+wuLZU
aogoLKMJR7LoAKAASxZy5alriibFYEEV3le5iM1PiLTFuKtSuVSspcgWgwCTkSiZg2GiYinQ2uS6
21OhVU55Z3gyeImC6FWVwqCziY7Mpp3hcb42mKI8eC1J0bUhmMptgSaLblWmIHFDUbhITiE4QIZ1
hP8ACP+2KHyrBJbTN03CfKkVs1REyMJyQMayMjcSPHwD/BVWedUHAfeVAIaISnijtdz9KMKQbI20
0kNHbVW1AY2W4N9hHc2t3KWJuZWGxCQ2jhi90liWgbui96t7UYnkcEXTytumot5i3qGUAZFVqj6j
rhchIbZOMwkJNwwpRz8MqiTo1xUkmboBSnrZXm4DBVPYcGEgL/NVGli0LISPomt6jIbDJ2xMLQr1
nVeT1lh1GFb4Br4x5LsSsxsyhzABuCuF4UfMUqvUvFMClR0B/MmuswQS7DDS4/s01NAqmBmC8YBL
ha7x20XfMnKtfTGEtt4bRmwoDlMipFibUr1ioklffTBMhWgUQ4J0rRVd9Aw+2RRDu5HaaHZJunqP
9FcTuXKTFwDyGPIWCQyRRrmT6GYbOb4JXJjQF0ljIScoCCvdKJjkqBr6LwLQ4LaAPw5KsLsPbf49
KT00LJS9ml1LGpCHbCUCnZVVm76CeDrUU2zvENE3tekCENynuR6N0O79m9gycG8lpR64oEGQn/S8
1hJn8DEFjBErAFzaGVoWmFNkknedRbUcH1jbghMtwYOodQxgTNxVQVTtmZIpP8amjv4Ivq72SqZR
e52FCpOsFLkm4kRpMjAr7v2htZJaihMLbJZRtU5jFb0CZutJwipUhziyTNISdKJWBWakmqTPOnuo
avGWSQkg0phYtLUtNaAecxoza2oLhIoYoKLgC/zRGqlYW6xBZ4WAztnILpkqBrhXAsNwYiaGoesp
dfcGmjXyIINw61sLQp87vdVBt9CEWg94DKFWXlvWxw8E+F6nSBmC72aXABs1IGZZOKGZRdusgzVj
cNLvrlmHo7cO0FC7rZNM6IAFSvLvgdxigwZDBTeM6NEXfEH5lDZ6pYEvaNB3jZywyDGkzPxmxgqo
6vqmQMckuEqSwiFD3b8AtWjwXUz6AdOzomYUObogioc4AkhsQIZWstMuCT/wzEcjjielzb0kh9mb
Fgnei5EaGK7MWpl+y0uJPHYKyVFHMcG0Eqa0ES3RxFvFVrMsCmyZ4Ca0S+z40RBUWbCEVA9ePMH3
D3Ip+3i3CJ6qWXo7+NrKywYkEtoEtUAnS5U8dQSqqw8ZaZp7EE/DBjsRaKBlKFBADePBbklBDr67
qgO3uk1BCfQodZp3Yn0eR2sWlFVgDVIdBesEzTEYZEGq5yAqAWojumCovZOVDYntyEupYTeMSuEq
UgPpR1vUqo/5xsLvnL4oqengAgsqy5fl9ljlND61WY9ezf9h70uW7caxJH+lrfeQEZyxbA53evMo
PW1oTyGJIAGQBAcAxNeX38yotIw0qzLLWrW19S4U0n2XjySAc9z9uHcJobdI/Eqma2ZkFNRbEmoA
n4S1DFq6QVjcJiOfBN77vIA/gRzgqBUnj4tVJMKMY+vfaBsP8cX0VpyNRy7LncNOPn1XMGz2HJYm
XUMObCAUO5AeB+SHl+mYqO42n+d2KUJsx8NaTDZRG1IIs9lGL4m6hhSPwRLer3OMzn4nETBYYnIW
XghL+HIHnV9PqmEdsHKTKZxYmeG/m/q6KlyRMbhwVBnz+nrYtTO2zdDuVW59J2t4d4U3NOqy38O4
sbiWrvdHH4EfLuNOj6A5Yz3BI7Yx8pRgKuuGDH3oiiBq0485kfttPAU5nJsQpD6UW5SSn0aQ5V2a
hiWHxe1+rcc+6L5vSonHYJDmF+EJ/YX6O/aFGzo8+mnm3J63puV9RcZFuproPH6aQs6HOhrDOKDv
ebcEr3rXvaymfWm7k77a3dU+QVgP+NJRwPCUz5if4pO65ic4mbSHTPbRz8T1FDb/2SzcKcVkYl+6
rBdh6UF2uVMkJ0FqDKZn93JxbXZacxiz1XukR1MGTJOuNpOQEazNYv0VZpqZq8KVqa9NAMasMFm/
rTcNw+tTEZbjoARxhTcrTnXCSq2m9Mrf8SatRmdCREwO6aebrRjqJrTZVMZiMbpkrd065OauiDuD
SZUyBxerHUf8ulDQ86mYCJLfYt7W8baleBUDl7oi57L5I3JxXKxWBkgebGasHTrjIDqg9IBedw8b
kK6oZuaozOAeDSylT3hTZCqCu0DSWYWZZ+NTVbJtNLTo0Fashe1aq2HJjre+zhAaGlZoUEVccCVb
XfaE45hP52bRd0Ho7HoA+ZSbY7OMOKlSme/9qWuGFDZbcjT84nAUsHpMRO/Oahmjrxkqs3PKF2Wq
laTztwClAjS5wd4CrBIZYr5Niyx1TKk1M3tVUYzzB65yWnYw5JuTJ69o9j3U1iC6lekd9YnH4GNO
RYPpkiwCOlwkVmhVaL3gN/MRWoZioTt5CFNJ9zJfIiTIxBGMXovIGoXb2Zg4OLTIrVUlTqOtL/U2
dLqYs3jwxRJZ1xZZ3wKWmaOG/nZbtG2nsFnAhzj4zmPQGA5Vj90e9e6Alp1jMGp0EwxCaa9eUhJt
+WnebYaI5y7P8KGFjaG5zJDf87dmbzCsFSeeqePMaAvqFYfIcJBQ/GOYCwsjrqZgxam2zF3e/WHy
fRy7itsmhEUcZUtw1KZFHGrBNLjIIvTr5MRho0EmHvZe3I5ODBfTjsScnY/nrWQMY06lbcNowOvQ
Tr8W3GioQBOOMGUgIclYdogGRZYz4mZpGW07vd2mFJxpikplK1EDbxSTIBOc8TzRaMTW1acPPcX5
Cn91L9+Qj3QdJ3eY7YWxCY350cG3vnY5J68O7Mx8o1KDWZypZ8JUXnb9t60zmfwfgE533R/zuIy/
1/8WcrpCUy/r/OvXevc5/eu//L8Qd0IA1D81b1dc6y+40+Vz+F93n/uvv2BVf/vMn8hT9gV4KvAV
DHfgnbgG0/0DeWJfAFQgFyamYB9gqHglHv5EnjL6haYBPohUJqihIFT4B/KUBV8g902RhUHzLPm3
UKe/smcJiBUACwhOoJCWA2T41+a2w+zfokFdVSr1A0rfcW/PvaHxYUkzccKWl+Wg1LvR1OgWt3sk
nW7dTeCDShXIwG3liZCuQ9XfwAGlWHUStRj3tgprMuaYWwbd0n01CUllOXaZ/S4p77IDBsIdTiOc
UxJLOsAa7cN2AzuAMqDYRgQs4FCNHtOgc7/pjfbF7ihCxqIJy25DNXz0GGLQ2Pun4bP3EA+WQdNv
LytKkjXbSVcKHF9vNk7gTWI6pm4sCfwMfQ/B/uV1CFs1FBdRreaFX2ya9H+E1p/h+YTxWJy27WVy
sYNMNJ2296uNnKp4q/VxgWnR4ZpzKY8DW1/Z0CkJusZX2ml+ihtY8qDSGDukW2fNwXNCP8P5WnnA
Gxd2UXoJP93Ur9+H3MBp0iJ2M1mV+jtw8Cf8+hdg8R+Q7r9iv/+PLkOsjf8a/S0w0mw/h89/hn+v
Eu6/r8GQfQF7CME1u5J7CVbTfy5Byr6A1AwSmMlnyEQNrnTcnyuQ0OwLXKRCrD8kLl5RRWCOf4K/
JEy/gNECnIwPgeTGMv131iESUf8FgkuRJIr4D2h6I0R24TKviNA/AcA2X9tgxj5fJLN3BmffvIgf
hAsIe2NJITNBMnm7VFmTRPkD2YMRlQlLlnx7tFPfdRWsNndajbRFzdbiJgR3nSKwKUO10zYHc4WA
a65Cud22WyvYJVgXmRe5A/TxljlsTWcIn9qv3Qa7ulPq97W5Y7aVn4H1WiHslFO0oqiCP6MIuc8F
Z9tj4/L4M+sjXotmEd+6bEwOqU0BQgguPmIzJEOVIIGTMRjnIGQ7r3Ag9/ekZd23xjW0yOgKZ1nJ
oq9kSOR3cFxDHetNPs4SAhcottY6DpzCHdhniZHgnj/mu2kQ245H2kGLTAhACxRsRYB1D8UwiV9D
N+kHDPI2Ck3l2D5trs1vEKadHH3q3X02oNJcfA/FTo+9pKbcRPfUrgtAEe3Sn4FePljYwi00QGfQ
2JnC/NHCjjazzXgYYz/Ue9Nj1CHetDv69ZrotOqGXoJkW69owJg/LFnT/aBDgPhRABTJNPDzwF37
ytppkgWq7fYUpTav973L31Dk43MzmO4amRW/53z6UDPGPPcNvTge7XZZgBqUdnemiDhLziTFBqQw
s/2WRvZA7FjxETHgReRbehgJLEV4OiSHsdn0Dcx11REPjFQ+WpY3sWr6wGEN1Y3irUOZWax7PqM/
c137jsnn5gYj2TG8EBujfgIcRPr8LP2JRsp1BVkkv0stcVsRpsjDyfpMFhzXpkqIOaeHZTHuAjxO
QLrifVyME+NoM2YCzCAkLyyFUICh461o3It6GhAszzj3B803XW57kFwaiXq4z80OmDWsJbZufN9y
j3R1NGcRbKyc6I9tNtHzEu1ZlZvobpg9qVLB9lumU9jNDhG8xhtT9HJHyMYyh8dVhu0dyv8JSFGm
oMhfe8xs+RTRrMumznLtzNFFe1c3mDZ6R2Bw8OwH9GCa5fyPZVG6WjzcvQfYmlQrTG/udUrxApLw
ZsZte+yifDkvChkxnHh9GXbRHWalbr1Q02loKWrfHCFoRWsRjt1jyLPUIpzwEBRkXMiTxbhisiNb
YkYDwhlfXhFIQ581seGx71t9DLv9LewgG4aHXwoLlZHvFeLAL5tK6I0nfKqGkH63UdyfVxW1z03P
LM7jWCblOKWisnJyD4gP53XEIeAIiElKyYIjAqbVw0qS4WB0H90B4GEPSzv4e2iBoL6CbPDGdxjZ
KCYggz/HNo7KHYqp84JE0xvd8exAs+UbnWlbjzAzLfZsH+56CnkoqK73FtOg7qZtmUTty/oV6B4e
/aUNyFU4DIAB5gnx6wDKBhsUn7NDs7XuGzDDpgAlUKtd45HzrpHfcwcn3abHx9YZcYc0Bok6+hZr
y1FRNUHykHOAaZ3goHHnsIV5wbDkBZnn/tzMKcKnGhjR23SLLtrS+EY4kCd0EdEFnVIdZPPP0Igf
HZ2yRw3U/aBI0pXLtF+H7IZxeQeO4/djxnXQHFpg6CDf8WhPxA4ttFMroJrtx0IFN0fMNbcOYFzr
bjI7NLRq2XAP+/1tLlA20dNq3Pgp4h12o2uMbrWP07vGGBlUvQwiACadps/ZwjL4v+IezqIWJqO3
PmmvZtjREi9Fq/Agn9wCUK2gLeqmyFLE3ht5QFbInTP8tIzBdArn6SyleCB+k7D+2PpT2O70SFVU
iW5/n1pz0TQsU3zHbQCKjDXZjzieLuh5D1MWH/o1CEsd73AX5PdtqJrSjPJljVYQLlfQEZnagZYF
/va40OCgbIM/jyd57ZKz/Y+4ewmgEAJE9KE9hcYsONDZHEcT3uXhDFc/qEGkqqOrtVmf30yw+lKx
vDEqumkwejUqXLSfj57r895PR74M9/kcFtnclxj5r1UbHRBg/bBHez0AbmQMQzC7CeHsKAu6LmMx
uWmCnmC5EPhoFjS64mukeUbDiM0hPAkcRNvQ3Fo5ViTeH1cyo/cP4ldscIwiohpzpDjFYgRkhR3H
QK5wSZlt6f4UKRsVzTZFdaj4k7bDUJt8eACQfzu2/YtQ4jDL+TiTfq60CsJTgnD3eykT/pOEMfi0
Tlj6RGcctpyIpRryJn3TYTuzWlDxBk9LfpKzxSYIGmUofLpDs4DN9AD8TB0SJkm9ikmUM3C9OlnZ
73DQKHEVC2DSTG+HuP3jKlEt0tH6wvAmhpOd387M2R8NmKS7Buaepdvm6Cw0bx5SNw6VhsFQOUTj
xeVwpoUl+VaHGI87sD6+YFtEsrDVIeywFlsF81TRkZ/aiT2M2YxcpXXjlSAgcYA5TnCjznRt8+tK
Xs3Pxo93tHPnLBfbDz9EgKnZg4p8eGoQHozFNL4kQfOSEMAiKF4+1x5GNWo2KItlKkoQLLALh/Op
1Afbk3vqAn8ns2wve2mfDM5FlgxR6QZsJtK1X3tj2soZ2Mzsy6VtlqegjW7hAYxNElhavkVNkc+B
+moVGnpUEfa0ajHc6WHPPuF1n1wk08OxQYIE5N/MdYdIy62w60Y/eNzjYMcmvkRdu9UY6EApZKb8
90Kn8DZVStWJ7sQ3vgXkA7TwHU4S4CdbPjAYurP4V4dLSocgPK+AOmrsgbYcEmBNCLX73hjYLl2J
pDqxgUTeaSaHo+X5B3VtAu1k82IlJE19fw17hSk4OgljpmoEsFrYeFSPabhhmm5bD32EgwmI7tcG
Ayclm+WD8L6Y0H59X/2CPTCaCzz7W2N9f5HLfDaWfNCuO+SB3kqeLwfutCz7JXpKvAoRGhXdqq2D
AURIyZH0HjtFSH4vk43vWm+ffSCetwSBunaieH+nm1UC2t/GynEmfvfwLy+Jv8b5RKso2s4fe2AW
J4GM14qjTC2Y2eFIPK8MjWOwvy3APwvA/kjI3AkgKhp95FT9Tpo+PGjV56d9mm7SDGgrIO6vad8l
JcTeUzH3QLa3Rs2HdBIYSwC6pPE78Xm6mxonL146WmXeYoAYJVSq4s8mpwhC1Ys/C4M5kwyYIDH0
mS/5Q98Db9cN3KpuZ54tj0uWzRhf57RGRSwrmKOnR5GL8WcbejBDNOD7Gw1WZktgdO1nsgzwXM4l
3Hq6Vi1RMZAdmJBbn0bcsYJ1sQ4QeBy8h41jsGCxUdX70J93YvDnzWpPTlQwNRakjcWpWRJSrduY
TTXaWAsRuDZ7cJGpxjiUUhzgNNfpWPTDGD0NSyS/x6TFF4Y+f2h6Md/B42sq4B/U3Lep8wDfpY9O
atCQUU4yHe6WPdTfA3f1d0XNexZZsOE0cuasObLeAWgil5mS/BZ+Kkkxhx7vdkYEXNLzSSNSTWQX
oLvferWargipp0cwAvQGMGr8bdk1Ch4p06JbE31wnVrqnGPAj9OxSJz74exGT8Ap3fDYrmswVYDE
cgMKIif9cVqbDJs2Se3Fz/MCaxfTj/fzvu03G6UEnAd1e2BaIBZDthx7N3r60yV+ORHWcXeHgIEg
rdSYPzdxp+yJdXJXVby5+Y3nARYMCEX6aZjm76B4vIE7q0tup4wTCwgZWYnwFGjb+WdEoGEurCB4
+Dsc6zE0uMd9dAk21aV34zgOww326pkcsY13pCId0teKuRvRX+yw+ZalN2sAIgUObs16nNO4Dw5h
BuqrGLtUs6+D0/nyLPmMR8Ld7MgzCBpMoyPyHWg1IHvYj2Cxp6muXbuQ7OK3bgq/CTfR+DSleUfK
OWmypNr4sHx3bsqBAirVzZUwfcvPGY6d8NHEHkyG8vsybGim0J8V2sPDoPYpzeE1ylselI1Ikh9x
0KhXHZLZnNMUO82LNqoJ79Fo4pjOdCrs7bBvui1YtgsN0H6ZzeewjQPhOBnj7olj3G26AGtJxrOf
o3w+mU7Swu8GIfHCiGm7sQ3K7WhW+L2gsCr8DBC+iMDnVDOGAIqoH7tf+2Dac7RS8UPygVXch+YJ
UsHknO9D+shVHpSIR+sOeD6k7LMlh0dDCstSMjJW5Y7wRxca+Yo40koiIxavJQAe4FyC+7ToQUBW
IiNvgyQPEQiAUND03ERLdtIiq6J+GR9wbEwFG9DNKj5/62U+1emmdT0qvD2CbYdsofp567oVQsmR
3QuA29/GMf9sliVH7KV5H1ykSwUqpNrikT5CBsVfmiB9kaAmi3lSb37jY60apPU1+sJUy8p+A0PW
xZWdJnqIJLmhAihaT6LXJUQsezypgi7y3abTdNg7J2rPNC0xDPy0j9HHrNgFXUJTgqoKCjKNxxDO
G+sIi+Nxf7eW3du9/9psO0gMvV3FEEn/jkf9sWr+yMcE7R7RnxIKxFWck2H9A2bTJ5Xut96r5GT6
5SPt8QCQOKZWX8U8gxmKhVZi0udeA5zrOXkPB5DBSwDDcvqwMQy3r2q4NMz+CtgEz7uWjfchWV5i
6YdCBuqxje2z8PqO6hCguyFQ6U/mzjXLTZOFjyt02cUYrL9ZCGBEi4to3H4bRRxVqEExP7q6IyEK
Y22e/Ci/7Sz/ju7cniLRnFMdwTEoRYeEZZgG0/F6CA7dSenffaOKNG0eZY6jLIpquW4HbL6mtEH6
Xa7+hm/SFZqZqvFLfCBNf/RoN1qZ/0CKNWry/YyRhI8dqS3QpHQfO0ekQWO78+6bD5n3f8TjAJ4v
GL4D/zjvsy5abJKV2ltfh6N6d20IujM2xy3IPknDZUU8VAtz2tmDCeCWv0fjacYpiLnR+2yKjStN
6D/XGK9jN/S4bqNKCMnj8+ZCrOUghSO4j8DI4pJD/KRwGT6A947Fjsa1gAbi59yRw7jyqwab5BDr
9zdOBrd5Rqp+on1B/ITAUUwotiAbn23Wvw0ieVp6c9RJMj91JkTHn+Mu5+kZoO4Zpoen3G8QtI4l
xnSzY77Kl4ksp7Vb0L8Mx7YPXwKU7oFr73vh3p22zZvcVC27pspCfx8x8RYFpprW/MJNcB4ncuz8
fMp8eppnLat52QqXyRous8MxCO2Nwcj+3OyXHApsvog3GQYQ7Muaxu15YMNLmE9w1rbyAlauoibu
bmEyflknegy6+Bwt5K0B4wLXzu6Xi5e4FtpHxyBeL82O1LKQPUd7s5wgiRoLnPO6yDjmgqlICiz8
Uu7zY+5J/mBS/QAc5QzI5lu/dD+vUboeR3SVr6K576J4uw0s6D2c4h/wk41u2BQOJ0xXVDPHjtGb
gUI6slvolgh7tHaYCgPmv5gCJEWhj3p3jkLxGYVxAcAZY6nNqp4kb6+ixummm3H8ziukTSKQD1IF
L+mi6xxB7n2K+JSueU1EcvCWsecNDO9xIHBi3KegdFQD52BHZcBOAuW5+Cm+0KwtE+hcYrGSEwCe
oBhlWIOKelmhodjjCfzT3Faa6BsPkviAiUl1BOzxBKXGBeAWunAglCdPgM00pO56c0ogwTvqIDuE
VjXFOiY/fMy/LYRdMjHVwJuwULqMgosd7qM+KueAnXWL7UosawFl3yWTvs7BE/bDdO5zVre5PMUu
IHdkvp9Hfaushvnvjp5uhfwCzEolGCuHuPl5ZRHBb4IocDmqibXqm928z+1UMd1+BRuKN3Y5Ljiy
R/SMWRI/Yr8uBg3tYdJXGcD4WmURuQsT8dw07CCvFh3rs5yy86zztwBQv/HqGT4Pdczm84ZAdzmg
RqcoSUNxSLNtAzMfACscI1aYJonRm3t7QAs+oobQnzn3sH9uX2eLVryTfXqgLYHwjIipXAJ9MmP4
a1Dk5Kn/nc9dKSG+wEBYCs+doLl+wbhBrWFeu8zctRSXvmhU0DJ95lCJF3mf18uQABMMVl10mf5p
9HCxwn4XPb+TFvlx1FWp9F/nSX5QJsqkmVCsTCmAmWEsN2IfIeKqh2S92Qd9Z1FzZJsqphEqFd+s
haDd116JB4NZKnjH3gw6vu96kt0lCntH0gDEwMjXUGQNYlX25GOf4weRzPfDDgkDBUGGHR8zUvNK
zygk3qcxPwQjSvFt/ACednapOjYbOCHRtNEZTt23AQjXUoMHghIPLaHbwre2wXynAhmKAEVapMLd
9ZDhFvnQveSB+shFzKrOBYfFLjv0LQE45ii5rMlADxCmRcdeq09JVQvJyVJsbtvyM+VgW1GIfID0
ATwHV+uDjAFxQxOGlFcowC6TinFb+MBLwHs/NjyCCs4+2dGmywn14IdYSFBSPtephMMpStKpNAt7
Ur18G5qN2W8MbRRK2S7emYdcQEorNX4q/MjTyi0ZtDP5KVctkcGLWsD805rkk9s3UmbdHEWw3OGD
gMxAhVMVTmL2B0to87zwfI8OXT52403ce8GPsunjNw+PGXQXTZpkdWxT+qomyRWyFyXhddck2W9P
M4OjEzvsgpbLNj/HrLHmIMSa/IZwIXsevbHPOsiFACpJHNY5qqcMpkIT9ohWxhsQzon4BSZl8/Rh
oxZ6rmneyYhOCkLDSikr7rt0ArfATPiGyhn6whCiOgyL7Xz/5rIJlppgJog8ZJBso6vn2CdwjXn3
FjpwadAJwAywWCObpWXrBt+cBPIr6YG5fsAbAcfMWR8H7jPMa7ExhZ7CBZGrN7FsAPSHnBzdPqrv
YR+vTzaf/QOyn+CXMlDUvH+XT/9/0u1/g4X6rzm3/yPbX3P3F8oN//7vjBvGLcBnXUfq4OKQZH/z
JPhz3CL/kqbQmTO4TIbwWQKN/Q/KLcq+YDYOjHfMoJn+20zFfzJuNP8CnTIGLjCwTzEUmMb/DuGW
5H9VWGchptJSBqYtCSF5h6XZv6iSMVPTzEp0l9EC8Bavc7DE8R3ggETg7HZ7aB1goqmBEBcFUTNo
MA/MC1e211+XsGKCtdca3YdsDz7UbtsICmIFxhgUnVmiFr1AuzqW1Szu9gDnUo//N3/2HFqRpywD
gI3GYts7G35PHNNm+OBw/eYgTwhkPq7wPOHxW9ZJm1WSdpt7ibC3q8qqLTGV8zYxde5Z5grUbSB6
eNjApZJKwzFQGPiXXQDjriLG2/tUgAYqaSwUmB3IATzgXMN/tlEu9XHs+4CfY5Tu0y1NOxSSJg5B
b/mlB/ZAHY72U5YPDeyAGTXr3T4QUEwlZEKJ7j/i1U2Oly3a1/SUhVvav8djqIMF7E1m6QuZdpcf
FxFH7Z3elH2VDC6jp5isgj3qzrKg5iu0kgWeehocgLalwwngQgAK36ziEA4O1yI5TUA6DVexol6V
VNU2RklcxHyfTm5iA3BnqdBQTCNUuEe6x3lbAUMfzBHWk2kKxAXaJ3XI4YyNgct1FgsakwVEI8BO
BUa/9RdIz0wzFf06xQBYEuCWeUoSCdCDzj/gcgGfM63gn13rTgHnA2YVdkCo0aSlsDqsdswfzcAd
w7iXOByhSnQvqLqy9lFhV6SHpiXxVRoo0NAXiacDXi4D8PY+YB1mhddpDi24B7ZHIBaFQJ8H4U9A
EGhlwAcMRpm8VDgEh8KSPJ9OikZgZWFvosVBpC7zNRt7qPi75dq0oM/X9tL6dLnXEHWTY4ABe3E0
+DnuZFeMoj9RxfxeSykpepzWaI3mC1lqsAQGsVSycB/e0P+nT20y9h+TYGte8jQP31IfuPCqvJ4e
PZG5LlQ7rrfQNM13OwcDX2QdtCBwb40hUt+SKd0qpGYhc4lKMbyvueHxOeBT+zvjaT8cd5qBywB0
Fge3APoErIyACI1VwBeZntJ8x70FV4aefhlT8gDrFCAntrcdsvnmng0XZIDxbxgDsSHCQtUc1KBO
cgSIxGNHiwSJEc0hUG75Q4BHoQBjyAhxNVfkkU6AgEo4h24Q0w+oNA6uh3a9XOmUfqcMxsKFTlsg
6ywFzg9de7SLMseUEQRvfYJnlrUdNCu54ikvx76NcV08A5XgMev/ueA7vxmnyG+R9yuKNFBjXRVk
IRBerqyVkK+u8DqYlxypkbrFODcDsrBVIu9GsAnO8Q85a4hqmPYrIvogDW/raNrYJ3FZpqHY5pE+
kBk7JujaEVkjwYDc9Mxs8McbBQpsMSxDV2K1+psBPcJnnwOiwrwqhfkvUFPc39bWAU5dcxGd10Et
hpi2Glp0yCkPaeiQvuQ35pA+wNCjfXL0nOxCFq+MRE8O4b9E9b3HtrazXNLXzUB5+tDAv1c+5XuS
gNUWWTOoijGzqrGec7k1n9ZY45qybdarOKGDowz/Cf2xy7GwvPbo66YhQRBsSpi/cnudcDEkAnMQ
naBbCMVXkDT5cGIk1DF6hnWZXxzZZ2gbGggDbjCTNYrvXPR5tF95oFW/CB5laCZND/ERiCajVXvG
+sTujf0i93teO4aeHHUY3Xd7UfgSEEMYU+s2NAkL9u+6GWIgbxNLm+m96U0ao9ulnN13dFgVhlbW
ROxFx6dx/6ZsEg1PcEpDCChdmbAbfNvzeDq7kK7Z16wL1/B03XpVA+9d0vUQPxnM4f1UBEtrLqzf
SV/sypAUEtvQRQc+D9NQd3kssrKf+hkdoVUY18N0wDidITzOQZ104QdU94S8GJN4h+10i5+gSAKc
hCF6+sk9EXmFYQTR1ZtxhtaRQE32jSoaLIfdQnaKFsZKkK4kAKfDt8TK+3wiuz1uKVwRX1m+zXkd
jylIPhvb9gW0A32VAYUIuM934G9uc1wiMLRDrgGS3tyMENSo3aEHy5pb+OfaDh4mRMHiHV5SOE6m
0ELIPCSTxoJE81/NsRZPUxxySBYAh76ZEYgwyr1Yd2fRg5srvAVABF5FdzB72bhbqjgESQpCbM4w
CETh+Y/GQYJywYs0B5PByPREPxoYRuen3pCEHFuN1VPKTur5uOxtAAUa2nZZSDCCvkDsHygTOylo
PbaGgHeBS1SOu8JH+cwhnUyqJO7mQxBDpXq0ACDQMAxz254GHmt9zsRIXxMaX1UO1+mVO7rEW1xg
IiT/D/bOZLltZN3Wr3LjzFGBJhPNlA0oUlRD9fIkQ7It9Ej03dOfj/besWXfOlVR8z2oiVUSSCCR
+TffWr8Dh5EvH4Xfk7NJ1VhfWMfUSvw2saNNWWCtdNMPFo27xCtUegjGuroarXx+pDStszDnPmbX
8+CbcguVhy/qykxiq92iFONem8B0wWEBXg9h1XQJOJA2MztgHle0YLGIFMyIJrNlvcVmc1O6HToO
uiFgFblJnTfFqgP/ilpYH72fogBJjJz2BJrZlj5rDxJHJhp5t3k6+LTDikBmYT1Fw8NctJGDN3ZS
3g/kql/iGm+cVS2pxq67dMavP15KnpFHyVptI4GL6Tm6caGGiAHvqrKhYp7bYLJbqsXT+2Kr0g9t
QzknjCfo2/dV6eutRVTlbge79dpL4qqpuQmKhYN8Yy/wioc6AEx4o4fXttm28y3lUzdN3WJ8nNKx
SXeZpdXXRVOVRq/VMnUEMM+6jLAoKq+7oar7r8hrxw+hLB7pEAMvr2mhG/Em711Jf0nUHZQRgQxF
WlnLi6TpZLVri6ZzN1XqlM06jgorPykxZ8YFOgg4R3/QRH5wla6+sVBHDWGbj5O3ctuyDmVn1AjQ
k8IGK+EerJ2xnEzcWObEWxU6hxTKipHCk/bd6M0qBpNOf9Y0zUXUaAPvJvoDr5VNW+rGokJR3dnF
3DX3Rmy0zc5ydPMR5MCOW1HaSlFJgrA5ZKOf5GjP7RJcJWlGd4sG253Bqdo8PSR+OgdvSTkFBWnX
bGmEc2cQJzGMRr7gL9jmt7ZvQlpKOgsKrdJIuzabja1BgunX8S72m0pP/c7VfA3cJQJobORQ4OYx
7TpUPEvktEfVxOlHZEhG2kSp6cUQ3VZ6bpTQYIKO0t111ZiLs6rzCN9XI/VQe56dy5tVB8rN65lz
JB5ip7EdIvQ0YYZt64ozfEJZmMgnV1Qz3fgZuVJ2IrqicuFFTg+NFSkfzI2V5a7qdp7J0l1bUDPw
UXxMUtuMoDBpIq6mgOh53faV/1ap2IEM153QOMxoIyW4AoNbccCNV94wNDd92QomrChreCNqmacw
iWPom2UW9Rey3ObBqxdUE+BY0YlcG+dX7SpId9cqGArWpHp5ZUfEaWkIYrPYpl6jQjUYnMSFw30N
HWCblwTNAd3oStCKDtrRYOCpY6Yf6BGGalcNBYaCOhUNtUMH37Qp0RNASV5kdugzzeqDHJ6Noa/P
o6ldEGX/wpJehaQSe/Z3S7pjtfJ7NdeQBeV8rwudUZ1Pe+ebl9seCVA0mtW5lH6uSemobuHtEs73
qMl1sUY4vFxExRA16KfEkO8y07CA5vuseZm1XZZr09ZQCUZTlvkaZ33x1pGrf0+VQj0AF9w32zRP
CVOFMVBCy7U7YONBohH/lPL+N0//H7qZMNwBSexfpOvv/f+76ttf8vX//N7PtF3KP0ysEQIsRRHn
+Jgi/BuUPf8E2tUFOvckDiHBf7J2W/7hk+tjnoBFuftzcET70yTh/CP+DJohisZnH/V/hsn+Csl6
jndGdyU8rufwZ4V3Tuo/QbJGv5Cu6xg9ZxdBp1jBdk4VCYKzbEyg8K2MQQtHGd8HFgDS4o4Xgxl1
G0jHEMVFFpJ5zRdT5O7LxezWrfT1fytB2Huc3TccVAv/99oCHOnLb8ln+vr8Cz8XlYNegXLPWcdw
1oBjNPDvRQWXbZoYimM2R9bB0vlEX2Ovwb/xY8u2f+gf+Nm/VpUh/jhbdVi4npu4dpjUcP5JMcj3
+VOffTAoR/HBgK9pjHI1XO9+XVd4riWG6VRPM4qJE835bRHQfMuMxDxMdHNjhhkcYhdHOHg7eIpX
x98VZ1sqewr7Ltu68n5w7qFICYWzTcfkRWqd8xphzmoETPONu265pxQSmk1x0MUlIu2j7pHHulNk
PTssZfvOMt7yzr2wO0Vr3O02fT8YT9r6Vg3WhoZkbV+UnrOW7btRN5f9UmT7kgHRG89qCBFSswsb
VPQxxLTnp0z4UBvy4O+KkRslboWMFkIV4Ts63fQqBRmgcVlHN2nuBFvR9vv8fKwUEkua68lv7uRy
lziJAfQU3cdgjtEwHurBOGBlvzKYCiUHkDAr08aq6LpN3QO6mBbIb0MrLIanVU19YXT9rrGLjdfm
u1ial3XLNNXhy+ANzYaO3rI2gjOpHH3ThU+HNr2CKtJwh2Wzd9AcN5FpM+gJfnSh1dQOfP623zJl
YW2VEYIsWqPpmbk1wvGM87U5h8yMAvOD7WHjFx997GzFAk3YPPrBt5gTf3HPfaMluBuEdd1ZNTgX
Pi+7lv57mvVXmXQfF4bFXzgW2clk+lFIe5xjSOI1n6ycPv4etyMZL1iJJHPPvPQpHesQneyqLNML
f/YZpDITPTD0BLFeklQrsruDURxt8QZC+OK6AB0QVK9L8Z4GEyLJqzHQUFiZQ2bf5Q09knfVL+Uu
N5P+0nVEe82Gh4xRPvVEUdTzKUbwkCVEqeTcjSQizdHdeJF6ssp8YyXS3sby2YW10u14XeDUT4fM
aw+zXG4DNMu7xL9Esk9ZINjnkUFiHcnLSUxWQrTlXDkYIUPGhWi8N5M1beOlvtRWT5jWf69VzorW
zWFyy61J5umwSOu4+bBSGF6/2ImgIMhJQqvW5+o8PSIDzAcnhR6vDv/KJcIcSZPrivavys7CYagZ
Rp0wpJGMMTCjnTXMa2OuiYf9C6+nNDiOCCCrrZWPG9AYjGaNzegTgWWnPihcOhOohZeCqsy8Myqf
vmVyo7wUGeUQFoN1siHQTP9eJCOeKaPNXM9gwwBMXzh7cyzXjS8BY2v6vMYhGcQ6ZZyQkYRl+7XV
D0gDYvNJQWrYYtrPKt9qoYJbJIDlnpo2XSVizdm4rHxr1af0H/svE5ypW54oeu3tGOee0tzOI2C8
U1BDLmMOHnO86ye5sxZ9IyprLcn3HdJJ5Eg9dKJ5N+pnlRgHC4Y1zSWExbAJ4KZCc7pOOxp8hICS
V6lNpy25irE8J+aLDYGRV6o+jUW2qfQ5LexH0qdjOe07ZpC39DyKQvRh15+slAalWYR2d5jEeN/X
6X5pT5qXPxmabkNB7phOxUUSzygXbuwBIwdokh6qGpCXqkT2Ti6/ikd3WCtUmnZSbRvIZ5W6e6fC
NyszbnX26sb2h4qIFEWMv93DpFB7SN4GfylZVe+lN649igHIiDcNSPE8vXcVChOVbYuYN43q/7qO
aeTbjwUobM1rXoF7zzXWf8t3ZXyUDBwZiLAreUf8vuvSU5oqtojrQSbB5eJYLzLJWdrlerCid2vO
CCnbR+1KMFXP3NJtPRayw3nhgB6GQThxsWrm+OCL8bYhD1Msl6IbyTzi0oMBSC9wRwrzeRw2zLef
wlixAS6K5iHyiXPDMMPG6znw3wJauSP1HjMuQ8asbVl3dK9NCIpaKz48VYG1UWdq7RXDh9csh8U3
jst0T/097ijRYl4knOoB2T16s+b1DFXEEbmkhZ5BF6W7zyHtGQRGH+LoW43Y4A5w3ciku+7kUq/i
Osnf8ea4NWxJDzaobwFVvwy8tXT0TiaQBNpm87XlrGlAmr/AFGMDXAbWkaHhW2Stu8ChrMnYAcxA
dXxTFPJkN+6qlFLMfLHkskmz60YV85cgNdcmCIQq2qtxIQGWjRtWKCmutaboYukxPWR2H5KnmRdU
FPotrljZaonau7qIrfXcQIR2TBDf16N5zqjbQR6dKp6e3SZpabTkzSMutGsGNmMM5xrt92EM7Gdq
VdlFg9nvamAuGRYJdvbSlAgnBMSZkqCcUak2yLrFdmhbtcMnoF/xBUOhhwtR+1+LyoouyY+jveuT
0KRjkFAl6PsD3Yr+UUm/29AoZGYmGhQEizRako7htfHgM4CxpMIHHIh46Ynm8lpaHP6BN57QL/FG
xlf1ZD0qQ21x8wFu1RE+HL71FMzcu0bctYkb7Wjc3g6LP+7zBRtmUzyXsanKFehTFU4deonqA70T
NXRtlu9WXXmHqFXmsvJdNMCtCiDnWVjLKtNmxPsUW4+2VEB1/eUs4ospWJ5xIABZwkSjo97HNxCM
L5vWs3T3FH33Voe/eVvygOnrb+oy2TKJnMqDNHC+7PIkjOJ+Awz2bJbji5b2c4XsOcqw+tDlsI+L
+raomhDTgOfGG3cxljTY3kyUYCyTslNZX+joZqIiSl9l13rL+XhZVSZdG1fWI3YMBg0N+vtx2nEz
E6O7WExMbpf+sptcn9JY0FzmVXk22+3Kp0oZfjjPatrUsnW2Vm+0wP4MaeZcZcZ2t6My1Z06w8GU
BZrnBjZcLWGWxHBsZqf6B2w/4q1Ik+iLK2qspQwG61rrKhYzHjYuVA/mB+sKKICq5cymXaFQ3chq
xiOir+zbUgkCoiRtr8oxw2tIzOLkN1kCEDHF/ZOqXBHvqaJVJyR5egYOTzn858FJLrKzqW82ljvI
tqxZ2Xnk5WyhWAgAFai0BC/S8DBGRUTp9WPAsIs2Kw5ZzXsEbmh4l7zV7U2GE9ermDHnDdqiO4oC
Mzi2sFZ+YQqxpi/on/1PAh/yuTb6F81i2A59h6YuRpEWhX1Q4SfScL4e/KHLj5QiPWLFrNuzJ8qt
GCIG7C0x0zY79Eu+n827wsiWy86JopM9cnB01lxeGd0CbCO+4g+QeeOlJLx46sts3ndiBEPMANl1
7DpHZ1LjvdHG06vg01+7MQfSmCpnE6T0Qf22dU+acvtV0E76xEdR+ySd7rxcDZsilexSafOUkdPR
zkeZiCUHihc+wPK1R4exyy1vz+StfBMUvrrlMIbxiJ12k04OGeBoXmaVY1z3li7fy8Qsn2JP66Ok
2cWrl9qrfva5XrnMeKO0FYM/UC0imoof0ROPx6Sqd4FVbZAibjMjL2DpPQM9sl8fTIpzG0Nmj1He
PM+WoXaBijDLc7HSSJttK1OLMs+iD1FuJ9umlPODsWT6rbAD+ZSIVm1xchmZFUmkTAeCkl8/q9Ce
fffRK4P4LOCz8UFS1rquRwPrp4LYavaNOAyy6BSklsSqpldXoqn7SwZDpncid79CjhyasnsehwT+
47SgWoyjh1ovtHTUkF1lcbUf00QTwlnehZIjE11VfNOpANhrhCDyFb1U+A/e0SA+ikk8GDSk1otZ
XxlqJAFSPj1jqeg9Jsn3GgXGuqSRvXIy72jX032DR4I4ByTEhhdexs2taIAek4iAPU++Rgn0bJW6
L1bvPaUD06WbqQuHVN4qtIoHdxDHNPtgzLW/mfME1Vrb3Zp4Xa8U1uYbWMVsm0bLszTs51JOhLZp
lNLkplWA6w75SHCX+9GabfASooZalTOeXGni4tPddigdD13bkx0gUoqs0t5RFX6cB/Gqz3mLTZIS
ednBsutmlSATdN0xuxpcmDEgQhKmQEwTTnssFDc4+K2H9AknpVA01oK+Eo+rYupl2Bj2U5RMzVWR
CIQdXRykt17QVpuFdfsd448awblS+wZ2HusIA2saMEOAZanrPYesxIIELjbkpW+vsrzvr7MkSXf9
UKQYO9Q6480ozixTXTIz2YMr0HkBQVVjgLVy42FAoUgfp+gSFJAxZNAR8xdtc0/a5tswTngI5ZVG
qM/63oyNjt8xJ+NuO/EBfUXbHrsBjcqCZqjHZqe5qIxGMdEtM2Vy6bbTSiwX0qmWF6Tz2bY20LfN
1vcUihY7PA+MWtM+s9xXkuIzPDq9RToHn0Xbu/9RR/hvze5/bPMv/UzvdPFW/krX/PiNnzUVKicM
/PGxlECffq6sUfr7ydfY5h+2iwECVVzxo9hCMeNfinbh8yPhUii0UML/MI/4d0lFOH+A+p+ngtKA
cegfWf+koiLFGZ/5j7OoxyA61/bAe1zIH5Ok+LdxCb6mN7t45POVisgi6bMgDKpIC50LVNsucZDV
ZLNcee0SFXdVgsLwOp9EattUEUY1drxHOrO+xRnmMntsgoP0orMGUEtGGANqBlGius0YpTGuj41p
iK32Wxm8TWwnM8Y4KG9vvMWJreNsArFcdGkx5RAJURPFD1mueuOKfvuPeTxFfj4pGIONDg4yFdC9
is4xptYcOfYYt3dQufOl9vvyRD8D2VDSZ+IZA1kD6URRYX00R2Nx42HSQyki8uhnryDVdPEuOwy0
kIk65aiOysuakbPZQcr2aM5Orq5r35xROBboDLYzLRN7VSsFauJzyItNQCbxKuJCuaGdD8N0UZ7N
ClYd5yNuQ26HK/vSI67aLJgYLsgEOCgo95SEdNjhwRUUzOE0wggBKRB8247RVd4FwVXhTMU9jdpl
CJu6BbPMOYMYMjHEPVSMn3zBYqa7Y4gnRqpz0k6wFkPphHOTuv62GI1GhEi4k3jj5L41g0dFA4ZK
TPUZ8ivgofGFjR/Y30kanOty+g+QGL2BFWDU92cxXDc/ZbG/iVSAJoeAX3DZyD3lU6OPi1t4FJI6
F3+iOrGib2UhUH0byrgrchOHD8aKtm8qx7sp0BFWSrwFxxh3q+fZNxGoMP1GelF1OFsAn5kWimUj
9Le9SexFPXaATPuq8vMrTEn7k1cQw7uD+eADmT7j6lW8R84yk3RPORZUTv7VBBzloCzKYlpnWRrc
eFgWTSs1j1m3saxeXpq48X1BTcfq8TDFn9ZVsVR8rXHyP5yyooE3WIv3AOKI1rlMJLIChRRwlTXe
ZKOJzPV9MejY3DYBrRzcYEZ645lTcrdYuVeLQbeeIkpMpBwPNUW2Spq9ATJiQydJO8NaIWqjebvU
VWyvoNmNGsaRwQeNxDlpTWO1u5s6TW5qAYo+9x3iL551tjwKLGXZshPKRutODPhdTp5bXmsUFbjQ
TX6/oKIbmoeyTpJvvp1IYlonHZ7HOOFw6ypnfuixiSGebxT45VjXQOQzaq8CdrOJviHMjR85NL14
g9zN1jtF3JxupnGuPuoWLcWmUE16KjG/hPyuWuNUlzL1tukkEH9h9wpqCsCdv47DcK6cpZpHYRva
uiy6tEV5ERnQ99ru5mMXZ6ONvM5xqXFk0WMAFtPQ3UvVzpCx/yYHBn4gKGj9p6SDmibhT+I7anzG
sDWNOr0hQlco95qmfCf+jijJ9PwMFzqPvnflDeMx8oTzALOt75rewyyKspq9z8qAzF4Oon02LGF1
R6/uZzBuIfB+LFWAB0dOxzlv63TamLjSURWoEUGtReGaN75RQZmnXQaib89j1R+AWqgqeKQ636rR
GL9rQIh8X0LLRbeAEngrLJY5k2N27G/vi5J2QxfDLr9EfIZlVbq9sxyNBfeL9TQbZDsE99lXPyrE
FDZWVSETSQzvEYCZod42beAe+kQ3UG0D+mPLNWby56IvnqfAGax1s6T+13OGfeuPGLSucllH0daU
wtEh0K4qYd9rg4srQvU5yKsHrxvQEpqjb+aoZuz4w/amst4i5NUvbhR1RGakIsUaq1N1LCM9+WEl
rWVZV65q4207Y/QWdm5G/adtHUaf++k4K7Q6k//o2AbC2wghXxtKayiuYycbgjCWA5LiKUUvEVlT
ekvaTCHeSXJ1UrmBPapwyvq27uroxbUpbDD/IAiiCy6KqmY2BTEaiYQ9U08QotsMToA6rbYd6siC
oudbYY6Ot25G9r1NzcstSCEBJEJvHJm1ha5IThuHnujJpUZGOqu026CoY8DoGrEfE6WsKjcOldDV
tOa1Xr6Cx/uP2u677wvz59A0o5RYt0GUfUFuQwHM0q5Wa244n90djQVZXBFl9y2MZL9pbFE1G4ZF
DR6xOOOPxz6T6W6kqoWjyeyRrKRmkcbgcUMi8b8tVYE7gF+kxGxB+cRTG5q1jLT65hOOTzzThSJW
47DZrlEa6UcN0HLZJzA9BLo0u/G789N4V7WZeRctpT+hznAaZDSp6Pfz6NmaIsA83C30pRHSE8pj
2NQM0TMd6+jGmxtgt2q2B2r6ftv4oGx6uREt7Cf1tGjk0AV6+ZZHEXy8R7mXVK21JozP565fz0vR
nYgXbDz5M+G91IjqXi1mqtEK6QIQ/xi0O6C0GIjnPp+tO8Msz5XJNmG5ekPlXYxW2eNiga4X1wJb
R24YY0eF415giGRtlo75ZnrE9qtWIKhCSFC4t2jCOYSWnuk8xznKK4caPEYBRsbHWTcWIyA2OrLb
p17E9mnhH4yQUw0ofXYS65GjS2cHOfQ2514zLNskThxjyzgcANOyaKEGmbaAgk9H1B03TH+GTaDl
6r0s/oBAisKCcR3AZxYAFsgA1kVdYSDpMR3oYwCJgCAk0SM9XXqKU5KyyFf+BhVq/L3s1wii57bq
zQRV21jZvF+kgIeC+bz12q9iT22UL5N7dAgxDoCaJ7IVBBFnjqZEdKdm18GmN6hIn+hjIUq2zOx9
kRPGJ5PNlBmha9FxXvAUAV+oLFrUWeZDkVnDLs1bv17Pkwubp/3Z5UBWGJ+iTLGbiX6Fyl4sRwFW
G5asj3k/Y2/LlLAuQVCI4wlQRYDRN7pO0MGkdR51FljLzkEtJldYOC89so4JJ6BmbpFmiSXB6mQC
4pvXWZySkPRiLpcL5BdegR67wC6JYEo+ULDQ4CQx9389pXFwmwYOthceQjBxnGxsO7bSg2fbysbw
Kde5tCGxoBjs996YKEMGvvLf2iyKvnRTb9WHTHotReki74pVBl57l1saLC/2aWdBEM9JH1pZKvyV
XQ/9KY6NJjosNUrQPXV4dzg2C7X+aJkpOFQcCekRihI6GFc+iarVBxhetfNg3Y3z7NzRB82+jF7h
dStbt+lO9n2RwvD4eYvYX7Nac09mBBwmvGdYJBSZ6DoycVBeEbGi2XLcKXOPSzKU840jsnHZGilU
x7s3xShIOVAMv79fAuIjjYTCMr1jFLVD/ETAnOY7RYFyPNrz4gQHsRha37UNXhAh7OuIjGf0FbYB
qWWprxJpWhzKqff9B2cug/ooHTWLs6jOOWO1NOj/Zpj9uSv7S44hLPv8YCQ5kAWl8lvXFl7YcAEi
I+p/lkWBJEs2gfaKr58a2f8yVPs8WOA8ZeL3yyA5YHgB6Rd8w9m+7zN0EDSUJI0OS+BKTBSbkZJP
95bXsXcScqbOKrfs6uhWkPRrTCmDG3pN9UYh3Hn4byb8ky1gDtKnZ/L/OSxevi1vnPjd268Wi+df
+pkM+x6jOEg1YR+BUzz/PLjnZzIs3D+QktiMNABOJ/E9W8L9KxkGaBECmapvCokT7Q+g5V98gTD/
kK5/Fqk4fuAyXPcfaU1+g1bQmPg2zCeptX9WtcAq/LJ+IEMLirIDxaOoiakcTir7Dn1OQ6ES2EgR
L8trekXwdJ9u0p8s3F9HVHg/r3v+8FhFWp5nnidmfIJl6FbUCtfdJWxdOkhmJVTYiAV7oDF3/9EA
pp+XYsSTjdjHp+pn4VX5+VIFnuQcRuYcYn3uHXKnf6Lb3IU2MdaqtI3bv/5i5xfu03v/44tBIpno
gZyzn9+59vDpi4017m9pN82h4Q1+COsebZjx427qoEvCaqRrHCXI4gtX3//1hX+dMfLja7oolmBS
0DUhHjrf8U8XTka4ylQbPEkfT6a4dc0PHNlndK+LtW3zVl/88+sFmIAyGoOxKaSkv16vyWc3Vhl5
WAHLRys9BYakGLgMJxerjCAUP46gv77mb5sqN5eOAbAWXojcXevHXPlP37F1Ozf1R9mEDM9Ld6nL
PA1fW/7un13lbKfIZgq+w4trCfHbgqGEMLmCJlIo/dzd+lUXX9Tguuu/vsrvbwBX8eyfvoquSxWK
beHz84pFa2ABjWvnoArGrDr5hIC1qjzIVbGYPwuVvwxd+nxO/NnFmJopLC5Ej+/3VYlHTOUoYonQ
VFWyg35+xCPGA9+0X//6W/3+hM7fCurJxmEAGM+3fluFlZOW1KmKKTQC7yaj97qr42D6m6X3pxeh
SMK+xfHKtvXrrWNFe77fdlOoHPGVsAE3t0X5f7Nt/NktQ3zH3WJXZPzQbxehPo4IxeeboP4adtUC
dmQH+phHiRv+9T07vymftgz7/MKyYwj6mZQj2RJ//TokKCMG+nl+aW7Llfk3G+1vf9xhlCgni4kx
n+DswV701z8+xgOxHIbrYcwwYfKGxFTNneOmFrY/Rd4mF1NnE08jYU3laqj0UD3p3FDT3V9/x/Nl
Pn3H88ewiYWEy3+8Uebv75TROv6CK17YmWO2vPiauUvgWHaLxfSUIRrz0Ax9mYYqdv/Z0v9xZbZ9
2wm4ES7WBL/eALlQzGwwmwtV4ue7OcF+ckYUggrLlD+DoP/zLfuzL8m2wSnPqCOQvfOz+LQ9gcSU
ThmYaA9okz4aUdt8Zd/u94MSGOnbRX+X1f7fzTL+s4ueX2moAMexOeF+vSiBponkvslDRGV4vvVe
1z0PQVbtUVHQ/sbNo8dmadDO93/4RNl/GT+G/bPP8ySI+O26tqnLzKyKMGK4973hevUem5/yFRlB
vRvbXt+Wdi6e//qiv735TD+zyBOhgC1GA5lELL9eVIwY3gJNFGE9W/5p7Cj9oDhKnOFv3prfXv6f
1yHKQvzHm0+o9et1cHcMxrY1ipAygbpCdituK9uTpzia9d+8/b8/v0A6LtG7xYg3z2SF/hYJiRhr
wizqLTibdfcl+Zs0xGbKK5/186sXED+eyWgSElfQXvltS0YgZSXoWsRuYM6NtzXnBRf4ODMT/Ddp
J6/SbMBpIcCgp954Gp0jk6p8UCE2WHz+RivC1yVvDUJCR0jj0avmJMAgOwpeRCeFgSClpQffwFJi
FuLLiJRHNhFbja69Vy1yCJYM6+6140/TdwuvV2vTO0PyVJVOR6ZqlMUFc0cx+2gZTnDol6aVV7mN
m8kJe8d6XYnkTLTitvXsYS2YYPdnx3dlFrgvWSuNV0x3xLWVdvKrN0vvmzmY5Sk30AdAd3beK2Nz
IiQ8plMH6yxawBObpQpI+FuGiqyrmk+ycTs9X3SxbiVyU2HmOG1Y7j0vsbru2wYhBDB2N4RgQuWp
wcqmWKNWxSazdfCBkl0r5dax8JZBPabOoyWSKsWqMQu8h3xoexu7e9x7gXIibj85wiQuSl5Qm0EM
xvzuxLP9EudOHuCHY+EvGaD8npHp2vUhZWuft8rqKG+7fa+r0CgjeszeGJUvNJmQ/CrDzE+159Jv
Ia50LiNZjxH6CCiwC0WngtoC0z0wtqhbJIbUjfMeBVCNpwtxjm42w+i1DwpV4W2ZkLtsghm3/hVd
q4wqVuaex9vzA6pCQRfs8I7DDWsktNt7EQrATe12RhaOGFB9U4VcbmSymHbozI3T7TEOya+qBEXL
bdZEiP1yhrQwbSBDk9snSzmx8489ytQZ7cUFTrTWtyWBe9kyGiN/ReXufLGtBMrOj32KkBFr0Nt0
Qxm36FMN7B5rFTGmARu9vICQLRKkyhTDsTPynUGHbtw5d0MGIBSKZSo/Alpn/ipXPpqPmPjxlSxY
23tPR1V6Cxw8XdYiD4wds9yJ9Ww5Fa8EfZazA0lN25ARPRgI5ZEA9ZvHuADscls+4eSMzXbAhpc2
HmF5D+47zwym6muKYFCtcqszSno0U2rD3BpQsNM6LZB0IfWxGFZUzwxLmZzBvqxcG+fayuozRvT0
vXni46TMmDLR+qyV6h1jPba15aF1WZiP09QVg1ki3Lj0uTcy3uCymZXIrh0YuMiuBK553tRuBQOB
2mOm5q7aGUmdyq0xGSaeRbPXbgpLtnobpVVBITaPGKblxXlHNcda2uiEX6ISmxmL5AN3Yk4RxeUT
PqhNoNe4FVkU7WKZPzLVQ1LTLVsTNy1rZskhzYWqWHTaGWiez0Opcif25p1CRwsjPC5oa4wfDlxx
hygcs8gyYnB7JBxZwHx7EQb3oooqkI8uem+aYZSbos4hxuhR2fi/wlTEu2Jyu/IhELr3N0OVdRQL
l4F50yYSu3EDAVZAfOfe+DJSM13W0on7Z6teGvk4ysp7QrRsRmHmZPM3I+gkwj9hdmLfLjND6yt/
YuDN4iTtYarxWAcD1O6rKibV7RFmNvAdnts85+xv2WYw2vEb3iX4iM74gxrnFpbbs3PNeIDTdaH7
4fWVGkOGDS/Pgsj/WNZmM29lacf+FpOACM9ueDMRjuaZ3S/dOt81ILzxVg6aTjR/VMB8V3H/gUTZ
sNZYY2bXypaYkMo2X75XeIXKlbB7+VQhnO3XPpVGukOtY3Qbz+ti/ARjfTd4ScQv07FukDJliX2J
J44uQTi9ZGZogdtgbolMbtpVYBxyTxuULtQEWEauvCzsUa6lmn61IOorDm0+1zgiTEgnDbJprHHx
doOdtt1y340/llpb1CHG5J3eR1k/2Bs7VcKmfq7LfoPvi8LQKRbq1hVt/nXIpviqmz3+NyZuDQxJ
WbDcXCeG6BxOqU5+7+EtKQFKycrHJCMIGA8ksZPJKR38L3tnshy3kiXRf+k9ygJDYNjmTGZyJkVK
G5gkkhgDCCCAwPD1fbKqra2HVe97VfbsqfSYzEzEDb/uxy0maEhU2wIjS76Ne+uH23oaw4IcoZ3l
xuUcCE9ul1TyuDD/CoKMk2wpGTNgwNeF55Ea0JAn4yy7SpXphvXQ1WNUN82H7mW/r0vF5xyUurMr
ZIL3zA7FH+g7n9wVpm0RpeJBXQtimmLSR5+EX74hkhyAoeme/ZbHDy4ZgYmR0UX//KfIsm2oGKaJ
gkstv9nKJHcszGA0NcvcnesFn9IxQZOnj0LZ25Sc/gUmG07cut0DN/3dON6DkSrZN0p9Nk5juQ3j
kuUt/5SjWV8AP317MZ0W8ND8In6pu7EFkyU+FnRJIJofgypPgfaeWbkQPSWeimpYlnd+dLXsrvIt
iGlVWz1i1MrpLhjql/NS8aRrC75aC6ccC22n2fTTcBuQo+QlREcaaVkqWtVfehv1P3zcRzvwHo8y
mjNYYJhaCca2W20LNijYZLf9te7OgYx9SyCX7GCTHRy9LjfQTfKHXEX2wlIWmo/JefBtAVCyRgJo
jyMqbrsvv3P1J+UY47wv476FlWK7WxUt8cYobnfb66h0NKGLOx/eyl+zktLktfNZI2TSeS8rVo3n
gDTjISuS5bUgH4zzSCN4lbwQLE+TOLpJUz4EXbb+CIz7K6nS6OKDoX8g+lxgtFvd4iODzMQ2rYnr
hw77Glz5flIFXXRD8NlB4YUxpcZUvPYJ2wG66qsweZvs8ht75k26yOdwHLDO2uFtdaQh0u29DLGA
Xmdm77nRFXpuQQTyJrR+9Ixpyv8erQnpUmC5LthNQtcVOC04lZqqaK/NPG7h7vte9H+AhU3l1ngm
pfComomWEWbFac4an2Yl/seB4gbpxTe+gM7qlMGGWll1wsvJt6GdzGMcut4uWobuHm+M/6dMnXX6
MaiFlpKCLTl1i2Nbw78W3fK1ema+XfDCtzLCWT05gJ1RAHa2VfLdZqL4xAIjv4zFzoyPjMECzuSP
2Q2DpzlGDrl+Ra6pfRFOtzYjXY0R0Pd+amFBRU+BoMmx+DUnjf/krX7zgl3jxHgEZs9xnW+nUuOl
Tdh8Yvz8yOOufw+ksFvigLdkajK8BVN2xY5na39P8xZkyCTeRsRyn7phKvAyj0HDhJKoU+yzz5pb
sekWcIzXDe6+GiCZmKg0LEYgEkLE9ZbXKgk0vAuffHjgT8eio0IRfM7yVZJgfIw1qzBXYOyDrd08
Q1A8JWJlt76yB6liN7rtZNtf3SZh+GXyBYiX02IF3minHn9PaY1tze/biWT6P5u21HBYQjDj0yRq
TCP+YQKYxVO/8PblpGraH7DcU2SxVjeCYS4nODzjPmfnfmpdPR+6kfo9O4bJrhpT2W+1ER509TTc
Jvn8Ix3D6kVTnMcIpZPltrvCHpNUZPt5SpuffjW6rwPuhcs1i03gYg4fy7HxXxsqJZ5F6VnDSRGT
jyowQ5GpT5yHAlTPuqHWAFBzPFWXgDMNWDpuAk1F4LH3g2kXruRq58XnkSIHvnILttKT46TnymHh
GFvs7rzm/DCvNdTB2hjmlQEGt2GR5mIAAGatxuZWZMY8MASyQFZQu1MtiSOlKnTODNeOobOilo9l
oOyPQJuZrWlVYMhJQ0Dxqe7mn+zhqBxZ7KL3quZAP6yrlz2g5q7J1voL9saktPRiee3CU2OI19uJ
d+kAlT13tgyBQCIofjgMlilw0zc1zuVp9XJq3EInXfeRmoi/1JRtPZWSgfxUFqP8q9zWFmeFodUn
s8Rxepe2PDHZ1HfYOnwVhysm4rFlYnEbf4/820Eq7lrmj7jiyCtax30Ncqc5qpjBdtNFOSbXKigg
9sZstdRhLViJgteV3kIEaO3aa7fXeAUqPIw89fv9oqB/30xJNwK+MxUfhbjPX8Oha8enTgT6gSXi
l9ZC7palg81hwM6YUToH329pD6O97y1hxvnq2mRUx47t3fO1Ep5UhREPU1D+HMHX7egxfSgcDEch
XAgOacYySI907eHxCbls9uySjzyHShjPZU7HYjYycFHRmcw/12rE+yCM3xzx51QHEFRZTU4DO6wF
x4Qhlfsr9YHOzmKF2rg45Dd5hj+uyd27Zi3fM4DVt2x4wWH45T5k+LmFPBHdRaLLLpaA00voALw4
wtcg8QUC90RnlI/I3DewCkMAVeQPCvOo60VfijGo9nx5vMceoEW4x03WBYdeZDCGk5B/HxjKPmb2
p46EL+ww2q1lJmhzw3/8yI1KbzIA6fhhBoKIM28LlpS6fCiV8872smWlvLh/O1ctP6Rf5dxKIHRy
8aZKUCm9nH2eT/SLBLE+8Bv4wa5B4OYF0hdhh9ZTe6AcVQWbicZoluV1kHCB1LK5YTSMYJd0BKpa
EEHHsMwvPRYab8UWy9XlLmgWIFxzbTO8YG1hT1HhvEOwH94K17H37JkFbGPT7E1bsVhc5z/h3KkH
7Ur10Hft/Mkn6wdKGwHAxc0BTUKshueehLe0fh5jkdtntiM3xKtowVpaIhk4HidxQ2byGgNqMYlP
13NTzEeXWlx2GK67PqUR8tKGKmtxLrM4OfnZGOKaYYJoGuWR9VDF6wAgxQFQi5oOI2aA9l/2aT0d
MfNnr7EKE6wTi83ua5b8fGKZ7H9xMgL0awbIqDxLmaQggBs8GSxMiYmAK7qJ+7D7mHQn8m05Dw2k
k1bwa/UGbzvSOvySpYG9mJgMGklhFYV7TaHAJfclhSn0Xr65DRY5QKhXr7qlrnA3jeIj4J9fYAjg
OJhq+xszyRsKU3DIKgAvS0ojq/SvyZ6md8mDMkceaCW6QP/qGNEttvimxcFJuwV5TrY7AmN8N30V
2OCBHOh3I0eakGMMiSU7NctBWkW0njXMHF866Xmw+3m1mLtezXp+E31ff+ZSpwd04OZnFvXBO42x
YOr9wcdm1Ocxi3gcXU0f9vw1BKZcjNW9XA50wQLEjxoFVAk3k9lBhvoKy4zkHNTQu5AOVoWRPsM2
V1/vDtajmZYeOsU0zhBxDzUrtUd0tQas6bTItwI0CNcKprtfON+CXUl155dnuuquS2P40NKKF9/V
0WZEMJr2LQabmpBMUWe72GvtEaoDNHfKtOOHfikbTDWDfwaPMaYHenxw4USNR+hpjP/pt8GVrhtn
TLfJmkcMn/w6vE1qBjAezmw8ejxy3v2tKkR8Lv0BIya1jL4HtpzeqM0yhsOPkSoJSh/psbk1Jgrf
A1izxTYHoGN5YgMk2uOlIaMrwUM2oFmJ3cKFGbIDHxAio0mt1J0XQqPYaG9ooASBJfk90l56rUno
28eUEAaerJr4EsOT65Y7COmL3U3uKv4Whof6Lpl1iCNrQkbZ1MWoXstE1FdLl8ADNDeUY+3CaXGo
CpVO5u6jK8x9wjdBn6OBfI2jijZhojWR++3EQpE6NAMuRmkiKEDdnObZJq5qAWx0hq/NfMf8teso
mDwiKcDL9U0Zin0dRfo7ZU887VKrag2EcFrvWpaxl3JZuAaXZcRTndSafUz8tXJ3KR/7R8cm5byR
yZjbzdT1XCWY5ebhkszZ3J8aNtDrFq2XWyEmnXaLMyx4tXXFFWVOQSNvYWbx3FuCcf1AsLHDzkxm
uNS8482uTeVsD1GVg3XprcweOg5wYsez4A1WzpwzufcQX8uSbmJWHyM+mqyOiBzEwZKO28DQtrPh
q+XzVKEUp7khrAfNaIUKgvkmc+WlBS+ToENF41PGUeUgxAB62wU8audNE0U1JVlVHTnnrl6uqd9+
0HDN8rZ/reGRzYTrHZSqaK6TP5bIPzndoODigfRnUbT9upDYRcjnilJwaLaYmWCG+0lLlyltrMOu
kjFEUvil6lfhj1QuFNgm7Xa2o/z2dSY/uiQAqGZ0UjpklCWOvNBpR7n1fbHcQQjW7ibAxIgPPcI3
Vrlj9oe/Mfxuc5wmhOFN9lN6AzUi/gyUXlDuc/Ad1ZFEpjFyOS5JlXPxW4DbXKlt9HIthddRsxJS
gLGlU3ugGpo+0+KQjJH/sRQVrjgdOkKeQjx8zIiLE5a4yAN0h0qMy0UOnTtcRTDUjRSaot2jbNmH
bIG/tnViqrTh2jpOvOv61lzx8IpQTM9UxNeeXiiuasZNuptm7DKJ4lcHT3kVFv5N6EIVJpWTN0fq
OkRJ2VunMRwTAogeI1nSMOMgbtX7cmjZSSUwFIcNUhwGsdoPl19RVMg3XnPygu0Q9AzuyyyEYpP0
/W0zWl5WzM/IwRnpKjh3JJ3nm7oagg/R5dzqB66xH3ZgytivKS3nO28ewxdMZ7h1ugxrBd0A7rA8
QNmj6oM2lfFHIXpH7cJkaII/S4yB4j52KM66Y+r1u02pCv01Y8srthq6lLeZBHiLCzFlB9mS+0Q8
b+gvEMGuM7kwx7TtvPPiWp//ROt6N3RGzYH/zZTqAEYTYMPgHYTpHLndY1aFWV2cE+NitKUviT75
di+sSQlGWskacThRZkXrxJY+69bJTm1LlJkHlK7bZTtVbd4+QtJrpo2H7M5tWldc2T3RQEyvWeoQ
JIBTKm7wfuH6aHxm+10D2wK3HhA9SxbWKPUuIFYNm9blfn7Mqs5GW0h/Nd5AHmAu3rmeIkKQQ7Hd
kb8gO255WPPKcXFBayzrIro1luvv1lb0YCGFr1FJeVzF+LpP4TbNHyC13PXGIzmFG63hqrnL5wiF
2nOmMt8rZ8XpSABKE8kPAhsec3/y2/chIJOLjsLVmo9/2Xg3uS/anOrrKV/PgiRxve+0q9vfnCOj
f/aqtv20UAsJp8cF97SFqs9ihySMgcE3Gdf7WTPVHqvQxED0gKdn72gHfXpfjTGgcooRknmPCbS7
whBYR9Exxx4fmcBm3VcVGKD0UR83cq9n5Sc/rw5HDYjYhUexyKCh/ohXlNPuU470VSOPUEMVwU0P
OBavfQrloM7Ogn3ulh4NSuo3QPTt8rDmiu9zDJBqQLuSwasvdX39Zdfz14AN8FkHPcUutoABfSHt
ML97hKaD82Rxdh5Td26SS1Ai3PBQyyOKrvw52hdU61BuaCHfPo5Vmz2j+xY8jgHlwckQOvXoPcni
LOEzNU4g7/MWwp11scx8pI0jskuAjXx8DNAUqmMYpc6y9Z2AmkDa+pbfdMLFFJn4WoRIZjgE9kFW
Rt/lNLoozmgbiQB1znGxmQFPBDuIi/BTxj7toqeOOtmO479ixJ5oC6SydbimgFsfUPMePZu+xzrN
gA9ovpLDISVX05ymqJu/GbuLgDMGkPYTQHx//lU0mYYkp10S3/g6mpbM5jxAHydcT0GyAOJef3pZ
Wi8MOguIE7RMekWEyu2ycSybsC378/wlXhmfdkRYiHw4MD1guPmkKL7wF9E357S+eUnSfAE0u0Tu
yxpULTyAtnVeVurUQIs0IQ7ygX42c/RWDJrbLpqHkoqsawB8hY9b3IQT8Zy08ZKOVpxrK6KBbPao
Ah281GEAFc8lFfCJ9zuizY/NGRbisnMetW8nzl+lwhcCNctv6eVtCWB1zb590VhnA8dPO89pHIfP
dNmC71gGkyQ/Fx977SNy6vSyJF4X3uo47NZzEkQ6O9mFO+RldPIAmuAg2gQiYTSS/FnqdSr3fV3G
8qGrivqFZnbrHoy/CKhkXp//SK6SEJfpQXJDT8dPNDJu4Gufr/Fx7hFIDilPy+Y+zUdaTCyfNLuV
9RqoQ96sMiCjoOuHlVTIPXMY+UVl4p6WAMB+1bEQSzjReQ0AjMCpK38WoGegjWVcZfdu2nH7jLnK
8p3syvQvo8t4Vi2HK7HYOltuY1LoNLhje37JuoSTOWkE86MzKFTyzgla+huZTvcNlOe3zpQF/dge
nULQl4WD6ttQvsF4puY9GLjgU2ezWQBSClpGJRawot0FYeo0Z56plXfPrZitiECqHfiiuz4Yv1l9
CzixUGeGRNJWoVeyUr0nrNoZdr+0Ki3UIB3kqJXehm7FSmnDH1f2pFcSTZtQQyEEf9BQBEkYxEbz
Q+UIyjLntivzQ1TQi/XSjEBQ9n26Duw/MNSO2zaZ+nXbeU32oZoYugL8Hh4pCR9Ve24bxTU7QoEI
oHDKivQ5Gny9LYgr/0rmVbu7vmuSX0qNzC6iGup8P/TsSxjPiIzUfOnAYNxnLg108Fv9XJyHakBj
k8EafslVSL1t+eeSBsZ+HO6qYYRr6K8+GFmRR+p2WNiZ7nzhz38CtZZnFnlQO2YyBGdVBpqv/DR3
P0XYRlygLbo1Y+GUv7mCL+d9krO3Zj9AHp23hO0Nab083Lsoh9EugUB7KqgaY5WftnIh5bsmzn5U
FDZdKMZgosYfY8oNw3APQ0/mOr/tZumrI/WSTUlIgvzAEdQ/cSl0ZVT/SYB2vTWcidSvOW32y5uI
1YKXgQu7Re1BR2HF6YiNHev1raWRTtxSjxdPt0HKBfRmjSOmQzjIut9n0hnjvYlzDV6E/TemzxJ5
NAhb1L5ZRHY9CaOouMgHoVk9BZNxN5bE+mmqp+ZLGA83Y46dc2VMuhYTJFrDy/W6sj1NIIzNvgck
dUm5P2cMeCPvmIV/055AVgdIqZIhm54XB/UjQXqNNrBrlwrQc5I4AHkm8ZF2aQvptGrW7Fax6v6z
JBlNQm0iWwQtM1znL1QYtS+0G1IVy+GoSfsMxKx7zt5nDx5yvFETk9sOWk8THuOIYtpNkfAw5/TX
/vRYW80nks6uzv3JrtZ77UeOI1+AVKVbWMbAFbOcNsPCrlBZhrJSw3PPhMPeLFXO17oAEjxV/Eg3
ddN5PxhKKrmrOdbB9JYyfQMyvlDHI53rhXSly3uzuEUwbgcf/uY+rrwlPY2zDYgLYmlXN6j0LWJh
7Ba5oYFORu8R23dwXYQb4Qt5PMjhkcDf2tC9kFcvRUQoh5h1403Frgjl2h9WisLr39MQpsOT7ERx
SQtuIpfRj9HaVh8/zaZzgG2cEZAANFSzO+yuw2R60+mAFQKkk4SiqaCVIfzMPnkYPWmnfe0F5jmu
ymVEzKk1SbyaIP2WfaP22VyH02tF4gvYhhikvO2dIE5PDu7A5DR2Ez8i480C6tGfCHOOXKCXm8hd
J/1QdfBfD2vGTf7e1mqZd7CIHca8VPjltkhHpfekG1wk1+WKwVuzJrqUddpHx2gkyPpLd5Xwwq1q
UCT2JXEP84ElgIqxHFbKlt8jC/syaukIWQmE31UUT/zNuqx8XXn3ZuCli+cEFxnynd271OjdL3VG
wiAJlxZFl1JSzDKUI43HwqIE3rQVN3w2+xIFaO8v09Ry/InoTxcT/2RfSkBvM8+QSxnTyvY3OHXc
tg2On2S71Hosj5aTtLv1agdZHOqGlrdrlgfiVwpzwb04uRwl0Y4YOPk20EtnfkSrh0h8wWBM3D/Q
qcp+RDnlohTUTtl87YeOLZSZidwNBF+PFrlzThyKYpe5VuNhjMLO3Oi59eztXHHN20fjmk+nkDON
ciZTBd4XTBqpdxM5NdqrLAm6GzMgx229mIoov55YkOo+g7fOmr0PzxPD2mcFebnfFV3NqhFIsYye
qDlb5UtkoIZvFgA5+Ya1QPVlsUj4rCO4h91W1//a0Dv+JwtONBgSCFN3wqUy6iNiVj9Cdlvp0Sig
lt72c++Nz5Nn55+s/qi0A4iVgkSxtkPCF3nwbarKce75StVvZrbiDVrv9CsaCvk4cPdirLWj/oOZ
qaw3kx/103aSUj1Zn3lgB2uFTJeMVp3vIo08ARqV1dmm8Nz5O+zLNDvyHl9LOzLpTXsA/yq6K7mv
8wfba6yXzUbwizEMvaGlTEhdkDoZnLDbdLQMcUH68ECiMJ9x68N63ce0rC1FMV/hETAyqA6ovbLY
u/zCw8sSOWV8aHGF9XfYI3O6PaXfA6/jt4RSN9NrdcAQbcA4QXzn+ddVa3fAzwf83GllUO9J2sQf
3ex7WJRcxWqP0sas3IaO5zfM1BGP4SXnjDiJLKu4z8qQg46A7JxccG2H1ABXTe2eGJrTD4QGw1RQ
Oe66DzEUfoZSOexLp7DlatynAiy3MsUhxNYFQt7tlsd8oWZv4ziN6D0axmS3nOpk9NazydvqCvsb
GCecsG9Zki5WZZfF8xRmsiC6Vp/WaYBiP+n2nCGxq50IbPCcOIKlrQqS5sy7XyZbJ8+u+HdC959F
ZUAZE7SNEIG6ZtWgshOtsI4SCyYejzy4LSxTOJSPDqg7T27uf5C9lDqXwbXVk8JCSm26kf/3Tb4S
MTw6DctMgsijfggHsYY0RJPK4K+vahewx2TLTTBVXURkMWafn4i4u0wQa8nrxXX+lyz8rBinx+o9
MuArNtDmYfaZkq0mBJbSu8vyzvmb8Ut7wxsh100aVPW3G+CWOYC8QKibZslbZuSy3Oe0CXoPWHDR
ofmxiiOkpKja4AgwtAxJJ3ycLRPgjtq06dc1BQm+kcnpedBTTWcjYPMMYd0njyhZt1JKz4Xn0WZN
eD+wu/zBxxhfDAUFLRfBbO7IjrOaRUBQvf8aBH0Lx4n9b8yjfQC6yxvfPPrJMCNc1fF1pKkxDW5I
o9uPlNs/ELJEZ+a6LzUPuaV5CH9YxQfMG6jFLcJg+UtsST5FfuX/7MDkN1AAUoYfOnvgB62zDvb0
VP9G0Yxuqmmcl3ebx/L3FAbZV4QGSm0TaONLOopR7HRde8+CyrX8odGdg3Q48uWiRUvLv06g6BPp
IQ5x5cxU+FeqpXUee7LbLsVQuKFOQZmG3wRNQ7V1fDK6NQ4pTFCrbRnDFq+4C+cCoR4wlE64QFJg
dDtCUuh+hcbvEdMBI0E309UybcrWsDlXVQpx0e2GheXx6ojoYa5SjvHM8DNuUknPLQYTPAQXFifg
ptzKOPTJVU3PdzWw3bXpQcu7uJKBwKESMd7hKmbI6Ikcfnt8he2GJyAQIVwygz7g64qdm74lEQhH
ukCeUVlg411QL+JUcv2mmlahbN3JmR2QxbQH57OMvEte0rp+oA3Qe2wh6n8n5O8THqgL2UcvM+2d
DIKVJ8E6r99SVdWbg4mZknpU/U+OsxE3heOC9AeoRDwPmpvbYDcYyv51JHDQ5hsjM/8T3GfZXdar
Av0NKkYUf7uY2uE9RbBVTyKznastyJjiD+tRpdidj+18AyNB5puotpiv8mRe7q4aDf1M41TedZif
QF3S8kjn0hjS5ziaXK7HSNM29xd3gR33Bfrc+s7fuISHRsxcc9I2QvVkMWJhdlN0Pm1pUVP4VcZB
HZpijeXOqethUdtBmSU48TrQAq3UcXujALej/BvgWbdKZlf0lFf0HflAHM541EyQltne6XO+EOh7
7N/Y2uTjFlIikcwOzsA7QXElfyYxBIOLoeAYsdHShh2V+Hw2ksaPedsofW0olLivXozXDGdDi0q1
q+ImQDLWI44qMTpldmLtJ6udiMKlonOtG6p7yA8OUNU4wbhKUw56hxQ+feD0wYuaob/JQS/4zKHc
1EoPQta0oE9Tk+cjpaWbOmPg+9XV0bqebJKJ/ocVuvUemHDIYZWcZOpvuQayvVW9K/s70P7QFO5g
lrTXih76LKFjsuiLYadlluI6Ut3a20ODCuILUCB+Zox6bXNxsnhASpFmadOdpRiVrm3SwBQBDDom
TKND4YjdlMQiow+PwW/ECps3GYdkJS3PvQN7upJ+8IEmPckU4TQwQqqQt+xvHnTlcKv91Ri9MTMF
coC+5+Yvs4jtD/0sy5/dXJIzGPXKHmHmA/KqLFaR3cAKCsXemfvfYm2y+tHFGQP9CLOOOidODjuN
+PKE+h8Gc0Zn6dRPH0XhipFeIa8FJBX2dbFvpjXFaQrFXHjHBSLRR5ll/jckJgarzpcg4bLWq69L
STtQxhpji3Q2gvOQ8HvqdPWz5qtYbj1ctZBDV1/KC5CS8p2P79wTaZ2CrzpURXp2zWDxZi6mQfql
YSK5gWXZ44OQoE74SmGpgRIYXEu3A26Zv9WcxcFu9QnHwJ7lBKK3cBUs/SHgc34Uls/JfeBH1CVl
Nh3eMbJhfPPLinV4gNM2O6WeipFlHd5dzo5SjX8ked4c69IKMiWlTaa5Ch2NvW3YesO4ItkWmdPq
6Wv/2myLJnrClaKQJdbA/5ui+5Z7UQaBQN9p+AUjZWQ0luSNwQUrKPHEQlrj6tJwAfB4HYLIRh8E
0rEolAozwAFCHYwLNHBtb4GBNcshzNqoPVAqkqvbzGUvckoDXs5OqwqgX+xU5UQz1GISBLqxBJeY
zTQIAD5cnPEYDQQGztgKKXHK1wH6BQ2yDQYhb2R1OWT9lBzTBHvVT4dCtmHP/WfpT96iRE7rILSu
Xb50kWZzUqzZnv1SvO5xOypmI5qXeeDnXNQfRjHQD18jDgmMXkNvAM9IfJG81YJmU28aAqyN43Ux
Ts5zeuHbULmvwpuvC8ra6Wnh7lfnKfVgYlyAuongwfb0z/yuYg6zm87pyeSHnOgw6FdIS0ae8WxQ
9YqgpfzmIw37DDYut1MEHKLd1ZP2aDXmJuejAbWedtS7MSs6Pf73zPx2wFg4j5VOW/OjbzGIXhKv
XAgvJpTU0CPeBkX8WfTQgq79HAjiNKqnCpnam4KZfR8VRM2TmYDxvo8ZgXgq4k3g4MtZ02hY95R7
VeZniKzIkMfSPva3pGJrSIMrQw6f/gmC1AeohDxkCNRtanael+oR2KgVttimok6ufT3J7Kn7gPRC
fbSk/6HT5eNCOadEfryyaJ2+vylpp8pul5pWsOOidY9GwR4//myvPYTvkVsL52YMuYc9rUO/YF/p
0ip3H9bJHSccImYdf9Iv7Hp3WhRxDK2yiK69P7bCJc8Mm7EDhsSzDhCXsjCrqnPQZjArH2xSw87E
GU/Z1K6h7LA66kA59T0qG+AgVpayeA8jbDTnos3N8jCZFsdeo5I2uR593kXRWF/AFTHJTRE27HlC
RFJMiElJD2kRA4vgAszisGCKwwnSY1Yk1YBbcCO4Ff2tB41vkAZrONIAm+w5GQMuwXDUBn0eBRcs
JzoxGmYRDiaJNSA9DjRrB/MxnZhW9UtSFkhPN+VYNrI5sQjxaISLRdHyjaxqXIvLOdZUrjHs2n58
skKMHlqSVHU0/LBoLZAqrapKvfxVpuX2d+DRForhNpht3sWHaR6QyTjAZJDtfHel8PFgay8HnpsC
l6r3Vi0hRlANdoYxNu8kfgCYOFnH09NjH8hpnPWhgws3VwvAuXnN2UPmUG6TYg+p1YTPKXyqEmyx
L2Lf3GAQk/Nj7XuCo8LysyUvflikE5TWdll3WdRl6KJ1oyg2mkx8HFq//NFVI2vgQmTiafJX9V2Q
igFsXE7yi2PNBoykXfwerU36K8GkO24gbA2v5RgnxxnMeH+iCK365fadfG8cmXzkpgGUrKQyZXvo
c0aDjR2ABu5JErmkWIq2264N2+1/pUv/n0z3bySc/ktm7H/l8V/brP2vpP9//vF/JfHdf1x7Ff0E
wJyH+U1I8nn/SuI74h/s2AXguWvAmHgsQer/zOLTFun6CdY6VxIKJkXFv/qPLH74D9cl6ErmmpSl
8KUb/l/AdIzs/z2qRcyfIoorECAmQM7f9z8ChOBoiTCV31FRBeGxIZ51YXQMljuiP6HBKJ30628d
tcu9z5PDvVDsTTfNVCT5veO56jvKPaAZfk15eEZS4UeJfvQrnyr9BuIYipfn4f/cCNmR5coz4TX7
kPqz363jdf7GmZwQXprHfXuT4JZFyZF2fNAD7sWtodIJ6EoMwocbbNA++nXQjyev64Xeo3jAveGZ
v/xt0qV3392xTDF3suzLqdou8vkujKviJiE8xNxXumH31rAnTTKuoW745jteVWGfAqmLHAyfwjIc
z3sbDWFXbpn9XH8fTRrPadTmzngD7BFjPAJy6x4Avrvlswl0H2yHjGIZ5PggvKB3qLtMl1V/1QGH
AOcOfhoKoU3/xylnZBQutADHCSNVD0gpPkcWywzAf2BXuWClbl8Dspp9RZtt0bMU7cn15Kj3TIFb
MGU2gQGYFzHo70qml6XQ3AmDLhpfa1fi4Um8Jk4Oa7dQM45lVFnz2aIeZ1sXLMibNLO8p8yIrRWg
2CKkiIlH88hV2XdZuBU8DgTEn+9gaLIzOKzZ0G9FmV3HAM26BFBKe9AW492GYt5PKFEcBmEkaZdK
bMAdXaAUwydmk8pGE3TtC6pzIo8yS1i4M8KnPtvbKq22jocD6iZJ2Zrgu+UGR7U2hpzsGqfZdALc
7FYuafaN6grUeazQEbb9ghK7DaWDLh1yPplN263dJ5Zukx8nOk1LooNlEWwiti14uoThqDedSd6w
HinQhQvtDUyXC2dJmVERkOku/SA9yFnPWBD8jmR8LpK50Ue+kQEDaTpWLyRYeWEolxV4JMrKGK1l
VN8n0hHvXtya9lwRtsu3VpoaLr4/RW+hP04Vl6DIA9g+RDkL4z5TnyE2V4roiTWsO5OkTDBe3Gf1
fmCmvccuW3yttE1FWxoK2yekVWBFLbGBP0BdpzOVgFBqScXkaucrsn/7BTX0Y8Yr86fMKrrdWm7t
Xx6OPHOzrMm/s3ceTXYjZxb9K4rZowPIhN3i2fLebhAssgpIeI8Efv0cFFstkhp1R89aW7VYeAYv
8Zl7z03f4iBNrhGO4AZQ3gSqFoAeGnSRGAb77dplB04vi5YsXZ2OYQan52TMYiVyAujSlMGropKn
IVuMTZKVxhV9oT0g/qJq2yJOm07SRYwMNFAXhRSqqIyZnSMJq9WM5Eb2tB89vfMYNr2bv8rAyF7A
6eIy0ioTfShju33LkV+zSi5Q5dNxe6xdkTRGR58B8oqz1KW78bG/G1swYrzU3hDunUzhHG8o3vu3
dvEDZsz2mFrIT6P2EPDQh5oswP8cEFgyHpyJu0eVHfXswHTfGw99EzU42kYVveemFzR7+DRxe74s
pr0GQcq+ppDRxc3Cfu3CzpH9bVNk8++aFfFDQv2Hco77fm0qi+KWNgmVZ1fP7mFJBd0/Hof8y0Cg
0yt3jGbzl2U+Q3lOlIC3HNWnXreqHCSBOw+CbdSEX5UI1o3tlK4IC6s0zmxS0t8RYcoutOLRPafA
JcTdzul6Q9XRsO7qnHHOEQkVnV7ljYwk3KC1D6CT0UvIUZN5jR8sO3Er6QXfLcr/fcL/zwox+pM0
n3fS+n56wvN///6Al0T5AIXgGf4HGuf3B7z5m+e5rkvqMyQYx3YIj/rX850wH1zefgAgQNjC9XBg
//F8FzzUJfop3PU4cz3/7zzfpbV68X+wYq/Pd9vDKw91x6QGDX6xr7MXjEYfbe5UJ45W7Jha3y5D
4nKtcr/Mwt13epiAcpJtQsi4NSGi3I3RVL1D2ssZZU6d/moXFmSxZOpmbyuZkjKAAtoDktDPVbTB
+UzYylQ2QUKP2Qhn18JOt0C7WdrY8lDCwqEdFzxhi7kQO8wCAI98PHHG5gWj9zQMWXmRgSCxQy68
amEm/uRxSaK52rD+Qc3kOTBZzxCRK0jMQxsPJ16nRHKNOIQWBm58hkGa7sjceMjqa4aqZvJEXZEN
1BGA4k7ZFumA7RKQgHDqW4clQY1MwqrbnBAOXjyGG3s+03E3Eh0n3BQpSqrUR+Op9HZAiuDu+BN2
txkaVO2b2AKcxuTLbu7t0gqgHdht9BAlnWJy7WjEIKt1tA1F13Z3AsOOsZljgpBCjCC475y6mr6o
pmXzApm+lTttwlUPG+yOcoua3/rAPN8Ou9Gnu906S0oydWIUdrUjlBfVvz0M2r8qypGRFVBylNm4
clJwcLXXvAUZLkJMWZ2Yw3YVW2yMeqgfkZYW1QFgG0kPOax7ewfpsLosbcH4PcZOy5zSHo2F5tov
mY7lczTvRNt14iBQISq0mFj9yR+NvNe0GaYLMPLDO9Z3kZ85bdr0Vwgz0Oxq0eZoLaCLzCcEeXv9
cRhZl+/lMrVqW0Ym6l6UpMgXmRd589ZiqE7lCdP9g7GbFgfNJ/o8i6h3bkDwFq8VSzoOQczU7Nlx
fHn6YUI5gdI09aQ69KJP2Tgrj3xsKHlRuilGxbqfaRUOQE3k7g5dV/rCzd6NIbxa1pcogKeVtdzL
12quvS8prAnnwGSsuQadNprsE1zGxGngA4eNhppOsPEzQnELxaHsM7zNMYeMq8ufdFzqU99eWKU1
KKI2nREzFZJIUKMrB4nQ1w62650ZR+ZdyQfk8bfH5IH2brgbRlkF+9nPWOZWRYYCMNfa/5ayZ31i
ZTKhY2wxOoVRPSdvJokPlw1zJyKYBxQKIVJGoqeBnpfP4yLkM2MyWKN5g7D6wqi1hA+too8pzhMe
Kznk4GYWtz3J71/6UUZo/csyeusZvX+ovG5fxICLsVOt/RBFbvliyrlrjvBtY4ufDa3jvnIQuIDl
LfWp6eJYjbEZOQVPJzOefVzy7ElCmx8k0S5xpV7Yhc/GHtItEWGqFQm2hxincVjxzNKU/kUA2dVM
XYzmHbNG5mj+QgKm2wzjBr1jDTM6SFnXxsApHUkVvE0dK79WLRrO7SRlkWxry03eKoKYn6Wv+gcm
s/FdMhARtMU3SqoH6rvhHVMx3zUBV91lXEzimq+35N6x+pMiqdu3NnVI6BCaisRgIA36U6VECHmA
FgL2xmu8F8x75z2eZV/i8K74hSe1RrmYjcp67WXVn/Wra2CbII9kxoeI0eMFx16wzz7rcoaCw70y
+yJiS9pJOK8amwPl6VrRWxj+WY0lPn2ETY00X/nfWwD92Q8M35uD8bNToAiTByOlfehMVyGQyLu5
2QPkbt9Mm4FlaDh1Z28NIi1WqQPtSPDZmXRrk9J+9ivTZ++iPvsY57OncT/7G9ksHI9ELdD3pHOD
vGYzfHZEdleOwI0d29+3yOKpQ9f2qfjeSlF70Vf5nz2W6/nJiUHhqC+azy6sZpqFYf6zO6vpFeev
M6CtF/nZv4nPXi5Y27qgIvKWoXUBQxKhDp1fluTDVVK7C/1gN0JAjT77RKzH9IzO2j7Gn50kkkK6
SphumEZ5gNNtxmvjyTjYfI2jNHoUa1vKrc6PJVqb1cmbk0ueuYpNjR4961xgOL/8rAz+WyP9j80Q
4j/XSJvky7cfS6T1//29RBLyt88Zh+9QhJi+MBlBfJ+BWPI3YHwCEs1KrUOu/EeBxL+xHUrwANCD
abkw3/4okDwwhZbpBvxv62jF9P/WAIR/+kuBtL4s2+NWAwobgA/7BbpVLe5gN5Z7OhjII0kRQnE1
kVKRBPUJxlIL06Mo0Lrlfl9k99ghkhvFjJYpODjvcIjYqiY6W4L7ANaKfXTdrnb3qpBzdobJQ5to
D9PmVrABmzZunAYAru0Gjz9YBqNn+JGhrd93bSnah8Qagp51kbIEYIoxVZI+FZJ1HSLvmzM8qYOq
zhBLTV134kyZyTJGLq2x1ezHj7bCHibYAWQ9kTz2hGAPIMN1grXngGmKugdB3KFTUtIyG4IRQYyP
AQ3hvHUzECtWgU73UrdIKy5tx7OiCUupMM9L18ieqRRwKGd5b7nPPhnaX+IeBT0q43EJzaYU1y57
ix2tUVC1l7XnLNs2jx4GUt4AoBSR13bkDS2OZTyxH3e3mWeAcp2GAlM0GV6V8dy2bsQGg6XnbVqU
yGE3vNCaDW7ZD01+ToO4ghCiuJBXWDn85NY05kHwiI6ssv6mlZO+N9BOyM3xx8zWWw55O76D10Dm
mwN2pnypyYme9zP5PnSoevqGdN8iJzVrq7ek8eaPPp/tBgzNIFmftnXuXtlzbh7ZzbKOcmVUqH3X
OcMFMvklvaKKYEJidEJcNZ2KjCMJy6Rjp3FpzQ9+ZU7vqUDbesMAPQF0H/eTRyAfiVb3jQrIqjEo
pU3mQ0ckKOqmXKbsOHEeY0fGfEJl0+mdghcu7+ap6MyaRb0NF04pLwZAmKPPDKj8CNILLpBFBuzX
Sh6onYl+F9c9JIVcF0i24gT6Gyk5wcRDFalUXGF5EqxdQ8zmLdFkAdoDMv1MA24M0I4yqvl8WZGT
wITYx9tplIX+GSKtxNriNtfzSQy8tNtRv+JyHpRb5Acduf415Zo7nC4aJ+2pi7mZxPOoH8Ztl7Dy
QwbvDfnRazNEMEzqnUd3YuCuyEnZVpXuDmMfmGgNm9qDP1/jaJ1Z4l8amKr3PHoQ/gNuKS6ZJOJg
0dFiXETQzkAy5nK+mzHftbjz2JpRaow3aBzmq5TR1FZkszYu/a4ZbtgRQ7HRbL+zbUF99mghITqi
Inf4rEp+ErtuLghcRsjFTCJq8zuBt5ifEBk7J3Uj7BstvPpLXMYQWbi1WiIpDHbtHUzpKpxNtOqb
HAD/HC55JesTvGSkPbGUZ2QgkWCjTV1FZOcp86wnN3KSez039iVSDOjNo2iijhAqkYAueeiRIiic
rUKn0cKDq8fQUBhMUgx+TROCUKQy41dOBSwVOwANDW2+TmWCvYONpF5tHPhzsiAXh6AttW8dcHP0
2CESi9YLvpHokEIlHeSZuwDCuoXIJsB6tMEUkIplx9J8qYqTLOjKofqo24mMJbRBECiSdAv0QhGQ
ocuU7KkQ1PTYlrsy6Ce2vTo3ZVCcRf6Aq4pAqEZTHE6W7rEqly2+51DLyd7XwVQG+UZ7fPgh/s7s
PopJV7Au5NQ50/RYRAkmhY2NURunkVMnuXlQEIfFKoaxY+zco2CY2HklZXQV530FRRwRbvKF9JKu
hLQ6lO4LZqwqu/cFAfP7wRqq9iLIetVegNVf1A4nWUsicjUN5XCNumJAYkPyOIOdbGJh2FqANeAa
uF+GxkGeb6LGOqIksQ+9jEVYVWbxmvDlUoxoI8SFJ7dAiepTOebGnb9iXVDRFwpRSJrtsd0l25kM
wlVVlTUXVC3tqZ+5/m2CBn87j4u7a9k/56H2/cE4BINZHj09dS9SEtJZtCLAIgrcfDtOJHGpYQz8
kBGvddBFkD8mjO+vaC0R85iVGeyAYpuYaekoisSzyUrIjavBrdEktiI7Utm7bClj/8SsJzQFDfiT
13EmHAolY7LKYEiOJl3tiImgOg84znEANQvQidZJNHFzTr8jnEx++i6xXAn6NVF2XosnRABgRbh0
oC+3HkBw30JSAsQQF5AXBvMDirt179UShXuKij0kfU6eBEjbH/MZjdTZzGd9QI761ltZ074mMSfx
6ZCOY/MtymVXwfWqNGtghus1k2eve9RA9NMNbZmcXxRNfkV7CVmI/tgp7OgCMrodf6MlTL84riuM
Z1cPGZp4kGr+PkoRhm35gYitnLhlSFwRmIUYhE/+xlZdeaM9omgUI705rAZyQFzkYyzXS9tqQgg3
6AIQPKP+spCUXORQJ8qtlXGWNsXcH1KBa6Jp0YJphrEMYINivkbIZC87WQ5msKWBTYMTmEvM6nak
wMm9UeC0NCxmmEswNujaav/VGRbsrxMtemjy67wpusY7j9LMve3bxXNQ1Qbxmpla6rfckOS2oaz9
QtbVYmL9px+OjAm2xOLMGWnMvkncRZT0X0bX5Ls/QjVjkJ6S77h8ReeUJJdY1SdvPxeoBA+RUhj/
c8RkJPrgJMNonTCiNZKPeUG/fegW5pDrATkMxfV/S+jvYG+b0vc/l9C37/XwRhjcP6qPf/TJ+z82
3Ks/LRbXf/77XtH/Da4oC8B/rgGpj3+vqVkd2p5nMY+EU8v0j9Hi74Rv+ZtHtYw10wpYKQoYGH8U
1QZp9rYJUdnzCbtiMfO3cuk97+ei2jdZaELpBMnLn2QIKn8BQArsrW7a1nvXRWkvY1iMF4GYpTzn
MGnK87FFf4JMlinObmIdpE+10O1zYg+q2wCOZENN6+rbm2We5nQ7RQNBOfHikIBTjsSBbAeE1MAV
g6q4mwvaDmAuaYPvrZsVXR8RkpucdeSM8gRu3hamRfSBtM1s9zOumXumg1jXmD4NF/TvEWp/Uy7y
yEbdkQcEhvO4s3XPSiL1lhjFFNuIx0Z5QXECAsman3yvbeZTa8ZWAogNWca2UZZ9FFZFPvfoaBef
bGqAU8BYFb3aRNKtqveBsVBaF6tTayHnKEToEI+hdgpEaEnpqAvQjCTVugiD23DBhWdgsDGyt8IT
3qvJU88E2ufMNY8qP3hcVKqeUbJzDsU66C9RfdWEJge59VER0orGwYPiswFV555MmgCEsFJVfp3A
rq52shaVv8G0TUTjYhvVTOds9WaoKkVik7P49T1ZlC06JEvN9taVDJVCu8/geylFqVCWToQDxKmq
Ha6rtiL6KTfcHfrxwT+YhDjwxJb9a4ezvMDiUHrXVPftZTm4QuERXowCT2TL2DTvJka0tlkTEKSI
xP7S4nG+rdwYi3anehfXQw6zasu+Q54z+FmGVUAb2xu8yBzdFsaJNUUmaK19a3pNcRCNy/nc+G6a
3up2JO5yKZpJHRW6HrZjg0HsazekDREbtsiSXRxYw7KdkaSbhNy34C5EPeLN78h3YePYAlTZjKPQ
9YGcT7w0SC8WYrod5jnnaFSG/ly5KdDWxHVrvbXc1vShQ5Cwc9rhhH1G+mikb/7M82CX8Dqa7YCC
OQV26AK2aaxsBPySygbUgrZjf1M2cql2+epL3xSISobzmYAOsaFtawIACdBgMPwyNz8axUQ7440p
k3bU28ryKaaa2LivKM2dPTo1XG6gj7r0tMXp8qQKisB9ojyHOLEVm0HIp7S8WzU03fDg4BFItrru
5+kFKyvOPNZJvbrPjQRhbFZG3amevLE4U6oX42UMRGC6ansKPzIvdEeqyrLGyoxDJqNnyC6Z/cHr
NqoD4UG+tcUOYrB2nrFQwHsVVX3jTCNQzNhEB71PqELUTs+TM2yR2vbqxEr9Gjt0lfDdIJdr8kun
LTz/it3XsvBj0YY8lUtcBVsDT4l1SDDtfHhO2U+o32CmkslUoH4zs5Sk3JbQqWrfjG5C9eBQ5hw1
G8qUeOccxby/FLq9iCMaRhy3mBIvhY45uZhz9eJblZZIbwszGvrrgGAwnqsai+QexxPC3D6ambo1
Zl7B9+xysz+pjN5NdnW5/lexkjWOsKkbsBs5kqcjW8muuhQWJ8/aq+TJSddNeX3Me4LQkE4bBZ1h
Mo7+AafBZG3SzoF+4A0A4raZsgo82TKhE6s6G2VrXuXKvrNpKUhOULZ2tp2e/Uc7yHg5fPv8o9Lr
/NNIryM8hgHpC5uB9gO8mPMBSgtcUIle9onsd65edLBOtkYytnOoTVxR/MQKFA4+rq6I883kv46u
4LhJqCz4Juwm2AFKwcppMwe4Eg4ErrWf9C7hf5vfalS9kBrnjHimKUpxmlSTp94t0XiX2cznyuh8
qJ4St2o/cEGY0bGz7faDjs35oHUuA2SfFXzw0urIJcI6Uj35VucLfAZdtcaccfvkTs2PtESH3TGJ
QXqH5dIh5ale5pdgwhgcJpVrzht+v0g62SKnIMychdGyKYllORGEtuCkUU6rTthZsUBBZKUfJ9NO
mnOrUNl9TUBWRpoUg+CTsVW6wlJXEXOIr04+42ZayYSxqJhOh62yDHYPNE3nAyJdEfalHgCKsC9n
KmwWI1NTX76rCSAPpIVhvh29jshVrIsxCQ1YDu6TxHFOXBCbWG4qIwqOttVFF6OA99hCcMHuhAE1
DVurR+HRR6met5E9VMzUZd6fCyLdy41FiGC5Tzq/uhymz8glZ5YomPIWJpAU6PBLQQ7IxkaERmkX
qWozyGK+aYVv09+ogAwiD4kiZ9GsGbpbWsryrImCJGM7YYr7hstntDalk+yXYRZn2NTHCbZUAANg
iDO0bKZRLPewibobP9fuU2rQEoQyaMnvjlbURSTH5Dlj4c5h1mr8pZzlfN8U7IjxMPnNG5bzS8HU
pc/vF7PNzl2z8dO90abtSy/9+GIKgNuBj42yywbP5VPdF9NTmRuCfFZQfQiGRHE94EiLN24VWDxu
miHyWGzGY7NDYl88WH1DVo20Mskzxi8A02aRkZy0aVo1DALw6xpI3iG+oJvwGtaUYy1m1u9L4VgI
w1O8gGA5vG8iKitzryd3vBm9srsnWausQwqgbI2lrVNg1/7kX1EE9C1W12RE20+C4AzuFc0mekqL
hY4lBu9y0BVtUaFVe9uLqHqDyICGPCHqjQezlAwa6QtIl62LiiWXnXoakybQiSdkO+3XvFy/Sru1
FWRTRnaHuK86lqJsTG89aZtvIp7VA+4lRZfkq4YpmFb1uEPaL+QB+3p1WeWST7ZrCGWuBcarEAlp
++orM3hbBie/F3HlnFmJlo9VkA/Z1tZ59c3xRAEPLVdYXqG4oiIV/OFm7wY5vWPeOvYTop602fpl
vH7JrmUdqxbcyGbwBe4vYrYGcFfW2H3FZYqaRugqWIPIIGZjcvNd+0imSzOjlYFBysao13cGCysB
qKhAhGvY6XjdiNG2d9xP8bvjDLjg83lMXsqYCWNosB3HqEIlRSE4zyS+O71L5zKYfvKVbW9FE4OP
9LqftMmtH1d00pitsgw1qYbWYY122m9MWNAprMEFFRBcguK0qpkghXqqF39robXfWU0d2ccIgPJ1
Vfdi2ucNP1noCzxOkdU4BJctbjm9KOQZZwM6OeargUEafbvMqX/Aoggmw4CGrvdZMeoolFHceHun
ZcW4lWwcLwCWVtneAkdxi1nNg72YZdF1wfSG0Sv2ZVTraPYaqhAFcY1nbfxsGBgFWmT+yJxJ5kTQ
aqS8HI0B4YHCb7oqKQvIdcz6+SKo59YO+1mimmfCwpxxTtgZb5oR/fO+q6ENYw+aY0Qw7VR+UfnQ
FCf2ID/Vc50/sa/zvdeaPfpjWqWDsTUThAE0jit4VzNw3AVJWeXr/C2bNl3fMcdo0c2/p4y8Lot0
AI6Vu2q+BfDSYQcNyj6cKz0+e1XH44Nco2LV9CjsaRTN1KnKFYDJNG7XCvC6W1y3naG++jZ+GMtP
kSN11Azo8DhgqbNjM613mtFbF3L72+IMHlN7E5NTsWBHaxih4l027U0uG/cmhvz6QoofO8DGdJNv
6J29YNuk4/JgkTX/AKp6sreMiJgNmyjwkURHbc2wgTnnjiKKh1AwVuyodR77DDzmgbwA5WfzK5CS
HCkk3huYu1Dyox0mHcREA4+1MDZN9L60J9kliZMuyadm0rC7cxN4Qv4MPZgReGx/rbWD/yd2qvG5
b1gpQsmw6q/oGgjtnBqIOmEL1nLZtWsqGZr3AaQ5SbZ+QhhdDYYraknSCX3HNJ4qu4/c287pkrc2
KMbXeZnia7+fs+XGgXG7MpinyQ2TqOIbZXIxUK47fXkzB+AGsJOXNamaZguh0SE78rxVVSlD3FPm
KQT7MYPbxUqBj3ZpAXI5Ir6RrulAYCcfO91Y05R+VbU23xMx51j0A+3GGNtjfd5D4gQBn02rEXaW
00VP/kW+d2XW3aXurL6qEvUmSu58enTrdnjSVtq8YeI1DJYCNmfUwAp4Yw59dtdhpF02AQvwJpTN
mD2lS0lDZGDEYs9JoXpj44K8nD3pvxSZq7vNGp/iHAThnC8eq5wJ6hoYn+1ikKQUjg2FS8PGFOBo
LZO3AH8DcHGUlSww5gAC2+jY/Recq+rNSGT61kGyf46zlrVRblh+thmAQJ1bKABj5KBteVtA1nyl
vYG9uuYgXDmt3T0jw88Fgv2An8bzMCrUBkrSvuH0K+B1rA7Eh0wH7oNZVsYbbnpZs6pWzvMiCHKl
ARbc9pCsFtDwdjLcthXhuLCllXPBUqH4WCatn+A+LG+IPUlQpqPv3ofEaUghqsbi1CtLjSIzH1Om
uWkEQCvubC/dTJ05PueskF+JsXFgw1P5paGyksHf+/AjRhQwCNZ4kvG43S1Z6T70QrbTZZBiqtmk
dR74pwNEiW47I1v5mKCjkaKqDOubsmbcHwv6wPQmWYhm3QDac9YDrBhXdAr1YAF+4KMtJz+m9RS5
dakTIJIUDH31ZDsD1XoNHD7e4YqJv3bZaLUHu0uyK4piIS7xhPEZR4My5S7K+mq5sye6qRDgY5Nz
+vQgMqQgeHorOLZLxAALP9zErSP47JVnDWc8VF2oDosPT2yoPFQNDYXirhDQNC4CMiNJP1iteres
GsFehBixzReNRoVaCt6gYY0g3PJ8YR5LIs1OLkssnkDMq+u4xl3r8OGxwDv/70Tt96g8/09Hapfv
0z9e379A0/xpOU2h/c9JmkH+yW+IetEn0Ip9RrT/MUpznd/IvPMt1w9sR1qCKdbvozREyr8xXTM9
jiyLOZeDDP+fCj7DEb9xhrG9dp3PkDvzb22oLUZ5Pyj4kEJZJAgFNptuVMhSuL8o9IWpGUiVaf9C
+LK/J+xkfsK+JIFQoSoz3F48u11fWlsXdPNFFCnvlpM4Ac3hrHbNIBtefhhKXn/XDv7nYK/19bgW
b8w2XdP12M6visMfIocUujyLfY/9wm/dX7XCzelCob7RkHW2f36p9a39S7zIpdBCsqH08apBPXZN
BAI/XQr3HfQqAsXr6OAXJ+QDs1dyYGY3HGw7DZE1R8vx/7imZbkcd9wU0l6/jh/eXu8ELHB8rom+
MawOarNs0l28NfZ/fhlrfe3/9t5+uA535I/XwTw6TpSq6Wu/19tyH5/Gu+bkCwbKbf0X72i9F//0
Usx9f7xU41lmLhWX8kKiVEOIA5soNLdq87XZHqdQhu7ur74579e3Rx2P+NXz1mmyyQ/ol48xx8NC
mnlKZixBJxjZSl+cxDgK6i0rKOEePLOt461XjA5hM7VRbxqXIIHtSPAoLvLY8RkEayMmCVtWVPGt
YLzJbHUVjJY8dUm679a8mFhMhdjji0clliYeT/XEyLIrySqbIepU+W9+P8WYAWoN6F/OVlFuFxUb
RJ7XzpquMbrHxTNH+mkd1PCvzMBFJLGMzD/4ATWkt4hsORhzR6hOrj3ra111FHCp7PpvGOpcG4zn
IlsCd1I0dSWjjnvqGQKrhylfN/mcL+x6XWuFt5fYv0v2LT6zDxeioJwcFRxUJOF904rXGfPhocAx
XA1ZwCy367Kt1Zdpd7ZGDqCbL6z0nFoCFHdv2GsESWE2tBXw33gwrrG+8FRncTGlAW9Z6bSozhYC
LzrGwDZC13joi9uZxKb0L+6w9Qb68V7my15PSFsEkiMRF9HPN1iAU1hRlCxvibX0h9Yql/NxmI3D
n/9k1r/y81UIOLN89lRcyUbs9vNVZonEs2Y09VaTBLIZE8wZNAPVJiBoKPzzS/3brxNdtkVfCfkD
fTfqwl8OXTgwaau63HozJ85ALlZLTPtoLWFKdWa+Wjea4o6Hu4JbHuAnIHhXIFPws9fBiyx79+ev
5/946y4fMWuVwMPC+KtLq2vB4sDu462jQNijo5kgzPX1sSVl5i9CCH8+c/mhcqgjq0IRZbFgJ9rz
50858UEOiKEsXjgd81VRS6eeUrPOM8ET+H7SjecyTYMlGZx3kVk8/J13ul5+vbAZ8E3DZ7NWU9yP
Z9UCx7KzrEK+xClJDDj2GRyCmCU8gnnTn1/q57v281LskqgFpOc5a3jqz5fyp9knqlnYL40a5DUZ
gfbep7b/i9/Gz4fv96ustyyPL58Ui1/D8joMvLPX1+5LBb8MP47bXiCWiTaIyOazgMXH38qr43oe
yRVs3HjhbOBcub6eH55fC6zZuV/m4EXlLjytOfZ3VW59+/OP7t/e1OdF+Kpo2wnFs3756LLcXRjI
O8GLHpicjb6MjpXT6tATlYWuO9V/cf//7GL4/qY4ZISDjVII99cPUXuqx0evopcl6NAU2LBiSM8w
L1Zu0T4axSNyDPJv9ZL+xUEAeprP61+nzuelWZUGLNmQHJrurwmLPfa3YmTC+2VUKcs4a/Fj9j8E
/JI50Y7lOdpqULWR4Q5+WJYMQHeLD6kVJrWqGbaiN2sOBYt+BV7WKxAtTV71JhrDwBDn98BfKwfE
2skg1oRgND/lm/YApmynOm3GsEhnCROFfj3s/bKNL+x1Sjl1+KbC2OL5c8BXkn5b4gaIdIo8Rp2U
niHbA7oQctzmse9fI5XK+Og7PGfJgmNaj/Vv0o91BD/lgJPTm0IWXdElhNUow+SYZP5+sb08AGPh
2ReiQUuzEjY7vP/kpaTMX6Qx1Ts7ID8NBSKuOR/c4HhCB0vqPDOb/mqq0hqqXTs59WEyZ8cEyjxb
wZbMQPmo7dqHGwghkHtF5GTOFIxoNrFb52BCFkNuqVcsfXS8WBEi7keBfYFHH4UyeQaudUwq9JQX
AH2X9AgwVYrrBLd2dswBUrmEbjrjFT9sHFmRa+XZEW9GcqoLJZBKTEuaHFQnC4cTBQPgxrcQGLEK
NVmXaEQxzgHAUBSEgYhR8IDVKK3roER1Qw/cYDPzuhqkiiE1GzpGbsD9C76Xmcx18HO7xPNjwBwV
w19sQdQwdmO1zL0gYnJssprcpGDZpk0x+CbyGUP0PRuJDD5cPHGeZoAlHhcyYG+zrMAHmpS08iET
TQlAg5PzfnFiFFKVOeeb0mudmzJGGLdLEWeuaiYHG2IfefbTuHSVs5VdkG7nlF8q9H52nltPW9AU
83Zo9oxB2vzGqpG1E/0VwR8D98E4dWE6NaEODCDRocpJHocmaJ7YusVfM8CI8rSRaXM2aTuLdiRl
VZiFhsn4Nmq9chJhrZd08lXwsKD4/9CQPFKaZcmnFGgU9WFh1FgGF+Rqj2Qc21bo6AGpkleI7Nrw
7H7YDKZp7YeCTIUd1jf3EMsOjJSNezC0eqiJGxsiAPstk8XhQGZAtJltj3TIig1st89GAG2wsOfg
Zoo6ccrsfB3+etWkoD0GYKq6ebKuWdC1KHHIIdh0buvae1ktTXqfJ25gvVKY+uobyr3Mv+zzOLmK
iXrAP9tZVAAmw6BzJglpeo5OSvdnCs0atM4Onw0ZWoF5Fhst3CYPQUO2h+8zjbulR0O6Kbt0uo9d
4Pary9e+KCbTfwiiLnipDRau60o4e2YmyV0KJnGGlLRExm2T+uAafGCMV2q2sDP2ZenfpBZwAAhJ
wYdMe+upK9gFAftpY4FyeeEfOLp20yNOnhwisxGkt8SarVJDzGI3LFfBuBCGoXdDWemJQXrTUbpC
fm52jmACDvGPEBYnXjEiOiYpAFvRQK2d5803wi8mh9wr9gGGOWAClt3o7jjNxhvZDtELUVSFtyGj
Sdw4PmqMEZDcPbznCmUUIXu3EMDT16SfHN4KwlUVejgQ7ka+LGYluY85yTcBpjlOZhFPMXjjhW9U
IgL5NhlMpMeMj2ooRwZg8Wh3X8cJYF4Y+CP6URN77hu8LPYvFSwnOyQjMWdpFnXdh+eN0xai0RwR
amDkF41r9HfKHiHaA/ecrpER23guRzJGNplTopseEvDQqM34JlAHdDeygmsHqy1T7CWcvAFCb4zx
N9L3oFppWXrBJmFLB4m+j82G+ziX143DubZFKms+x2ZGOw5RxD4YzBgH2mVcp5uc0fx86cWNNRyt
FNU1OuwgYI8YQRBjSQ6lPig0a6xegIYDiA0f/ZQjS0iWu5IsHR/Ait5ETVrXuzHXAxtTXblPrnaA
E09xZFw1lFRqV8gCLhP8pAWzmCLtMsuE/eB4ToLV3mhzEoT/l7Mz241bybbtD10CDAbb+5idekuW
ZcnKFyIl2+z7YPv1Z9D7AtfJFJTwQRVqAwVvMxkMBiPWmnPMFM0Jnd7ce1XQ1+kpkOExAJbDwc3X
1m7Jnwww3a5NBGYsjUFW3FcT7vh10wxzCzP2qdhGFeUtyt4zg6ID9w2bSBAEuYmyhqalQ39YrM02
xitI9J7e0/8R/XUsxzLf9qURfx9j/l4I5I72MxUF+6QGq9AcRZohAEWNg3do5kGpjWnAuWf8bFDZ
aILaBryOh7+I3IDMwgzYtmSFlal+K0tVvQ5A90Yq3mN21bdIhulB1rWxS0OndK9IFepYNHFNq5U+
0EFd5RRUFGY9J7R2KH/tkpRWUl3+qFZA5mq2h5mnG+1HU0uCd5IKOED6ZahujLiMYGwM0VNi6SGk
msivb11Ph2Q6tnO2WD9ldbCDpVkNK7Nuqm49hUmD7ESL/a8tVvJ7STJqxGslnN+UfpDyaSaWOyPR
iM3s0P0d0L8oGAFATL/FYLG+u0NXYm/X6hH9hFEF905k2j9zthENvmMhySyoMvE1CRv7vZn86XeG
kHpHZAtrYGpXFRkSFNdpxQE0JYcLL9KTnvWBuGgDlBlAtTzgTA1KwgacA3qcq6DSRhBMnbunkc/J
1tST/inFxk7aaIwgY80qwpmfQJzpga0aIFQEmLMiHBI3dO2+eYvbsblXeUFeltZF0Jb7ovPfhmoY
GTJrqPQ5iKNDzgmcDUpzHfzUnFT9VBl/dsVGMfnNeWC8CfDub1XxNTdT5B4FcoR813Cge2l6jVhJ
8ubhLSqDzAuoaBpKmbiwnTtyW0NQwy6cROSPkn6965aI+ac20FgjXO5ZYhN8K/ICpXzkts5l0thz
Ho4HnAmrES3rxMyj733Yo/Im+a95bGzdpDPg6wUhc0jy9yrMk9e4ahCv64mdIU5u4/esQ4BBFlOL
cQ9jQ/xgjQEJFhW6vWRXoKg0GP7OexGxrh5kNgzhlq8iJs8Izjt+taa/nYzo2bOq4h7xYPTc4K4l
IahQEHmdonamlfAluNA0T7p1hUAmhFLXt49j7jroe9h1+tTltR4HsO+yEuAxR7YjxDB4uwG9qlrL
OI7ujNbyQEuZos+21ZCg1Q8I3/sSYSi0ccjI9IvdaU11bTaVMW4z+jXUrYYyVltm7aAuQ434x2yM
AeNCC7+bEDKGK14N9c2oSAbi8wQGM4tMSGqQuVaTAMPdFV3LRxryuImOfW6A4noZXpAU18laGhAk
eDdZgeFExbd0B/VvyaQEQXZ2jEy6tFL4b9UQjIgrBhUQZEx7ZefXzSTWlUoz/94okuxQ6ihCVrwx
kix4L3WNlT75DEHY+xUiWuIbqOJgEyQtdIUBIG8JF5BZt6VBH0t2DBgrV2nXei+ItwmeMD1g3zRa
FXr1riFIOdE6Yx8EjbshjMy2b3N4v1jpCOaA4W/04Ivrid61Bjaf1rJbp/ekrLKyUs+JL+d1hYYp
7HeGSBV9fuHHafIUk8zGnwDrReII/JNgp/cTcJaUXCQaguj6px12GOctH8f0QbUyYoni044dz+1Y
SXShf7WngZREve5c7J2WCq7GKmvKTTvlkXlj9Nhb0ACWcenHm9JBEvZVwUprZsU9IbCaVlAVw6fD
OiX60n+PkpZALcoc8j6b4I3hU23j5tJQTnOf1iAerkyU4Q7pujqFqBywvbcWKMQnwC11GG7CyR4w
IKmxeaDQ1+k7gkyTm7oZxQ9U0N67XrIcrEWA0H5bo9Go6dazB1kHjePROUkzKXaOmRO61kRJB/CU
xg9pChEeasOeovvKo0mMlTDvdwNAOHbqdV3ic3IpLiAOL7R7heZo2FWesNF0G2730437MGUDwAFs
Rpdr7SW0Fsy/XmpzsEENiAOZmi1Sq9HM96JuwwO+BZwenOFs1GVV/OgG7QToGSQouArOLw9VNxO6
oODJiAbV6PyiZ2oieszz+IWTnw9jrUYDMhplDS00NzcG1nYESaxYrMOB1GktBuPlWNbJY8WrtrUG
wT4H+a39yKRw3wg/vZ2icKPnj+bALENrYrvfOcWmI3Bc+Gw3fIzbg5Eb4D+gqnT3bj2HXtn4Z6JN
SoTKs8GS5t+Nyk+iCL0LJvOVH/YkqhvkID8HjYjq264k5HBLbDk3NthpE15nbWvcY49zipvRsqCo
lFHcvdKy9byVzwlZZxis8DrQsMNtWICKn22dsfiXZYTjRgMcV6zQWcJKYzH1/FUdWt1LSKHhzYgH
k+0zZ1iyhdvWusZSOr4wEdDAJzKSYLKNIn/KBbW4TRjGGbnqsWRUg6Txv4LOKp7sEinGhiRW56bx
5h6rr2qgHpGefuNUmu11s9fxd8Bke8n1nPdQ0YR95nAePmuYUfeI7tq3XqexDLNQkozJ6fi2TJOy
eMCQ30H7JF+xhhmEbOdeCnt6MmF9vWEkx0fCpsB6JVoCxzthGXbN41cDFm4Xc8pbMDT5+0i+nH8t
Ac7pNzrY5H6NtMUEG+rFyQ9+RP2SaZ39LSYv7dEKRhYix066W6RmBbt0h8b7qgxtWiAOfAQsAfBE
VkMWuvXGqBEUXIUOmQ5ZQQu4senjIwrp5bDyzGl8J/nxTQ94/TdYKuIbIrNt9gY5eM02ZjVZIQzi
MDMq2ZirsZms73XZUptGqOztlNAdpF18Rzz4eCSbodXMSuZpgf0J3EAfcMbHhfSjoeBFz4QOv3lH
9KItLlRihOrWdAOnxL8xB9j2gze8YN9vte9Gg2PpbmT00k0zTk12Exp2aW8rfqizddu6eyTFjCir
NrP75qrLZGe8BFNIz1niaLNXjtvnpCEkefc7yjtp7sDJ5KhKNSey12PYYNMqoW30V5ZvAkwCtkiT
lT9D1DB9tYeAQbu0grysr7z59YKI6npvPXoF50aLCHPZhoQeXltF2YpLWu09D4F45wTZqp3DGioG
v2SnBC5vzaGZj5804t7aFUZsRTtI3YO6DgY5xdu+QknHloaoguugQqa5n7S8qolmN0fYC3aACjFy
q6G9CjKRVTcki/jJNwoQuflMgC09BgbEmS55Lg7qIjzjNbRANX/fYlAYSiGNWA9eRZjVoGfdU2kI
+YPzEe3typpwCsGUYJOnw1Te+SVHHA+GnLvuMuqtm8Q0zTv0fSaZR1ODkNoJB3DUXjDSgknZ9c07
i6L4loQqfumYVggnbAf/iJ1YCa8C5pzmMoISxWeh7tlYiQpb7QXfxvF7bgnaGXg0u6/48twcfWBZ
vYjUbIO1D8i+vMEIPJ8voX1bN0aKCRHhR279cE0a/fB6rOIpgzlM6FCbobH8P3QwDKvMWvna2nbx
C7otZI1Ij+Q/VzkNcAiU3Nl/UUg156r8X6XUuldmZBMAsfcclV9ERN3ekC7Dxjab/I2VtOrr51XV
k4I0qzPmdDzRtM0cLnx8PasSBDpRPdx7xDtdEGwLCiVpqjO11PlXHxU0j64i9YXh2SmsHqqk5BSe
acUNfjFacqGq12S6ljf/ekOOSXmYDygWb2rFc231rwEkrZxtIpbVvSpQUpGRUd1jcWifPr/K6Q05
IG50GgYWVxHu4jFRsYD0O6X5XteYXCHHGg404VtL4fBMLf/0AR1faVFbHwYSdTxILXuNDNorSZlp
I73y9+e3c1JbnzUHGNzpwegGvYnF86moC+kw5fM9yb3Jri7c/D4IjOqVkAb5pXcn7erz6822n8WE
cOjUCovnBI5QtxZPCaNDWqupavZjX2ivgVbm2bpONOsbyM90o4iPvcxJNfVTNTzowCTQ4cqKaldR
218nm5AQC0/qj8FU+plW1AcPliQCvMzILFic/jTp/po+YgzqOTilwQdnU+gWtJ3axtKuprJ9/3wM
PhgCxF28eRYrPP9dTKGaMjsL/FDtVV8jJiqQXFKG9s80Ez66H8e2eMOBTJyymHDPl2VvZmofE7pH
uSL7OaVaRoIn57HP72chGqFrMSfl0QhymUOmzQt4/OYRaWQ4fdA0e8Cz/jZrC+OSanB+z/ZYXGoV
SNKK/Ji7Rku657SuUY+ovrybRGP8srogOLMOGCdNRdfhIDoLAmhPsbIZi59TmlPr5mO/D82c3E3f
gRZPAHhsX6R8zswVGKvE2PqYAy6jirr5xga2DSqB9+yh7wrzBzEzlbEu4KF7q77zhnbrcUj1qbJ7
41VuxDiyE9gmxDenbXBZolu908ii+EkmtnbvWsh0wVTn6XdN5mRuezXFvfUoJ/Nrx/J/j7tZTGfW
ipOW1XzLNMcQsAjeY2NxyyWmUs/vHdovZRitbepc65ZdCBzpasKNYYU/ZDWoA02Xaff5wz+ZzHNz
bqZm8PRdPvKL99nPkoJr2C6m2EjcIigWL1wqOXOVDyYzcwxqB/wzavLGYplyisq1sNS0e8lReM9+
rLoD05ztoFs0m89v6INLgWcWAMxmS6P4M7v+WgccKRBITr7ap1YmVyQaksPj5C9xVednbuqk2Ye6
YJ6iQto8MqEvXptSswJIUPm072tnO2m2u2WnRhSa6IkajuLLBCbAP94bdEqBr5BeKjIythnHb0bU
wj0rXMxyeLhfUD6Lb+wDdeIvwubbv1+JV9Cdbw4VxR/Fzl+j2LmGlqcApPYu6tyVHyX9rh1NACeG
4595YKfLD3c196AdetCs3+48Rf+6ljNS3fJLt92bfjjdg+P3H0RjDesUneS6mDo8UpU2747VK/iI
9IeWtu2lFsEg06PBfv78xv90o492PPwaB8oLKFNYvK5nH/+aMc1KXcPssI85Cq06z7Evh470KXp8
NDYH4T768eiDoK3tR6cr9S0HU3LFs0ynQuDNZm799fOfdDKj+UWzTkbazry71BfjozlEB2uQFfYt
+ZW3KHn1bdha5DXhfjszwf4sNIu7twyDrwB2FD4M3kJRATe/73qjHfYawQ6YUlD0wpDOPZmgFnLG
e/DEHBHc1hieXchiZLiklndRW9jLKEVk/RdQG0C4G2P0APGRIoTk3WkgxYZ/Sm6ceq+pPnEcI3um
ebM51j8LuFnPULP1p8+HbR6Wk1uxHXBBukRMsZzCBoriKY2IvOynHNp6THBx7fr5ma+V+ODpzJof
HTkTB8OTVSCllyhwUY37XIT1VqscIK3lVO4qWWaPoSQKocqUgxmiEl+cOKofptZkxMiS3o7gw3eO
ytobRG7mJaeU4fLzMZgn63IMgCRwGjFoPODKOp7MwqgBWUzxuB+EhQeghpYaVsErKXb+Q0gYxpnP
2EdDbjrSIFnQdmc1xPHlPIrvc+N73FNhp0PnD/GWTMjyzLr7wU0hj6EkwxeTkLLlultL5esRyPW9
ZutzkTBqLmD2ylUBbv7OaMT/4q7YHUkL6xzTiGXh+K4M4k5k4BXjvicY5Foz8NAJ10i2nz+qD8bO
E+wr+fh7rLozRfzvVTArgwj+cj3uq3Hi4aSd9pYVhXHmCYmTzRVCY1hYjkRBwLXcxUdrsIzehZUn
9n7s1NdgNIYn106wMiscWuuMOtOFqtvsSlQ2fXIyZfYFdb4VMUPpbWTlFfUZ9iUj5Z07OHqS5OuI
zb4nbtqEBl3ew+L813FhE+xA/CKlm/+AOD0aFzuzQFdrQuxLoMO7ssqMVU5u75nX+PQt5iqsdybO
IMuR1mKDUmuubG3fF/s49/yLuNOzzUj47gbTsjxzQ6fTF9GcxWyaPzO8kvNP+etzF+tSebFRWnvX
oiY9OvgrO6e27zyzGq7pIMvN5wN4sk1hznIp3eaFYSn4c6L763ojXgsEOLq3577FBUzLDpdibM++
n6kSlJGj8aKkjvLj88t+8CF1eGG4S2P+mAAuOr5PIoQovtZK2yMgMi5ZFZT2pazswb8hBbT7QtZg
cFdg+W2/ushkMVpBFf1BxAs4wcnWvH1j0r8FYeRRMfz8p52+avMvmws11syw8BYPO+xtYi0My98r
JBbfeLXD7xlM+zNX+WDcSauhmAGsn/Lxn23PX+PuG6SaaCrW9kkvMJmnRrWxAwHIOQjr6ktkR9GF
7PPgzAv+wVWZWjxJPt/IFJe6V1HhBMwrGg6cYDQAXML8lSSx8RqnKrwQLWHc0J6S/ywj78P/DX4V
D/99UP5W+Z9OaUSRoDvw8MxJBO5iQCFLTl7qTdmhZvN75cWYTZsU12bTFOEF0Tnt8z8/QE/XEd3z
lPjHSdXDIOM3rob8wBxji8h37S5ChHZmTTidJtBP0LUySSyHT7s8nsA0yCqjhrp+IMP0J5m1DRjX
7NzHbLnwcL63OeTycqKO9PTl86LPYpQof6xD6Tt3LEw2uYKTXIVWYV3826CBcGHdQRmER4V9rZxv
96/5mEvOdiX71EOm3OrGQtMLezXw7z+/ijGPyt9bjvkyzD4OeixzVCgXy5uD0U43WubCFPXkpIre
M/qr0oBQeFsB+r0dARveUU33uhUxuCUtRBexx8azOgufGjVrlPjKwFwvJFHdqcAhOCA3u4CTDOGV
sN8Ga1uPdH6jFaL76sFWfK51WEiIObC/clzHDnzmpVrO7z/3xLzmbRFCnAq8u6RoOT4zdL3Yan1a
bMesr67VZN7TTQ/OLBzLebe4mrl4mxARen7ucbVWCXKglbI2hUMYwucP6mTizc9p/gyx5wBJvjxL
stdQIjOd7FDFCQbAlFhskm3qHQiVX/96JXaesz589jihm1vsbMKmDci1reBApjy7XpuhFyXH8gmz
weafL2UCUJdYDNiC8biO53iWV2g40yE6gHkwbshLo+dSKeua1d0+85ROjq1sBPEw4FyZoezYjRbL
Qw+HuOlIxTvkiqzJujTJXEXTjxxWlfrGMkmRYDdT6itzzP1fncyBG9Vwt8IxLOb8QjM5s7E4nTfH
P2hx81rQ2AQB68kBLQoNLBAgl0FqsLX7fIw/uow5r1UUnYXFZ/R4jGvhZl1dyuQQ1YG+wQesP7iy
L94+v8pyn8ro2oCCWXvnzQNn38VVSIRRea+Kg97pUIZS6DZURYYbJPHei8okZ0zphdDQymkLqCw+
0105fePZHlMEYKHUXbzNi12nY6IqRcpWHOgWObdQaJyrOLMtSGkxNKY5BOPfR/XogovdEvjOCqGa
WxxU0mYXdtBXF63bdWemyMmmjGGlporhkHtiPbMXw2rZoGQivygPYVKGP+CG+Ci5YOZbsK62ZYpw
KBQmLWjmaHsR2Jq9jm3LK7DrU/OEyQo3mld8+/mz/mCwHQxBjvGfO9Iyjp913CBPag2/PpjIlG9T
zbGeXQRsSO1ScdeqwDqz9H1wPWLVKUbq884U+tnx9ZK0BdTPsfGAbm+6H9C0P1QVGPzAzfU7Uk68
3ef3Z8xVk+Nvok2fhm4TX0Xa5M7igrKsCkcinDwAtxXWLs4ya47oUAh4VAdZQkt699mbdO2nSoaO
FvpUXYZNk2LB6/3sSz0wUzcV38wrGOqxDf2q92D94dPSV22RWBl/GdH1dZn3xcocXOe3rZAwnBm2
D158wOAUBHn7cVku2wRAg7QUmkxzAOhB2MPkNjcFIZVnBuv0KpxNkYVBgyP04sTTAzKUFkc4qQOZ
ZMMWwLF+WVRV/s/3wlU8XgII0xSI3MXrFqW9rUzUZwd7aogQdBOwGWhk//WlNjhs43yFBeeZaPgX
z71huY/ALE6HjKPeTo8mH1BvHZ15fU6WSoI85u8dC+Z8yrPm6f7Xxm72HmB699oD7RsNdFho4rqQ
aSzgr6v6LpaDfoWorCdbERsMLkMvPbNTPnmh+AVoFnFHzfsjJvjxL8imkXOO1LuDCjXzZuz6EcFu
hywoG5AgzFrsz1+o40MO31z6Q9LlXMnhmCm5nIkib9smsauJJmT5gixxhny207CKU0teWkRgbMNo
JHnk86su6N//XZY1gzIsjsLTahriDdWWlpj2cE+Kx8wplMSK0aEjhdBqi/XkONG14wQailQZdvqV
jQmbHRxkk3Ntm+Pd25+fYsEjwZwNg428uEWd1iCzPchNamBqcjPUxfm0FkQ6XZSD1/5TY/XPpbhX
jvG4WXUaGotLKaSloNRsvA54Pi4KvBloV0L/EkHkuYP5YqH8cy1OB8xmTpOebViLLYz0tSytYQPv
vTIKSEaYxuShgNBBkjWZ9OQokrH41EGMKTfs9TwLYWwXyPWYpNUtWEbf3BTosS7Ru+GwkEGpyxtN
5dV9bnm+9uAFSXCN0kZ7IjFa4Q1mdj3BC2q+fz5Rjl/I/+6CdQUXvqRqCCn++HUYI7seaJswPW3R
OBgOlLiHzqXW1dCPj9PQ67e4PKo3wlC7uzF28jNnsA8mxywNmeujrD70246vT1ylltrAIvadsEnz
1hBkRWyW8CrUxZnV+sNL8XETFC55bMu9fTfkSmmq0vdmhFu7dbWJtLYUdVSDl+HzUZ23XP//I/rf
qP553zH1zfanxajKFCZorjtiD9Ak2UTogn41fgLuUHeJbk8oaqhK865DSEL/VN74f1fGR+xRfmSB
NRYLbFHGDnyexNgPaVW/x3w5tvxpc66ChlcTrKdzHfmPRpWqhpyPFRS4T1oXRQ4ietJ45XAEbjDV
zJlEoQs4WtRn3u7jpXu+t9m2y0fdBdVA22c5Vzph8mJVcm9mLKnrxIzinfSq6gemc4w+UZiHL58/
x4Vd+r9L2hwcODwQpmDLxSVxRSq/iyZ978Z15+w61yyrLe6g8LH3mn4PRBEdcJREydfOlOUta25+
61hBvK74G898SU4nlcHnSjctj28nraLFFxr1Ycd+b677IuGIqEXEbMymETugQSQktsE4fYrqASli
Xhrvnw/E8U7nzzjM5TK+nTMl40TwNGnFFNhKyn3gBt11OvnkBHkoaD+/yulcQqlDQ49CJK+pLhfV
BOAbU4gZz9sbWuWuAd4REl13h2BUyZmpdHolhDfMWVZvtvN0EY+XHWNoesVaFx/o8oqNiM1sZ9Ua
JCctUufOMadjx5ZXF7CLEazMPtDja4V05SsCMJJDGXj5azLQUkNcaGwBXvXruguKO4FLa4vp1HzW
ettk2Yes6Gc5MkiMGHAykcpGxJ2f2Ql9MAYmiixzFmVRXVlWvyatKl2tddJD78bxBsphuy7GJrgw
Irqinz/Yj4aADoLk/RXCYL05HgKkuAMIyCA75M2QQbrNi20RmuLq86ucbrUsBF9Eq3gWNUMkT8dX
UX4D3CBvykM3pPIWvjygMUfvcZBYEVL5wXlF5qA2n1/0g1tzOKBxSJNzGN7SwQ0RLx3wqZTsm0Eg
KtPMr8Y8/vc9FEVOfUYY8P7zv4tbc0KdHEpQ0JwBUn8dEem80Qm93OWJH5+ZFn8arccfL4vTto5A
T2eTzNp3PIw2Qq62JuPlAAoowBbkKfsd8FZ4MycO3TPTSTxgf68wGQkLgAJgOU7h7khs4Lp3Q/uS
Y7CdYE1I4ZhRopO028sJhyS7X/wkAP7EikDo5skYiBDZEZUlruEOy5gYqZ4UKoHbQq7awWFWUgjW
f4N5dd3VMKTW94GSA6F0rD34mubz0Eo5EtMBUtkfhMK2r0Dd+Y3IIdp1LRzvCX9995MgPmq1Monz
cuMZtB2uEIdqb5OekYqRlaW50/WOBAbKCR2uWrcq3+tiDnaI0AARz4BqETov6LmbxsFhTdfAj386
XWVgIcnl8ND3ObWzwq+LYeM2BHLDSCVcnfiK2tJuYFkG+jorEj3E2kJg2ibGfautjUQZ7wG1uUcV
hMNvonOVovfiYwcfnLQ6gKvGbl8r3X3LiTnFGR1ExZ2du4NYZSrJqIk7Ks6J+I3xaOaTJCBjHCbL
XhN5FuASQxVCqoE7Ez6wqLnP3VBn56qYi9IioiW+imzgDCqz7Dp4p45nS5lAKMgDlf90yU9vg99Z
5u7wkE7uU16AMMmpdedXRfyWRI8C78vnL99C4nl69cVpjowcWFZOm/8kCu1uxPP6Xnwz79QP+6vl
ryH4Re1F6WzUxeeXXW6al/c8f6n/OsXm0i0DU+OqqaQHMlnveOuuNa1ekftIJvTWHgF5N92Z5W35
/V9edbGpTGyU977quVccIo7D+D4jcU4ZdoXH1DfPrNnL3dbx5U7k1Bg0dT3xuUl7MDZpmq1H/bfm
JJi5wu3nw/nBUYqF0+HjSLOfuvDyEJAORsfSktcHG59huCpR69wkcvwVZUH5UHqzlTvShstItOh5
jIbQGOxGTzVYvB0clXBTQe7dja1VXJnsIa6mJnS3TU7dKtDVcE0RAUtqmRpX8CbMMxuJD5Z/WhI6
qQMWxUpOF8dTIcRrORjRWB/yvoZgn9ZQQ+xCnBmhDz7VHnsvdDuU7yEELR59l1Y9gQNNeqiAP+5G
r/c240TCDbZA639xKXZh0oHoQvvIWbzPgSl7XPmSXYE3EQ5jEwIgUkWkR1GMZ97eD77X4N9cGjuI
GOZv6PHY+WQHk1OXZgctNHD00h5jBxLU+Q1pnTMdVPneoyqH8fHz6fbRYP45saO1oqq2/GJDBwFp
RXzmobVqUlKkLOiT+ZKoTTc8s6FdvkNo9un8QthD704yxPIOhcxjyJ9efiikTDGJYygLw5BILLMl
P6mv493nt/ZB2cfWgQvpLgIgxOVz8tzfKxOBqGlvpimtCLrE26qio5LEfbRpDOJfI93xX7SUdICa
jeW1acpoa6JkOLNwLFdHjtZgrJDPEqnLqXCpiZbtOPjUQnmsMV4tRVf0TlrK/5JpIrrXHdvfZfzE
FeaWZFuNcjizITuZVZR+GAGO+ExgBA3z4/9rcYbkSVLWlAm6MaL5wST+JYhj3OFeiq9KJIGXXt8U
Z57z6S2zX4IHR8uaMxoV4eNr5lPuxeyljENAuvl1hZ26WpUkx3MeLpqHJO3hBzRtdudUdbN1iQc5
89xPViHumf0nA8/VZ4Xf8fV7Ow2xpEjjQMSX2oyWOdzGk3XuJPPHLfD3zpBzElJTGqNMZjwpyzen
p9HCTiCzDlTzG7Eiso0dHqZg76YoiTWaaSFaujGRWf4wG2x9YFEC4DE6JZ5iHRaJ+hJqrv2qPA1k
Q5HV+LPIOCoMPFSdBV617/VHWCvuTVvI9q7LfX+rsCo1ZNljui3ouM/+Kf+3MybFu59PdEBA+cYb
wWyT66YiU2IDnggQN7xUAgzSDp5SILvpVTN6I8RR7+N2H6pwepdQepBcp8ZE8BZAue+uX2O08Q0v
vYR+5l6JsWv0C2F3AHxyNnWkZTXe2MFDLoS1gsbfVWjO8NpvCTKzbmUUAItHaVveF0VmkEUBvv+L
1lr8+iEe5HVgmdn7kEQmFDsmLkD9EG8viWSVWmHW6vYNrrsLcm9AQvpDpo1npsgiMJutkgE/gGXW
QLXMp9YxjucI4Q9WXw2DeSC7xR/BOHXZOkkK02YzL+wrdrMIYEVfRA8+8UvdFWZZzLVkD0pCtOow
izYjsSpfpaY5z6VBHZ+AMMd8hAndfRGMSXudp5525sVCpc7POppzJh4oiseWST2Aft3iAwsoQRB+
itmXmGZseRbJWa9EXdUgzRM33sTg/mt8vzPQwSBLpCYKSpA4MMXFwYyH1F3RlC38je2QInmRqrK5
VUGj3tIw1r6RxWPV10QLQsYQsq2tVeTVw40i92Fag7+PnIuu7eZcad+N3/HA29OqrbAUrfLZS9mp
3nizU0zEqxrEiL+afGfwd0PaJ4io+g63OxwfkH6EOkAT88AvWbtpmuJoLdKmfIdlRNBOUmjZk913
w3iBjN4UBAf5c1KAVloxk85PvG+Q3vKRsqELxI2gq/QbfLrBWkd1X9xzbA/uYowE7Uo0xfTq+cN4
Y7gRqbxh2QR3BPPBZ/FGDZMRiQPTVydqE20TJKV22fZ2MWxBz8R3gd4O/ib0rJxUYxecCqFfrffD
LlrxLVJNmmwjNbpvaVBMdxk2TGMHJExrVh19mkNem/o9YJbxlRo3UIVOt1jxkrFzfplJCzmNBdj/
mieZ26EfLBLvRqVFsC8a8FQrsvngHgEe4ZyWhD1YF8LWVrap6keryEpvrTd1geYzba33pJ9IYMzL
wiq3WGoB1VdRFD9VaVXodxnpEe4m9ggYvCi9zJs2fZUXYpMSfKo9kxjTN5tQF0G1iSs1jHdpNeHw
n1DzHIayKMcvnpWQRYYl24/3kJEtDQViNWcuwYfQmkep+6kLyQHwe3zZTt3QgRrPRzu960MdZQ3q
Xs2+dJAaaOuiDorvMdQ48MqJlpgEaCZ6g/KCytaqyFLifgYDwghnSh/60miXvxxbqRe3m/hXhEUi
IpIjo3nyJfQnmzgQuZt8v7nNNC0kLAqZHMdLGvHXFAQIZGqCFop9BtidTJHK8OIvI7z6dAX/Q/QX
hUoqOF1t3F72sinVuk9qIhJ8zQ0zSOIama6Zq6e/KFXZt6MZQ/oOSesA69ML+45KbP1uysas1jSV
7BugcjGYuoF8KW8ooayAQgIshsIpIv9a07Ng3Y6tO1zMymH+H0RB4VbSgpiu6Pzm+nVrxqO2pdRn
3DrNEJqbTKsgAM+JH8YVLKjqMRg6Lb/KVVYmt+TbeNF93UsHBwlFsSvRNsU1fl3SJtaxNqXvYeg7
X1zftRls2WslFioZ1CtRZs4d9ymnnTbmrFd+Z1dfoK5qv1tVousfI03CpxoyH9pEGvt3RJhY4/VQ
iCC4RIruXYqQPRLE8SJt1joJKcYmkX1rEIsxRPkXs7TTaN0Iv8l2JHTCgqCTDVshLsjduKrCsJWX
SBsBsPl6gN146nmHcIk0gCYKfviqcIfy3YFbgb7VoHu8M3jQPzyM1GrtBmkH7M6IgseOjG2ynyiy
vyJN8K2t0IZk3BL+5V8pkCoOyZ5O+t6R1KBvjTAkWy8ba5atPjHyreHxOzYlCYA3VsTvg/EmErIh
nCp8l2DV5cVcgyAuNCvJB0iguF1DWC1uaEhBS6jdBEcbWBIO2FqqAZpPTRL6WCiN9LvjU7dZNQC6
niY+s7+rNqnVinpBgIAfEpAHtW2M9n7jwnXDN00wVhlOQ3ThtiJ4GaYaaYrRuY3N+qQEyRd+Sg0p
T5V51+oQUFc1aHmT0PPKKmccGhmCNe0BfWe3I31UBUg3WsH44vTgwx4LKHYY0xMiMQ8ng1+p59Es
yt9uk8s9azmkrgIC+0tCEPhbWSm2Z7YWxYysJLPzYqxL58DDncp1qZyBjx4ROU9aGYlsw/6iJbLS
jbqfZpo4gvQSabCLV0JsZVSD0zWjEES7RQ4V4d7OlMLNtzDgb/Kup0wvgEuspzgt9K3CizqunNZL
YetmqBQ2U+/KiyLgTEayou5/J++myem/afF3PO/W99FWVUGdq4mMrSJe7JXKbeBujMFL7vuBbHNg
2JW4raWmbuHVGd/iPLcPjh/xb4FVaW9dm1SAtSi06I2Fw8zWjQdhYSUlVagLx59MEml7uA/+OIK4
YidJgU65JSBHdPIeVTBYShTH/MK5tEdaWxvT12O+eVIPNRhitnJXfRuZuyQtOaXnBYvsaiwz/dWM
Uu8ZWUEW4hOsWosNWOxcKhlafB1KYfwO48ZO17WeRO/kuShyn5mKN6ZKpxY6VKHDexmK3tiA7Rpe
66YLe/bRRRXvinxMYLUmULfAerT/w9l5LEeuZFv2V9pqjnrQwuy9GgAIQa1F5gTGTDKhpUM5vr4X
eKurk5E0Rt8epiARAThcnLP32hDNqjw1btjagVFrPDt+XghTGU5zFBXwNuo21n1CnAuTDCVlbDbM
NFSL2OLwYolqgcOmGsnwva2U8mdLfm+8B4im7jKZArLEoi9PjRFCP4Q/MEa+Xhb9o2XG/fcGZss1
mT1Jux/MwYxZfhz93qzc5hZ5XXNdlQlibYYvO8KCY/e2ivRa9YEZ5Fe2q/y0W6Ov6GSVzKjkWxLb
AO9n5GlnJMduZs1T4IzVmjef0M1YAFkAbD5jZ6JSgk3H9BVIYQl3jNJ7vIsGvcqgOTam8cDsTVRK
2i46/A1aURw+e6O6JhBhMkAsEHW5EzKnaTYRKsh0YafGW5X3hX5VxEZ0kfbqRHPJnEEDCmyJD8zq
rDKzyExQin2u3UqX3Fg0sJn1QOVDdc5S163ynQatpfDpVUfuXcVUOwUAWSb5bWLfP/jGDD9kNwgI
SVsaAmKgZ0dfeTcvJkv+JGGLTAA7+x0bDt6mGo6LPPUyQrS+m1Qxl5M80Zr6R6XacAfVpV2G7eDG
9kvnKpn07XlJbg2z1WE2TcIq9gMnwCe690CrZ1wSyqkNqvYxKTyHiq1HvLCayNEOTXeuv3upVgB2
A9I2bcB66LiwapefSDgIBfQcs/Jm1mQyXRbkoVi/eH6D+i2PUMIBFk1V9bRlmiE5zSO74Txh0gD8
TTrEbdl2U7lXrKzsTo2CQIjt1OS9/djA/j0HgG/fk7A4GFsEJNovMBiyC+0y7vOwZyiKsJzwqG3F
YBBLRCqR2dCIHNoFl6MxnCF08/RN1rPVGJmVv4OfaQbSaSjHh7hA+xrDRG1SVCP259uoLfqMYlYd
5wtdKxbnWppjPu/qRe/m0EndKQ5cXmA1pOM5Z0xcuhwCg+DgN0IpHYXoELf+XmqR0pzIsmMT0dnI
f336hQY2F7Msfxq9LVkr5JoxRMY4mbRwSNKLrKIiHmoEPqcQJmBQke5HbZ60ihrvGQVx9Rqx98RO
3XXE49gnU3vCMQaAEd+4fG0a1bls5KgoW0J/DPITu96ZAsIMU0LTmIiuLcKU6x3wvtHZiLi3DV/m
nXjjpKzewyvqX5iilXpLDHy69cypjNGn2fpJrikmGWrFaDwpkbIIbjmHiW2XDup5xmGVGUMmeRSS
Be0In98obmY1I9IwK1ul2YH36S7trlXn7axxYguNkoANYrxzNTprcq05L9H4QLqYyHKGEbHo+kbL
ivKiKHFx+Gpr6z/mpGX1Hh2wTEE0kpwYCwUnRA3mfWvGi0ps0TCm1Td2YNnGnUUdYEUEXN1YmIBg
RIE6I9q3ZU3TpWTNzbolDsSI+tNP9FyEcVvWHWobz2iDEZYcxwryu3I/keWSAqSkdr/DJDl1O1Xo
6s4pIBydNzWTTp52mnqeL5p+XXpDawVmFxOwRHq6Y3PaURU7LMib/D5b6vysajKvINnOaMDrTngd
SX6KM4OiUyjDWyORqpC0luF8sPkDgZ10JXmpzOlnLnTzl+cu3q20Ji07IW0TJKCSEAemG2X0rLbD
clVmipn6U69aLyMoThPCreLWW6Zbgou7rNT6y6aLrO6ShK7lpxW1dXfayQlefDSulG8wwZzHWXB+
TUZnj5tReo0a9OXKMdRdad4VFVHXfCtsAJtJSAku35KL7esQkL1zF67YEo5DO03hNE3lZTHgsIaj
MLHwaUjYSGyqsjrd206VPCts2H84Ubz0AXBTFQoCOC/eeoPo2DDTy+QNJnBp3PczLSi8amK6QHkt
x320Rl/tKIXOv1oId2xMq9n6AQPOa8IadLkVNnbsgdJfyWKZXyCXvi9AvyVB3dDgZNYiJ4N7y4mT
L5t2L3WWE4xE9nla0cLK51cPij3UsowgiM2gDOYVB0aHzMCR2gTrjuncQ1Fw8cPoegxYiepoH9C8
BnpU49UBFKxE2SUcVEc5AZlRwpoEyamddhrhWWFhjBTcDSUZHtJpJVWadulgZY/ycmtk6BbWvh6d
OjykePdiK+0CywQTtCc5pjI2+kS7H/d7CaoSjmB6LZpuvQedpT3Oc0r/jQVxeJmTSV6iQZiuiLGR
0YkJ26Jlw9Uol6CuYxmYRj1+wz020rCb5/pCzWUJdA5NP+Km2TB+jkkqolOPYPvzQjrC3rel074t
BD4mGx3rL5lOi0m2rjeV9T3Aye4sMShM+bUNG80n+6y7A1M84Krue0kpU/FUsS+sTFhXAGOIESK/
tOQsjiZlP+ozG18UAeYZ5kXor5FBXAPR5xJ2pTmo2YVcNPNl7hxn9PVcY+kEx5WYgZ5wivSd2RKT
P9hj/414NlgWteOUHCWT1D2bAc9EZ7phUvcY2FGp/pzY4n6NG3lYoPyfe0YzJRtRE00RWpnjXEWJ
aV9mabO8lkLpid90yvZXUuT269SybfY97td3AI4C6m/q6C9YkXOdSyZz5kdE6D1Txovv8hHaFafz
VB9Jg7I6smdbr7kGJhDjCKwVJhciOmeHqQcs/KZXzVm9L3mdTGjOcDcpaAwR80jDgsx+QFTnNrJ4
4I3ESoidYXf9czdn6a+v6+Jft85oUX+sfU3KMEX6OFavszJeUf6ll2UEtjuyIYUC1W917/7rCx4W
ZA+bZwfFtqYCVS5Ir3ltcnrg9Ouq9PrrKxx2MQ6vcFBytqomVgB0Vq/URPzVv6b8nOYj1/ij9rb2
dlHjIJVFuII68OC2pY1Fg0arXqsTsTNDZ6ec/L2EjX83cH+7xMGNmhdh9e6sV6/oyDdd+ZpoxwRq
Bz6CPy9xcKewEGpwlPgWnFmYISvdF37x2IbdZjn1buLrJUh2Xz+bw3bA+7P57Uuto+O3FoSFW1ZA
pa9eiXHememuHagX7cy62hXE0ytPuLaO9Fw+HW+/XfGg6aF3UnROzhVtbERRt43FsWadzWf+UIc9
GAvrv//2naj7MZdTdXpVFZVkXPPEhlscRae5OKI/+aOHdXj3Diq+Ea7f1Blk9Yqb4gRFaCAdgsys
Ihy6CxDTgaqJbVa9ddpRYNSn0wQKLcg2q4LYOhjvFFmXhkZe9ercIeQ4LR/T05ocAj/fmXccpvMw
uwDXfifPpX8sNunTIfPbpQ/eAwrq0k51t3odvZdhfmDvHk9d6BqvanypFMnONL5/PUY/nT9+u+DB
W4GwuTJk51SvJW+c1z9i6g9UgNhfX+Xzh/nbZQ5ehYVGnFOCL2MK0ba319eAokOQRkcu8+nw/+0q
B8Mfj0ZiDJQ5XkuHzAN2I2l6pH1ybGgcDH9dmgoSem5XA+W133Co11Y+RTCTpnXMX/XptPvbtzl4
ARSTMNlG41pk2ROU+t35DuS3PHLLtD+u4tpIH+nPIoIkXMw+eDLtUsemvszaq27P0zWiL9Cqox1j
aM8Ijk9WbW3bxxc0kgxilqoiYE+V/8hg2YfDbKJZz0Q5+6Vnm2FXK2OgoY9DGdq4Rz7ogUuX+dsD
NmWZazeZ1iY26o8zj6EPzUoLjH6gGKVjzbFgJqCScKskoBRJ7G/fGu6vcj3u+WtmKph/MpBqfzSE
c6ORNwp21VqqM09Gy48cZwA98ckgORRFTd+c0qF3CBRxPUqeg5LEfrm2j/1RX1y8vwYc20jH5nbk
vVhfrz+m01UVsMKsVovGxy9FEnXUluvy7WZ7+ONW7dsv4lv84N1Q1DtJ6kvyU46thH888QOplv7x
mmVGNqVmsAsq3Ywt5vclupLcuIYeaXwsJ+2oMutgfkGHDiypRD5UvqSX6Wl+457Y12j3HE7E5wSf
xXCe38oja8enk9pvYrSDMR1po7Bo77PPk3eL99Q0AUC1r5/cpxP1b5c4GI2yFllJD5CVFmWdr2g3
CuNQ6a/zbvxmUuWthhcv+fl+zf/6AC0Q//pv/vyTRhN016Q/+OO/LlI0h6L+1f/3+mP/+W8ff+hf
V81bddd3b2/9xUtz+D8//CC//9/XD1/6lw9/2FSEdsub4a2Tt29iKPr3i4BXWP/n/+s//q+3999y
L5u3//nHz3qo+vW3oVCsSKh8/6eT1//5xzuD6L9+//3//sfLl5KfCzpMpOnLHz/x9iJ6ftj7J83h
NVjLWFmKSKP+k3Bp/BPmzkqVYMbQMEOwkv874dK0/2mhMF+pMioeIbJE/hNwaer/pMmMKhTuAFsA
HJ7/+D+f7Pqvd/evh/I5aOLjmrQiLoFL8ItspFTU4Q6VYSpJsrNSpVSZm4rMPyGzMNbFMafJu7n4
/04kf10GwQvMEqAWDhP5x5e6mHTCiYjXCRzkcbe2LtTHFvYPghOz7W6juR4e9AxgNuo4mq0YlcfZ
H1UPsWLmzlIJUibSp0RIDm6yGl3V1yToPp9MYuXMquzyPsnhjJ2RG8BSh83auvSmMcGFSyo9YRkD
raKNQRNn8k1DU76VkabdTUWaPY55Pg87OTlUzJKy9+5SMgpwmMeWCqW5ys7aXMPNb4rcvXIHwztm
gVtn0IMbw7q2TvUqAh9sBR9vjIwg7RY1kYAkQwRd5V06i3tnVg+xxXj7z5D894P/nSjycUZ4fwIf
LnTwBIi5gCQiuFAbD0+yqS9bVAc2q443GRtWN6j882nfHcvz/DibM6aQub/TMVBrE0fsHszmcZoO
GPXVyBcgvUgK8aZNTIcJh7kTbc1xTd6xgHl9/V0PDDF/XZXlal20VsbboRKxVW1A0xMhBosxeKC9
MbrlNHWDSZb6dZuXZKEIaoxbWo/QINueuqzEbUXslXtkrn9nS/z2gJG50T/m1ddXZA3W9/W5/HYi
EWVl0b+ZFfqA6AEo0CXWxer1mJFtz63hp/UafymF6V26cTzNoSmovrYprrp9PBZeuVV7Sr24CPs1
lL6TT2k9Rbdmmw83ylB78rRBoUSlOY/JaDAVqcidScAHvLSOllyQLdK4EPz9haU3KSyUyL6eyQua
/NLAeAUp2rF+rLONuqV7oo2+0Zm23HR1Jm+bGMx7gMqqFORMy3lb18SRrBQ6dd54lshAa+VqG379
9NaReHjH2Omh1V4xrap7cL7BWBAvtUR6WIIwbIicbR9lpMgfzawfOy4ebC8ZKDwdLB8uTjtvhQcf
XKtEaQM9BbDEQFZZADXUtUnxHvpzg5bqddarPfJ1m7oFlodLJadrX+JYu7Gyetl3Y81+U6Fsc24Z
SX0qVcrfNQke4Zyb/bEovIOJ4v2TQoADBMcwWv16H8eR6+R004mACGSlTLsy84gYEbQPQybM5rYw
m6nefP0cPrs5Jh041cPRhirLPdgcDUlH/1mOcdDyjt1aheO+QZOqSKlvOgxlFLxn2tJqUhA2AhPK
T8xSaoFRCe25LwwLhY0SyZOWyNXSn6o8JxHJKscHynZDFSTpKPQj+9WDxWy9RyYWdGSGNjpDlKwf
7xEusx5rK0+Tl+O2NaB3+IZV8bJ/fWP+mNNwIVEZdQ3LwqNtHYKRJdZFG1A4s4tpyqt+ADzoSf2u
VZb+GjVMTM4CPvivr3lwRH0fqe8OaaivJsLZw624FTuGwg4fBIoqgUYskVyyHS11i25LPTTfzEYu
iz/B+zZ8B/LcSOtURSDW2UZ2//Vn+eQ2g9Vd2aIIVxFaHgxFU44Lm4oabXBcj+xdQTglaDa2X1/l
YG/+1zfm0GF7MAXI73QOZs7SKnAyWbQf8gXnd2Hn9SbPp4GtihE5GClj0/w+TnNxAvCJNnLuzsTS
0mkgI7hJL+vCzTOflEIoFE6iX3794T69BezcUC8jV1QPoedY4XMjMXpGWpH0oTWoyglbnPjvXwX+
5Yo80Ngfsph9HM9NTEMQsaBCy0zrr4nRK30YaMbT19/lY9Hg/T7zduOJQbiIY/XwNXfc3taWmfus
GUm5VWyR71pIRnuSA5fLmU7c3jDRlVCvj06+vvLBnmR9X9l3wvsmWRcp9KEgGAvfaGU9AwnNJN6p
FCkLmemqrdxkJnB3pV9bI7atPDtymuitNfExKs0BbPSvL0/AO8pNDKNrwu/HWyziVh1Md11sJtiL
KYxeenUmqM3czm4pyBf7puvjnRiM8cR0mu4sz7Rhn2v2HC6F059qxcTKGsso6F2xjEdmmk8mfd6w
dZECeket5WDTNoCWGarUjQMgsNpVbtvDTYweE6mnt4znbkFH+shb99lgYB1cJza2bn8sM3M1p0Zl
aCRGukBQSClazsxJQc0Qe/SINEOEKXShC0Cr8vnrwfDJrGpjXWZx09bC5iGky4sHtbSQPgXGgFqv
QCiENm4aCcEwOzR+RIBtGuorR+ayT666OtBZKwh9YIN6sMbN4A/W3D7WOBWBrDrBcp1GyLKbDgkd
6WtaSizWPC7HSivvftqDXQ4uZVhXWLZhIh/6WjtcbtNgI0NNkbkgCEV80e9tu2pPUeOjnotttVE2
PTuwU8pFxnhKgqDyS/ZSUfypNNH+tKOq/kp1AqP3ZR4j1kYWp5fBgLG7CVNPLj/Qmy/6nsa4iHyi
6tD4OoXZFhuOYsu01QoXWENslqMvZjY9eyQeljwRFHlNIm0W5F2CVld9JnIprK2s03LPjO/JsEUC
/KC7M/ZFQlRRNSbF4O2QXpESNFQZGpoet5v0Z69IqKXMudfh+RssIi/LSVx8PW60T14SDsKr356N
toVn5uMrbHjgqy1ItVT59P4siqdpkyGTMdjJAksc4opoXhDPYToW07limTU1tlm9JOfR3Mu8rU9c
OTQnWWJ4l22v6lcj3iL1yIv8yXrB9I0FF1qothI8P35GqVuxqMYkDnS1sl8zprNAKu14pFr+yXwK
FYmVAgABHrXDnbOJLFzy9Nl4JQ1HjRLhbKhPNv1MzFJp6Ea1PMe/ZdihSzsrSHPq0F8/jE+/J8hq
D8YjNupDPHI/4V2W0kYykCnas4bUJEDqHB/R23+2M+UohR0LfAVz1WELhANcqXJuppzQWPbWLIA0
aepg+V6ERV5aA5pniSj7pDZVfWfpXbol2Se91sXinTRprhMyJ7vqMYGF7mcqIY8eGlq00VmhHbkh
f86nvORw31ckJdPLIWqcSNo87VGx+2XlsEZURrLBhZs9NfUUX5ITrp3IOHuae9U+srYeWF7Xlc1k
m7pu3LkyjZKDma1SOw8FDzbEKmutfaHH1lU1evWJKmNrT8wznft0tH/ZeIP9EnvMaaZm02VXD3Vo
VUl7rJL/58jg4wADZhVbt+fvH/e3c7DU4HISvsymEclpWNaTCEqpD0feswP/yF/fmo6BtaLDbVRd
By9aIvRmcqZJQWig9xsjR03fggbHM9KO+o4u0nJNPhJSBU2NmqBDyUnKXilDkaq1uS1Uo9qsmTqo
TzOrnDDFJD90qvg7ZNzEn5Sme+SV/fOwuzKw16OnvsKjD+OApjwt676nPDAB/DMzHN9+oSqkblpz
3h+5OX+uddjtdABdNqcXaDYH9yYuzVrRJPdmiTL3asD6jjS9MB5aqdoPKS6GoLCk/ePrGeHTcQi5
XMXCyNwCYfbj1CdKym7drDIOveTBMaN2q0YWs7Oeq1VQyHwhZbNMtEDhSJUH+WJWviHccU2oJVg6
tezmiBn2s1vOCZpiJ+UF3o6DTRWCz3mYOE35cy3UbdzOFKGUZupqknkxxhz5+p9MAChmXXM1pUFG
OKSCGolNXcDjpuuoLW6HaZZkQmZzy27DgzGW72tdMfIQUo437cmrtaqgLKusCJLCJRZK1a25CDFS
pjvHXpL52SvihqYEmVHZlddWXrrtl7JMA7nGgey//vCffnZGCgcdPPN8jY+PDl+c5uQDn90Ztelm
zLJsX8PM8+ti7HZ1ZxYX+EIyImN1UxwZq38uZcwVlDneS+bcuINLZ9rSUZXwKMy4hlADsgeWx57W
EIpaImuVG0h/4rzLYst6U4mVv59HLevCr7/+JydQPgS6J43pkwwc8+CFkVYezc2o8SHIm72f2gxu
bIOwqJutB1d0Yj8uLkcF+OObAcH2c1O0EB9yTaKJn8QcZBZtvD0JNOqRPc8nd8fSeCArNJQKvnUw
t6eyUQs7jlFRxtrybZjWEExR69pFittp2U2N18WbOW3Hk8gj/vKk4XDRPHx9dz6Z0Hmua+XaBMXG
keHj4JBKJDzhkCYIJIzsXW2qwpnIqCPvzycvK5piHoCjwRZhGH68SuWi9ndrZo/J8WI8BG2GklDP
HJKLa3s+slh/ejEWTioODsA082AnWZW210NQVTiJom5Pu8x96avymTxa7fFv3zwKnNw13IKs0X8A
M508tbR4fbOqqD1BfDlucrVIjxSfD7IJ3ldDmG86oGUAOhoHs493z0GlL9FtM9V5NlaIZpkek2EU
xkma1uK7XeqJfuLkOj79AlHsEgOE9mMlftWnAYgBFosXPDDU01zL+UUIKbFjqg2Ah19mxJjq9BQW
j0Ow59+/OdQ76DrzieFWHqwYVBXJrjdGxS9We0Ha43uUamMemdzWh/nxAGZSJaRe+M7FpM758d4U
ZUvZI+YqSjXYgWBG3aW60B6MOnHO2ceKIyP5PZLp8IIresyAtebgPD+oTrZJrpDmris+5wCyWImD
ftLxxoVAZiDDduSIYoecz+kH5kFc5GMIunTBHjEZetjk6XIyTFblW7lb7u0156R1O+DcHI9PasU4
Jwu5EudZL47hrj55z22sGQTAMVZXTsDH+6QTsak1TqT4RAu0HEu7dK9gNdn8/WdOl5Q1hm4RlIV1
7/Lb9jDp4VpZBWdbjGfWaUd8re9oXX/kKp+94KQUUlCD5wDD42BVWWKczVPEbkvUkRd2s90Y+HCM
LCy0Ukv/P2aT1QrL+KLDB9T641eCcbPy06WCm6xMztMp7U5qQS3JJM/15O/fPV7xNUSPShFL1sdL
CSNvp6plaC0EIvuVhuCV7CDz5uurfLJ/JIQG8LjJ+XJtzny8Sp4gcRtnZhOUbyCSPKcjNb1Pgkrc
IpENM6h3R57Xn2OP3syaq4L5R+ekdzAqLJF2OGo45wFLaPzcnJsrC9/zkePkn6PCssgaAizJnphD
68F8o2mVRoWDlWwc1GKrKk6U+OWiORvNSeLd1/fws2/k0Zlk1mce4Cj08R4OmdYlCtIKZOUGwGEX
o23ciuXI3PbJMYgKHgBo6qsMdsJRPl4ml4lM64gsjNVb8LMjyt2ftTI+Xex22g8ZRgUBBeZWzePs
cioT0gsyOewpN5u0vkFK5ZndhkjJ8TJX3t2MXuICGVb2KNQKE+3Xt+ST22+TtkqJ38ByxSnh42ct
xtpIS49hJYDdYuWv6aw4PfCYwoj0b19f688hTLUAxoC5pjJysYPbb1oRNRGNColQncY3Kjp9UrHL
oDJAErL0dfEdHqP+GGzkk53kx+sefEeSx4e5rhnISkwd0+qMl6xpii0fZQmJQbDuC0RYu8wkXtSR
vX3ljflLmXtLjV87r7djXyJ8yKf65evbgVCam/txUeKD0c+iekaX+o+gkdImVld62GxsHFnNDRHQ
ivKgNktRnHZxaWV3CxYr2I1xrGFR5X0MujSys9Dp+qy5sYgb84KuU9RLgs4KQNzJgJ+WKq57R5uP
CC4efOHsUiJUHzOrkxWVQZw8wTiCQmdn7Fkbr8lg9hA1peHlowVgYAePMiVw3TxhC41PJz8dVydE
SDtLJ3fbNWZy45ZFy8J+zg0OB5OtvgnyPW4Hj3MVDuZpuKFIhaW1AtTzc6y1VJz1g9UAgLMaM/ej
2YBMwKeUVtDikq7PC4eKJ2vt2rjtISFMPooQ+WTYhBJsPIxgaRBH2Bu4T3pzRu2wlQEMC6UK8yWf
fs56y5vsIjTp+EHPOkfc0tuhUfRkI6sEXNygUpneOrVAVyLmvpXnmJIHsYm7PHJ8OUbZsFGHgW2V
Wgv5ZLFZuI1Il8Fv6RjtzkjMHs3fgrcu6AWQzXBSR+9m0uK0QOBZ14BFRvb8mjs5VoArlsRotR8X
I6wr3fjmtJX5KgR0qXC2RvM0jkZgBYU1jrsKF0BI8nbj+NQIO7YewsnJZxf98rM1huZpjZhNs84I
rKSJdH8QM0dBnR0rJBRDeIFWGg5cyipL6E5lXQ+rDgmB52ta5N5OCb0fzktJM+0AF5ljQMxgYuwS
sm1vyymbn8FNTM+zLG+MdshOutTutI0bld1bK3TtZz629RPOwOV6KXC7BTLrrVd3mmcDKoiTtZcN
HYUyrHT4GYGpjLU4jQyOjuRu2SUN8jju77VxcHq/cIT2WBVdzLpfOYwdJ4PZFdQRjquLPp3ys8ge
LZQ+snMLXFZpPO3zcpI3NmbCF7WzJVoNzVWe+lS6P7OmM4ldB6xyZ1Rr1xvuVbcEajSZdkAOt/Nd
Vq7ThYpXL9eOXe0iWCl5MPX2Um1UvMbPbUuUXggYsRoDhzxjzWekxzZ2FTu6k1AVdGwAsXY+4QxF
xTqr/eUo0+JHnpEJiAuq/5F3ss5OnNWQht9H95dqthmfoAnu6ixLNL/tUsLWqceSO5gbs3Ym65pg
TcsedCw8Rt0kW1ubVXuTeGqWbWyUIHUAzkYhhN4bkso3+1RNwqltohdzXhQcSsSqAmVZgGIFjL9y
teMneBpnwkA8EHN31kgKSrBUDsYg6UxFHALP74pdBhDltRIZipFWaMT7NurQYdiqKINQ6GoeizKr
6rBoBcAahUblj8HJEdU3EBGGAI6duwSihANJLrewS7+ZvApnup3K8ixV2+avPAUsrCN56LyH0njK
O1GnfqlJ40xG8LhXsdj4K0exfK8NnDdxnVvTEDi9mE6NNYU8XPRkSvxsKtO32tMm3MiqEj3bVVyf
V9IFmeBNkfedePvx2azdgilioeDtU92agBvUSpsHeGw1K1C9obxSirI2A5xy/T2K4OV5WMsUQ2dr
AqFEVXuBBMq5yrSX/hGWvFFxLrDE1aJZ8HuixdK/OWMSXafM2kOQAFC5pSCw3HgyLrDHIRORq3Pa
kDskCqzYkYFT9rR1TdiUkN40UAla5V1Voi5+9kJLxnDKlmljNZlph3GqTDdLl1o/2rEQV+pUdwDt
zFH9MbVD4TBspxzmidqqGYVQBKpul+a/QM+oTzJTdeABpohvUHOtoIbUEjZJN5PFLW5cssXqekFu
rdOXuQUaQFlRm/HqBlkqnNO5WfouNFtzuCiGHrOZZY7tdBYpQzmH2GSL+9jA6YUFpTHvNb1n1rPb
PLtV3Tb5wZGNInoUme4LWqb8KcWLfWfqI0z8FSmEOd2htOmjqOqf1KSK3qcfiGITE0Xn2KTHxjBQ
GB+GEv2qsXth9CP2/g60d/HM5O2556rJURkSaFP/7O0oT/bOAPbDB8BfSCRcxYMLkKXcRrym87Ud
p1YfSBRu+hX+wEpsITiBA2hVo4x9Mg4TGWQzXRAfNUl5Tsxid94yls+neFY69gLt4jLVmGnFKzNU
6omCGRdpTGRjeEzrQX+hHly1KG2m+CzqclGeDpnesRIpto2JP9Uu+6JjreotQ2h7XdoRUwUA1Cv6
1VEXoiRCE+a1tdn7CbXJDPEQU2c4pJZzMSg5qABI42BRc0UCJ/BKXSSYSuPsrgTKdksfNDL40rlI
tonba/XG6YzkgRD0Tt9FqHe6LMKkxNc8jSEysVXp6GcypZWCsl3a6LTNFQVDIKNP7mN3US6F7SVJ
EA+V/aNNnJKAH01vr7SGj7/RhiTZW31CSc1lxMS+OWtgp5akW6admiXtbV5pbrplGkjZQThViwap
NQjfGwsn+hkzwT4uHNxfTQCQZFyQG0Lb0Z70697W6ywwQbdgbtai1vYruktpUHkFojrRWxgDOK4t
7q6cTPdZd9ZvgxN2HHz6Fs71rGn0YmfIOvx11SY6FFVHPe+auVbCRlXqq1iaXhqk0IXUnS67Kd4P
2ug9j7o7pCckJc8XQNBdyAhJUXuXONLLsNT70gvLd8GQsCrzCkCvhI7jNWjzYvRvdaA3Kv7ePCe9
O4w0y0WP7vVttG1NiCA+nsdx9WK7xXAepY73anXO9I0qJkQdCTvwDsdyNvpFlwGUMNq2fGEfSJ5X
CRScET2a6uhr1mS8yLlgrUzY5ykBUkU19YlZsDSf/G+m2mjw9Ca0SVi8tMXgXSlZ3982UZJc2ksb
XyWJ5shTeMbm/YqTL1j9tfm2qzqQHPOYmXngAicrgkwKSRi3hxy9sXI9gzYzsUioWpqPftPOUg3Y
moibGHbHt7xVc2YpwgrMMB9s57IQCYnl5jDRzU7UcGha7xdUDuUFqIY8VxcJH9BUWjA4GosmnIwq
rrZ6yiZpixlf21tZB2U20RXELZ2eYu6nN93e2kIFImD1+hjf8n7gtJ77GGJQbTET+XmsuN8mmSfF
aZMROXFWmOaIwTgdZHaGB7hDp0IuaxeKpMjykxyK48VQlbUWNA4ckQCSIK1XHXVBd2ENoF5Y38q8
3LRW4ZE+M7RVv9MVIEQ7R6/S5nR2M2LYczXrIPZGqpXtvLEzET0Nsveh0c0PRABmd3Wqe/Omo59Q
+IVQTMt34qp7UGtYIHhNrFFjowIty2978hk2s5XlMhxGL39CEWXqQGhq9dEqnfjequdSP9WdOTmt
Z0dbQitvym2fe6jAe4bKNW69pEN1iv3D04wpO3VBeVxUlMloU81ICXwUG0MVTjAje38ECDxshC2I
fXHMFjqbmS6gVnKXLZrhzYxraSnOeT6r2JKcQpTOeVFDbPDZTA3sVxLFi4NpEt6tVjqTu63ZF7+O
Yx8722UuYhgshaVXe32w0DGTJJ/8Gh0gx3tirJaLopLqpRXpy3pxhAxhMrn6T5bL+ZGXifRrA4n4
TW1MFrWRprxuMMVH5OhF3Te18aortNl5tClVcqLqaczRLegl/UnRaOMcxOzmN90Q00WnHyDOmUv6
MbAaVZbn3TIo8Qb8h9Ztmn5u9o5dZyI0J3YBviotfdkWAhP3trPL1auMJs3iDRtypqQ81gZIDZLd
f4NPPeiowoFFyIeCad8ktecRrXx7aaFcN/bJIv83e2eyJDeSZdlfCYl1g4J5WNQGBpiZO3125+Qb
CAcn5kmhiul3etWL/or8sT7w6IqkG1l0iX1KiWSlBDNoZhhUn75377kaPKFgKOvbciJvKgaHlYxR
aozYyxOjr+sQGYO9HB1r4d//X+kqSiuFYsQDTTUVUhX2u1SOWr9j4jKYr3Q4fzHqo6XhkduHogZZ
y2mQGdZ+2IMmiI5ycTpUyPKbyoBXtEuGUMo3Eq6D79BwnvQvg1CCZIlxOK+6OXly3fk1qumv2goM
3D2boeMmCT3pVi0ouxpRi5ShppkdOq0cnjywjFAQ7DR7pYXxcy+ZU7SPAWxzqfHDT6YUjpVQTlvg
i5CTtLCJgiGahmL43mimEzL2Nl85t/9CtgYRZtOEIZTaJLonjTGrR8NArlYKv4AxMSe9ho1SWwMZ
+tX8Lcnq6cF1GpZAo+7fwaHorvslsGPlYIjvk7UA+JAEHZgsgO2HEn/aa1zmXzVaXHTstHORoxin
ohwkmjqAKNyaS8q3BELHgTSYi263jr52Izs0F6ppX8NHbvf0pJtBVwEdF35BplLBSSfPS9kdeaP4
VKg+b7XZgNdSyiKIijZY94MHySv3QfTs+nZ+LSzw58/m4d90qoTBWcFPAQompJXSb/hsQTz4eUsA
2RHGyfBpMJvPlMHJzVzTHICc8o8tFgB36JCSu0YHk1nPyY+ecy0AJe9QyGiTOue8U58DAezjlaYn
kTxL9ZFh+GsM35+feKSvKHAYzSJMJSzrZdNOE0ZQgXvYNMCFdY6JhZPBSvHTOnl2wR9Ur/RNf/HE
s7AErCy42nwMoSevmKbnau47pJCD1kLJkUUVp3ZSEZhAjcme5iZG5M02O6XP+dt+jt7kMGdn2V2g
981+RaR7DvgJbRL5JNluAg78msDiFxeFbZAVEPEJXf9TTd9UjH4HGQWK2QjYdSppkOvtRVZYe703
vv2+dbfd1ZePOvJre3vQkbogEj6ZLkyaXtVz4yGBGtv2Img9oR0LWwvc2Mo8h4yHwE4/EOGlpTSP
dIgspDI2fvz7L/Gz0Yb2Df4PBpjPEOng5FugrXPcdJOUmKRR1+etubr+TmS5fV8bYrrT+t54nJNx
rSKYm5odLZZJYYW3wv8GgzFoX1mHf9Fnhc2K3IlMCJI1EFe+fCxzy9e6Z8vCWAgz7qsVxv9WYHRr
6d/WWUtTG+PsIW17Pyz6dYkqZfX7XiXjURQwW0f6f7HqhiT6/YX6+cnYvhcjJ0RQOFpONdbCxOC7
wP5DbwPQD56EjhNuwQuV+tqxWvvX9IY/L0ZbJjH6eExHm9rq5L5IbdR7HkRm5c3kf1gYT4W5lJDU
SErnSJAuVNdFSXvRguo7vXIXtr/85aPJL2QhYqrCksig7eVNcFVRWF2yIG2dFnEQfTftJEe0V569
X1xSnjxeAkwxWxjPyU9cXBzgxiY1zOzVftgQejfCXI09oLzhzK/c5TUHzs8FBTsKAzBeFBTKbLov
fxZMzV7THLY01Yv02ql1P2qKxtvZEpHZ7x+XX3wUuSZEi1JMbNrWkyV9rE1hSBvnDcLaFZTdUMTE
DNHi65P5tYX154WET+Bhob5lJs0Pe/mzUg+v2ZjpbNJzVr91VdN9wMhTdcwSG/8yG9N5ChNQdRd1
oOlHAGHfzTEH2iaIw+wkDWPlte25LRBV9kpbY1o0yd5Vdoclo/Sm8wrd6yvf+ZeXh6BRFL8ITRmv
vvzKYzCj/Ux5m2hWFU9MjMa3RjsZ+1xf17Pf34mfVxSG0dxrAsNZ6ghlP70V+ONAGjeEomzQ2Guh
ysGPZNvP34qMGB/saWP1qXFRH50XM6wvDI15Nn7uzayUsVhFX+/8GhVYZDGyMG+7jOSo4++/47Mg
4sULh0yClMqA8zt+EdS3L6+HJfUhqUg2g4pgucuHlChDYzdh3wjABuULcEZtXKqDazTZdJAzIOl3
CIiI5RhLL4lmzyEQGBGEYFSBmXLfk66Ky6+DKkw52SIeZ/KjXQGIM8V+LHs5hb2d5GZoYkjqwlkl
zXReO5a4VHU+lLGs0hnEnZ7NZ5pKdGYOWjkvV8NsKvOVF+V5mzv56ZiDtpk3V4DoxpO1JknImKHJ
RdVFWXeYtB4qXKX75SO9B6uNCGuoi5iGoVdG5WJX3Z49dWojVIHLJcaeebnoodxCJJtc735QXmE9
VswX7q28WL56XkG3sAjstd25klsfUn2px6JuNxTnCD0wLuY8G5gm5tk/FcHQsORIEfBO8n/e6Ui/
TxOgV4Re7jSdg14gYPR14OJe0UL+XFahGeB8RKriZgJngXv56HClINEnEiGoSroLoAHBfBiaZcii
qrbFIV8JIHy3iKSht5039VH4xaAIrOnaaOyYaAKOcwJA3bPEiU2nIzHj0Z+L9RUl009bymZ6QyDL
nNIMHDgbL7+mS2/bgOKWQ3or5kOqBsZbHPDi379Iv/oU0glgeLB58SadPEz0RJyCl5UmUualNMER
DOxGQOjdK0/tdlFfPrSoQjyc0axgkEnck/VL45+bAzTT3dQBanFyFzwsnZJ4qWXTHop0dt+OwrAQ
Ic/2cC6cvHT2v/+lP9UH2AS4nliyCQXWfxL1THozWv3KN7DNVtsPtt6GHk6zC6az6UgLT86xrRnB
wWQuePP7j/5p3+ajA2RQnJNQxDKDf3krZ0btSs815qlTv+4mnCeXMICTOxYd4xYuZf2KDOcXN3U7
hW7BdvxYDLQvPw/Ovo6clmaL7Er9bK7sbwse+1fu6LOS7uUt3UzbnIQ2b+ZWkZ98CidhWS1jscvd
2vlQ+gJ3eRZsnX1B1ZDFxQDRkuTQDLcNg99mJGj9Wi5bMONEbwkBRmuN1y35G181myibkIx7/62n
7FYdmSxUH1CTzF8SwIWsA3ArjWgwp/UO/Zp5VXme9PbmBI8qnNfWgnfPN32cO8C8sSrL0Y5W3imX
l4cIGZxOQ023zfFadd0uHYyFCkEkM/5G0+5zNIDJk09a2njENeOm+3qarSBmDpvg4kUlXEWlhigg
ksB41pjGM7C/oCQmcM9GP8sQ6ZX7wUzwVUei68xbziRT+9DS/lnezmYJC7SaR9mDlcbQzTB7huPc
dJJYsHJMh48rcizI1SkJaTAEMwymuUvf/iDLNaCiWK32WtMST0bjAqc9GnhZblOEVoBG4aV/DbC/
JMfMxArzqWPUfOZ4ncxDjoGr+Gu1+A/v5M/Nb/M3W2LDqbzAnYSfM/E5fwlI4V/4i3bi6G98jr6Y
6bZi2cQI9N+0E/6Eis2k0NwW8M2c8TftxHTfYMPneI/+BF8PSb9/005M5w2rIe5xA6GxAyrF+Ce0
k9MOJXrSTQeLAoiBLo72U5yUozlW4VVLH7lA7/YAg3tq+Mp6KKD6Xqw9uTBWofpdSSl3SLJgfTQz
mvH6ksBFsCb77IfrdvPX8vAjk+NZUPzDqvH8dcxnjaDP/zNPo2oc4uU1DZ12pHWrYlstVHAeCMXq
W7UILNI5Tz5rdo+daZAEoawIzMO+y7sdRI3isnBU9ugsln3j990XF8tfRLCzdY81HDJ52U32e6Cn
OnNGW/tkiXxAAiwcmMaihLKLJrjz3puprXaDN2qHxWPavyNtgNCSwnU19CApIknmz979sjptPCTF
tMNTT68QfYcNpLxoLx1NQgIVoEGfKr9D/GHoGyXbdKflOy2r1AF5Xs9WOAaL+7gIGZC2oxevHXef
88lPL6SFW5U8Jz6A6PSXy68vkYdoWSei3lOxUZuQWk00GUEVThLNkZZcjvU3cGUHQMqxNTw2NUOX
7K4fS0aB6b717sERet4+75YwKGYEFSpUygk7/nE+DLukxD7H5L63/SOT/lfk/Cdb1PNjwAsQILLd
XA/WyRa19qVs02Lg25djHqVysHeEHzSvnJpO9vznT9mSroDw0BvhzPzyGhnemmcIUkUE8sqONYdb
2iS3qkb7VD+uHoBO7AvtK7vvs6T2xZ3hUUCWinaTTcRxLV7tH4W9qSUQEFA8R1bT13Fn1/rFVC9k
hY+5Pn92zMJ64qWFpBwYaXtr19v4QxT65uKva0RSC9osdIM3ytZrHepZpl3ohVnA7DXKd9lSMUgT
U3mYXQYtUYGd9ZVmxunhyqJO2zp6CER9k3rptHXDQrI6cIdElFXjHGELljunxJ60rpKzXuG2e6Es
l7524u1dXVX7fEGTplE4oW/x5zNnyKado2UVcpW2D6XZDeRtaCXUdMc/LJU4d9zhFlb/uKv7tmAu
zHCeGITpGsuDdXA7/U6uS3NdFmkTKQfy8O8XIZbqH4tR+mQcn1irOQgQbcjC+PIGodih26om8mZG
WxxNIc76nAScFOQ1NrLI98BK/P4TTyrA509ETk4lj0KOYdHJ416VWpuMNZ/YCfGw9EUdLor4hFI7
b+vBeqWmP21RPn8ajlva45T1VIAn9SYx47oYbIIjAAtwHHbkviNmY9fACWHyZpEDutRt2N7oR9dn
3JzP33//a58X8RdvADnYLEv8Wo4wAUT4lxdYJZpYoID3UeoG6QFYPABCVSdnFWKVXQKCNSJAhbzu
RqBJ6onAaa2elYbCZSdJIIJUvA4XqK0CMMdyH1jyYR0JVrGLLNhppdQjEz1R5JaEmFp1jcbAzyb+
Ntciy6kfsBLoDmzjW9un8ycnQ7upGzRSmes48TQG6d3AnP9hzBTc16QrY68QdbiiBYmdGQJ7KPHf
vOOZZGAjxp2YbcbLlVW85cTXvifjl5FD21HUety6uVznv05+/6my/nzm0/zPZdblZyVymavhBVdu
e3r+qrRc6w1vLjiYTfTPuWPrvU9PG3HOAR6Hmp0yyqLasun//l1paQZVmOV5m5WKf5UXkOVgaJXM
/utPzdTf4BViiISfi8kCddo/qrW2I8+/n3uqwG3BB2qKqWODOpx2ziDxVkB/PFpLZNGca703v3P7
giDURkFqQTqn9sPQo2PqpeQxA937edIn7ztI7uWVQuvl1vf8VQBkbb+K8bnNxPTlK9gEy6D5NNx3
ZpsOR3ohqK61XB29rmKCUtuZvC39NPnaz6g6f//6v1zstoRLXEx4/7cb4TEMPdn/IDzQO7XWNgq0
7D0iKlIxmvmJ4JS9SMF//f7DXhYSzx+GeY0bRxWxBR2ffBjQRtfRSn/L27UX8Kjk0TH4fqWO+PWH
sBvSMeIZO90Qs7ERaeVoXUS8nnGmtQVhK+SO3//+p7zskfBTtr4Idwp4Gy5DFs6Xt6wbRtk2hpJR
Oba3jkZa9Zz2D2zGT5vlkWPkGdGAN5UIXtkvnk2dPz62fDCnELzYWG7ZF03z5Qe3LsCdVLoqqpxW
C2j2582yZ5rbf0jYH+Qehcms78C2fbaSdb2ctTZ4yOyktMIerkYdqYKsx8TpmXNZ/eS/Wxbms7uu
DuYPuTV2K7kzwDhDrTa0Ff2ayek8cMlh8IfZepCDz9/GAC2cFCFrVOpumZz1IJ+vltnxzDNTrUi4
THNAr9cK4BvhqFI/OAsgaxMeLmx0R0Gda++bwnovuGTQe4QChGVI5RmxUzhkwFnd0ARI4xw5/9MH
kBtNVRCAi2PcZZyisUDTtBrHeBXVzVBeamD0Y5EHr/H9fnqnPFJEGUxtkC+kuafvlMzngTgNQyKC
l30UyE38rCfzjmB0fT+uZrP7/bP4skTankW4HXTXGTex4DJuf/lIuBp57dDQJG1jxIlEalvh5PZ2
lHacZPqydSJjYaD4+w/9xY/EEIOgYKs5meuflA1BkHmkmCQywoJ9M4iuPMpskOFkBTcNQvBXfuJP
L/W2jWB7tZER4lg7bX2uPBy0HH0VeVmhyH6YjIhWsHjlN51Q7rmSCHGAHQCCYH1iOTxZoKTRIcpj
4Yomp2we6SEQGEIMVRmEfZtDoxm7C00RuIYX1aQTSB5GvW9yW6gQpor34C6jc50PlOp//fz/VBl/
8pL88Nz91My5/9f/bv94aOt//Z8/Pjff/rgR//q/zde8e/qx6Hj+K/4qOrw3KBtgNHGO9LYOyr/b
Oy5/wuZKXWGg0NjCxv8uOow3G/wWwiLPM+WFvv3Rf9cc+hsQtrzNWz3CAIIWLZCrf8CzPbU8WwxL
MXexOGwzaJsO/ct3lfiyGe2b2uJ7dsEkuzOdefC8m2zriMFaXJYJGYYYMYoVhV+lkjOvZrAUWmtm
nY+ZNlZRXXr1O52l88ZJPAZpMl3Wx6UfmXIQLvVgu6k0X3kvntvD/950GDFCiWGqTAvI4D8ZPrz8
1qXdchD0Po1OVyLQHA3jJsvThZ51ORS3SNSJuvTH5ta2EiPj7UzS68p3++9UPtalxfn43BrM+b0G
gfK6ml3cmWnvG2/ncmLf9Ejc+gRptXngRus2Esd1ifH6uBcb9wBzd15hEUyc6UnPx+5uQiK+d+Cd
fSFGLb/U0sSLx2y0CVQSTXFBEPK+GhWgNn0VWgPivGQY46fr8B1cgr/r8ta5sCrN2SGjQMP8w8P5
i47ZyUrMpuLRvWD4vk07fcbjL6+TpHal2811ogEM4eQKu1m+K0Vrx6Ynicc12AqeP/E/K8OfNnvA
/3z8iJ7q9quAa/31j7unTn2p+C/t9z9k9vQHopG0/XGB2P6mv9YHy3jDuBxWI/MOKqjno8dfhxLD
fMMKwLnDYVLBrdtWjv8Pu3a2xjC7AidOD04S5/R/rw8GjGzgOHCjUV3gmXX+Ee2aQ/dJXUlx4mMT
CihNoEpsJ/OXT9DoN2S0zQHYjmWeEuhyS1kzOgCp0X5v9UHRal06HDatBekVH9RkJJEuTPNT5yIe
Dw13SjHiVUFBILZuEbyWCDc7G2WAFqAOatprSb2u+YGN0Lux07z/7CqV3uPn03R4RLnmxTjQ1RoW
oqLMEwnU7HC0Ov3MccrC2+W810NYGFlLT6lF50TbYMov7LSQUDYChS+C6Hrzg2Y3zDxEW1XvYH62
KeRZGAk7NwGXRwgCdq39oq0igxowShmqrDbXXequ7hZEO3/iokv/LSDTEjhE01bfErTeco+WLCPV
tMiJMgZymoUk04tzoLaslmIhxXcnfGwKMRNi3AOT6JN3uZU3X3lhVwZVjo8vAedxYIT6IKuHAVQx
gAU7V/5uIgj5Udkr0qN5MMyDLk1JXtbSNXsxy+fwFDndoxSgBStl4BFf7U39h94KRBc3skAjZQyU
MFSy1pZhmBjTsoN/uiyHtl63+RXaaxX2E37CqTEhhNq08ZHrr3n16NttbUSjKfgcrxrt74teEtlm
kghHf8VO7+ZKW+2jzIPuu6f5gMnrMh/pAxPE2RwR4+frPlj6FKOOrrDY08clqLWQwjHpD2sVV8Qs
1L0+N3oHI0PTH7qidB5zUMldWBBu/d4Zs2E84EOx3rfJMHwt6WKj3PVm/S0gpuLJEun4fiR7EmGa
SFaEJcjbbrPWtr95auxpuuSpznwvoO8TCmek+lWdtRTxOrZbw10p3w0Ndg73NpNJP4jQbmwtOasn
LK9wleAPyMtyqHTCEOvUw3nS9rofj4lPUG2td9ZhrB3tccucvtILl97UweiarDm6okuXsEpkcS6s
dBOSjTpk2Us/1fKWN2dlhGmzkXpkZKcj1BAP0kG1nXIH/zYZvH7OuBON0C/6epboCGAfOcmVkGaf
xKNu859+0C/5eywj5EdXOPimM9fMS5ugDPA1zuNi2vzOwMaUGbclD+NbUo+D8ULP8mQ9SwR+hn2H
AVfxjQn3jYOqab1dj0a6Pe98bYRBN6KiZDPVvCHCI1Xql1pDv/ij1dh2er9aTe7sEjRLzm4Q/jpF
KskqnbjKyl2JcDSz5LEyg7x+r3rXnK4I5HS7t4oYbudj0+ZB9baZ6HyZYaf6Lviywl8s7sCNj9l+
ZrBl3yEAn3tyXLukJ1F7nqarrlPeSP5iY/bQopXHoAKXK1m2o0LpH0/DMun3do+5aWeCXcJqWiTi
uuAm8jEGGdl5mEjL+VRp05pCVeyNIWqG3P1S2zgyI91aG/dTWuVYlYpiqt5PGhOZncZUFA8cALbd
KurFv1jcYQoLTzo6gXCVIc+MZpBPJG7W/uXkldi1CQG07W2HnbVr9F8+SgWWGbkXSWapzwvau/uk
2HAQrLtFThZm0OWXOBHsJHZH8KF38A7LaVe1vn2LrcrfpuLJeOvOpllx3zMWJcfEWcLPcaYLrOXT
9D01V8LOkpG3Oa8K7G25xS0l/mdqiY1yNPOe/amo7zHp5Hd5ibhyVzZrepwW3W8wqOM3MjI8cWuy
1+lL3ZbDMnxdc199tMus+5p7ha72kzNPX8Bm6vj15CTQMcmCdORPvWlxyko5YRZHi+yVIQJdILaA
u5xvksrK02Ix5dVwG+BN7eBdzlglK5IlwPstORdLU/rU79PEoKtFduByzTMw2IecHjDGyd6uLxlP
L3mkudlKHzo1vSYKVNVeS9DWJX0EzE3LdxNqSIlv1t9AjWky+7vRRzsK5in3u8M46tV52RVY4Lie
dnJVNrJ8h8P12RVrsugGie7eICHyCB2uZjQtfaAxl0izPP8o+9H6VHmb5w/lGuxot3BpBi+ktZEg
WA39HVTv7sJZXblBX2tASxWeeHu3LmsGl4HX+b3RB2qJjREXFE7afPrUpIV3j5RBkF/PCB95VZeW
V3lXY7UkwNujL52uDy3TrenQGzx4R9caaVdDZEj10DFU/ZCkXqPowG8uesGeQ4/CM8i4ttFTT2FD
hMTB6hUmB6/YvmpZDRDssgKJ294GkM3D0QQ8SpxBaAFkScesr0ysCuBp7S+3WV0tn/qBhTrOyoKk
rkDiBiKBQtPTcwT6GRVuPXQ4ZCwiDXcEo3vvZvKWid9cvBFqm2YBO+HJtY6tNgRszzPrGcZb0o3j
rED/HGdaq1/UnS7xAxcBaITGzDHHSnMV7rGcyKGP8g7ef1Svk0Yi8ji4XTQLCAkklPpeBFPBfzDb
kvunpiUA665jUKyKvPhSsTMTYICjD3AiJIKbwTSSBEO8Yb2jq2RhdCCb8JpnQn8semcYIr8DLRsO
XI0vVDSOtp88OX+qmqn+YtAbRgKPhIRLbBGNyGNsaQ/ZYGcf17IPvlUm4I+tBCjdXW2lfAmnX1qC
NoNaZ9vM/LPCFXyfEp6sc6Hj+9RDZSisfMiRibIM/GnlucfyEA4MRpqYVqHm3Pu8M1OkN0a2hlra
0Qse5n6oL7yqSWtidw3tqUwHRmqdnAp7n0pifNfUJ+W5tY0UNP9kYKoMivZazaWDsrIc8o0w2opr
E2SST9oBYSaxORfqhoCJXh5mjDkAfCXFVVgkaRPECNBrfVemrE1CtvgkYPcrQsQ1rDLY5Bo9j+3O
4n+OJIs5WNOqAth431GnlEhkk32KIfBi4jjbHYdSUaBN2NDXw4otvrlac235NAqrHg/QFdbvlmAy
FdqE4BI0209JfTHMPvBonr31whVW983BwPGBU2n6kC4ptgEf9MmXrmlLmzZftTzVupeoaOXB/AS5
iDyIaQX3JBI1MM5ZbGGH/MP8OM7D+plWn4/hiO4vwccJYa671dcLwi4WvXuvgPmN4WIO2ClH1SE3
IKqXo3A1OSrMhCjeEkghUc3nfXKuO2Nvxb0Y5W1DOfuNDIvOCNd8qO8HUfWPAY7ub6kk3T3SRw9R
0zxa+WM/pdjm61w07+AHLE/ECHU3xZQntDdXPXgQXlCek1CrUDU0CffPmMRXdmVx23buLMgHMcgY
LURXvM+d3PhOYuB6H7T9epy0uuUb95r5OOpafac0oxGh0Vb2Ei4Zhxd7kC112ZAGX3rACR8Wr3I+
eyrFljurofnSrYJwE1UuwYUkpHwgkD3JSvKihU8cTC8vZ08Z9q7Nioo8d6a8QGFIeBfhrJuIAYK1
w7btkUgcAmyd6Toyoa13eu2hvOj7SewWYt5xSwvVPaTaPB1rkkpRF6SzfyNohynEU0Jh6lvX4H5p
KuzH3rAuZwZLPs48v5w+sKYBukvnSiysy14LLWa1PAomaxjbuLArB4Ph9rSY5UgfsnfzinFdLUC7
Db5wpr1YOvnUmYN4tLUCfLM7tUkRwzttC7rOUvtAAPT01W1d/aFgxeh2mZTE4+QU+e+WohQyHNZC
tfsATMVxhfJAsYBfGSR3OmjMKiVT9thxJOnIZZflHcmKumiPnbPC+zCnBSBhboiyiRvmksFRQg2h
YO4LbEgrxDumh0XpstZDMSl2yWJjaKY+1h6SIZHTjqBrcs6ElbxHkY631aTO0iK/aRbovoxnrBh7
12JfzlWyCVGDFaUAih2QDbY7uh+Y/gwGfoZxo7yMVOw7qDmdSS5Aw+Y+1kX7NM+jG8TJRL0bmb6w
KVkJWZ6welvFZ8lTAljCmtl8OjnqjzPYFo5cGREhrA714ISECks6HETMTnE+zdZH7nN3g1TD+US4
O0wMqHnTlaYF1cdEInYGEBFIP4YpSKB7TUtm70HRWN9ytmzriBOYvTIcS6anVSe3gq9kwFvoBgLt
9rwu6pi0gXLixIQxD92D3npopro5sDfq6G/92eYA2SUOceZ1ZfjNlvvrZnt7RmARjUnPwRKYN5Eh
mqzM7uijksMQ4khdhkyLPYxQirVmPzhVgU05T2duTZZqSH8do+4OwzILg5aK9PcFPH5g6K6cOXWk
C24iH7c1hBJzVeJKc+TQH6pgqC+9uRjNfQGNvN31s5a0Ye2wlEVSLd4M0GQ28r1qGD5iWzKqIS5d
IFXECbu5e89QGT6NRTgvWEQaV+mxtQj23RFJjNJiat2xONRrmTAJalsD8bpVu82Z9FHn79Km5IhQ
jAsbur5uLnfiegMVOewsVuhYc9McKGaGB40YifI8wS7KeKYi5J6zidERE951rLJkTJMctaIKiBro
jHdzTWl7GAR5fYxLVBlcqqVd5p2RwtJmww2Cb4XQunHXe9t5GJtWl+w7ThvoolF1LOclrtz8WNly
fNdXpdIOndsFqM2DwcR4jS8rfacHvdRjcBZTH7pLVVHAZtjVQ5CM+RDxvmRBuA6L32NvE9jp8XTP
7Kp9HrSHvuLRwlcMEZWL6xeUnVbF84tuPEMhCtRRw69s9Ek0OgndAaHG0YAOXilQB8ZQJeeZNWSc
euqq7I5V7xXZmQn0zDumbMztVTJBDziuPojkS7NO8vzI/p+nvN/SBYsUmIs8w0nQQopPFu+ZJsGf
ynlusr1v5Nxm09EGeUOZPSGWcYPe/JZYXtftO1dv6itUo2sD0TWt+qs5Y3AdGlVNrknhACU7diNI
25gvCAGrFKmwsDTWHPSlcqSIy2FIOlqyi/O90KfVOBBn3gRYMxi3nWd8tTWUa+sAOuasXl1pXk4+
+rz2HbPmhXS7s4C4Z0UC9DLnsbYuZr63J6S2uxHTLCSs0cTsXVZl4uw7v/AM9OB60h5sPUk8FQUN
xWCYm73w96Olhulsmltvul66RR+vKtmq+q3BGlHdBm0n8ofE6yv0HHmy9WKdlOcRk/66enfjymGT
HOyKJvQylcO8B/OjkdA1iuJ84qmusCp2jrO3gjxJHlQ3QiGiloYkF64gBBY4kNooOKbTOYl5oOBv
Qa0OTPDaGWH2pewNibKIEXSMZT/1d5zhuyLqa1dmR7OwOyM2McQjwKpWaJRDlhtDTBBBUHwpmeZ9
xLxf9+dojhFN0/Nr52jhEtd7P2+kvBDWsEh21HzRDnJJrSVesY10B9eqOWX69lrQjYISZuy2sQL2
WxtETjxNFjfDXM2C8G85dODHemCMZ3lZq+GMDV7xpDlCuKT42Flxp7wGoA0Omq4+eKXVG3tnwg+6
G428MSNjHVN2bpI/1QHMgHWh+bNaIuID3XZHHH2+hKNpibvCrZAYNCmA1w4WloLcIih9BTFKNRlx
9BwiIGbDFRGt3g0DgBph0lipR6b24rDOw+gfTN4oN57x9bQRuKWuJf/SoSTMWp71qbGX+xywuA+/
BwVptJiERR3d1e8eXL2FNpVNhtRD2o/NEhc0BPNYlF7jM002/DaGllDd0B6AeePQxT+j9daSE9AW
5J0uBDp+IqINnos2BfIqX9t62WscdD/mwg/eB2OzYNlyeWp3iWq9RyO3yy/QS8hF6Au/5ZylLeBD
qzEfz8koyEVYmlznrYsPXwruA2fZOYO1GNpAK7fhfhA8Vpo0ynAlBghPBMUWW0nhDn0ovHb4xsuv
bYwZ0S/n4zgYyweRcz44WwKQC0rVY87FF4JTY+rPlKLlOKmWblhaquKSl6kR5J6NswRn1alcVYe8
FQOFVKtzcrawh2epGzF7zasZx6jLue2QKGMWR8lTMl3R3SrSB4iplBY3wnBb6wpZfACAKoLTXnb7
Mqg7udddRbJGqBHA0N3rIPVgVtBQcmMnKQC3KX9Fuc925rQpEj8BXfrgJHnPMRKZig4rqq2dPvat
GUVA75Y2+kyfflG3bxehJ0s42KpfqnDICCHS9rab0OrMmJfk+1HkmmIHCCr3WHlWUkWI6KGZcxYc
19guOcCh2FJ0xQ92w1hWHArprcbnsVqC8a5C1I7WNEscm5vtpt5dU+rL/DSMuJ6LUEBPMte3aP6d
9kBjQOcIU/epw87DATljuUD/66uvWZCN06UOriz7KMjiAQ7itUho0V96dWoyyJ5McwtKIue1/5IU
YkkepemW6qHEWkXzMtcTTgmhal0aY2HTDrJYoBYz4v1IQZ0ND066EtS6Yo7IvplwpSCxsHjP7r3X
BRTfQd3mXQVKLMAwluf2WFynPBrtHRsSKomwFvCloNv0MrbXqj+HmrS8E5kxF4fRt/B5h77yrnTI
eXTCIB6DebHXI0d/lEMQT5E7cOPqswTmVH+uNJROkcyghQPOy6onlNv9U9fmxntpkG8Q5hNUiNjq
bcrDvN+AL8CdCwzBsiyyKCAeQDuzkd42kdCkd4F3QBgQKgKIg1PnJ8Pu/7F3HkuyG+mSfpWxXg/a
IAJqcReTidSVpfUGVuIUtAioAPD084HkcFjn8pLGfW+6zWhWJyuzEiF+d/9cQWuyV6NVeuPOsxJD
0Epbc042uIezimn1dIfVKCEq0UrVHa25z5sV4dWYM6zMPE5FsgT+A3Edoa+dgHCsa59pEuMhXT77
Rh1/amlu+8ySMu2ujisy0qlR48abmDDNaz/jwT6UYxVfA+EzinVIfOTMmChSKyWVxv9WXbJhoDna
16VZmXCacfBFqyayqMLKYpVT2FyOj1RhKC2gJ5kq5EGLx551pcWd0rhh8mUwBeUtuLFGU0ZjjwwB
zLE1A9SLqMWq5Q2wATsaM5iW1RwGw84wNrSaNM9VadW84Xwwb1PVjUNgdJPxwTUt2iZunoFwGmO1
Vh6kz5nYy4MHqo7Omtl2SZR0ZsvdAVgBtYSDSr1Ar+Ecq7YDyMq3mdv4aBlyxAc/u6/VqGwk3Mhs
fgxu73SB1IfsZnL1Ltp4s8vXbNDnep/x/b8NS9drNxMj9lvBBaUKuOTFPzqOiLeMQ/h0hq5Rd4Cm
e4aBWhNmfCStfa0lUV3yy40hq27Kk7zm9JAm27rx+mnlUJuaQdCo1FOBt5Q7Ri3ms+8msoB4OHPA
1OqQk+g8pNwa4bXgGCnY/jJ6uXPGHVnaeG9a4isohHpdfFUELH8MVpQEIUOiYJIsFBdaSPHjOmmK
kDs6g2i2soQGwFVReNmL4DRMGw+etoYU0aTuQ6SX+ODnWqSQoZLRC0xD4tqHiKXOo69RmdqlIv3B
PSqBp1lX3kWRpUrDCK7bGIDxY1BCWmvjwUyEJ6mZypMvu9QJiqVdiVxj1zbzFWGlnJNTZehzkNbY
3tBUMpGSFcAVswEpwrGtYfWLjyBzKo7IHQOkKoO2tWr1DHycZG3USTNrxn0U5YO+qtJEx9taeIRN
fZYlwgUIz4ComNdly4QGOQh+FlfOutEYfHDpde5CZelY6kLQHsVsxTdWo0u+RemMmzxn0vSZsbgz
DlFeR2KiGriOM8YQ+pFckvzwRzk+GDxJYjWERntZ94Up17B7tJt8preUuTgtlDRAky1Y97kZ3jfC
CHsGtpYxrS141WQxfESQS46E3g0ssF4EY5Xzk2HX+nB9mfu6+9kpHIBVuYyffTlG2roYLGcPM1/V
Ww9ySkvFg5SMcpypyMjJp31x4O5n3nFzc48hkH+xaUVKGorCkmLpHkCXW5kDDQnr1ClnZ21Jq0lf
2rnqvlI5AIrVi3z4dMVcZLdO13Z+YOrLAJgxDEKQB+fuFv6Kr50ct7QuO98e3ZWEe/DsFLl+o7h/
dTtRU7p10fL7XUgvxcCl+nB+FMhO9Zqtjg7zcSjrL1FXJE10ZXLKaHEfjCtMP/Et2JPqjcormQWT
LttH6VfRuNLrvPr4jzjfTUvltINH5i/E+TR5x7Sb/FGEX37iVxFeoJkjo7OL47ohH2+hcf8qwgvj
3+QgrcWH7mEpw5z7uwiPPo+J2LLYuB1cnXh5fhfh8QwTswfy8ku3Jp4f8U8cOovA/kerC1QD38DH
QcAWbyf9Td8FeOZmUc9Bx1xJA0wekeQuoM7B/0cm1cWFyKvQKEjMDNMtyf3vryLThP1t4lXwbE4X
1BvFj/nv5pBvjed/DHDhZf7p3YjF70jqkc+H2Bsuhu+vkw9xYpnKmUB2dcJcdXEzGQGzBO/aQ5Ft
d1PmCmI9XpOtRnzS66ju8Mv6Yuiua99hYNUNfXlfTipxNoVuG9V5CFn/jjLTBZmzqBndLf5pi4ET
UuOyR7LcrRrOpi0oX7M/iNQIE4Z1tFiT8BFxTn7ImHpmc9xH+VWGti4DvQ/t2wRNU54iv7bCtaWl
OINq1M+bkBtMudf7AUuNm6AHbRzwyB/Cn1vOn2O3XKyZK68YszCX1MCWXYWVwHtQOWo8UaRj39pu
4iVXejXqj5Npsnt6Tpo9DEPh6xuuutWlMFWXb7tI9uVWS4uxpWEyLIqN6vV5WDGwqrJVg+FHrTLI
mrThzToKLv9Br9lIYkPIVTLqwtmPTG0fS9UNHrJhaHu7mjNVvUlyP0x3fQHCYOOHSTmcNELTXPRx
ppdrJojRoSEu210ouxDiTVS2XwQOE+MS1VnUpyadhdw3lTtdhwljspUB2xhOij+RHXVNNkvOT6UE
2h36by3HwYfSa+qvgbQSez2i4GsEPfGVYK/9wQXL+hKEv8sXSPKzXNfkXaFblnCN9j7wd3tlp8sF
15gNquo6T9Xpvja1Jr31GXSNvLF8oJVKeq086enYeEBsxzoLaLvqzVeKEkh7VObINoqDQkQb4sIj
dgofzspm8kH5ruYIZuMaqgNJtsYJuYsssTmXMW7a6RlcQ0M9e9gYjFWMDbPey9pJrzAGD7+C9f/j
nfrX0ij+Py/P67fiR1NV3yKyy0/8ujwbzr+xOGFzIhEHuYumvv+3PHv/xunuLLlZYZEHNRbr5m8e
KXxQeH3oQsE+6WJwXGJqv3kosVfarOekuFhQddyV/2h5XhasPy7PukVdAJM28hpkcVnXvi9oVdYa
oVVzVyWkvndC+j+lpQamFfPfwdq+G5xdnJrLK/FCfBpLPOKnJbozOOGH9K3mpWdS6ittgmDcy7Jt
4ervDgbT7G9clt9TIL++IAEM2lcWczpW7u9vjUGbioWfBjE1s7umGzlYp9hdviaPctkctn2+Yn4i
YhRZX3v8wxfgT4yLf/axwsPzSRMSwCSU9v21Q2WAtneSAHlRz4OW49W0E0bbsTZXWZRv//mrefAB
LZKReOR/bk1CpexKzmZBjSqAVSxsSsYWarnqKTwqw/Vfv9qffa4cVXlrpgP2cUlv/zHimRhTrKq8
Cho3LXYwqjWaa1y8FqnNtdxF5atT6xrkq/U3r7t8QX76qlLy5wqbNDmAB+unk8TggCtl+Q8GB8Ll
LCW5zM7hUGx9hE3eUrBJ1OEfv1M897rJpBrZnCaJ7+/ULGn98poiMLj/0xbARHOfybA+Z+7coppk
xgVXIgabker/JiLs/IKX+vZuCfRwYbA4XBMzAIXy/bXZZysxZuZ26DQazdFm6Abiz4/e2rOcfCrX
DM9xpYX+3g1NW26NLnYOcdjr99qoR9y53VY2xAqd6XbSzFwPgClbP4xuHh7s1OqAOSXNMC9zBx1h
p+yrC6ttI5xjtBC8K/DZ/sqvTHENYq4ZdyMM2OJB5JlVrbxSwY1u2zGqNrYnabBzYL65wUQH7JWA
incbo82Ogeel5Q3nBzx8PSTXcAPkuz5qZrWA8NM8NFYEMxFwciC2E0PWNjSDOXPpnsZpRukdLriq
OnlRks3pdmwwXGxNhP04CTg/ZkD4qwmG226qhVPiQSl05gXoUQj/pCFxJgyq+ISXPT6j2STOLgE9
fIt02To3g1/bW0VItAzqmCEf7NjZXOfU61HPZEmuvPjbEN5oVWHUXjMv50n2yvyR/pYs3WpEOV+H
BX24dheX/EqltfVSDW1abeNQy1EOmyp7jRycnKtG8AULqO4zHlRtiHLnt62De0Nzynybghe3Nq2J
RIDTMOoubbyeYg03VRxgQXc/MBF2uLc9P/20KlIn0DzbdN6YHA6Ojp0O4T6txCAeLTqmmOqNUVYe
Cr+tUWCZ70wvaUWieqWmwTaewUMyg2Sc07rFpY3xYqLSgYZItGb6fOJHalYrPcKFYIdQoro6qm+4
U+raicxuDlA37hlKh2A7RCaftSxS7pbJI2BomsG0kFLFspcZg9qxE/IqM7EKraigFOk27grGD3mC
yLk2qtFRrIVlr1NDpndedqvbSRIfIfEi9sbxUGFioQivAuQOxdYV4NXTIrpApLG1Z3gqHTY1fdS6
xQtVOF5FUn8y7OnFpBtjuvDcxsSuIS1sRxy9B/lJ0kQqfEP4tiKO0k43wN73GFQ7lwZYq+hDh71t
3AlvDK2tx30ei0EtNdcObOaa6nnWzcqhNgrXS2DajQhfeL4a5um9bkbB5MJEWxVd5X71hBHAR3VZ
BuzfmBWPo+8BCMUelBGwdtRwX7iSqYoeWQzVrSRCUgL6ND1DkFX30wi6ed1ioFJrt55jb5WEpXaH
HUY9M3KUt71gp14bcxsbnJ6HGs8octU5dxvnBcU+RC017Gyt91BegLOnzOvGwheXet32WNaqMcYW
MDPoXBV4AuILxvQVT186GXcx3WgPhZVPH5oxGm90sOQvFqvIh4Q9jcmW36nbVKmeX0dlrL83xNY+
syms3xSn8mENFLvvtqMncQrk/RTqK7r1tBtHxgDlK3BUHxGoNXJsYSnuyj6u5QqZk8+T0Y16DMdl
3QGRBE08bLPsyzLjpfOcar43F08GdVC2VrXYp8Avv8rEgoGxdm1E3fIwiDJ9MXo18y/SHvw5jVZU
Y5VIqRnNqjAJ/BjoMn7Bwn6ZIePHMOQyFFaqbkINRxc+mZpr2ATvi/9bxW0cgrfGxfaYRdB5VgoB
SDLIN/GfxaVTesx/567B4xzOKDtwDxETzIw/HAlqhLQptKojZRXdYug1knvNLtHRQoE0R5POYD/X
XmboK8JeiB1NqIV82aXv3nbI8XjYPBnyfReieG2HtPU3OuPfYktPbNSDkI61bmNbM9PmAu9CdQrT
SRZnz58XVA+ooHDVGNF0DmFNTSvddKNbDEsZqUPe1sFDho2vsJsnalO0foxKz8/lVK6a5TRd1w3x
5APdE3VzHIvenFezGMH5LUZqZ7c4x5ztyNMWBtVQYwggi8jUzqTV5Gx1GUqlr6ht2Qpd5AWrO+a9
uyIRAPRL6TRUwmgT08CCaCwVIalqprUmnTHfJLEtuo3KNQ8XZsvcPPrh10PkP0S1G0UXsU4L0naO
Zz/fuW5l9ydAsHjTzXrM408cIENz0UhvKig39gTuGokjNxitScnrrO5qcWLNdRMexKpmOMo9qdhn
9PIBDprq7GIZvWubkPOgaiCuQ446TaIuxJn3Nc/Pbe/hkQCLElHRwbkk6W6zNOypDHeRlzZe0iIU
clJphpPTmvoE4HpO863UfGLe8K4sGb2jY3EbZCEQbY17erLVYVADqDp6GYskqLH43lW0aFj7mqUP
4txgPkR90n7FNShbpZLkhFk+wZBaadpnK/t2b3gFPvfJwLu0S8dYuGu4mMuTJ5KWcoQmcgk+O7zU
NrNtFALfi5pT5aGl4+6gpATXT2bTqBBKLuZdSElMgMjgfgxgZeR6jPx2ZySdZoNssruXVuXiMXHK
EDSdaryPdior1p+kle8qZivfZGAHLGrEjKjYR7rXia0ay/DRyaHotKsqCiHvqDQcn0lOw4syHC07
Qd3BVd+i4+cYCrDcXE1zPh/Z/ZMai6UTemPgpE1/4fcI0WeVloZxZ42x9wgAijCHV7vevGljxvzr
claDiZiUMllSdqKquwEyv3eYSYu5VJ+MuOAkPTDFcXDFUJyJGePt6aXdFU9JE83OM4s3rD8wFTSG
GMxymrUaffczAkH4LOfOf7M7Bx6iojhuE3eOcYmPHMuPzBzQ63pSV9irrZJeHRtVkrFHpbrV6Iyd
XM04q5ugDLWE6kw2pplJTBcXq0w37HovWOVzPMZYglZzPi0fK1I2NUaONKnZrYboVdjudMYehYw5
DBx+EMVj7dWsHfOM3QPhRNqxGNnTswq4a+jMn8yB24sqI/9xlmVPc0YmYlfbLuHfYq0Vkdc8KWQz
KHAEK533kYLfcudqU5jvsRA5yPo9ljU8UviSjq2Xjdlx1DwWTg4YdFHEVOdRV9AtXiRMINI+yQYH
531iQ1i6wJQwxCcdJQKTGuJobW2KHrMOnHqOEutIgPJbY9ngasScHgtagF9GPDMpi8IVcYHUB9sv
2pyTgVu2+OLzMOag1kZHWCauBeU4rt9pLpiYrDGn4UDqT+d5Grxm04RsRZx0qFHbEhWZ4gBUJMsw
xEZMalArLdxlNcVszicGTkPi52GsZa4BLkThF/BIOo5NBwdQANwxSZ8KH6kLZysfn/fhJxSDbXK+
Yo8OILV3zadlAWbKRADC1F2aqoj06m9VpE8z5RidmywwM/NrGPPkEgjH+NLKsridYxjd6jbBMQlR
FVeFv25LuCRdpzp7i4tm2s2uR1Oam7bxZZlk6avjWOUTEKeGqJBAPabMZWDX9oYoeUVNN6n8E3mM
LKlb9eXoed6XA437xteMOttilG1wuE8pdgko/NrKEZ0oLvBhTFdxM3AAZP2NtNU0LbS6rB553Fuo
mSvTGOS0ofgCbWBoKrJOHI0FpqOqNd/mJJ2fcsiN5Vqb3OTTk6BkGHhJKJnMNNU5pvQJGk4mvbc+
9uWdL6Rmr/jT63taZdIKYmg4XycFQhMbfqPvGf8xDEj8CNhOGxrae6xseRjqEg/FqEidrWEogqzl
98zf+rb3r4XCaSTWVjENUtuxl8cHq828FgGMKwpHLlyIK1wPxcOMBVlu8CaTxHK4XDAlRGWK1oyq
i+tQx5uBUbi1nquuUE/1JMsnkYfZJScyo9xyEI3OYZM2L5PbA1VHAc4ubIuoE94mJFNDKHvp/CHR
w54EfgPFWYteWa4sIJ7WED+r0CiA5PmNewSCyBCvNUPnyUj79qZV83zfRRmbJPBEmJwYKQY6M/rJ
PNlFaccIj0aXrWJKHu6ZRKI+1tivy1Maj8INHAmAft0mfk+aGu4iBDM28pu8RhVcC8HOWJgYUde9
ZYLhKqO8Af/I0em+Uz3XAJ8D9aXuT0W5NSrKA+hEzLsLYh0lKZ8wHafgl7v0f4aD/7IZRPzFcLAq
qqZq/yjdLD/wm3Qj/s1IzOJoukT+0WeYpfwm3Vj/RmfwTfzzhFyXePPvs0HNIHW5jECWlna2MjSc
34eDGroOGgtyD5NfTmDL5OkfxKt/ghnx+zCvBOtiuNRnktb8OV7dSM41SeYQUonI6VNtaE88w958
28+JfksFhr0NVW8bTKXl8KGXjJtp2CvuzLK1u03a6POhKsuXPC9Hpn1RQySGWp+YcWMZV+t4driT
qKGorlkHihgJIHbPJUEHtlSUIjyobdTfK9sOkXNUgouFZ++1bsrioiqbqg9wBaFRFM0cRK4Yz6hd
/qJRM6Mh9TU/T0AV7nrEahdhtwqSIn4gulA9acqi21HP4TysdHa9HXw9+NKV8jaZp8KnxK7Kj9Fv
HG39h7/9n8wFf5G7/v9YZ/lAAYcCUXGocFiwIz9NQWOfhrq8oPgpsXPjfq6oRYEJnqdrrs7eTTW1
xmdHsmPjzGLGftIp4CPc+eUtz2v2NGW++po5nKIodxj0ixBPLJe65K4xi1HR/iiGYxrntkX8hIvT
X//y3ye4v/zuBLFJ25sLCkD8PJIiMolxcyo5hJR4D5Vvh7vSnMaNoyXeBglO/3XJ+J/ltu8Tv//+
gssv9PF2m5RR+1//Mv43pSJx7CrmKdzzcWQQRWH+YLQVNipxM4ls27h4QqgcPOKH2mpxeZHP+WWe
m8cmnICSDhuM8mti8fu//iC+q4C//l6ObnsLkJySip8hd2ZDKSZfeJvDBVYRrlHVkSBr+DczwD99
FcDBUPT42P8bhqTWWrZRt+arotk4Lxv6hmjoHP7mj2r9yYfMVHUZ/jNbpcvkp7GqZWVzQnrJIWXl
YYxMKgEfuzbC6IQRPXyM+9jAyWXK6UnnJvfY2I5WEo/T07fGmuVXrDPZS3gFC72J8AADkBlrVVFk
Pwwzb7kZzKGxmfsRB3Efc5lezFHDXvdzgtHWufej/tqwRrDdKfPBO/oJy2fJVO442UXTru2Q4o/E
xNDIaVa1q5kxAWd+Iz+MOhocRqxxPlil5fzW8fOf/epfSzv0X+xXP8quecv/1//5apKPt/J3GsC3
DYx/4dcNzFwIIRgIUMTJJ7Oi8SX+DQAgcCUID5GA5+WXKP/vGxj716JbwZZnpg7VZlHrfxO3THa9
hRPIQm2biAye80+2L8ae37/dsJ2gYsHehkGjI5thQvi+hDCyZORGI2kCXhLUdafs1tL2Xc3tQtMo
LBaN/uq0Vr3Ta1DvYtbbQCqnu6qZQD4Z7jBeNWB/uLFpbrmEPP1HPKHvlqyakFbTgXzxwGzZddDe
GZLBf04a3f7hWnQC2UxOgl/+xVEmY6D1+fuUmUYwUXxN4NH1qqd4LLrkMIkSbklfj4+RXXcX0ray
W6EaWoWNCa8mijc/nWq4LiXAj6qenQf6+KZHmPcu7vj2U0wG/2JL8dWhtVN3T57FOisntsjn8LP4
SEt08rykNK0N6A7oruKkyK4Su/9M8WZcunTLBE5umQfsXfreytvPgtLJJwjw3RUHY3edGi675og1
kwtDueNBHg7FlLiXQJjbL06270OxnMH5SU3xL+qZZd9rvfqUrMQnJkY540Z+ZaV48XHU7C+pJe4+
STJ3T23huxvxAYIVy66wIs60Gy9vIy5dh7EIn9Mvv6WHX/4K95R7qab6UxGSdEElQmWyjACQdhtQ
8ensS903KEDo7C+RstP7vaCoN8aQcNUbhb4Hz5ld2X5I8MGIxwAHLsYK1/7irzpKfAC8CV0jw8BY
zjB2OZvMg6XzMadFTHC+G9SW25t7iSjh7juT35dC7XCDJzi7UugQJBf5xl3Ojsk70fj1wTrqp56r
D2XGTp5hLMCWsSeSMW5Kgx/AJuqqgDSq+Vn0/Jsqs5iZgnVLWfeXP56csJBjVch2y4ebxh5usrEg
Ol5PIVEIN3+XZc4rWuoTby2jWc1cm9KuDsvHSmrB3fuCt1wSrQ0sWRBX18k8YBAM3Dpyvjxvar5s
wBUHgpPuPufEtE+t9tMihnMp7Gy6pOZTvOIs5VP0hsuM3DZAKp35EZMhknPtox7q10Yegu7G8Gwe
XC+hew7CaH7XyM7dpLFyr7REZiejC5MdsswywOkN75HpZhNkYaNf2d3kbWpuW7SOkBeAnFkNK67K
1dZwHS3QeGwvJabnjU573IkTq3XOSjwdrtk3L0k2qrUjRiIeVhavqT8fgpjsa7bSQGV8zjha96Vb
jmFgm1VIw6tnfVp6hSe6myoSY8yuq00RNnZgVXN77lCp1l7ldT9SZecEl2CMk9Lz57VoiKnBjm2v
FF94r3KBX/ijUVPUbdk7V2TOjdSV9VQT6r9NhVttmsiMaV2zpvgtGngQ5tlpTh55KyZlk7qdIje9
5FvfPzWxZmzKUchhnaHYBsAaItpTjfrozkrfGgUTQKet2E4jw5GbylTmpTZR2koTFLHGqfOvoexn
gQRDsXZ0aZ5JPs6XUU06SIWmFYhsICNKGANM8pDGlLgPFd2A/rCPdfLrRKkjb5dYc7pxVepcAsSz
rvQyVHd6xQhGer2+xrQbYY4uuOsypnLOqs+s94KX3dIoah96ADO967S3Bksl19hhtI95AXWUYPSl
k1gaGasQAUi29zQV43BSUCI2VJdZG/r0JL9h2WytgUcC0o8dmIkpDhoWWJIBhTrSJvVYYSy8jnvD
uATDmzxketgcodiL9xaBnXy4SdJNI0DFuVh22bFoTYdbOP79g1EbDy221ic/d+2nvnZwahPAAUoZ
32OCqjjCdh5fOI4nMwztfTIr+oRUSZGhKNvw0Ta1eJ1k3bQPkTaveyfu902BX30VFjZmXyvr1oiA
2QnbuXZ2MFXfAhzx13g4B7lu9F6QplNkWoCvztuayxNhCUBMn1jHfhBLpkRQG/cW3aoB1JXkruda
v+9xl+trpES3Y/tJoRuMzLMglDtPbVqaB6Mri7XCILqncN3dIPI0l3z+kKyZoFEFU6RXCJjl1pOe
fFjaF1bOaNjHGJHvmjodjch85wWNLcaX0XKTUzyHNk91728oLyAbOEpsnxnchtiUzJ8blFW9Mhuu
Um70NqNCr+yGWSZHwy7QZ+05m0PKOMem0nhURmJ3M67yM+m8KDAb0zyATkDzSMAkNHQnY841Bn8D
JMTfQNvbR6Lm8Q674WMQ/blJvXFVdYuMotmnfCRd47f5cNCdyd9jsx5JGFd2dcqLwqKocwL0JYkP
MvJZYo31YBmnmPvbaTLjZezdwJ0DDSFvY72O9xxK1LqgDGY9+aE6NPrgPDWDXmw05akPbYo8zgD1
fTuUyaGp6uIBC9j8CLTIO01jpC+PhHVJbM5kERaTeeyYfVHxGTm4xxyl2TdJ0jIZnjX7QACyvAin
at5bWN43uOXyAA8kZGdKDTb0V+WXpFujlRcTqUTBdjYaWfr1oFNdJnAFHJrBPbaztI7OEPpX8DO7
zQhjdPFFxwf2u/QADji90aLoNu/76TKylX8i+pZ99sqAGUlclKldeY/Uw/psmGpdW2YBVHMqzw6Q
SkIJ5EzDVCxcazADRd7eFdGU+Pj9IFwXS1wVVk3hr7xxSgnf4xLY+2FhnrwSiU8vnDRc8U11jw4v
yC17kFc+zRufqee4p3aJwjJVfdGmVpx0ZGjmAwJXoG8nxU3O4PhiiljUIGUv0jYoFtpPqtuFOEfF
j0GAieLv8Ir+pZsRt8QOSsYZD6i8SVzm3TLU+LY3nbm3+fe3tlZc99pYBslQDneYFBYhSlOA/Yur
OrYfMzKp1zAqh6Chn2wVyogWZLzOyKpcUqzizLNK2z0l6+SrxVG5XD+Kui6uiDxdtxYbQFKY93EK
fLmY3znBwt+nDmhb+farT1/zKe88a1OTKeKhxUJoEOxZ125OuZBrbBsakjeVPerHYmIayvlGW+t+
1z7iUnJPrDTlxlCWscVWjmhWZ8P7PIzVK3Z94jihlzRXs22MVIaH4qotNRRQMfq3CaGbXVspEut+
PH+B1Dk2Sh/uDLsNryT5nEtavYaNkGa0HYjrBYVkn3OUZ+1SSQbNTkis0QnTbAYttzaxsqZtOjnW
tla9+LASr9zksTvJzQQkY5V37YPD5nYuiMRjOZ0M4jNmj9xcVlSh89SYNvVXjgymqdQfvLFwPiZj
zLclB9+17bbE/0gjBhM0gx0tx3KbeO64taqx23qD5y7adUFL1Uig0+5wuvBIHy27O8ezstZDnzub
lnv5kXbmYldVxTkXSJESTZ/q5LYkis06gSznPFiIOyke0M1swNruXKEdnKKrd7Y9cpmFc72hMk5Q
z2c1OPQp03Q0dUMElhGvj6OfzWFJ/dIipUmWuKiy531VatN2FgWB2qkTa+yxPGgEv06QE4g4CNXv
PaPDojqlyY4WB/1zijNnh4yLGNuSlOQ9hehR/XzC8jlfjxwKIHPLj8gpIAskzWvrkywSwI9uZs4r
O7KN4qKaBKfhwbus7fhKmzm7GSRqVsT99btJN64I5lL6aUZyXfWTt2NjQJ3GCD1sBl9rST3M4iVn
d/sI48k/lPXAt6vSZ+NQlsoztkTaatbxTLPOyFDAAWj580hlD706QT9sDq7IrWue2PpgzMI+e3WD
Y4eIafKsuy2zcD0mNjyE0HCmyR7vcSvJtwSKVlCbVbz3qQa97lvDwPcxpOciV/PJ84oZpbpOHNRP
YgyrfjDkrS2a8obKOe3FsIjlrXXbCXfKWkgI7CpQEQQy9fUQSe225xEtVnFlhe827JQ9Z8L20Q51
uArOgljQklY8JNicrxIcttswteUOhl2aE4bJmSkCXfGulV/re5dWTcVu1MmbIfZLd2XhhU5XbTn0
h3lBPeD3dT/ZKOaDnQyDGXROFF9jGpx3XcU3Lza8fpdL5T6qMVUbvDCqWulQLc6RnxeHMvTT68Qq
iSCbQ0vpGmW06TnO7LOhwUJxAEIc40LGMdedpUM7NfEiclW61aB9kRxNtjCqvFVcF29ZWkdB0bbD
yRuxJ7lxx1zL8SEUDUm4miL7eWzhXWPneSgW9lXpDp8N/2kTFTpnxmpikWafvujDTGxGjdtJMdft
RrreG1ngeSF/9PuoiQfIc3p+MUTdW9YXBn/pXtuOA6fxSOOwHvKl/Rw6YumE+m7dud55GT4cftfH
aXKbtamyY9Q7ajP0aFteLDVCPn1FesQ+j2mbnLELgmEivHyZxxONA35t3EDYSy58E5xUX2L3mScy
5aOlF3uOPzduOb1OtO1hlxkiWBBWg2mkx/msQufoGnZ0LGWnbTKscUHSy4txATfoXEqDJhIVPdDx
fIm3IdvD9DEeoUk1GCkmbIMakWzb7C5g63+ydhJ7LWNvX7hiWzVxRrK62Oaa/xg2xT1tdndFZ1OV
7rTZOk2m+7LCyNm0+FwG9TAW7qLDpOKlpsH7VBWpe21NYfmgjTIEZGs9zv3wAiawvO5tAAeTY4Rr
Zmvzua4pepT9Z1JTzpEVxvtYEM4de38Ieg/VVG+cfq0KPAWpNVP5rlXFRcp7O1Scd7dyTqlddQ5u
jHpNCW72nCfpemAgdsUEwQrGpHmfEv29XM5SiWbdNyO7JLXFAbCf+JgWGWq/nb1qWQl51LAJWGlf
iJCk5qurSh9fKlUNW2dU14WNKat02+kiDB3t6HReuJ0pHMgtuAxzGPP2S6JqvaE9EeRjgdHmC9V7
9DfROMhyI8G5tZl5ttJ62MhZVMcs4jTZ6bXN4NRjYCHqfOdF6SXHUmOV6gJRjtnqRscAsiHSDRbI
XNhPXX8B8aP6v+ydx3Lj2NalX6Wj57gBb6YAaEUjkhIl5QQhC+89nv7/qLrRV8nMluL2uCNqVFWZ
AIGDY/Ze61uveB1GOvYtEIZII8jeYpFzG2sY7gTfMG/MqbN+0SGp3c7U/FmX+OtSlDntW8qryMq1
7hPTljURuVe+jbVU26PP6xYRe2GHMtDH2BjtqoeUhDsQ+ytmU3nueVgzh5bum279QnN3mioChQGK
b8PQusEF8AFX51Xx9XlWxmuquvAh2FOEjWbRq/Buwpx1k0rODoDXIqEMJAC2i8qBmU3EGgE9L5+H
zXjOCNYTrOi+Dot+qxajcCy8yHQkOf/Q0R62lfwGHn0FmzZwY4mTXKPFu7Ytehd0FViaOuhmjSQ9
lKL1ELK/hUZVLrtMgz7HMmdSb7Vzkxh2DIZ1gmeChqV+6lgkYwaEzdbyKTZJtaxofC985G9kx7mp
AIOg41iIiA3tE5Zumi75wlONfY7T2sYLTFOANEE3aZD/mDIex9IMG4700wcDHPpTNCJdy8WFlw7n
wtfSg0IfaCFY2Zq4g4ICQHIvSv4iTYQIeJQKeqA8C421KdpkWMti+059jk5HMUK0UmtSYGvlDtXh
Q6oI0wEI1lNeV0xXff0oCeUh16R30HgPpWW99KP/EanmpsNN5ysYWxTrw0+klVmw75YTWQZ6B/cM
uspxaptnQoP7GzqzjLZCaefg0VZ+o1ePhYBwjr5IvG+wVbFXFL2NkebRTBMUw038IGajiXIhTnTZ
FqrSWrLiFTaUFNSOCRVxkF1iSfkeydGiK9L1UCuLKlfXKd0OWxb0ZelPbxmQMYfbqe24nG4ir3zi
YZ6aLFjSZtwR9THMgqSbt0rCstquQr/Cq0tVHVBilZAsHJRzaIj6PmsFJ+GcZuPaPKHj9qkzdXO0
KhnodBE3e2ihoCiOMXtzn/46NU+OTYlxS2t+kVvp2uz0VRXmts6pwrZweNuWjjIsCM8X/ZUwBuBP
W/9Zj6BGGaLCrq9fUGzy7o2mT+gzX/qC9Nq7ziiW7OMPwiRs+R7gpFZHfYr2cljVs2nSdqoXrZqh
AnxgJg+RXx87PDGhl9+QhiEA/GzdPJruiwko5RiglfBjqhmAyw4p65YdxuNZHoK1mHh7+oqO5yvi
IsEEjHPaWgV+7DkmwQ+6Xvh3SmY1DnyAJ2wON5yHgf1kKQjVXII9wlSGyBkVSlEbjN4goCScFyLd
nSkxnqtK5gweI09pwIXW5LDIxbEuunuKhNKiTgRpHRC84jRYvxdxVpfJzMui+gyeDOdUG+QUMCwo
SWzkI8suDGZFxHzTNqfxu2pzvLBd2OK6zErDJdgvw1hJaWhGz1ha67CV3hO5M1cesjMXMd/wgpPJ
spuQvpNq1d2WnWr2NpLy9TBZfrWqpSlcNwaVYWoEA/bRakizk1EFwSvaQOmJEpu6RPIt39Lur+9J
bGqBcE2kejcA7mFWeOsEGuTaz1Wo8PXnLeVndiaGY+Qcf6SS417NRhU0SPM+SUJyw2erzTsj4wGP
/jj3YJ7dmmA8LvNEfSQH8VI0anSOcoFUzdG7dTM0LdOeYAdvO6JTAEpiBbegqyZkUZL1GLet7oSi
3lkgmcqz0QXZXR0k8bM/xuViMPNmHiSsSpC75LWIjvkAFIe7D7Bage1oJQB+RVQ/RVXguXSSTSSL
0EzYSsvJ3FI5holt0y+gcHcbTusUHGDuc6Isn1C6UHUoOtDAIE9C8jo172Sg7nCtvpQcIx3KZa2V
ybwLDG1JnJF6MMfpHUyYt+Uneasor7u5l2Mr00WfA6/ki+EKFUqzZkWpb7LELBcozvC7GJUiPepR
3205dGSz4MLRGeE9uPA7KZMofnwMrHE8BXnurwyQMm9t2xjHQKsfFU2DVWm0wjblMOhCqFBtj43x
usjkgw6uk4TfMXexSvBxl1Q0Km7o2QvN8VRoNQDVBtwJpa5hwTamfZqoG9zouTmCMEyrpVpWgtM2
JhtXQ6pvKl9I7hH1cB6WmLGLDPVwkCfipmX929Q6Se8q8qy1H4+riDw1O281Qrmzol3FVYV3z1KF
fSBGv9Dcs1vVQxisHFvSotw3iehvCpH0rMbM7kK1kY8A/2RqzVke2G2TohiAEUTxS9Qa15N7YClq
lK2S1EI9GU/xptKRTQIfSJYGXFQXtIeEQDbIOpSFRf46xV17g8hx5MTQko/pX14sZPNq7YNHoq/C
c2BkznxPl7YXJALKoP4EB7WZtZFYspoPHtywVFtlBkkfITTCGdL5BDBW5aOtlEBKpm3mEkbhr8Mo
kZ4HiTNiI1fRzL/MKnKjF9th4KocKsGemb4xQ0Qdzb2sbRahJVfQKFlu/EHT9mSKwvwZxyOInQDx
pDis8jGDMBTkkWMk3qEZNXOujeRwp2M8rUtMjS5AxHQGLJZTKNLvBdlm/QwPxODAFCW4LArCIyO3
ecsSOrk6ETWIvumZ0LAx3FCupDlg/JPXFt2pyfV4NtG8cZKgzx5iK2phAw3GGiJWYFOyzt3YqAqs
PxhPO0UuF9RaaJvograT4PBBIYzKg4C5YesNgHK4n22OpJs6oq5sUQWnG5mwZrXqgzkww2TVel25
AClAAYUzV6olaJzoG675fuXbTurbfQe6zJELxJSB1hOKIQXJXPPbp1bHItLHurlBVJ4tQ5TOCxjf
Lx2YFveC14e4JE/+TYMdZtd0cfdG5J4aQVKYpPXY9dkiUEVY18j6t7Siojkb1Dk1rhmeAXC0aiux
384w9ySZ5KLhMucCJN1Z1iP31AHhLQaqEDcULcWZFKjhPNLi9y5MFRTKBGErA+5MX4ykFxjR5qzS
lIGQU4L+Mk2C+KVTn0X3as7NqRzWCN1i4H0IxRvmhvlQTBlK0JJ5PWjNLTUY475T1GTre4Xs9kFd
zwp6QTgKQFoWSeyUNMrv4j5qZlZTCk4GXAnCglmtx1EhRDVJ22QFAPWZZmMCQ0zstx3/t6OIiYDR
z5DhWoraXQjy0G6SxJsjB9sEqcrWftJaKOJxCSDDR2bq6YS/qoZQ8yM7XbXhC4sO65N+kFG8ECxb
1JCZCri4pw5kC6BuDYOBYYWLQIc/Zk95kR2MWKUTpSj6vdTRNZNqa1oKgPNexaYtdqU29e9CSydT
EjoDtlVCU8yjY7gdi6lcEB/LMYyayu0UZlQrDEOg8ks+fSRlykrPJ+VRmi7l1TpJz6bWpdRd1eSs
c/JxE5H6M7dp3Y4hXa4B2vI6JaTUnayuu+/K7i0MU3+X1uxlqOvr/bnohGFXIHd0xKl+s4LPLi5/
Satngiu3BsSwXO/UR9Amxa04Gh7TnVQ9Inu3bhVBTWUHzgayfI9Zhq25EosPIDMJSC/17intUakT
7ou6yWnV3mdAROSwyy335gfmB2DCnnpryJ2baTa4tVQ0a4BlwxnARu1GbAh/YekQHgqIL0tou826
1c3uCUljepAasq1tH2fpTinMjz4jw9AW6MU/paZUbw2rU/dGIYlrKW59nOE4Bm0ZL7ELwlx2SVhU
tvic84cOPf+Z5twHKUndqhpHAjQCGpzqwBPAv4IpbQSX7kz9IL2psAZozYAjszU/eilNqz+UStav
0CVS/hJUcVFCkdqDrgezTHLMbVz13spHb8tuMqzaDz9oaiIRxw7Yz2CxvTJkTCFJJmRuMlHRCBg6
sknXXTPaxHMKiYN1NfIvnLHjEQ3BGLliWvOno8yHBdOUt0huEexbqreSDOqpLXPyShEr9bGUq3jG
l8eTnZRi4OjD77U6+tyT1FaPmUdT1G6B9iNiT2rBHcBxlRgqYeNNcsoxedSm9KK3T1468LUuPSHP
Vo0gxQHevWk5g4V8AG6fRKtiRZu9WOe9IDqR2vpL30iVPZMq4T5YiqileWnnyFWVv4xaoTRvrZ6W
hXDgMs0NpiPmcj8UzTNCGd3NaVq3tqJMsAovTyXjt6KfY+5yi5T/HnYKlV3iqSdksiY9OeWlnGIE
AjmqwXaB4a/WABuF6pJaHxgpBbmNOw2mNEMQzVBXkheiDSVlcktl6N88SruOlSWg5xAsS9kTbfYK
vIBY+MO2SjKjYLsOYT/tWoA5YxOUQOgauL9eEnBRT4ITtLOGInqfsiYlayQCxrYHbiq4vQmz4CYa
w0mdTZwkg6OcGPK+8ESlRvAlSiRDs8lFxgVAtWY1mRLOy8wL6jQn83Y4e1RRvFOF57B1BdM/RqEJ
z9Cme6rnbtoLrEjyWL3JklTQkeULGjjCp1O1a6Mglmy5rqtHES5Weal8J+eJUw+rKYC4h9SfeuMh
09UoncNjiHv2ul18Axeb3caYFjoDEW5qxHIVWY/EG8nVljbNfSvzX6YeP9xz6tfZtFM7WF+LITfb
tRnmyHnRoIvSORxyiNDkEYjlCre0P7p9AjtP47XcgzHkyCxBSZoZRRs9ilqtPXda1+yEnvjOZRr6
ckE7FsIQlio/MWw04QF1iDI7mL4vOvSaJDwFo89EujQYUWAgZHB+nE99bJm0Pd1LTW8OoWdZl8LN
JOqe3Sew4eZBy7mIFiRMnQAHFIGlqXlLcZs5QhvrlLNM39BvZp9hrlUVG85DX3tDvFD7WEwdqw4i
CLS0P5J2QekjoyGaN+UG5E1FsRIi3yW/BTNpRedOIls86CLcoCaqhd7O0yDFL5m1HTbAtmzY/0IN
3lArMclgDXT93UMdRvm+zznIEdeGsUsEpf+SaJD4nFyWy7cAEauyl+Oc6AZdDooPMAfSXihF1bMN
LnYkl5gzskLKKZ0wHA1HfO9kMpAMOsY3dE8LnUpPEe4vrAx11vaC1a0z7prjFoYPJxMbNq6RB01D
tfLgoHay4QYqw90GXgptMfUVIcHRycQs2nVliU5nTAbyHh/w8iotrVSgWxJPLX9XIVjgWAdaHR9D
bkVOVtGvNkAdunx/juUBexKQj6+UaQSWJIj6nopIvRDyJttIcKov9kvfoTiwmIKiuWOXrPDQmuid
4wmS/aEmjs0yxhlbOx1MWpKc2aNtJ+oGFckknh3q40qFsOcKAAcciGqdk5dDduBpQgKux0chH03X
8MaDkXdk4CWU0NmCNCDvlVf6kWx/8+ahZCXeqDTEgzFQ55Eu/GrzSaO3Lh0aChhvVctkUTB1Npaa
LqS+RrgQcTKhen0zUARxu173NoWunNKqSnE5mCvVxwoca5yQtCyjLpGD9cXUFMBL5CwNdcnAhyey
oyobZ6SUVsUcsmG+2GxV5lPRWsj1MxyEkmg5k8rpmven3E0aiyxK0rvJV0u0KlTUcx+XpcA0Rn9q
ZgxdMxP9zHxA8QkYtJQ4EUaDKDlRC7Q2H+VZXcVwRvOUGTELqQJV+ZTtwrAKHzAC8jzkok42RZmV
d1qnAf4f/fu0ZHNojMXZokLbe0icewHE/af9togQOe7ADJtEr8gaTDGx9KTo0q8u7LiGxDzFuTZT
c2m4pWjQraecViTbn3DRNNosICcAkn5yY7T9QUtTt4i0WxUIGhXjFW62fFaqWD9qUSBQjm1nn7O/
IDL24HnY8MzYEFNSFobcwehBZkMFHS2hm1ub/bwhIMumYboRTaB+QiDtW5F6rpXpgBZVlMUZHEWa
XvHLFNUga0DAnuCxlXZRDLLTe6O8oN0nOlSCb+AqxosM7hu4Bw7+tt6wdcSCAd89mNiRcwQSXX8M
ZN6hH92WFiXPoGoWvlhEBCXrN35JChZmm5UvJTMAkeoqx6CDS9LtGwIPKQNS0QL/n6ytyKTCJ7X5
mV5p/yyHOUW0BkKdbIYPQhHEN5kS/1IAUJAAIz8NiMidpsYDaPUoTAnhqBd65c8Uq5sX5SSvRlPT
bZm4KfIGj5XUDzMRnfayVrtpAeWgfbcM702KAypSGRDmMqUxmCjFOb4YuPtaM3eoEinC4fPakI4q
XBqOhavU/ioRlOHilpTxFNNhtCR5emNmCikEo67Qy1zaQFQV5wnll4oiD4AYkEF6MDyScHBuhyDf
qEJCpcN/5hz16MFpdFoJGYqm9veaJpE/0gD3xBsFqks0zL0a0nBu1PHZHDg0Y1fjABCp74qcwgxU
8mxvShONazPI57xWfebVCEu6YQA7a0bPRgpnhnYsPS+5RaGjjZha2N85hqmeaBu9JULFpmIg51QM
I8hC40TsRWauitG4F1RjYMFHRogGh1aEqJhPeSwbC1WhizFqS6ofgpMP6i/SDoJFWAkcHz4IS9lU
mfVqtkhVdJlYauznbFf8rLqLWppK+GuXliTMpMqft2JD1VtYj6l+K1u89Vo2k9WYK/JuDLxDKncv
UXTK4d7EmNlmpaXi8s1uSAPZqUrTuWMk3Mp+ISzTBghcq6QvRoULrfC3dZ17j0WXP8QEPowhzLOy
p91eioZbV573CsFtHsLwvKs0mX7keKxMk7KWaaylqtoReELseps4ghH/4iDsmkXwITYR/huDsg30
kFlfUX4zY2Eeev2agHMCPTPFWqAJZ4eu5/sIW/gcdcq4llI/p5zpe7M6Mh8HtYBscKEFYplTbTFS
U1tUh81QidxjZ831HpVMbcj+BYykbTUOJWk79HtZD/e6ltybvrkKIginQgGDjoIUx5COs1b3YkUA
BKw0sGa5EO3ghVOgNqr7vAnWuN1dHB7PCpu/uBSgQ9bZa61Jiw6coZ3gYKLfkwV7rwGoIEdn3ygX
WLJRETYHS8xvainbG2G/nEzLpVqyVMJmF5EGcFOLNREISEzY+XTEgkQSaKssXKvE9dpgJsFYDwj+
KkoYWZ7fB2azwIbpHaqEOI58FOZTra6bNn6POnkX5+UNRxzpQoOP3EgAByFmjPokuICtRHQx0fAi
DTG7BsrZM0zb2i8lRjnUBUGIow58PwqkxImiS7JQKuuXfp08rwDAU84z+qPV+sqq6yVq41KD3FEq
U0RDnaFlbimrG71tpF2tsm7JjAAPA7vX9qMjNZ/4CuzPsCyMf8AW7SflAvcGQyJQ0cKIo6XiLc5W
UuDtK0Q2+z6JOfEgELFibizp6WsVLDFTpx2BkJxNtvtOgFZ3aXICEchtYVVCicTsqU4l/mjVQVLF
PWJAFRyJxAPHyDxqqEG7on/Z7aF7YaXjKH3btmDS66ynsxcXjtFq5SZLTXMDMZ6ElLg/hKq3mGiF
c5bAvCnGrbqghGOuW7iNi74ebhql2oWSdmZpuxEzYmDkir1SmIgqIlZJX8Z5wyDo1fTQKL1yW3Yp
UUyYL8n28DaRL81KUFkcTmhNUhmKvWIRlMTxDMULxWl6DVEjOWJuOupkgjPVqlVj9BuhqagC+Vts
1Ku8Sc6sROjVBhfu/n2R9Ch8256qDTllvj16nvkG7BLHGxRRuZ0hldHee1UJt0S4RBu6k9YWphpC
ubBUIrtjT+hCKVPfdIV9HLTPj9hiuUR5khJ7S2yja5B8BYGCctRIQBy6XMtl0TF3PS2zTWrm6T+W
jf9vTfjfGqyhb6wJeR7/r1WdkFxa/2ZH4E/9Y0cQJM34l4KST6RzoVFuuGQL/uNHEKBW/ws3gKmb
hqFiTRBxE/2btiWY/2KPAfCQpiOwHxG32/9xJAiy9C/CCi8WB1WWFFRr/1UkIdyuLxAjLH6ETGsY
IvDZcOSSlWusD5zelvK8Qk9EZimM/crBD2MsGs32KsenEMA2ZLBhxZ++PKq/OM9+dxN9XthAD2Fg
Wboc/yQezFcvVTrqKma6Sj0qmZe7qIaJGTCmYPX9VS5/y3/sbRcHo3UBJHI+UTAmKpry+1W07AI0
bRvxQGjNVjDKd9y8KGeFYR33bz6FezQb4uz7a/5uS/vzmpdf/sUlltdJVQyRKB6Ad1D4942FRNN1
XiBzRa70w8V+95P8czFcJoYoi5qqiPrVY8zR33UNDbRDkPWiazEBzkh6GCm62NMJhk0w//7HSReD
ytUT1TjhfnI9VZ7v1a/r2lqpPPiZh4pukOypNVlA5SqL45Uv9HeVOgqrUG7Xpbr02p2G9+oHBtYn
Ae7qBgw2jECoNOI8EadePV6lGCvii+QDl1I2rSrviKIoFqXQ41bIIU8Weo3SGQgQJbCsOcXz7rJF
JEApeqCrtRJWDRCjH7xxf7xzWcYhxFPBIiSrsOt+vykf75BUJKFxO11WNhp4hEgmtWUbhTEtTZTL
P7z2P58CF8TwZ6AKwY2rXb/3imVAN8tJp17HsWw0cVxKwg0e6nLOUkfWHnj2O1yug43oydEorxvA
Oxwk3MVKpsZHWTI/+a1h/LMW/F89kn/MJ9wX7iI8wDBWgehcjUdULXGfWpNxi8oGoYu2UhvvVxq1
JQomU6LuTpMOdNiSeJHq5oeheZmrfhsZXNsCXwWDgFkRM+TvL6FCYFATW2/cQgnfpEb0YY2dci/5
A/JeY3gwrHYfNHa2mChxApFW/ZUldbQ+0Wkr3ThurIFj/vf39LdxQaeRqZ+pDkji1S0JMvOrX8q8
pqKKbzm8luQ5t++xoD5ltSn/MAqvH751mejYXjHXyfjZroPiISx7as8seDSt9pmwk1VVCPNOKO+G
Qf4VTM39cEG4ZpP302i8nsxRbJgKpmzcdYqBW+7qreOExjjQTNJRtU5IodnmgtXhcOSvfW3XCRvo
+l1LYm3qJgCFyE1E0fn0/ZP+XDC+vv3PewA1R/GUZZWh9/vbB8OvqFMvS8eO48sW+2egvKjyvNV3
JIEwFj4MiEHhEgs1tTiaZsEK2FGk/rfT0/VtXE1PUA3GxGcRP/ofujqvXqV2KQVu1XHiWusZ4Rh2
BNj8Wa9cQ1qrwg/j7cpfyBi7vIkvT+GyXnxZfJrcTz2RGtSxT9wQW4+87EKXHW9mYBJa+vecQQIa
ftN9gi79MUtuqVIF7z+8ists992ruBoObZRm8B9E6UjbwNHKp47KWWuSzTq8ZuKhYIBU1ujUo/rD
5PPpVv/jwrg7WfQVWVeN68VJrNj/hol8VNMZ1iuVRhBCUx8g4KKbjnCTbE1ZsjSQnbSN6sGu+l8T
MiZ1PfbzPrkzEJIR1N4pp6B102JNZedCidG3srz8/hF97qv+uFO+FzIvMJ4ya/3+nhBdtTD5FOkY
V6S0LihD7YnlI2wTiECDsIuqItv8eJadaCaVr91HvdKymbAY2Jcl8yJblO2OVF4IH9lok2k4184A
BVAcIdtRJcdqlyCzvr9n+Xrpv4wtVRKZZNgtmiRp/37POB89jH6dTIrCgtb3+FzJGzysQvZkqLOE
UqlvY6FUuXnORbNL38E/TOhRhRmRk8M2+GG2u0JS/jPWv97P1dseIE6h82+5H5gnqTP6jrEzu62P
ZACpsjEbqHTFW4pbCpmgwzwt7yNliYUV1eHe/5UyESWHVETYtRRDElrmtEOpm1f5TC7XBqnzlXpT
qosiXNDATR5j85B45BzZ4jGdfvhsLx/E9Wj4+kuu5i5LbJpWaHiy4fSrsZaWMU/ShQeuZjwrP2FL
/9jBWSoTpM4yyfkCk7R69dhUgRaklanSka6FflDm6RLp5NLaWr+Mdbn/fsxol7/st192dbGrX9aj
DDYCg3He9m6h8I9NdlYIzDM1ZkaOJ5ka7joOFmp803UOaHCB/dMwHSnJ5ONaifZdu2skfJZ2vCmD
WZrb2kHcTPGMykdNqjemDEz3p/AE0hCGUv2IXpoyi75FZUKNXECQdVcry4keDo5+EjDGDbVm/nD4
SksuEI5ytv7+J/+xNfvn+WLwZhvIke96zWe3SUZMNkrHcYFEVyydVJtLr8pjrzs1ut1wUac0Ydww
2NDAqcofvtILvOXPJ84izINnNWCD/PtXSmogkGE8yEfLXwAdihoHBMllBsa95LHozMZol2mLHE3O
fNCWAVLTN1W3e9QeEqWsLeHBpIxiZ7YplwmFg8cUqISXHrLOVfnWks1Un83cVk8yKhf4WLPqvbwE
Nj1a+ZGACQnoKP5N2hrSjVgsiVAkq6r/aab/Yy66jCt2VJyAZd0ypKv5sy5qy0CDKR2TYFFP9PBc
+RlHQ35GWkqsTittS38uD+uMrvyuveRb2MrkDDUNIZeqevPTum/8/bH/54auFl6MglJaU54+olmj
WiTI50jd9LGLSwYRfLItm30X7jsd6dINsFSUPC0Cx5NW2YTRSkQ8AsNk/vTxw7vk/9AgG3gpJGDv
TejUudO+1GfjFa/SMThoz/RHDZJJCfpaUVd1SYDKTbs6mnPvEbmvciY2y9dt9YOlxYRCdk5JhrWt
vXWLRrUkw5U+tOAo/CnZBYH79v0X8InO/uOjN0HKAAlRdeoUvw9BWdRFSRR66SicrL32Gr1ZiqO9
4NFrwMhKc12Yt0zXG1Az79VkY2cu9/z29JmNuPUIgSd/FpCD7Zoj9rVzeleutI9qx5CjP5Q9EnDV
sOi8hkecjDcZWu5DvcGC8NNp4nrr/vkZW6Iks681iXC4bLa/7KRkI8nJl+VH8HCrDtKP4wGQ3Qmo
zaoFFBQpXvLajHda6FhOsgW6s+8f44Wp/seXfDnkqVQwOHN/Drkvd9DXlpBip5KPAZoKu74PBCdc
xIT/gdYiaIlAy36eWHMmTXif4iNhEzf1XXbkhSJdK2ARgWDkZLNt7pHimZNrCIvv71C6vMjrF31B
wVBA4sDFKer3Z2SliO90k2dUzUVcZXhFkEwyQ6P+c+rb5t76YZ388YJXk1uFdkzQLyMrqzhK2Pp7
VriFaI+VSzjEtKU0j1a5yn6YbX687NVYyOLMM9PLWPDup9dGtvtd+27eSYfouXu2zskP++e/vvf/
PFX9qpgg6Om/r+ZjEALq6pjPmCwCBzx22P4/DbIvF7sCkkCP1YNa4+g2IrVBKNg6/rjPcwh70J2H
/DEwUqJDQNMbszyZh+JcFbCKz0NWYOIgjWUu3yKYK7ydSGNRq85qtlUZbsSwttreK0853IMfRt3f
5v4vo+6SPPP1y0TKQMM/ZKpFna6ge7rP8iXQUDQhCgTBV4RmNFl+uOZln/LNSNev9r5kfiR47bgm
SuZOglA4E6x5Vp/YYwreTLkXDDc7Rj45W7Z2S5fgh8v/9Sdf0O9IBDg5fU4VX6YCArUytZ1S+eh9
iEjO196TBZ/hpbiRyN9u9mH6w976s4z3x+/9zwWVqzEo+11Wk3wtH0ksRqqDzEmz5ilOM367hlOB
zz1swG3dGOyzYlGfy/kPj/wyd3x3B1cDs6usGpwcP7m7QzvLsSiAsx3aY3z3/bP9Y+992T5wmKDp
rKiq8bmf+vJoA7/qB5ow4olu+kWVlrTrsZx3kL0KJACh9fT95f6sU1xd7/p3xbgKq5DrxeMsMZdt
Oms6TJuAFkCuO9iVmtSVy0NiuDGH5/vuAG5fJ7Pthzf808+++oh6dOleT071yZTWpkmOn5PWa8l/
AhmUmv/9LHP1o68+Hy3KJ5PsHPEkmLYZks3s5vU8oAsKhzMBwTfr9D3o6N7xTCJ7VuITOkXF3+IE
Ig8jBvLuIbCZj/SGc9TKSGEoaVLGdwp5/v3r+SwS/jbsru5U/X1y0UgAMoucOyWgNWkITNoEBP9i
xqNSuAswX+U3hb8YS4fGsFItMj6IoZNtbXwt1Z16oQWTG2dgG78kE6rVtjfXU7mLKwpgLsEHDpDp
PNnA30Y5sGhF+DAsXLozCAkhtK1DcGwiLHPyq0FN26VxSru373/hheH4+4d1+YXEAKgKxWraPldb
Z00IojaU+YVdtv9VoJlQyajHXWW4mvKkxCuLo/10mwwOaRY/XPqPTfLVpa/3C2ZoYaHk0oE6M6xF
1PMQ8HVARXdIe6LjL3s/XfKPmfPqklc7hgyjy7/fZ7LJxZVIHxfv01zU37C+TuJWsWZG/cN0rf/t
ogRliLoimxAxr3duAdG6AOkA2VOFa8rVRWiM34NQWWOuoWRA0ZHY4xl7e0w6XriO4rkRLIhjDfo5
GJOuYdVcpQl5s5cqEPLlSHAueI7IVXtbO/ZP1lbEfqW+Cr/GJ5+xiKmGpwi8mfOxKtvdsVLmdMYv
CsitiTRQQK3NhvWyUQ2JKTA3VtHajfqA86fx1xfANAnE5g+f0ueaeP0pyYpOf0+GeUZD8/dPKcGt
IfuNIJ7CyeZ64Cv8Tfeho9WaG97eUh2snIwC5ADBC/bNCQMNRoOHYT04FAjMO+EY58gjeABbNnhq
MBPNpVLPW3MZPvl38Tblu7QHbRaabtItgvGmrYH+IzSA7Uu+wr2FvUb9aIU1TjggvH07Rx4e4rRd
UCqaeJgPgU45/t3LVkTIdlSFox+2Kn/s5Bh8X5/A1SSLOtKq24jxXsuHBhNrtwiFpb56Rp1hw6r4
/uv65F1+97yvJtlAMEcBfYZ4osiyql4BCdkmIWcl+8ec0AIoUoEtvCeJXZIUly1kNs1rzpicq16r
X1EMZ8D2XuKfKkB/mW2oR5siiVMgaT631l+WVxFQ8iUwRTpVCkIzfBsO55Lvf/ifm5XLYwaohzlC
5kLXFRcMzomUVoN0Qmtd4Xa9RMXYzVvy4stoYx3kxRNqc3SuCN0fvr+2fHmFfzz0L9e+Wi+UQUEm
g1rmhC5fPRsP4rtZXIag9tA9kOKckug62gbH8SeqPbXk+A8eNZVlzLP2bXH3/d38bVH/+iCuqm1E
fuZ9OPTSqUmdKXXyA2oWvA2V7/zUavrzSHT1zK9WkcyaRgHOrXQCwL80Y4p5fI2u2DqmtDFY1eHg
gkAVt2P7w7Ty45WvFpE4HXHhk2h1IrCDAhfmIh94V4+0DA6ZjU2oNG28ecaPp8DLq/zuVV8tJUTV
qgqBCdJJ/9WeqyfGmP48mXaEq/QsvAeAcUuXsHB2Jt+/1b+u2F9f62Wa+fINaXUambAFpZOmHDHK
qZ3rlwtxxwZS2Y/P6ns7LAp0euL0w3CS/z6eLu120QD5YV3N4NDJGqXrRQJZWieqcEk5MGcqbwH2
yR1/4e5Bf39X5Y+ZMdlq9Br6p/F+KtaV8oQRmdzA2z6mA0MvllYgVKNURjg5gs6oHAW3aFrMvn9Q
P93u1XQbeIXUNVz5hA6Z4PeCdaZeedKZ9mNb/lTm/esafyluQX9SVOqQv7+UJhGSHk6EdMqaWalL
OHFA9PwPe2eyHDeyZulXuXY3vUIa4JjN6vYCCMTEITiJpLSBUZSIeZ7x9P2Byqokg7qMzrJe1KIt
ZZJSIoUA4HC4//8539HoFSA1OA9LyfFJag73J0ufR4BcdirLk/fmwEejoZIKq+x0IoJ8lu0p+c6g
sMA1r1LhWYaLsA0badav5gcaIXgIW9Sq3QqpJ5xasjtl1euUVdN5ISFVyW4azwTNcCJ3QQ0Z54Z5
3Wu3AfbBHjnhXu8u5nHjNycm7N++Fv86g9fGzpvxbOWRIjWYY1kGYkzFCc34oBo6xV/bcTsvhoZk
9fnI+FiSfL1oaEbwFJlCOxZopNCCiMFYooVM/AtgL+PzBrWkjEAS26foVqRImN2mkt1a22IsWY/s
ARXVNcCu1DAM7pHPp+kFRTfRYsE+jPOFJeBWrlSAjeWuGi5Mdk2YtWr5a9RdNL03p4+ptqvzHbmb
2CidZD6HVQjUoPLymHo5sGBDuQl97N63J072w3NAaVxFigLTG2C6Zh7NzeSFRqExshCwy4uCpZ1m
dauOoCfF2mT3tb0z2+u4PPC0ZtlZkO0wm84pbdlrvXFKIhAWKwhxzSv7Z0v+xYuCVw50mcB7v1kW
YSweIFvBkiSBiH3bWbspUxfOw5KZtm7M3fAozmSHVy8XpE1XVn79+em9dnHfzcNHp3f0ApB0/Cc9
ec+32ujZHTtEtwE39WS50t7e9cka+FQeemF9TRXZxKoxe4F5pukUpNZavaakVnJuELP0lSI8n+iF
4SWWVrXwOi6Tuimg8ShuI23KcsO5A8Mat1p+S2qQlrpDs21NbNauHK70SyTkSuxyaWprhfUlm9dG
8pR1XisuKLE3EIQwVzLY8CmpDvW0aIQK6bTfRowJ39i+1mKdEnpv+K5mrWv9obR/RaD+WznOx6XR
cq0MzcbKYFE3Oo4MrJVIQWkTsDTSvEms5QUs1F7lhFIh0De1TYEfo7sKqv28rL1HWDonipnLzfhw
s958gKNFad2LgYAL1n9WvIX7WLYwIV1TnA3+iUf841vy6FSPV2KlrqKJYrEt+17L1nKaHhWcwOYO
NFxX7G1/m9RnJKEUxaoptp+PSeXDlHZ08KOVl4xrcfSXMQmyj3a0ka6IhTfGvSxthvy86XfEZ+ij
5/v7iIwmwEI1zg6U9c7Ia/FU6Uz5sM8++jRHEwAoIEIL4lC5zXC8QTSmO9F52m3xA90epIiyObUm
W+7iZ3f56JFE0YNVU3D6CBzz6UcFjdkCf6Y+yNlNjhGlue6yR646Sxd/bHafX/yPGx+UCYSGq7pN
JITGbuP9q7huRDrms5bcZnqJn6e0IPO0WeS19vzVN4t0RZiTxuay+xZUdniWLNuvRleHVWOyG8p1
Xd9MtX851FnuatP0YgnwDIoigUI1vrHmmzYEuzyHIAsxYV7wxrqbG8wUn5/Fh9UlJ6GyWSSOVlcN
8tHfn8TSqjeXPJfbOl9EFZjmvZHX1ubzo3zs/rMdJ5JcJf0X3S3C2/eHac2R8O3ADG8ry8BwlM0e
lgcEvkVLiykBjY9U+dxmVkOeRue0o6mu9qfO9eO09PopkI/qOgUo2ToqL5MqXQSBP4W3xkgrM2mw
f1U4gPKuMXZavSosZFO2BjeCHXpWbCXpvInFrVkpX7ohmk+M3uVpeDN4LdjvKFvoStqohmzcPu8v
SYWPug19P7gdOciqitLbENcT1LbgZahr6cTiRxw9K8vhiP2gAEdHT0csenQ4LCC6PGPWvDV69dwQ
kbJW1JYgwFZ88bFIpaUWLSjvGjN49lQl7KSgQ0sYUubHouctXvamRJhVWcHzyJ5pgAZdp2+rHnNA
NkJnjJhYFNgUuxBXzYlV77EGaPnwSxfCYuyw7CWJ5f21mqbCRMii2zdipPUxV5QPayXXFozbzm/T
C10yYTkGBKtVUhaurCCT1kFND6mscOOZRnE/FeAbIlnsRGkFG9U6M0KSsGJzjF2967yeRMET91d8
vMGvMivUofRzdVM/WjEP8D19Ir3k29FQLhcA74AREbd31JzNsX8nRYl0LbI5oOs+whwPy9zLCZrZ
xNZwqcdliy+UYiHy0vMpyqZdpypu6esXEbpuZ5Ll8MrnPN2ug5hB36q/DOVuuIwkOXaB783u50/w
8WzHLTAQYJHSbdFiN/nx/haAwo7tSJeb2z62q00ccvUDqcHUMuamp9cRQqz40TSUbi0a1kY+tMW9
mWFONgrWbPiZx70kDVSj6CznSeNfxhElOILn8I2pxMJBn2yFWbAImmBb9FA44LH6KzGyu/78VI57
IUilEYvassHzZwMqx8rwbmMrk2vX21lp38RlXZxJ0fAFPvIqM8xLkgKJ7DJgqqTwsmAX09wb9eEy
CxG0qIqV7FMl8fBDx3sVlhMb1QKkmRKvBPiAXx/z//tb/smz/OaOrZ7ap38QtwHW75II+X/902uG
pxZuyVtzy+u3/HK3qOIPugiLxkg37OVecvt+mVtU+Y+lFqda2C3prFH3+8vbIvQ/KAUuImG6ztx4
nae1Kbo2/Nc/JYFbRiF5VVYIDOZRpaT8N9KilOOtMuB9mSUBOyBbUZjZj3d9agATCEK/RPMo2FRl
eaeNUg9Tqoedu6l1PJxsGE3PDqhJdl2cH0ry786GuIJdKSf2t1FYRNCGNXTwCiLoygQvKqBdIuRB
h+BMRLKS5coOe4jDBzIGV2UPiN8QKlQJbZ+DTCUE0fKyvsaBpd9xLIRXOYzsqUaYTHm/y+2zWHSP
XV1dYeEzUPKHIewmMXqiz+7UDpaJOtbafcaCwIPSBOgpaNtM9nxp6jsyGKw2vIsz4f+oI2VssKu3
aXE7hnkKs0oBDQuJM7VuiywNPT2l/i0DSJzcbJCrywCClAuVs72S9AyLGtlJmdhYtAUx6/d6FdyL
Qs27OzbrMPQgM08sqYZQ6X9oFcGfxBmQAblCchvmrirBykXgC3capIQC2mE1ETR4UYRKdQ5oTeJc
UyPpHzrWU7ZnxCYJ2IQysyEuAzn3RD0KTP5lF1yHmk5mX5PQzjAAcrC9VtksCHWimF1KfoCwDAzf
pTrm3Ub4JmSwQraCC/b34z0ZS5hEbSO7GFLcBkp1TaVkZl8OEjmYQM+SOthsxVAE5wwdkP8+d7GM
K0cq2BdLckeVSjT+FlqkOww+QgKS66HBa9GkrUOzTFZDZWpn5IJ5ZUIhXY7PcKDeVWbFjsqvb22p
LZlG5/naVBKyj6XoYdbt8EKEhKPWkW1juc4Mka+gTckleJKwVh6smujFL6GcCTTSbRYWwcoM7HZa
4Z1UqRq/PsJ/azY7lD/z27b++bO9eCr/Y/nW5wLbDHeqfX3e/vq/i+iZtLjipT3+qnff1Pzv178O
fhbLHPLuf7zX+eS6+1lPNz+bLv11gD+/8v/2L/+cle6mklnpueiARvOvBUCT305NuswE9O/tepfF
P7Kn/H81/1gMex++788pTf+D1QtSJjw8gt7doiv8c0rTsN2xMJdRYy37jGXa+tOup+LIMxar2S8/
Hgv4/5rR+KvFFIQm3zRfHYDm35nQ6JnxQvxrqbo0OajFsl5myqXPgc/h/Qsz7YcOT0kyEujd7eLo
vKpVQjWK7+SGzFjhIZv7EYhn40vnW3uoXMR1dBe0tVL0tWRAGgtt8yugJdMlUJWO5PgzmNX1RJ65
5pqyMbPy9tdK9NS04husj4necBE4vaaxHOjbpz4SLikMTUJ7fm6ac7ZOUJ0ApQutehLaBp18fGvH
hybZQGUb8E8DQrA8o3DZfyOcaza6ta+sKzDhaNzNC+JCw/B8BKy3qTQvU90h8PzWBeWApV1q14Re
OJT1p9hLc3JwsN16Mhu57spOrqNuBZrfj8+iEhIPwVzUOPGtm061Ecllba9tbZfeprf4rVfpwQ9e
qi+qfFNd6PLSdOZnlfSbdD5P1wDcHiR/RX0m+2ZNm5IdmAN79g4gjly4VUAh52eI5Oy2tpy7Kr0s
pHuR4GaxWHrTV6PRQTygk4ryooo3cm1tZnZPEnXTgFQNFOUhevFdOp7XdrU1uutC2oTduurMMwIK
ADK5TQw8YNOscjzqIwr+R94532jtPsuvv8qvvy4/h0/ty6+fwyfx3L6I5//8r3+Jn/SNvtFwCmjP
+ob+KcxGMlqmy75Z+6CSNlVyLkiIWQj1lIkclYqUusSnfEsv42YtD6C+CsJZcWFSPXbEY/rEXgLG
vZPcwfK9GeVd0hK9sXEUt9iFM2nMqyHY2EueywGliqKvB3IUmbOLQ41bej4g3lDFNf+WqWz4mTDj
rDhY9XbxW82TY9AO4KdcX4cSau7V19G1etupEX5MLiRBvptfk1siV2uHTFH7W+9qB6f2+Doamhp1
Bsf8toEOGZfPwjro6C1COiLyhu4vvjYDkD/IhCvOk9CWKneTdqXdkVWr3U1X4XdfXtvNVRadmfl+
FNv8zEedvg076oINNYQUKfNz0Bwy41zs0m4dbPj2Irwfx5tR/abn+ytDXsfSI0MVessKkhl8/hZY
KunzMZ9wKtajFKyC0ETpLq26fkcFfgJtop3VaH7VkeCYrdpv5Nm1zFUleTknXOhr02mri5FekgQh
1EVpovsXqn9Rnqe0utfavmjPretvOv1MQHGs7u1D3e7D0EOWQrV6EncNcJW+oxQpobRfxfJV3DvD
S3gXXV6s1isr3Vsv60V+I10OTxeSoyMLRoVAU9ad53UUXpdAqqkJXsoer/BmJjX2HPVreicd+tDj
XxSTB8K6odhLeOxCZhXnSfbiRw8Waik6Upp0jqKkfRqRxTVqhgdH3YglFXEJmRAwYZA5VIiMyP5Z
mbO0pR6TUopUou8BVeqx2VOZT9rzPOgcEtHtmtcqkDI+G0kj5RXiN+yVgG3u7cipbrLqJbEIG2ZB
Q4AVtd7iZjZaSMkdCTBOaTHBHIS2j0n6zX9ExZnAE4R62CXkmDQX21UYUoA+fxzWbKURkq7BTI07
BdyAkxENZH5LfDA/5k97kB7aeJ3q27TcTepZhmiEWGIruAuVB83SOdNNLq+T/D6X7+XUK/uz6RLV
ZkwoNWRiSCdiBvJ9ptLskC0PIr2Tr7sURt8dbFGtJAvjvLswHwACkRZE2xY2hcOPCXXf62/yAz2F
i9c/5s9+/Q2dHn7PXDW/qmiQiL/+0Bu3+VlcRKPbDDsmxvlsfpiGknlqAUrMGUjSdjU6C0XrUvdd
ZfrOsFdRVo3fgRQ6eXOpTykj6UEi+EoDYs8zVRnA0VMmOlLd5e8K4vVAullWXkGwg1KCzil3zHzX
EACOSNgZhownYO+LdVjuav1L5vl0aK0VAB/YM13EZG08QuNpYIoa5Q1XNVeo/TAwkLcEXJvvFlYF
Jng7c2ZbuFYH8L+2N6hS086B+2iXj+lgrNNVvk4gOoPJcOwn4zz+3g10whpXqy7IgTCC+4LX48KF
okXN6t105nANf39y4Czr2AHEY15rq5ZWedAjsRlHtCQ8O6TGWmL2pkRctbD0F9YMMRK1Ynv5Xueh
jdoHjWJuqdkQLvW1MGcvLvw1/cCXgIiuEi2FgH4SA4WxER8kFHaU5Dsv9q8x5gxnlEZaMpEb6cmq
7uSrDEsMOeC07pCCzddyAYEs6N3AVmmhKFBQlF1DnLuUlmepIa90IFhAvVbk/NL2fhmCc6t5SAiW
MQwkPpEcrmP7SlIRFoYK6RoAx1YAtK4jqGSeZNneGM22W9uS5ijkNwj7kI23mGQd/CT0CzVPzqsV
q48l6ybInKGf11KyIcjmm66QtxYr56OeHsx0vIeF9EPk2nmgHcL86f/xKvV/4vqTSsy/X366T+XP
f9z/rH/QQPm1yd79+Nc/F8n8n6wIIf7AMmGaeAIp9i5L0P9ce7Kk+4OVp81MYlDpFjLf9OfaUzH/
UCig4vRZLMaLwOa/1p6K9geKG6EQCasLgpup1f2NzbS2VPb+WnpS7mN3Kti0C2Q2iAGOTR0B25ZB
1xrcWWwhd4mW8Vuf+Jyvegk1vk9m9Rug4ADMTq0Kr1xYaJGdqOqaJLfsqVDifcggrzxJKozVGC/k
vCyV04NRttqTZhXirLPkjEkVwR5g8lkQECbyyXr0gSod4i6hI5lMRfZARlZ3LhGfNxagBqueVfmW
Z1N6oFYNeSYuJtZXmv6d2AbpScsmFSWvMngaCWiubsyqk6b9tGN1zZNJ+fXLm5t69euC/CPvsqsC
2jaxvx8EQTiwsYsgCaA+bSjYyN8v0YspTqskV1+oQwpWnKB0m7Qah43e1bT5eM/UTq5kBIzpeRU5
odE965Ntw6XVTAKyCM4ab6UoVmQnNkV/LxvoXRCOjXiYpfCiSIsyBZIr9zKv9xo+vNJ1kZfDQDvR
OfzteWCwWmAGS+nEWIqqb5r0at8Epj4UL9A4w5vM93+GajJt0jIG+QNfmXT44gegC/YNeaBugj40
buxsnNx2Ig5hMsvY9dtA+e6nfr/39Za3Viaf9/EgdlYQ1mdJ3mtXah7GUNSK6ESZevls78aqZdmK
Rg8FzK8MYPuoxF6DElbB1b3kBFKf5+yjzuFQwubDYnmuJOrf7rexIUNRS6grD8aSRn20LZuHlGgL
Yf4kB+FRSvQvYTornl7G7RYyfnrmD4NMC5JVD7Rmxv6YrT8fdOqHh5MPsKj1Meiahiaso5uVxc1Y
Q877Gc2prJBuoYMMJmu2+lH4uXiZUx9hg08XkuQlPfIq5PvfMw0epTtH+vQ0KBUpHRkJgufpKA56
brLX6ua0+taDuPRm3tsUpeSWcMo5k0iYwpOXe4ViSvdFhLvXkBN9HdDEaB1c+DczpaBum6V18JDn
eXAjUR7HAJ5a5QmP1gd9EhU9/FH052jdsDtfEDpvxygNoiIIw/aZDlVfYWYzpv1ElOhjPVYYMWY5
KtaFGsmEQo+iJ1htBLtJlHRzmRK3dRtirgoBsDZcsmQoJsJjyaZx6qnsHpBRtpehobHwHHXrmlwC
/X4Mx+GSP6rZtFbg7YeuIMEqrC8U6Lp3o2VdY4czd5/f2g9DmToqI5huC+UFg+LD+1Pk4SiCvta/
l9SdHNKnZy9NpBDql4LQKIam8Pnh1N8dj0NSvOV9wnBeRtqbx76KZVOoU/W9I77mUfcDnWUQQZ55
2mYxmZq2eFIT29z2gBTD1i/pdvvNjejhWziiZz6iz9KfF2UtAUcDz7gFsJYEq1rTpA2MfJMam8VO
B7pLi9g9AeY4T6K5jqyqv0NDLCSnaoPhTkH33JpGe6b4snkmw+iAHrDsj2sM6KqjkytHOFn3spRr
DjqNNFeKazLDP78YyzTxbhqxWfNgYFys0sT4WUedlkyLtHHM5ucBGvwKNJK8mrhizkiIw1npTE7D
2+XEIRedwIdDLqVvXiMGhfOjVnYYRWarl+OznNYWSvx2Ab5jCsWWcNJL92HO4JlhkuQ2U8Ln4Tk6
O17VcEPr5nmy+0ejLsDwl22TflWwzMb0J0HAB8O8TYixxi1tmem3qMZOP2nGMK4+v87iuPcNe2oZ
cFTe5MVredzSSjASsn20vxcEYXwFaZq17Pi1+krENdGtY0/8IIJu0I2xP1DElbRAegzzBqVRbKBW
SofqMKodjX5F7mZG6Zj/1C1ft5yUnDQqTb3fbQGs1mzF6jo/E36klgTvhOzPBBFSHBIn44k7uSzX
jm7lgp7i2i4cL5Ox+/5JkqPZqlLJeEoTQQ3NSEfjh9wAtK551A9k9rWFk1s5q5wUHZdX8vT8pC9u
O02kaWBuAxG7Va0k5LNEyXA5E0roKaDJ6THmSv40QLp4mQzY046Q5pGVxCxutSZtLpNgAgE/qv19
VfjiwFxMFyBWtolfRdcwyDHFmzDKiVoqLC4AbW5TcWq/yLdi6sgzKiU2AaUk3abJbO6lWejEChTd
uZKaZFMoBHpRjNGJvHUChahPxVDBv9ukFuYnruBxs9mUF44HbCu4aYpGMfRoKaX2bTM0gYAzEcpf
ta6Gn0K2wdA4MiW1AL36hGlFsceMqBBjhAQ/Si5a85QssTqIVyQHyhDSAbOnWfpgila/qYj5uWkS
oMluWapN64yB0Z3ZYwB1QGqb4vp1YP+tWvu/raC/q7p/WpH/H7jXWR7Rf7/X8YKpbN9uc5Yv/7PC
bvyxrMsUOFmKrqpiEev/qrAL7Q/D1jVahiDhVMrwPFB/VdhJrMcLjY9AoVes801/9gwXHB5WbVqN
LIAg2XGkv7HLeT/jIwxdCvtMQay1weigj3n/zFrSVCi1ZgQu/jhktbDNi3RfVihS6SprKcz36O7N
hbn6uF94P/X9eUTG+TITM9pfrURv3rdlFlphPZuBmxAUh9Bjk/nRr44P44c2ym8OcSRO+89jGMzx
lrLoYI+Wp8BqW9J6LSIdVvFuxtcGGu0FJdo2cg6j85MzdTrjuXb2pWufWL4cSdFej807FF0Wd48J
/lW19+b84HyVZJ+gsvTr57A5pDTYQqM8KxeXTiCxqrzMREF4zMvnl/XjcS3yjxlEvLfhkbEXeH8n
I8KHQxK5sZu0Kg7CYiPVyiV87TND9XSVRMe4vBapvrGMb58feRkif73BOeEFrsK0pWpg0Azazu8P
3FpSEUyTSNxCK3zeXZTGAHV6ad/fFSqaM1D4+okb/GHUckh7wcAxo9Faf926v7nGUa9bWUCAk9uU
03cgFP3ejK3WCTvpqpfNL7Wt2Td4CE4ZsX9zWMoOiGoWtCUN9qOlogwR1YR8HcJ3DWJaNor4npCk
68Hf38EWX6n2XhtM6fnz6/vhgaHrRQeOjTU7LUoiR9e3UiypSki3clMJPC2kjzZ9mFKLJIfPj/N+
Ifx6HxlAlFsM6JjcyqOpwAhSo24qoij9hkZvoaxHirewhM+GKTjxonu/UlgOpcuKqlPGocDDnHh0
SgYyBVOveN/nRKtH8+UomGxO4Zs+XrflIDYYTEyfyzTwflyWc5oWigSMBDw8yY6mT3147L3PL9pv
z4Qi1WJ6Q+J3fNGyMYtJsVJjtw4piEr9WALzgc4cI5f++0diHcSbBM+2ZilHpxOQ6yV4xhkGNEuY
t922SF0evhMn9LurptFz1VVNMA6WF8/b7RD5cpYmSsKuAhHemXp9W6WnXCtHYshftx+yNs/u4sdV
jy8aOIuulMcFE9NAxU98VVyxYS+2fV3cznIGdnqwaR4RLkPdF3cu8DSibfNOvhF1r9AzbHVS2El1
P3Huv7mZ+EwYMAJrPIWUo+eblE01aAKskTNdIhGETgMLSKtPLZQ/vp4QvPIC571r09hGGfn+Grdy
qbRNRIwH8S7fa5sE7qCN72Q71SE6A8MXcgHYvqDSmAXEbhVGxF4TAcoeFRxUKEj0Ww0q+a7SAP+Y
nfrSdmwXB9b3q1nu5B+fD7yP87uOTBcBE4OcstjxDs0wAy21NZOrMt2m4w/Tv0xdcT2pXz4/zOuL
8f17hOOw82fPb1oQLY8mBcUmNDYZVcALCzSo7CHUVdkIBsfHDZzXTV+5dQMZ1pnEOEA3GuttB4/b
qykhbiYpKQxPTqsTk+LHKZ81G2qqZTVGdM3xlJ+VyCKnjtThQgpIlZ+CKxR8T0m77fRdS8DNNq8U
6cTb7TfDUFVx7fBssPhjP/V+eBhSljPdK+SKaTj8Bit1gIvv/aI9UTT8zaPOO4XZBM0XhbTjGWWM
SIeVZfQ2CXHnAUIcf1hn6CFuPr+xx4dBvMk7mimSNyc0j+MFUawAh+ygk7oleTgHO1T9VTeI5sTJ
HL+9jo+yfIo3SwJyOnyVtCZOBojHKiS+0yWe0jgTvVrB6qtPuTKPb9Lx8Za/f3O8ULajoO85K72+
0JSzubpXTl243x5C5ZkzdVb7WEreH8Io5K5ubQ5hp+cGsucMZ3tBm+3z26Mss83b544zgbBi8Nhh
JUAKdDQbiYTkvjiXee5oRZ43qmRsUr8cv/bk9VzKct08NQ2BldEMHicbrxqFyXEuuvmUSe54nnn9
HIos0xBiC/3hdMd0UkDETvAnyaDoQfY6lt8x/ck69iK590hZPDFmXkf4h1NnIcJkTNFfPn4CLH1Q
dTnviYA2sZRqZUZSRTfiVDZAhYHZj29p+OgrqPLaqlL7laFKYj0m4VWi4C4nu2LOq61qXiuKUd21
lX/CIfGbAUBAHPUhpleKVvLRGNNnjb0RwU6u5g/Ns2SpybqwG16Fvg8r7fNhcOpYy/P1ZjxXFhEM
Imb2nUiIQjj4w5hs8LHFiVNaxuyHK/7mlI5WMbKRDeEws3IfAts6D/JyTxCSOxjaYbKjm0mgqWiL
7smsqW19foK/mYbAjy4758VzAl3s/QnOUdKSFE1up25I9NRrIzmrhXVqTv34NPH2on2ksBlaTvPY
isg7mPoSoZ5ukoXw5bNsO7Htc/RCdnWyreo4+FIMwdb28z1BqBtCd0+8sT5sBFm6C2CXFNXoWyIy
P5oJA1zq42xptTsGwQ+z1S5TNb2VC6S5XRYelLq9k3HpNRHCz9rffX6RP4yio2Mfjdi26G05aXqA
u+rzgDZKIGOnT3BirB454k06su9P8WiwEiZHSDhlBLcaJs80u60pRU8tJRbHEOXeyAIvoeNZpd1O
NWn7E9oYruj9bz4/2Q8T1vIpkEFamFrwhxxvMBKzauSo4Va3SXxFQ2kf4RKVlPhWTX2P/OG/PUFy
vGUeAM3HXElcwPsRbBEEluAJoBtjJCCEzA2hTyuDMWXoa+Lk/jsXmSIuZ2dTu2Ij9f5wodT3TUMr
hotsb8My2od6f93Y0T7Xqmslti9KA7GSMpvnZeQLp5wsAZfu1Bx9vABbbrWJmZOfaSaJ4wVYEplD
N7RK5c74Prq7thHMUbPUmAcpqbT6Ple7obxNNbUguDXtS/3m85t8PKJNklBpCnF3TRrcbPvfX4U2
7Ce1GLgKeXaQpjMYXa4R6ieu9fHiZTkIt5R2KjPGUtJ4f5Bey3K2HMsmJwLATOS17Nl0fRaL0Odn
87sDIY6gu0Ofm0Xm0dxQpsh0xPIK0UbcVJK/ifOkvoTQVd1E5MD/7YOhH1a4ewuhnCrm+7OKR4nG
bdpysF5eUwNzTXXdFLWbqeqJ6/dh1uUC0hPlZUkJE/ODeXQBZTOeAopjtds/2ofcXxv1Fx/xfNg5
OUmHY7S29J0BY+rzE/zwSqFIgomHlwmlPh64o71y3ozS3LbsS5J5OOcJRDhshH+zurYUYlic6LQm
0aPQvHp/EYuY/E0xcmZEPX7VdWiFZXhltfaNIRePLWq9/8YpvTmceH+4gSi1OQwIwowl0ItzUu3H
vrv9/BjHg/D4lI4u22hpIYUousqsunTHGCAZYuTqfWZq3hcnTuj4YIwM9CkMQxbS1JyPB2FU2wRy
+pQZ0mYBQDSV/EDqweDmSVqs/CI+BSU6HhPL8eyllG7oGHNZWL6/gKE6iDqdeJTtBM6rNcuN02mK
9/kV/P1BSGgUbJfRyB89Wbqcmc0QDbWLgiZCQJvocCER031+lN9cOiCBLCTYidKaPe4NdNyjZlC5
dLl1yPqbfPihhTd1ev/5UY48caRmMA+h59IMeh3Ib45fa0SfZkkZjxURX+q6i5P7Jhqe8LexKkwB
YsdXLBnXCFxAYxGvZdbWNiHWSZgdHAPri8i5zFJD/qhNmK9JYvOJj8c2gFv2bs1K0Q2kF2s5atxs
lo7eu74uWWGahZJTG6hKxmYi8VLvFKl+6WYDWK6SSmRhNYaU+Mgj/eK2oKylQ2DudNUpZzQDtDyb
WCdv0QJDYQV+Fz6EgaWnl+iecnNfTj1BZ3CT9PlWzOZ4mQ6K9DjlKAHUWZ4JrmsqP1wZrVYcBiRf
JIeWPnnwUxyTCKo0VofTv6qvLJNg3J+5FYmDL/d18sVWEEOyJOnmc5yHN2YcW15jSuYXYpKy60GE
g3UeiWawttNgS18VO2qKDS3I4rpGlOkqSoNZ2Zj78V4eRM92Z7amgyZn2W40VJ0sRuG/RCzaH4M0
KC8EApnL2ET7LCVtudWS5EXXm1nbNQlcYWy8Cv6KIJyDCiWbEbptjUTNIz0iMDaToMrl5tQKqo2f
I7sl8yahk2zV6wj1xj6nkzXglZVDGitN2D/KpS1ap/FhIguDFFHdKud637eRepUsymXRhmeDDn6g
UpJ+nSYaEXpVbTzIUjLXW31S5HMZH+81zVSV9MH51iAZ7RKhdrsb5rAh/rS21k0Xrn2irMmuBr/t
+qIIvWEgE3orFX4xfG/0dMrctiuGdd9p7SpTI/NQ9y0yWjL6Oi/TM4Y0d3SlTNLc3QaIk77o7dgg
yp+jUifTWrezXW/l85mSlLKD2y7jwoHIhPMPo78G9qQ2GG4H4gcHDSvonJN9aMnVJisT89Eo0ual
llvVm3pkOfSOXbOcV6E8VVfZWGYOIxNIcTq+WEZG9SBM8HnIYS75ULGBOk97IQ+SM6ea8aOEMxW7
Ro5uOp7TFeZUw1uicxvMLoF6WWUiuUIBJV9zv9rDGEWycmFX83fM3VB2uGmLUD3lOms5rfKE3bpq
5y9qj0ROjq2rYqlZFxKEyZi8zaHQiHAlFvghaebvcAAWqbBKrG4zEAeYLx8wSspdjyN2FxXmrCDO
kHaiFC+lqpF0mQww11kqeYRgOx059VKafIlH2JpGWeysXgI/2GnAa3/aUwMeQQ4m6XHUiwNubDBx
M+HT1UQkrVrDyZuncm+WBIDzRSRQmtMA0YnNhDT71lnJl+p+2YlDZDfolYsClwYpuB6xxco6VvoD
2TzCbYxJ2Q4Z5cl0YMVRgcOR71K1wlrIU4f/JlhK6n3vVOoYfcsbNkaNnnXu6FfPqlzHHjb88gJb
57xnW5YcUE+oP4axwy+hGqG29+tvc4r5rkiVwbXbPLAfzZEkDD87pO38JdMfS98bOmX4UjA88mth
hWPhWUOXr/PFURw2toDbleTJ7YBl3XJkpRK3nfyizSJdyVgRjNDGLhF+nYV4CiSG2ciCCil/I6+4
9e1dQh3xrImb9EvjE1qpVLHh0X8Lk33L1Fb1aNs7qVrjExXPTSThrq4ae0dkpmKCOCUbM1Eu6lLD
xN86U0iQQWDrP80+OmtSfZ8Dmxim0pvbhgco0bzQMsZsCVRqocaJmagEhRw/qy3ugz4tVwb6Gkch
BFUZYvIVMiIGbPR23jzMMHvwL1qNl8/2LiT1QpPtb3onMFcBp2SBkZKW0Wu5S1Taw2gmKzmOOBym
KSVtf3SkhhcUQNBxGV6rlZ4xdtuy28YqgnG9wE9JDkPvr3gROH0BYmnbl4b6UA3KCMa+eWQeW9lG
Kvd7eQr2FNLg3cvzi0GEthaVhHWl5n1bjv1lbDAtBAZ+MsLhx3KN6ln5rsjDwCISEQvjYq/V2vx/
qDuz3biRtE1fEQskg8HllLlrlyxLLp8QtmxzD+7r1f8PXTUDK5WtHDXmYAYoNBrdLkeSjPjiW97l
Wk+FXW3jhMSCdIKmTB92zQtQxxc3lPeznmVA/W2A622QV9hmt8Gm1xKj3tjK/SRCvnQjrQg88awV
vjuA7wOXWz2MQK343qJEE38y9TvTyDK0QBZD4dkJDv0U/HAbrJDzsLefdBVm+1lE14sfeBtpT0pa
XxJMI0s3meDDuXe2UPBRMJ4Ip7m6k2lfPVQaKleeNxJelYYVV1iNFfsp7DzjICujzi/qabTuc48Z
hzEGNWqgXgXFw+F+AMD53KrCRB63S7JNrqphvAhomuy8PtwFI8c7mLXul5WXnb7BwH6KHlWrpjuh
p+NO03LtKrSzwN7NTe5ctiqNtPXkzu4qbnLrOrPMC44cPAK3QAcJtUBso1dtlIz+0LpQMAzjpenG
Z70f7fKCYSVG5P0QvHjOhJBRMOozllryLhN5STcwhyObljexAIdNyQyvZFzTi8DfebqgCvNxx9u0
2FmbMSSMfoLvVjbjPgb+A3mkDiQTjA4YN6xu/TnJFNhyPYOl8dCEQvysjYoUuRy6DfXxRq/ta6FH
17Rfd03QbGZnWIELCqqbuL+JG6YSpYeYUxYVhyyz0B8d6OmChbKrh3qqu4ssqgfp6yIG1jS4yReA
yVN20YA0M3wL/jPMvTEBD+qNCFz1HFEZVGYNo+WQhKJ+8sZUXgCcR7xMVyYym0pl3uUYwiyp6H76
bGYkINoGOoma6BIz6rH9KJr30RDOj27fFTxgWbWf5xqWhQ/+lgK3cYHWeiG2cQH2bGtSn5dQF3ja
FjNOQIVRfiFSfWOOhoIT9s4gr0Zvug9NDQ9bO69uMq1PsAIO9BEJ/mASN5rIUIWF4DHVhJgURdrF
XRwQo4si5mQEKS0prbgenUlfF1Ikn7W0hiWXg/PaZ163qDDkQwrqH2mJvVk5XbOqQy+8SebK/VrV
5bDDMX72uFLkGK5N3LoboADK6NZ97FVylcni2VMj3rVwfpzSXosMiC5g0fGqNbWDLKtPo2sUX2NH
trvMmjGwszXD4e0NwwYjezQf7BzGHmR1yC3es0hgyJWOth9VAeNwjGS+g5iNtGA+hbfGWBQxVNYa
spKGc3kf5NAIirnc6ir/3MiESWo1lCA5Ky+5RiSo8JMwDL+EZkGCEsQuMTSv9iUu9higyPlv9IBu
1NigXmWHYh+5iHeKMM4AB/XFXTu47VWQjskLNAO11hUpOO3o8T5Afdfp4eTJtnooojBeTzQC121k
pfu8g/Oq3OHQRrpAJdENN/Oc/43t8mFQWR1tqvQeB4BHVarm1gucZyDXoR8qsZ1l2TB1GLGorRl8
aFba51/CmbdymTV9uiu5H1bEtOAG72Jnb839La7Jn9xUFhjfdOSHfQpxoFR2/iCMvkd/mLPkF6TA
mu9l1kNSoUqHwYJ+YU1FfYkvefMlm8aHMDPuRTA+a5PYDU7WhvssI+Rk7UYKRclVqtD+lg6z6DdB
LUSOIryR3ImYy6YNDvVs9XdxWzSBn0gtgG/oqvr7EKnquQ3c+qEk8b2tGkWJ08zlYzeXl5PW58gA
DeVDHHv92mxxV05bB+2uMv01Rzouv/X4pSwdFPWcmEFQlVlPkUxGekXmN6eLf+b5PF5F5hiWG9RS
gova6a7jxBx2xshDFMqkB5PGT0IgB1anHWTWUYN20qPA08HUC2Uhb8MswTdepp1v9aTjzRTfhLp+
1SIV580GFxtl56dqjtAhjUd8DrTSWSdF/M2uo5Xdl86v2rFpRLZleJt37oWNaULp2luaG0gyNhur
gwqM97azySpRXA2GUPu+wOvddqNmj1CU4h5267WnOYuzAGEAa+x5OY+rIrLvJnCYfWpW105mZ0yj
0yrx5Zi3Oy+lPzKUGRe3CaykvxSyLyJotMHOHm0IOkb7a0wKhkn6VFeNX4x6vktFuxhoUZS8dCGu
r4McYCZW0fC1DsiEZBx+t80RGm8AA7OImgfPK74qBAw2vR7OOUx0bJGJIRP07QBhybozuuuqJMmK
2na89VC1WrsgmwvYaZiu2x2myOs41UNm/MwifC+AglAaNm7vTLKtmHjqjPVvJnGgfpki0g71WHqb
Pqkw7XNQsGo3iSCq5l5N07uKse1KkfYZ5zYBJ9t8x4GJVjTE1BT0tp8MZFRTXBHE06gvEXXsrD1Y
dZDtbAP8o9PxSS3caAtmbDimvwqzq+8Tu1XZVgxedhvHXJP7ljCKf2w3kIcaLS3etT1U6DVwcNS3
efC86oKqOQgv+9ks1dWozGkuSOwFbtgpjucPXrDAvygxw3HdGW6PrkbQ5uneGzCIxvS6UhXygtyZ
7XWatw6T9mBEbNUrU37bZHip/VDTGRZbprm9sY4n3TuMo8jMi7K0Jv0OXRXw29oCjt7TR3UXpctW
W0foAW26bBLTc1zTqMEBHBR3l2heg84+0+6ydR0/bRWMyxBLq+DZLPI+3ulWNFQokxsJnOXOKb9V
doCIUJKiALCypJ59npreyTZYKEyfmR2mYleVk/czNFOkQXrLKaH8iOjOabL2k2eH3d+dKQO1Cecp
Gq/KBI1R/qShfR1CJJQQM6rdJ7C9aLRMRTaK73FceneUHQVRuUyEuCUhcYanqDMVyo2xZ6Kyqk3u
U6+FKriNyr5xEREZnfgqQUosvCnEpEuU30L8wxZyGVdSe1UiSrIf6+FhUMV80FQFZ9Oqf9YtugqR
hPXllzmFlg+uphYXeaoq77lQfdddMurKFCaqwtulqfR2MflYux/nuMXUnTrKLCWiq1zegc1u9G4m
qx2uwffAsEkulWa060BVZoP2NwoXeEv06ctQh/Xn2Biiq7KGd4ulFSyhpsPJRhatNX5Gk0kO/a5E
pgpvzbi+iO2CQhxZaUJBiXIkN8mWi6/so5tikU61fsZh9alGzjW4QPXMvKI0Dy+4TVENtqhi9Z2h
38uUsngMdVjTeY3Lxj6a11KuwnigYNMaYx1EZs0V3Onrxozdq2ACzL5VOLH1rpgVOjdwaOLgUsRy
U+rTpaifLefrBLF0RnJyG4ipuAnjWmT3dW3awT7JV0MHi5t9d9NGsrgvlYT+fceCxZfBNEosqZKv
aUK6H844KhjXc/CMqKZGm9waL6emC9ZRIunwJjX+ZIn1nYYHsjv9BMNV1eqqbOKrqNLb65aqznb9
UuMt2UPb+UZQ43s7toOfxvquH2f9Z8NEsvNjOQfOiv5l/ZhRC0ikI7yJYXdfX9KfEw9QK6unwUSz
8pKGYH3lQDDgtsTwiDO1QjMm11rryhRtib58oZp1iCxPaho3yF2GinBue9q2DBDM2SImFNzGtj35
ZtxBpaopczqSvUj7btpwoBV6aXaLAQ9BVs1YhCLAOiER3hrGZugVziBTVq7iPl7pA9khb8gRmYG/
nZUfpDdX2Sau7VxjZB97BLgQrZ6VsqP7Sc+FhuhpEbXXudQuItP8inD3+OKEWbouTA3NhHAQOIyx
ISluHGV/U6lG00UVNGVqZn3qyk3jtt5qIwpCJmdu3XtmARAym5qbMK0CGjoiAEwY6fxgErds00FV
emxRFk67MHIhhpd/j6l+cOpgIIWzunHYFCE7/kabjMmvkJCuALCWm8GxfuL5sqOb+9xWVGH7PG8j
TAmNyEZ6aUpvDKWEr7ibNynn5JGcNHxovXIrM9tCOSQK5MFEtWw1D7q4daemQbpXCyvXF1Xej4+W
XVg+ra9qFRvIHCH/2Gz0sH0cbVXa3ztDD66SFDWTAVbcSnAzQ9uX8Fb8fFE8UQgAqUA7dFK7TtPG
2BZRfTEU/U2P9xSdN++i00okE3WkKQrdWE+d26RrLLD7MsTsTRqQ4IpBMITJNZle0Qee23WLazZN
USWvy6rGtYC04ZsRDEhITGTaF47KTfoJKWhemgnQG6I+G297lRIV3XimDnOKX1kWZcm9orn+yQuY
Oa+MZkYPTs+05yJN0FfRHF3dpkqfyPLaMTh0blWbgV+bXQUXJKi7+aKXjX4lgG+6aJQWjSJbQInA
ycJ5nfYkuNuU7gV09jlVj1HqDYcZ9txzEYlEXTWRWWgrN80qcxPaZjrcTkEfJrvZnJzpwijDR9Kn
Sdt42jC3PpQq65cO42bYNCn1Ya8hrNXRMD14ymxfAvhFj804Bz8yvU61Xe9q+f1M/5vEtA+MdVqm
qASYjTUuoSYHkD8Dh4vCbOfJKXxJh1a/RL4y3AdzT9M8SNtC2IizmOLAYAT3Q9dgfLVNGmes1Jbe
dZnLh7J1ogCK7TB73HeYDZVUo38PMR4q6kWzxqakgmocYryvdyFARgOPxJm/AkxICsFmNyPmNe5w
QaYxIFUc3ZFDWZ/pid+JZlb7lBnf5aQ38nbMKYyMTqB4mKZDchG2WfaY9Ows+hJG0SA20LsW9Vme
SHxIJ7rw+zHTyyFI/bQ250r7NgwAADXdClBr6MdBZkj6Vtm0f7/Rf2La8RuUidAQHpZvzOcgJSLE
XTBTaRD9iGl/TcRw23sMxof3F1omQH+OE9jn4Bxdm8mNjmPlsROuifimZ/WMv5gqtCsnMctVbiTP
aWQ/U7Ri3YCJOxhIFIjeX/fE0IixFFwUplI6SpbHkynIJqGWMZnqc6xWdOzsb/KpKM9gqo5BEcvT
4c4OO9hxJP9xhBrA/gSuUcZrjCx7JZC5CHOz2s6Ou1W53R/aXj/Hmjrx4Rhng0td2JtADY8mpFGb
N1XHyaZGNPJ9qWir9VOpDjUonZUAZ3RmoyzDtdffD11pAKFIyVpgmOXRExoDej5mScXhNsnOQ4ol
c92bpPbIF6f9MCHiFNXf2zT78v7ne/uYFmhplLX4fszNjzU9Y05olcLmW+VlvuPrrkc0VGVjPwSt
e2a8eHIpC5bxQuj3oB7wBv7Ago34i5j9Uk3ktG5SOrfgTYyaVPjMXnl7EoBVgAxlM3owfo/dFDFc
A4tQgkYQFeS1bFq3XckMaN4MNS53uLNyi52Zab5BGUNv1WH6LpgdCXTn2LndHWxRaw6nr0PKwJ9G
Y9dGqIiQpjDO0j83Rvp3UzT7kN4jYndbkVJZi/YhSZg3vP9B3zy9hR4kWHMA8ChKvsFi9JrRTCjU
1CvE69eTuC8GfUU73xc1qVS2V+dIM2/27bIeApELYR/BjWOHO0kvWq8Lk87eJrtrL/FFXYP2e24/
iIriBRNJTCCrQDjhgR4dR2WT5KPVC2DB0RDJkZWzArj0UErtkYsiXrlmv37/Rb4JOUcrmq+3q6eE
ix5kWSNC/qPOFvNZjR4njUIE1ZL8LNbkSJIO+CBi0kAKYHm5ywR++a5/nA6gSjC2XXAscEQvDDu4
EQ1SSuSRlDBFiA25t0UiCCWgf6nqHyJXPhY5/xxrE75iVu5+FouaaXP8h/4fJFUayyz9P7Mqr+Kf
L1H7UzXtz/iV8OHvf+8feqX3FyLinGN2Nhh9Nh274x96pfeXBfwRULMFgAx47yJM8i+90nL+AnYg
oXpgF21yS7Fl/qVX8n8BtgERD0YUECXw+I/QKxcK55+Xhc49CHQCdBBsNfBJx3SaDpk5W6+RkypN
+nudPaHA3Fq3pKlMDYIWnTWZiZtI1os9GQroYpzx+FQTUym9sx8dulTrCuAbLf/G2qXMwcw2/K5Z
8RcYcODFJDOF3Ja3ng3/LA1KP2nTq37G9ypO6+fURuWuzlzzkJYOSjNJSbc3q5NhU4JnNNElC2iH
hXnxK5IM1ayC9HTM4Q/HWjd/1vJC0THFUKBMSL1s7ntqEVdtXTcDr1s14Fv6vEFzLbpD5AZbFh0D
qNQYel+IJN4x9Ii2nqGiHTN058GqOuufk/9/+0T8nzGS/z86N0tQ/c/HZlNTn/789icdefkX/jkv
lvgLjh+mOuZC21y8df7XeRH2XxbJm72kGOx+nPz+93kx3L905o+LGLow4Covyce/58UwUWpaJBUW
tutvfOQH2MhLYvFHasWShrGQf6xFWHQBfr4OrbHUFpwNTGR4beZ2CBnBpqN27oY6Sm+W23b5ZyEZ
kX6D+3+9Ckq7hdki7YR4ZlZ9ab1s3Duq6C8iBhWIN7ZDfuaCOgoC/17vhBKQ/IC25PLYf9wYHOkq
d2bUN8eqKX1vdMoDc572IlX2Od/eN29wySToysHi5AW+AX9PU8sIUSuk36HJ9BXBAHTwtDJ6/GM/
3f3zRf7UfDoGYC9PRBYK0Rjer2cSgF8/kWFPYWSMoPfQRinvlBMwEzEHrf5kalq1irKi+EmXF5U6
q0MbejScbpsZjfrSQGffWsacnUFJnnjD7F2qGmTi2T0E7VdvuBG01byO35NAokXM0wkQSW7a5hss
4XMY2pNrkRoztSDPAbP7eq1QpXmuEuaoDZzT27IausfSAYEXO5lmnMkRF/nd1yeCF+1x8jiSFDny
mE4wxDUOBEPJGLVJxIVRe8GjLUN3UxeMMGXPSC6dZXUB6WBcDbURICmoGwiRMZ71gQFgJqGjBYJS
UNJfJm02ba0yaM+oEp3Yc1yWbDYSefKhY8jjxIeejTS3gRRpdKkF8/zSxL/4/T13ahUsADyH8pz6
+RjzqKu4cyI3xYG+snFicGbrMXVs8G/vL3OUlS87mx1ENLMFMv14Sr3+urGX1wPeATZMgrnd2nMX
HhJY0y/InNUHXFE010dlEB1EJOg+vb/0qVPlogcD4JIA7cK+fb22aZVD0oaR5euwiZer3Hb2XgjY
c9s7AbI/SWigwNubctUxMQN44dXNXpEWgTG1h+InPa1zSl8n3jq7Dvtch3ePJpN4/ZO47Su7SFNi
ZS6De3pR47ps3Pzx/Sc/scvJuEBuU3NSW1vLr/gjQGqgZplFMeZqDS0HRTUD7tGZ26Ala8t5S4IX
vLy/4qnnAmi/8ICo47kGXq8YVJleFXGIb2NNb5v3GK56KuL1x1ch/6Qb4sLjtI7tBAe8Tpw59JCC
S219AyO9RkJfO+c7e+pZPEpl9GKWi+1YIGDOUQQcc3AicVP2d0aRxRu3mqsP+ZpyGS9/M7cLMHuC
NFD0129MM2cD8WRuFhILiwnZwFB+0or1oGnO9sOvjXzdwdrUhMH/Jug5ygAR0eaS/vwUrN0xDdYq
mM8RXI7q4eWBvKUVINlwi2XD0QPpY023XW9ZpbEXDdTBoUuebkRgr4va/BRNFKuZcO/6yDsTME/c
IAsTluJfgig2j0OZK+us0spY+hY2Cn4pcd/r5t5embU6xyVeLqNXGRUPSYuK2flS+eMW+/qrOXnq
tCNXud8nxTbr7B7TELWKdNSGNWVeVE13DjV+Yjd63AX43JINciscBVDpFW7bZsgfCoavPs6CqCoL
Jgvvb5FTrxC26kKkJ1xTYL1+LhPkz2wyP/Gl6sW+CKxo27V5fTN0nThziE/tE5QkLKo3rmAQKq+X
Cq186O0BcsKo2+HBC6mmcr0bdouo3FUicrSOtTR7rOew3+qlpZ9Z/tSTAj73Fg4+G9U+etKCoaiy
W1yyvdzm2tOs7Nr26vY6Wyio77/UU5sFkjaaHBAlSOaXMP1HGFYM+WkH9ny6ergdA/UwxUENEBr4
YpCgKNn9a83wH4V6lt/+enc6SM1xuwhaKTrSda8X7BQR0u2ZUdH3EtskDczLOK7k5v3HOrUKzgYQ
qwR9YuAIr1cZGYB1QYDjSczsY+00rbktssA5ox/69juhoIrkEP1MHb6ae7SKhF4yhyFNH5Tl7E/U
xN4LuHBMmYP5nKfZ767B8XsjdpF3Q5U2aW+8fiIzjWoelQqG3NDRgQS4CICLWMxiHRs93YCh7xjt
uwNgnFz2otkwDV/U4qpBb9ea1cdf54C/xbeRvVP+0PSWtpLe2P6K9T5DAXKonAY/pA7FetBN+d/A
rUNGQXbW9lCQ6/h6YmCcAlPqB+HHiVb98HBgwYor0vsS1yvbGuHxmvIxmFqLQY7qcDZXsZVn2zaO
5ffABpIjuBRvpVTJc0Fb1vLLkl/N7zXt4VIaynqMlCSlbzNPNduQH/x3BIg+35gqlleeo4U8ol2F
F4HjRumabe1k/uA12sxA2MKdshNyjNd6llvumcb1iR1F8x/qCg0iBIJ/d33+OCjZmDhxBDzJ7xtp
XuddiY2C8UEuLfcTmcnSM6ITg07O8S2RllHRQEwUftKn02UiTDS9Sw/ftDxrdu+fkBN7F37Uch9K
bzmKR/spqWI6wxL02kz3Z5faqQ3MdZIhxghTdo7seCLNdeitM4miAqdgOG5E49TDnC2jgFJO6bwM
nTToMmXgXsA7MTAnNwP46Xg5Wu217gFlcs3ph4iaeAdOKbmvMGM+vP/8vzProwPFm0SPRnJFwvU5
qum6UlhtQYoLLMjMLtrSbppVANZjryWewhlPZe51JdltvpAJCumo9I03TW+jWF6Uc2v6YSyd0R+F
og7LmK3eV6OrnyPnvY3PfG/EoGgnLpoQv6VM/9h2BTaNDcgJySvKze9NBeQ8LTX5i6Lf/DlMhn0T
Rkn38/13c2pvkPxTjaDJhH3Z0X3uRBkK68XEqwEse5UnNPFyPTb2c5tqZ8QBTj0fxjFIjzqLOtCx
8ElqJAn1lcI3IaKQ1d3Z9hHHua/j4uckkxtnKM55y516OGawdJuQpKJ3fLTxRQBDJwmXdkk3VPum
lOZTxv8IwWNEYfLjL5J2E4riJBPMu45epFKI+idFQ5pulN3BGDR7hf5EeaVVAGD+i6XYysxfaM5x
1l7fDy633dwXpCxzawx7J9fZHRmVW3uWI3jqBS570WK0RMSyjm69Yc6nZOqpo8DiiW3BvQolw3CT
bUFxek5/7VTY/UdcFJD5EhpfP1aEYbtUAQFpAP98DXlg3lIw29/ff3knVoFmTj2FOBP5+XGhY4S5
0UNDkn5UGfltWqfFHhYnvKn/Yhmew1tk0BiyHoUcj155ow1sB6wW3YOKTLwx41Hff3wVshKSEgjs
hn7MLCeQ0QHTBUeqbfr70TOnNZaw5pmD+7Z+p1hjMM1cmhKUnuDrDyMHvZD4w0ufSp5L0cIfxeju
jNi5Qjbpg0oly71IFFoADItprDhGGOCnMQV4ukqfC0Z8MQqgBZ4eDbs6Mj/e2WIpincMTGFqMEt6
/Vyjpbl2MtjSd/TQvWrm0d2CVO7PlLsn3p6AJU+BRi63nKTXq8jGCItkppZxMx3vYq3uDgjtWJ8q
uCirEN7PmWbpsULI8gbpoNkof6JtTSV6lOePXuNMvC36TCX2WejZp+azNKz2QqMhfT+XxvwjTmfj
kzEhquXDN+r3A79v9/7WPPXYYjlf7EtkD45L01nYYxCQ4jGFKud9BQ5mA+DIfGoh4qymoB3OHIVT
6y1jQiAbi8ThcdqRc0ZQE+ep0bUGHcK8busNUfS5nYMZlyip3b//fCdCIxMRXdiLFAuAkaMgXPcj
zfDffWKt6bYutKe10Yf2hlbbl/9iJbpniB8whKMp/XoDxYmlB/iTkCrrkQnnx8CsIOnVZQZr6cOt
C0Q4HGcRIkQS5A1kI/QKzQgtzjTUzbtGKOcJuOF8bbvjuSnN0pk4Ssm4uDwYj3KROzkO9jIyETwM
WKk2+/QO8cVPrqNNa2hNDGmAd+frHjrUHrSo8/HITIuLHhcTYjboceKNr8AAKJKY2Uej+5l3gMh7
Fs1ntseJ7YgyJVcW3RJqUvfo1P+eGWuC2OI6I+wabf7iVGS/oRH9bILh4wGa/gXBchl4k+ofFdoV
og56bxIz7TApuQs81IgiHHKnRGcWTDflzDY5cYdSuDCD4lqgZXE8H8rmWVtKOgmErxofMBLOdkMX
nTvRp1ZxuLxwo0DzA1DP631PspXBt2DfZ3P0GWfLbjMkZ2uDk4sABQAsyfjOWOSb/2yKYARSwL6n
Di2yaLq2y07e1ChNbD5+hOn6013laRbUwutVVCHQEaxc6U9Uszsrtq2LcfFsxkbmnB/3yQciCArG
n4u38lG0iKzWJjcjoZ/LgHF9OHpwBzR5pl38tmtGQKJMoT+xiJcdD1nrGufYGVcaHw2xeB/WeKi5
jVNsezHPBygkoOG18qrWcQCbCvtsh+RE8CB7Iz3g3iJ+HD1jGBtT2Ok9RzhP9aesbMJvceeZt8oT
weqjXw5tm0WqcQn1ML2PvpyedGE8NZJ0sXenFbzu/lNUdNkOPfrwzI35NiSyFON3gy7cEn+PbpSh
MiOA2jMda62vohXidWrVVZX8Fmuj0/pwdtcuXPdlZLh9/yFPrEzdQkJMAGGT/tbf+aPyrKt5tjW3
wZ/LlQHUKZl8SgvpfqYGdeHt4jkCBcmJ1/NkMsV5f+239ygFIQkYYxpAcsyIXh8NT2XJlFNd+G1s
xqulMNsjuBUecGb/oGQwiRFKJCQjuEoJFLx/gwf/eMwAcp4sLFpajtY5d6kaWjze+4/fLxQXjJyY
lP6WcD8KWzRZkTvJeCBrCr2VnKQGztg4Bzp4e8xZhSnmkhQsMkxHR8AtoonATDpuZlq7tytooWLx
Uf7wx2HrE0UYm1K2Hw9RpF3kwihd4UM71TeixdASsV4cRBtrPry/1HIhvk4IPKEDfmVcg7fsm7bR
FJlDPtAn9828iR/DrnMfpqjtvoVDo98ToyHmRabx4YuMRRlKcpkxqCE4v958Qeh4WViPNDmx1fs6
TjPsG7hX399/tBPfapHWpZ/42ylggaP9eccgDmLBB8epy6KM3jbzZK0ZCk3r/2YVQjLlEzXf8Spl
Yada0rJKrZJgw2cDwpBn85lVThxXAtRSmi2TVWYzr5+l4fVEaWtiKAnHG8aiiYCF58IedMVwJvSe
aNsRDSkEAf7RvEOB+/VaA1OzaaJR5qPLXin8PTDW1py0a3zaCMZh5Ab4Ox4sdCpgJqyHwcx/UKp6
nl+NVr3LtCjb2LUcHpJGmetBTtaH+8RLtEa4YfGjAwN4lHbVdjFZI/myL4YOXZfC0fkl8bmo9TaT
ZBXOAw0fxqW8zNdvIayDAOM5ziC8RvsZfxF1gagKwiYZtiErLsj4zCc+sV2R0qRTuizKtXD0iSfk
x8Ky4hOXUCcxHhfzFirydGagcmoVkqGloUDVhoj768cytbbt5tgWfurk4jM/40sXdOdO3olm9BKI
wbgz26aHdSwLOrJlJtkuU4yitK6hA9kHe1blp6ZGNQKqdaie8zQtV3WuimvYu9mPOY06wJt90lxL
J8rPRLkTx4dOw4IUo/dEi/doy0y1K1MkRvmYFJcPVu7Eu8Ku2k9WO5tnLvUTS0GXoHe3hAPE648+
o4XPkl6bYDsSWGe3WKohMzxh+QGfvj5zEE4tRRsKKAooQUqqo6VE4ah/RnA4FlbfUXxodlMSVOu+
z+LkTL5w4jjIJU+nGUhSRpvj9b7pBm0KAMLQ3YAJua/mMbmJNMdbx72tbaG0nxvQntinzExptBLz
lrLw6It5FhWIa+T4o1WBxBc1jvc2PPMzse74DfLOJAW3zoW+cAXE0VMNraxap2aVCSrwvmphCOpu
GD8mmfZRDCFCefqCTqDdz6cCHv36BdoTY78mzRh4M7VbaamebMamLc98JuP4vS3L0ApeFMHxmwCD
83oZaMcz6gws46ahL3O5SyH5ijhbY+W06mpnszjhjkjD+TIxMDcPPs96iLtrjRzROW7U27fLb1ko
IUyAOFfHHRQzm/pZdxjeSpUVKxFaJtd86+4KD/z1x27hBSPH+6WLAioDqsTxh7RVm+YxiAwYoMmF
Z0fNZWNCdv34KswaGLT+nrBbRxmFyLIqjzn6ftXY41dDTs1zZakvH16ELYmICyauHO7jtzbBZC27
Rocu6jloK6YmRsTImH70hS37g+0ByJ8uKYu93id2ObRqHHhhqXCrjU1eeykVqiZnnsU6jhu0BBes
Pk4HoC0ocZb9+kfybzZ9PjDUFr4N2PmlANH4tc9xgZvtAiWW2XTKX23pjZ/TMvC+iQFRGhEXCXOx
IUGqLQK+1vuBkasa8xRnuiPgyWqvD5lzkfWj7jzia1riMadKp4ZHn2uHcC7KcO/EZXvXGb0zIk7E
POhADqyulEpyxvNjL14m/A/nDe5nmA30BcJC2jyJbqU4Kg3NMd1ssKZH7WNdm0N1FckB56bKjtq/
RR2Q52EU3oX7cughyHCHuPusbrRvTedBo+z7PLFWo2nHcqv0LMXyInPxtN27eJDbq4KkNLwdvS69
yWC2PvWWUXSrdlEKgZZrNcjqqcTcoq4/IwSsT3N90K0MIaCxyPPnou2QYpliLBM9e46v87oSj7rb
Gt/KwUQmzllcYv0mM/J8N5K6BBtXogJBQpB+RWamwhUjGi1jW3uj4V1XSUDci2KzSA5JGmU4I5LZ
oQXlJtiJC3f0NJjOJlJ0mlGqfN3CcXbXZSKjfmcCtwo/R9UwtqvaLnMH5GSfXebo4iVr1aKwSuzu
igQSvVaXK9uuhm+lXhpPYhqqfpVGgVf5s1LeoyVHuzlEaBO9RMhykUB7Y2euCG/1vYyy9M7qaxS1
mmDMv5C2xKmPPFkRrKZaIoXUwsKooHvVg45oVlZdm5qwnkyo9IU/Sjt90vnv7PO2x0ZSSxEk8Ea3
6rYofPT1uvcCwn8CqhkZs3xOSQxmYNg+qkBDg1JQCbc5rkz7e5Ao86kP4rrYh53iT8CZRiqucmT1
Q4V1FFyDrJpTdHg18RjqqT5uzDwJnp1q6oO9Y5TRg9N37l0ZpOKQTJ13iCOrRs8MFWQBbM4fwGJ/
nbTAfqKF30AKsR1YgppooX0Gs0gYASE8Uq1E0qMzACwtH3cNnY0fOnJr8brMh5HN7rqxRhCste/c
bekXvKu8cpV0qHavXCAf48qDm/xQy34u11VJxuk3TlXlF3TPwsm3jaU9RvWb4hof9s5T3xSJ4c/8
+y99P2b5DhWN8Up5bt34MG6TPaTiDJkX00JqE1UFw8ONsBp/tGPmfB9akD2bZNSDeivKJHoeaTao
dTDYxZ0N0MZdZ3pRwxc0RjdQfqZKC8/fpOyiDeOK+ap243y8BUdhf4vqWGbrwVOy2rap3baborVB
OFiVcnFsN91kuJVNLcSjzIz/Ye/MluM2tqz9Kn/0PRyYh1sAVZxnSiR1g5AoCUgkxsSUwNP/H8ru
cyzZbR9fdkRfOcIUWawikNh77bXXt5GbE645N0NPyFDSuOyrpZUfLcQ5+TJoHvBJDG/FPqI6Y3VC
2PhxvDl7KwmFrG/EVixzMhtKvio3DAGM6Z4sLjDL60s1rH1bxY0E6POp34yNgDmh22uikORy3uE8
JLyAWdabKrai5eJYK86HsZmtRHpdMcQDJK/XCebVY07unY4jPouLxinJHiJnIBSXHZl6WzpaeeCT
VVK5S2y6lM/4dSpN8cWyx5KGKhchVGs1YqLYgOtee4VZW+elmJrrtlewoeex5I9HAuWnuvbNJ87/
4VM31kxLQqf3WC6fu92+1HVv3bwO0RE+RR8dnILlatoqJRXc+GW8K9eSPA9tDuRXYh3lix6LHR8L
IfP7efUFmYOjvU1xzoi6Qvfec6+MRXnfq6g95m5QfbaEm9/DjPRsYvtNwtwyXfGZ5GbZRPFKewDo
PitcnfZb2OZJHek+O5D179yNdW/b6VhtS5tEq91ADQaPvKQjZt+cPMmhWuGvjWRIXqCLViRBblGz
PK8qmx9ya5IsnZAD437s3XkNiYwarU+Z5Vqf1MRRcDlZnnY++35DK3wxZw6jzi6MspuV+3dJlkbZ
bwbZVg3nv7CDBMen9A7D6sl79DSuzd5RgzjCFfL5sK2wJvozqoYHERQlYMlQTuGZPdDdECkVRfJA
cst6q4DxEJAyU44SwWaymNbrxr01RNY9iy0g4A0jXOBd+sU0f8PCtfWJKZzlSa4at8bL1FR9cdET
8PqhZjeyUwB9TKf+vuaqI0ar8LZLKedli5soY11jHzTZB26NAUQu/TygXwvaBRFJZiiS2bHkpVNg
T0v6xg4vvNEgbKJhW/fTsnEKkESzhl+MAuc+709X3zo3swEze9rWxwGxe+OUcXH2inZePxtRW3wg
om0kg9Rhj+2Qc0OhhVeVUOS1dCUXcF0Jok9R4h83wdQ8mOBCpVjys0vHMCVcHpPMsdjNyzU6eL7f
fRGQkaezEC8OgfxuT++x1ZO4EGO4Rxf39YA46xYz0ixRJhCYDcDh8aIzedYvUjyMlli2A4+wfQsw
XL3zOeqjp9CUgAyG1desszJ/8lKLZUHr4HLkPXRaEGdeyKkjU7B1DO79KGA7kCx244o4ydkgZKOf
CGcoi+hhy2a45abs+9up0gruc+AWiVts2cHEBx8lfTv491zom06ahgf8u+UUBfR2VPz5dtW4/G4G
DWLnbsusRW/xOGXBd7fyDOM46S407yxsseVhYMXE/aQrf6zOuKyD8c6cXMHZYXGV3pD8Utq44H3I
6cIdOPuE70/rsRBkYLwOttQrEWHG1J8RoY2nSgybV94Ylb1ajwDjPfuMhOXCvqDlaaeLYgsqUjML
sXjHrBzyJTGiavmsunGZ7tZych6JXs6yFWhN4YbnpCvN1iELMi5VOmKveZtIGvr+10XkH9oIeHMB
kgizL/7zh7Uoh5QUjvOVPYZ1aQ+FXRNU6+byLvCX/P6vX2rvjn6vhlKt7sOVvWnB+M/k4cdq1XAs
fCPORjIYLlOeS76f+srhWnfhWIOEyKZLkQ/2BQmt22EYpubw16//p28V08LOS8MI+bOHYJFmIYt6
oI0RLDz3o+d86DNHkyCr+r8Ze+yF989vlWk8LT2Z6iEF7Y9vtZAEgcLvdeM2YwBsWO5K5tao/6FE
wQcaojaZLP8wXsHs9uOrGL7ZZMHCk8seWnkoA6qvac907kaYun/92f3J3w4/564XYGNi2vCTGrKZ
YbWNG/ZdYqlN5GwHc6wnxBqHhc8ycFSLY7l1xc1UBt0lIdbh+1+//p99oKdhDpYHkiR+fv2+NIKG
Eg5LeZj1Z+uaEUXkMUb961f5syuEtRdUC1aHsCD91N93U73RSS0uKdZtd3C1QQBgQGGxLln0j68Q
xHmGGUwgsFL9oUVUoztJ1YRYO0RUHjamAjf+4IXf/voN/fFj21+FvQaebKhLp1293zWIVmBRwaA4
ERaBr9qeQ02GYjn+zcf2R12EeA8TbCWuGJZwEdF/vBCFCHEf5LyMMVTLHf13cCi9PZyaJHnSaocu
vNWDJv1+nfWtX1vGoV2lBDGE2eQiHOYZoZnUqsCImr8Zhuy3wI83IpN8H/GJEnu3g/50i9SsfLst
BTTh5b75OZ8940g2q3ucMkr0kB01Qr2m4u+MIH/2sbOhj7SGCxpLxk/9fxatU8sjdT/piIobauLv
F104f3Oe/emrsHPHSI5Zv//zIEvLaRk5Od14amqC3+vlxTT13w0s/igxsJu6B/CgtqJqh/st87sr
iAeaCHOf5wP+/YicSGt6JXfMjK1BBg9tbelf39Q/2o//z5bf/7fhuPcljr/YgB8L6nHx+YcVeL7j
txX44BfcxfiMUR6pmYHQ/msF3oatjfmCUCY0oH3q/O8VeBeMN04dTCVswbusTP1rBd75hUfxzhZj
P5JZAjvR/ygyIvz5Ntvnz6eDbN+E5LHEL/77q6QkgNYcfV3EucTdeEkwrHdP0GJvcN3Yubok4DKf
MAs2BKOS8ghxLEhnuRlvg1I0u6p0bfXaFwoEWEMEpV0ktPO2umJBuXxzlmguLgvtFBwRFOvIyBVV
3sEqOj+8GPuyEpdqarM9C7q03DOMidkbTIfsHtFD1gm4QKtLDW/tZzQxq/46do38RAi2FSSDHFR+
VtLWPiFE9GsqFEJzQuZ8Bzsv7Ignq/QiHpzeGe+zvAKp4fnU6cQZqbyFmCa9gmivpZNpOXbqyo7G
3LssVyq9uGJW4Z31jddZHwZRLt0FjzEemdUaVcwRZJPnF6odoyydXZXnR12bOW2D2UfmXeOuhjqr
vaDPjzJr4LJtOc1G4geqichMNhQrlBwqHPp3ZcuElN4gNIVPnnS/Ll3sl7hAY84HNRw6fzOLLm0C
2qeD16rOJwW2sfa2UJdeF0/rJPPtKSjbfHieiQX2NgAGXjGEX2yT0NzpqiHRwJwe5mAoSNroGZeW
0S0Bq/6wPNqwPylQ6wELCZCNWcPP2GIxuay7PW5+acuJfsjs0Zjk0Cia/5nV9ygZJgIGWVNQUXCU
kMemA7Qj8h1rv3e6q85jwnMlpkp+wmTUlkT7B0Uf3i9rYcE51MU6xSaBtfNTXnG/HNySopJoXdtq
Htu+d+SNg+okz4JqXpbEqUplpKhrG1C1fqLVCllL90nc3nD1OPSg9sU2kmDqE0a3dORpL30kzlfP
ni6GZtJDOo1ZtJH52Io5VaVnLweXGXtwJFUADZU9OtO5tNfCbG/adaEVgzXRPEdNPexBmXK8z0ly
nlPL4ZqD5BC4KZzeYDgb8y28L4ZBW+mARGVDLsnna/5C5Z3wZNOdRxPqIzKy0K9BUC50sSwe7det
n83i6Ju61BfISJlNYzKRfR+GQ7/gKZtX+0x7IxYmtxQO/VtFTCTzYqXtT4wpe5mGAnRl3Drz1F9F
GlRKvJJJxL6eleWderAiFTxGVreIcz2beL77X1uTWZnK+mCokjxi+9TJ0FzT1chTh5NXe7eTRdVc
kZB5aoa8NRjIWBGnjsnEN9zkCXgI2qpydMPilYEKTdd6asDGUzM2brnZidg79WpiJFpZJOOvrdyp
rfNOLV7R13lGpuep9Tu1gX1e0BH2cxMlzt4nTkAZigSnoLq19j7S6K3FTXDKhw/sGtNoVqem020H
46o4taLLqS0Vcm9R+1O7SrK0+WCfmljTKFYvDXPiPTBX741ugF73NO3dLwHvNMLTqSlm/ah4yKEC
n/GqNM3DqYEmLZZm2j011v7kzsXR3Pvt4NR6S8l8MS2XvSVn17/7AnqDRl1ke+O6mVEpE4Mc4Mvw
1NaztDc/+HuvX5Si8BGWuPHREQbogm4rkQbygInsoT5JBkEb5h8AH6yfBxzq8hDWNS3XIgZLH/uT
7KCkqL5RhiJGyF2X0CeJot3VCv8kXPRWFl64Jzlj2ZWN7CRy4P5D8JhP4gdJov20U25C+9CeBJLq
JJbQP5uXzL+QULhD6u/ka1VXahdZ5pPeYm51VrTEP/fLk3/SZMhPnr9RmqPUCIdoszgvdwGnWN3b
7qTq+CeFh2HGRDruLvz4OuRhYE8mmngY+kN4Vpx0Ioan6mFjYzqjSRlRktRJVeJJhsIkOfPum5Pu
RFYuN1Ru73oU2GjrjUVuzTnhTuuD8rrcODBeyFxYKJ09hXfEnou5j6sqIzTCNnHZx5s/RGObdJGp
PZ0SgMSfQLGi3UF3rl2edCGhRi9dmYNaz0YOrziwDZit1hiiY5aYj/Sc9EtEULpbqALdz/D9B1FG
YnSOrl+x9ShNbwt3JJP5ogzcUZf+WpKL79ujzWpXFNZBEjWu9dU2FYEWDPmH5rJjVsBOEntSXQqe
gQRad8QbxAaiY31tBnNTqBbQA2LEl3Fizx+u6Xh0dKXI4DCaDI4MsNh4qcNJpI2Uzg0J2oUkSLUj
dulgkDONjYUE4enDErnTU7bh62I6UvX33AK8V0zSSJaRMuaLWmS87QgiygvwFuTDXBfA56yhnuhc
7Tyarvxpk0SRe2zTyu9NIYLwgmujA7pAYS9jYHLz/kuuilQadHbwFFjVqo+BHNYhBkw65c9G4Rnd
rSnIpfpSDmbJp2u3bd0SMwXnwT2Mm5Ihgn1IkEKKj6g0j10x5vZhCDtdJ0PZGYQplxzT5Aha6GrV
gr+fnYNMoYlT/MLRIVT3XvLhybhu99B/IxutLPHmqJAHyVb1Z/7d+jGY4d2tpQGB2K70+ryYc3C7
DFVookr3/atnLTZaotaBc7ktdtjGm1qi78ZQbnkK3ri5ZdtGPEWrO97bUdaFxFhF2wusLvcTv+r8
Vhpqu0EpJsMqUKJ7qPxCPTtzB1sjd2gNjrXL4zGeBIvX+yXWArigCeS3LtrIh3AqMJAUEXDMeKBJ
pZSBGanZqM3bIa507YKNqvV2nQ37CMpq6vycJ+oIvMOf5dEXPVHghc8CRsNbYfdRSvVoeJoEaeGY
7XXEKAg5KfTaj9Am1O2cZzaRH4iVj0R6DV+XYfAepWQ8lFqMrXIyXzFXxD7wDihbBZjHCpPsmMzN
0pxt9bIEFzRa3sRfpLP8WGivbo6mU7Ukmovu0iChWwG2WLqv41Z4DEQLrV6p0Jh0NfC73zlgNY9i
Fws5Tio5rsjImborgq4pEpTjXidcJ0SGWVFmgKgvpuV8ZNOETGw6nevV6WwKzrAz3/2+oHOdxUJ8
pvIiI4+Rz0yCmXu/eWbc7zRXus7LAItKSM3TNO0IfMRX/nAWFeFq0EjN/ptpSSZoq9P6zXXBDQrm
I1Ilh70xQZWpRwuMzwZ+qEmxheUhMcjMz2IGmPPbxDjotXSsnh9bFyuH3uaj8JoUMASjRVMN1YON
hzGZgs34qqZQmHHp7oM9zBN+FSvBpkpaNwMmL598/A/76xP0qzP2JmP4T6PJPmiTMf/oMlZieWL0
kwPbAL2aM87prfM2X3R9JJ/cZ+eeuUY62trpYmg0EnZQWxs3U9Aq68ygGhRnfrRRm3fMycnfLiYT
Kki2DWk71OGhrVQWHuvaIOk9c4f8bGX322TIxvjOH2LmH06VNOXkfWt5S+bToocp7RjDNh/bPZQp
ijPXFdEZU2H6CIKfNvNx95wFz2pwI5GSBDNcZ201G0k9jt2DMVpRzdtb1EvUV+x/n4kozIfjuhmK
E1kEreFFsb90Qt/0i92B8FuajAJwldzyJNxPYvOOMuyjB7VF4V2uGq4RUUz6MfP3COLW6SwdN8ig
ZmxSRjL7tjGccrKbrso4/muqhd6t59Sth4gwvblbP4Z5JborUr2t4lAXEEZiv/Yhd5VM2z/Dd1u5
PNaKfB0RZtWZzbKHn0rwLSWDSZX/Juf8Xwv+X7tz5X9uwZ+Lb//v7HP95ccmfP+eX5tww3J+oQN3
dy8TT809Mfi/u3DD8n9BYCKACbGEr7Em8+823PmFPUPUU9a49q57Nyf9dxKd88uJVsmiI+MiprLe
P2nDyXf+Qe3aNz+RFJHzkNkdIjHCn2RnIE3WygTwwdaCHtBgZPipoRV/cDCFwF/xyqzp7lyLmvo5
mKMhgwzZR890qcvXrSMsPs7NsLzcurDeXQ5h9QKaAcnQ6MroAlSJ88KI3jbPnN5006gQ2yNrEDTY
JrPZ4rInpNa47lndLckUnsSHCRn6k7KWcCZmXC/j0VPZ0N8IozAxE9RV3ifKC8MxbkzqWZmB+NY9
wKJIhG3DCZszjxdB59CtsYdsESoAPQkk2VLTB9cYHRA02WoHFpK5Bz/iPklCZSgnWacZi94aRkCt
yW1X45EfyYOx6x2inFWP6hq2ZvY+kFnOUMuWwPi20i3yQ95YbZaWzrR7whna42Zw4Q34K9n0x8Ef
mcNm+YJ3xpMDEF2DPJcuGee5xMQr9fzcmcDLRw5eXEw95VDcTrMLcMGNqOoUqAqev1av19Qae6O8
cNxiPRjmPth1xqh+keVIFPRSu/0LigLhFFbUG+LgQ80GXKZKYR22zq6a1HFm0FdBqIJbYXBExoTJ
Mkw3F5hS52tQglpaFwyuSR4qqc+NCgtSkkEFSGbgeV89q3Bz/GnUVCkIiFXHwG2oMnFdlGaydgvC
N5nl9sIY0gzypJcTJrcQdvDzyPK0aX0c6P14/nSSwLx58+R4bsEs2WLlz1galmCqrisS8sdjACqV
XAucavWhqtmsmoWZXzLttioMChS+FCTRBuOzHXnyy9Iie5/xkJ3/qlH/36H2X7uF/H8+1M6mz+O3
+nP1g7C4f8tvZ1oY/oJmR9ZrsK/vEW7BmfJrGK0R2b/YNgu3rElzluyG43+faQHHHSuOrDrayNvs
zP3+TGOnAgA0kbQMBHbm+z+I1/ROFv9/K/ge4j2bE/Ye+8nBxm7eTwK0JNqOBaxGnrl05Iems/qY
zW1JATPemyKEO2p5NRdO/j2ETPtsBso4jrPxoLPgnHAGqsKiG46uxmTRTPZ6kXkyv+CWh6LCdtch
k8XZAvwnx5KzAG2ynC/2BqR+danJpnX5BM6aJnRE5SPa5ToUwEw8I/ASnhEPMpxfm7ouGfsvnymi
ONbknH8PdDgf+hUKEfa27x5lyiEvYYiMDpQQcgDO5q56agLDO3KUI84M06oPKqQgpO6kBRqckf1e
qyq682aY8uO4mM+5xX0FqxWvTRGGL2MESCWtcrcRZ6TjitgJLPm+jt14DbDDOfJl/8YGZPrQlR39
vjOU1XlGRw3jrybmfsnajeZA3Aaddav5LG9gwjVHeI+Xc4+BG9+inZYZAdVGX+S4VrrhCqiGCOKm
6NuzwlHeJ1YMnRSSq3lTWuq2K60PUKsphKUEYtgY+XcWlNUcd1F02+ZAcKe1c/OUFdk3UkyHFJIC
u3yAlOGNNMb5IjEBynx5zWtx4w6KDL3a9T6wR/XBI/rgnByg/KYp0BiHJrQ/t6qp8rQnqyelGSg+
VQsdOEHshEguch4uPdjj5uKvX5FQh2vhVv7FYPnra9sbwxe77T+b27ob1zqXkznAtsNUU+mZvOKV
RB+UeOwSLO8ESYnifLF4RnQXVQX9rtf2lwFjXUq0pn8GjydA/Az42CImPRzOr5ub1Reh3OF65Q5o
Gxb/a67Cnevuy69CTTybxh55+6HAIGPcjEtfjuejRpVcwBvV19kyGgi1tCqX2+yVXjJrgDfQPqoq
xUCesVCW9zuGzMi6lyysZHk+YeF5BLBRAcTbMTrmEgAh84LxesuJQJma6ZGxvD4Qv1lglwjmWG1F
mJgqfPGX6jYKNZqDsxLUX73Y47Kj6LqPQxYNqaPWJ6N33SceR/IqaIsG32QPxSudhjWbErMI1vWl
I7Wuf515ztx4vROej2qGO9dMw4uGo3kUbNq9h7osu1RGxvbkDzK7rAV/QMC864uZLQMBTvX4VGKc
va7JbXw22zo626e+oAwxq1/ZrLnFUxnORzyB9qNsVXWnB1G/Oiu3bDW15nVgbqVzENNatnf2uhhc
D9CNj80SAlmpfX0/NdB04tXGlk6w9LzgVq2N8mw2zPacSLsHpfR3M5t5Ai6tlQRjBOEwnHB342NL
N+HgT0BjBw8JwDbLsP9RGs2BeW4sd/hnp1R7rryg0xPn2MS+wdDRbMk5zbGfzSOu1Sium4rQqwaI
XcMOTuI2rn62oPQ1GVDJAGQdbTY88dx4zER+a5fD18x0xm9jobojnbxV0Ea4MjPmK9cqCuPD7t0o
xLUCklENt50rhbceWC7byvUw4IQQ0dH3MjtqUZe76aMZOldgr5x3R0n5lWLGf/Xaxr9Ht3Mv+96K
RzXeswdNWGc+hnBogMAZ4Vad9zQs592mIA+y/xE8lMJ7H0fqxVID76T2OGuKOTpUdGRxlhfzx6HI
nNvGePR7zEBJ5gckdXM+3ky9honelOV1FMrijdXn7M7pt/mGTju/mXYT1sF2muxYKMO/radh7A+D
4Ry9drtmDHM9ZsFVOCm8p7r5Yq/ORWRGFCBDg9LRTfBKtbjIMvWkoSGmQ2Q+eJu+ygBspEsHu8nB
tYnKo/XRkL28bPu3XmPpwU4Fkawar5qVEYOqMnHAJg6YsSRCxaid8mMdmBMcXLPBfpb1BCBaJU0q
0xXvSJOOKI9NVMdZENR4HqFbHrIaKora3ivPfdDdAI3CdJb5oqs7O4U943yfA+9gkG4YG9O8Puxn
ZkJY+c3mBvO5t1lX/L0ctGuzvRANdiSv7ycwrkX77Mv+GAjfugsrozmH6Ky/4iitjigq/j1sD+sS
I+gTze+aBGptnx2forVlVJx0pgdTUwEl72yFyY+lwAPXb5dg0qRbbWivK2W0j/Ogd4WlfzWNsLpi
vhYcgjz/yjl11D0UoZ6Vri+tViXj7ai2MRv32xN99Ucvb4PjnqBOdSDTba5e8k7AriTZLHWQGvA6
ruo+tzXXI/S8pNoLRpVdAy5cP41bLVDXkVOdrDKJsV2ATFHqtsQ04OCqDkUdLXejVScsAH1wK1aV
+wY8puqxXYPjYQLOs/I5GPMPmQvLAexzmDJQesK097rNi3yaIRCnmbvM19Xssds2D0XSanjpEyjw
lBpkTTyX4YQqzyzRAEfT0y28j/oAdjq8isouinGGrRej3axXKN3WeTXt9mGX55iZhbzRZQV9FQXl
QazIaoFpYv8D5il64yE0J8WRsjZYjLM7mVm3MqD8aCeyWaRbolEHQM3gsOmkRin1d3/6OsrsedLb
sZzcV/ijiSNmo+8fCz1Bq479wfZK99KZC8YJMXbDEN/qihf6UASZScxFlcszwwlnOyU4Lxw/D0PX
3K1Re9dY9tGmxJBV85Gjmygknz3lcYYdpwX68aiK8shsAAlsdl+s0fbOlqE411F0Ywf9Q0uWNHOU
9cZpGdg6ecET0L9pJacNqxSNgrVo1nFhiAvkERW3ImyS0GqO5dJgd3nhsfp5nnNkX6p//Jv+Lure
h1gX1ApuOR/9w2qOtwPmEU7G4sqPVsKGxEGT7DLM6n3q8uImnyP9ZCzFPaXoo5it4ljgPTs3ZGui
A0qXIoqnnZ/ioZtirnlOrjCT7z1cwadulEewWdRpZI8RAp55H3DrFinoYLKG2il6Yu2Sz3KJvnnR
1NxMjFZi7IjvetjqY6sD9UDiDUvWYTZ2d50sr7EumSONizsvdpFG6yrKw1RReB+6ia5/jNuWdvkG
brM9pWOoW3nrDoTW37D4WRNp4Hjk810Y0QhcD2/haly4kO1nBiOLiN7XdVhhgZ3agH/UEP0HaI7/
zIvxvwhEsHsX/qJd+vyl/YHbsf/zX1sly/0FRxhQgT1GHR+y/S/1J/wFGwXCDxIOSg7uMRSe37Ad
oAYsjFFsm7M/hXWD7uU37cdwfiFHi8CJPZjYZt+dVdt/0ij9IP2w9OYSwrNnyeNstPEC/mQ5cquQ
Opc1kUL15YPbtkPaCQZQerCdvwlm2RuufzdkIbuQDNRJ8fT2rbA9t5+v/84RNHbYjEEpx6HVEcTU
N+zOQFI9dEWmDr/76O9//Zm/z+z/Uc767ZWQzAi24YPCrfLjK4WCGa9GzLeLPkvt0kVC0atO//pF
/uTt7NwBdrXgOtEJ/+RszL1Q9QoByBNBf05YUH43rChGcJXZrvmblzotAP/w2bHbSa5BSM9M0gGq
34/vKHM6xlTenthMPgc6Bwjym4i1N3nomdB3KWMq6pl8G/xDBcR9uorcMGMZRGzOjvWl5Ui2WY/2
jksd+jjMx75KWClgwyWCorc9RZMwnQNMcdx3JQRlm3zFQd7JxbHV2Wg6+TvD3Cinu8AEHRttAPjb
y8Axoug3FiPyhS/aee9/F83GptjAPvZ8dNrZ+y42YQQJP8ItH9a654UtYVhfXUMLXAaOzYTJWBY2
GmRXReFlVgaAQWEpqOUW7KSPHDjzsx1kdCaDVj3Tg7Bj8R6QVlkls723jlpGFeYbGaxvejDn12Jw
A6LO6UMLmDBziRLY7BzOMXDqy7nw+uWYBebwrUElyA6VqdcvcwYDm16i/o4l3rvpW7kI9nyK6VHr
cIORmNv5zBt3CyOJBuEBpWndLtma1vgyQMWkeKjlh2z0FPBXN7N4DExMHtgXJEfyNSzLyjZTq6jH
1zrEtc1eBZ90E8ruE57j5pHCCjo1LVR5XRtWKJPFDQhgGBkQvyoktS/NIMQX7prpc7FGIEbLrWVh
IQPPNu8LKMNnovE3UNEWfxnTgBKKjYiJPZslq0TwHPvlbY/u8s5qxk4DcoITvjFzcm5tZ2AmofIZ
mpTtjPwS/SxftB2uPcgLfbd1S9GSEjnKp2ZSoJuBQrgfrVkbRmxNa/9FRNH4orNq+dhLIwtj4a/i
ncnr8DQQKFsd7RVQrpJghKm+/cqM5Zbr6zDSfp5ac1UPcdFp85sJ+/B9Zmel3MtXQmbMWeVYKOx+
Sie3oVNG9AWEnjWldQkSGlpoNArjurKrzEykQOFJwClnxLTXXvMwmkAykmpTTpZOarWD2GrzBnAP
9dD2oDdc6k1tzZ/kEhRfsOTkwWOoRP46+WyLsEW1z4lRfMGnrgZFcNxP5mLx/+HNH+Ze4neZR5Wp
WJdW9z70g4NVUwTTK7nLLbVBsDA7bMdmSdhPrDYGlJryfwzagJqvNOStsZm7zXv0UW8qvdWPoL0K
ePMusWYRxt+WuoNVFRJh5fppLgVuoYoEGifWDlU7E7aKu6ziFasDu9/dV6sYTEIJoc+yJjcZi5sW
OKU+KMTvD5JjP0Jx8Yuvk1vBSSqGInirnd5/sJVjuUlbBRQT/DKS2bKK1IPJRqd9xXI5JuaRRqU7
VNrk+jc7XINptzmsM0Zu7b0NpAC9h4Nf36/dVLbp2nZcN9GQG6y9lWbA8DByqPXpJgoVb62eX5nK
tkgW3H/vmgvo0SntV7wf/LXkOC23+EvWb+EMfjmeelxVCcF55DlHMgsPjK2bKWWayqSLba/JSPtM
ux8VRyYoc3K4Ym9ylj7lwFH1ReRnzWdRr7kRD76TcUXlK+xkBtU48JzMgfhUFF1JDG+3Kgq/yllv
2rofeZsurTnfV39wjJJ/YJmlrvczTdcoD3Rhm8WloiPtIOG1/tCnWmQGNXwVFcNBVCujlM2rqoON
ifgx5w3IIwa5LQk7Yul9VdkydfGBBMfBd5eMDcm21EeI5x5QwBVT9Nk8eHBi59J2ltjHkXKFF3N5
s/AE6sSqBb8TVfvCmlY32hxmVSvvvcwy4J6bWPoj0ZkhphSds5PoqfqSRTWzJffBUl0qmDqC52GY
TeY/53OQYSR0+ot1CpVzmK2gYYizaDOKrbX37tVcQ7zJNiXeXa5WgQdlYkCKmljVgE4nZ04Y607U
7VNUvFUdEVGXuvHybwRTeewceeV871Z1CaK6JMMsoeDVT5PvMiFFCO7Xwx5E4Z7LJorQz3QbCRrr
FeCjtObhPQPpUhDiPzl16lQdh+/AKPY8anI7isXSiD5lydh9adwmZxk1COa0EIb5bcrangABy6Wh
mOGsOuFaADoJ7NrE0j065waK34V0m5CNIMsvrmdVEI3rZO7VOnnVsymr6IvRe+qTFWqWj11jyId0
UWN+49XhcDs6ZueQi4+P4tCGoncImSsE5hBViQ9G0JlfllboR9daVJ0w2zPkGZAecV/jDWgTd7XV
eycX6wXRgynKuBgoOdncl2XcswAroZ4E/ReTs+1QTaHTpJOdtV8aViQfWmU6zICVdc9jIbgdOmWy
D6RpzIyAiGl+/oo9pphJR/THSZ3LcMF8tPj7dZ4rHjJ96aHFLShkz9lQF49R7en1qHARf5X0bn5i
dZVvpchKG4/dgPMrRoNRlwZ6B34nPzDJMcPD6dBQ05Ik/5+7M1luHMnW9KuU9R5lgGNe9IYAJ0mU
SA0RUmxgiggJ8zzj6e8HZrZVkFKLN++u22qRVVYZARBwuJ/zn39olKDaNiy+nyVPo0EBTS7HolPN
aWOK0AgXpLfBA7LnhFwlC2F3IKRH7KjwRRI4UT4gaTVfw7KsTSS1Xb8rNIOJt6SJRsdmKUq3nL31
OmVsmSG9i6bvrE3lNWcaLsHoVDhAonaMm7WqdCwnOUsT8t+KqHmZxtiPXZoqdoCw6hiMZ7Y23Jla
o6U3+DxPnCliRBZelHb5orP46O+mPDmMOOS9B7JK4jMHBeuIr8937M4Pf4hm/j4iTW0NGCh+ReSj
oWbfkRGEP4yoJvga7FXaaIWvr0I19WqXySL0wQHj+gTqacfpgLWT8QTcpjWOnJkt4hjoOjBYq6Et
ViauF+mCCQS/q6eatBfwGqubsVJnh3sJIT47Eb7LPFNcY5p42TUkGytkfTMNzZD7xQeECkl3XStl
iaq59IGS6L7pENHP8+7gsdWM6XQ/GfEe1cufHaYUiTSR6GRZFandw5R0UJ+6ICRoSRZWfE3wRG9s
K6ToqLxNZh3Lpg+7feQLka9bzNKk62GEyLQYelNimlr6U78gjqZ6LELqTvgIzJ2ZfRbNvunTLIAa
YlXk14ohRtBv1Chl9AiVbtXOXAcEjMPPTOqF4Y5opK7w3C+jRR/gJeFocRuod0TulSoHiSQOoiYl
cIXd9Fih4yVieN8Ig5qoLkfOLnkSFrRY2exWYQO32Y18Jk+30HeIYB1pyyNEfYqR3MLCGV6rKC/F
QudcTNxYUs3AjQCOf1dCQ+4BF3CwkJypyPUCDcI4h/x8z+3oWyULqzMCdCuIWLUhr3/Pdk0MfIwc
HCP2JdAn5pwcOH5d1eAVttwVjlQbRu0MDXswGlx52ycJ1k3MDhILvbJelIdpGOp613RqRApT7ak2
2la52yRdGlh40UlFF7tJh24NI2pD/WnCOTKXArKatvQSW9TAZDphWndhk4hVaxNss03HLubDCAxO
oClssivVjgapWsat3KSrEH8lhS1HdNrGM/zGK9zat7PWMdHbpW5OTWG8KgHl/8LzaEI4l2U/M37W
hQn/D69Si+Og82Nb2zEtl7gvLymeFY84J7AZWIjfvD4fitcQkmK5n+PazX0hNPh2cuFzBlPXGfHb
sXv6R4DFfw+N+H9NGYKJ2h+NpPvavP7rDQ+HZpxDUf/3/3rI2yb410P7+/UEmTj+qb+gCVX/N40g
ag6YH4xdj5Pav4a4Qv23xnyW8S7JBbOkDWXG39AEMYiQWFQQDT5aXLEMbuJvbII/BMqBLZci43Zj
GNo/gibOxSEzVPKXDcrMjFHOZYo+axzILHnBE0d+ZPqqLjNIKld5NjYunyQlOIRazfnjEX2CHWCq
eoJTgFLwSPC2tBFIzqaFxtz4/4FT6HaqqWPSfcsr8MplG1v+sOaw8J61IixsIEqUAXPYT3KwOxN4
PA1a81Fw3vxUjWlcY6Ku6lvcd8JkIxlhpKyLttHFt8GITJorox5+d8C8V6bh1fJKjTT+ikjhUF7W
bTP4q6JtRbGuLdXYASl2zx4R6rIjAXWC+hF7gsMbLcGd7/MYHBEZer2WzJaptJfE1i/qGRsNg0AJ
hO0E5HcHHo8it04uFYUO9svhlLw3oVwjdWk9NS4XEdQcFCIkiwz4UpfxNMDAzDI8LrcTr7hOttbA
VOU5sGFzIH1Aql4CqAS0Gm5hUQz+winZ6918EkV2EDjT/exR1r+AXBbZegiKSr+3wlzdab3V+9/4
vwaKgsGyJ2lVlaHKIdMqABGaEukPudIO3xgfwOnox3oqYrxG1WJl/0XrKwFPmZ/4qd/66zSohvvi
yAPM5dpa2oKWwg1moiBzRziD5pE/CEABl7AdpEJZc3ZKu/DINmyPzMOEQlW4cp0bd3lf9elKmapC
2QxHzqKVS/AXlQ4m5TL9i9ioo0qRcXxstf5QhFYTPAZm+lNUfUE/1OvYQIR2z7mNHvRHwawx5iD3
JaZEepvD3taRDDrBkWqpHGmXsTQksYOhJHTM+EjNFEUaPwea0b00R+pmy1jecmXbizP8W2Z6p3yk
eo5CxV2vGSLoBmk4ZfK13MzjDyRFT9Q6xot3JI3CZYdAmh/JpFIL6oOyOKESruw6LTcDfwcxT5p/
PWkgcyIwo7e279M32NWTuWBw7flOUOv4NGOJorn+bLpt+lnmlgHfooOrj9gUOTGIDm0vLFhPaH7r
0HH4BPYyy7qpjpzZ8cifTayZS6uGXvhbToeB1HHVw3fjyLtVGTT+9uuZjWvMxNwMBeaTVoiyXHWT
iQ6TtDZYvPKR0dvP5F6G/PB8h1H11uaR/TsdmcDBWMj+MjkyhDUws3vmL/Xv1LbD+/7IJZYHdB3h
TDDW5M4ol5NU9zfoUviarJmMnB95yUlMaKl5ZCt3TRGvokDm3M6LwVwrNAFceCY522k8gTBOWUJ3
fuRBWwxncMaYuB7kDhWuNKc2vOn0yKGOj3xqXElwScAzss4WwZFzPcHSh2aWt9UjIERxiI787HCm
apczaRttlP6DmInpu3rkdA8iavcY3oUPNGDZLYUQ7O9xJoJ3U25TJh754QoSJwwhZtq4BiFXXvSJ
Yd4qM618RHcHa3omm8NwGL/F7ZS8akcuOuc6vPTkyFG3ugTl0DhT13MtFaNj2VLdLAtpgMqcHJnu
1lBrzEZF5iuuLAcggraCOenSi1DArHDcmCnzRqLDn0/+ItOXsgiLd42P5SHWfbN6o92bSrQnU7Oz
jZFIT9UitdZVoWojjogyqrmeFkBQHrLcHTFZlbywRJ3OIQwUVauJEl8pFoVe6e0qzvipO78qdP13
ahroQWqf3iJ09aJXKxe/bg/zBRhkfRwv0DFQdzjy4GuhvwIbKnrH0kscqlZdW0vfeMkgaVPVWZoT
GyqimaJOTEj1sM46t490JTY3Zj6S672SCpPnsiLowjJ+Gq00BWvDSEMzXnlFGPfxoioIfAnXqIIk
3Z2Cqa+jXV5NYebWVc+UWUBWrDdBJgItcVq1amm8hnLMBH+1Stl5G2tWHLLkO2O010WaWgpMoQn3
nMJVReCtDJEzOuxtMx43HmIUgtvtIMdfez6iFDSLKnMI4gfa3FhOVmrDyw5oOeXqxmzCqd/hOYOb
GvgUI+FHskFQbzI6rBR53lUzc820DqMeZ0xE2j16XRyIl0ouUjhIVUREFtzEyvuOlql+H/XS+0YB
ryuLVurkt1wMhdhmMtRMzLBk0tVG4gLWHSYznHUY5Tyz23nvU90HNw1DwHcC0qxt1DRl4/qSpGX4
bVjYnkZwU+TFUHjtzhoZf7pBpQ4C6kKW36MtCL4Xvk+2gxw0r23aGPjemHH5UxshSToR81Hbgf84
+ktU3PgU+VEPs8TIOccXUqfL/aKkV3hi86iA/USX37JjQbpg8coBRJeg3lamQqQ4h9AcOtuV3twz
qep1pgSYnSQDjmtwwTPztRw8OgTdpJfla1SVaaUT6fOrRn2HDkZr224RQob5DehXPbaZbESOykEX
484Sm/f+kCfoGkfRJI5QC25+shP5V6VqsK/sIvEfCCYTCK5Y04vRoNGnDQFEbZxS6ioOXcNiml4k
QaDjwhZDE03h2B/03rK+TXGJUZNcJqnOqCfraBhkMjLWQz5j/1VdpoGbRHSnyyRDNdCrJgB9Ho3B
LCPSlBmGLMmrous3iU3X425lHyVLthQrjTtLj/pFl5tJsppRrRfotkD7qu2L3wOfNbHFUxu8+gbf
zyLVstn30I+LAduXFlq6bUe5WNA08se1PDJvtQFJrSuLCRsiOtEBp0ZJRQbEFhwCyqq5fG0Hgw23
qUL15rIhdy1YQ1gYu7Sr8DSiMGsJNZDYvihxJoN6TZqvXRlgmduINLjvDDky09Ex9MbVuwKzxoxO
U0p8HNK83Fh+kNsLYcfs6EY1Jo2D3CgoFmpiwMe1+rEc11PIxrQC+8wO+CablavVuEpu6z7vtCUW
Kma7Hie9nZxG9cOVmWamcRXKYbnRNV3qXIYYNtN+rzXYl/DCWVS90YVOEHneTca/bOOTJikKOWVe
p8KsC1ipHVkN+sYnVaJ2SGuJvvdoD9h8RZh2+MAotKCNZCoEUk/oB4c+GGFpZUmD9xGBK/tI6axD
B4i/USZZwUR40Nk//HKUHdmQ9NtaDbIfNpqCHaDfrH1K4umWpTn8IHIjEPAiu36gG06kK6vrzDt5
MORmoY9++AZhZtj3ky41q6GIpe/8cmPmTfndo4SnULuoR1NHGlQHjEeM0dJeaSczjihbfdMVs+Dr
ZH4SQaBraPiHIMWXL4ukH1ZkVb8AcPGUQjJs4z0IY+B5oFrYe14f7Pp6jL/zttpt0ekh8iarVEDi
ZaV4z8Jpilwod+IRf3dFdYBGTUBbDIJ6cDlzWntl3eouTEUb1DW3ope+TfBNSlqcCtZdb/ke37/U
TY7v5bm8SOQO/jpGzHrqylJjPiSIqf11HgA5O5T4QOVQ8pLvFqUKMH3MFrMI4HJSD1Lqs4MxAWMH
kFXQevbGyHP8EWbfAta6T9K4jpQNtHYwbvrWn+71JIgCB5+sLl2oWIXWKzsP431o1dK7LnwJuh8F
I9mGivmcseD3dRJpB7tprG1npnrNw481xQkCHxnPAEm73pa2Sapt5fngMmOFx4WjqV5wCyHbfoNM
pv5I2Ws6pw4knGTlTGNT0FHWYBMsjVq2suO0VLb0bPENrKj56MHFMFsx+ojihR1OFvZMMZvDouky
OVxGACAlNh0jkqayyb0SAMio7pUwSWUn9PzMXvYNkln4jS3DYZuCrlm3Stvus1JKMdz36W2c0M6r
OyhRUQ1vJCREk+EbN5Tp2R3Ih/2cFk2nORMzTyyFx6zc5ozTtFXk10a+KnEPeSO93U8dK/Tb9Cby
4jpwa64Hn8VKot7l+wsMvKiYDCwtysQBYVI63WEGjz+lF4YUeVNV+vKijoDnb0KjCjLHi0pr21cR
2kVsKysgdVCTRT0HCzqxiGGuqJNu/wYHCZn8Rf7ToJY28OtYD/aiMEcGTIXkpT99yxxewq7mcVtK
rv60JjFOiw4QlFDZaZB/ZIFN3VqQD71gB9CeKqF4nuNJXr7vJm7IieGKZBCaw+gnXjvchOg8+x5t
PJxTFIrWI/MjE0JblZhr9GA64s6pl1gWhYyCtVbasnRrwCNjY+oZUk5AJxTRCdIEk/ciTTdoi5t0
aattny6RdrTZIpNqeHyhaNUN/o5g9qlUQq3qGZsWDl+i+YSSCYyrhAFUk9SecxoGwEL+FZs9z9fG
Qi51OYztdCmnvvTcMp08RB5VyJIvKu6WDWngPGS09XCbWkmnzULBOq6ipE7CmadZ+IuoD8DnTB0s
EgiYE3EwcYwiTiqs0NjK3YTASwqG5xr5XvY/YMP8/wkuzSKg/zvfZVW9Zb+Cf82ASvZWnymf+JN/
qwQUVfu3ho0pA0sVOyF5TuP5WyVAvCP0F7Kp8PSC76/owEh/I0wSKgHgF9QF0GLgPRx9Qf4P/UVg
aQKPBCqgbOOrbOrWP6G/iFOQCbdqHSHCLEeY/XCRYZ1xRZpoUBo8NsZdH7beqizi+ppdo72zOuJF
4qrvdi3E6KWC5noBu2e6arM8o2SKMb6sAH4jJnJMpmqPoWEgryQDnj/NVHpVGnRYQxC2j2FqSC5O
A9/A95/KMXxF4NI+enGr4QZS5gtJQkv6x8v4BMU6yz3jZ9HYQG8nbAyPFhVdxSmI1ZcwUgozG3ZJ
MVns9p38o0B93leTtD7eqGz2jl+HwV6De3dVlPlw4RaOlsj/4axwC9wB7BsMwzGqIm9yxtn+wNGM
0LAjFe39bgq61bNFI8NuPkT5poulZWZVw0oZPDlwcaD2Z4g4KJwOYtx3QkPyA5Q/ZIs5BkI96br2
tElJ0FU5083suc316BfAZXpH19Fe9WptKmjB9Gg7qL2gJ5yiLbCYdlNVZc50PbdrgY1fNECI4WRc
KCKxdUT0UmQ6sXUpomB2xynOfveccgUjCPeomSB0+rurMgCzKathlzL6JhCqKaeFqdhSC6G1Lt+V
MBC4LiRJT78G9M2B7GlXg67cBaJk5tpPjEOmMY1eTDmCvXNhYZyim/Nb4Xvic4R0BtLJnOj07qIY
5D3pFbGLwHFfsySg4TOh1a/1ctRe1JhoiGWMu95d5BcDds62VDoargOwRosBi3TLYnCLlaO3+/rG
Pj41U8NtTIOQRl6MoZ/RqeqQkyRmNrKrwuhHE9t0asCXF9akNv8tp+8GshsBkbomCx1TKnaqP9dk
5+l+pZNCupMzeXAq2m6Wn8S3qwcPcVk2V9hlTW9KIKRlMMnUVCkjmRWFRfqYJliNOUbeJMyRa2xP
JplynKqImZiHP+lababusVEzBHZw06Jbo45CV1XGZmkGmXWg/qiwHtDt11HPbZ+tYVZ/k5GhPWiD
lf4w0+pHiAOwvwzCFMUw5HpXazKyPOAjUQ16JN8i58YSZYqN8jcLj75IQ9R34Rl9sn7nmQAjSDFH
0oGGnz6jCluBPAoGeafCM3sW8agxuhsznfmaokqOlIf1yjO6FfTlAvL51JoPBoQ7QCBcoG23f4Sq
XEXJ76/XhzIvzNNXN8dEyDjeIer6mIlT13UT94U97rKCYkfyJrGLR6LxPKG227SHXCFBI9tOedd/
m6a8XOGSa25wFE+fL9zJx0+IAYdugF4gLiOg4mxAoEzYoWY4PuykIS9d5BDQ1LUJWg7ONVrr2rVq
UHSi/3KUXB5/4BhYiQVpuEwCBx1/wJix36wRGwz36zubGZR/PiLB0iajj5kJamOdPL/TN9eoGCsn
DU67Zpy9FoLHZCEGchjhqE48iO3XVzv/Yrka8aRY1bONzHzOs8cgDfpQab0hH2pK2hdtSALEKlW2
+foqH04y0IeZMCozjVLlOY7x9EdJEiqFtvSVwyjX2MbUibScMQoEKVBcRqJJAIXVH4XpxTjm2OGP
KAUcvnAP8085fbA8UmJ+tDlDhFLmjCQL+IJxdYavSwvnZ23WWbHqNbleEmQkdgw9bzvb3MGCijam
B06p2523M634FhHsbOVpmyUcPZpHGtuL2RLzlnV6b3OECjkqGLbNWdLn9xbVegsFjmlUpvSO0RCB
o6YhpLoRhGuKStlB+ZFDs230+7CGjYINs76ME/hVDM0vRT7M5dKHu2E9WJRtNsbIZ4tC87EmSfHX
OCipkqx1X4Y/P9QYXLu3ja8ZD3qqYRaievKlV3S+PTCj4h3958Lzt/FHtaGJrFVFJCcHOJzVQi1q
eTnQXoN2ZOWTV/bjYmYILkazlJf0fBUko2xlRbZ/ab1++AgF5qowdOFu81V8GB8OMQZp+J4FB7OA
fepRFbvFkDUbRI/5IcMJDC+LOnYyCaQga1/QpL7Umb4aKqN5QoFl7olYUHfGhHyjD5Lqwhbx8XPi
9mbdLkcgsZ/6cZv94zm1ko1I1IzCg+q3gYvYtTr06rTB7N+/Btpkk6/k9jaKGvva6Fp9pfiFf+Ee
5hV5ska4BUPVEHwxXLapvE9fFQZiUcCwJDzImndbjrp8r/ljvpRV09vWDThX3gJFWKVZ7L/+jj97
NYZqWvxNMPJpOk4vDMNJ99PJ48KlXq/UluURpCDqOIUFKyPxkwtrYR6Sf/ylxLhx3kPxJ+/99IJj
ghmdVkXRAYP22uk8XEsxP8Jnq0yNbdiU46KoUe+lLbSs3kDZVE1WuO7lDI2tVEpXg9z/AKBvV2NV
4s7U9ZmjKX7pylGuoUzzxh91kBouWRLfjKpQVr6h+hdY+58+M8pF5s1C8EmfV0xhyEg0bMODaNsQ
swJ1csMEHxklg/6bahfH7589MXj1nGMK3J5zr2eLWAImJ0l0KAMTelrcMeew8Dybgp95ZN8QUjNc
qog/bO6CT/VoYU1BbGrneaR6DNocyHZ4iPRqWCSeeJar2tv2ITTgtgaRD81mxVT/3rZubT2/Dfuw
uSHxY10h/VqKRc1kefVPFyrmzPQEsiwg7xA4eLpuMt/sAilnD1HqwXIIU/smRHeYmgA5qZdXl57A
x3c8Ux2oZbD/IE7qPMB06gqYt2MTHjIJ1qpTgZqpjsRkXGbOP1W/tUzZm5a1miQk7RDZ8YcKAwnO
gFwH07qDb9ksBFbu/qg/WZ6evPK49fFCXXq8i9Ntgy/JRBaDqYBOeuBZdUPhnZaYx0cHBsvqXQew
/dSgxd0GdtLCSi/UKV3AKk3QR5AujiigRx6Rm3xrrmJE6kOvd+2tYifJL8svAa96BagKJWyrIfzK
1B2OgOWNb0jjzKITz1+/Ue3DMS3Y8MiugB8N2YYIodNXalpeTq2f+YckA9fzSvJ9YHdOm8ye8GDE
n8+llBcOPkHC9WNo7mOvXqPfGp8NT7E34+xF3ObxpioHrMHaKHBlBcCtQEtsBKa5YDjSXwkJ6xM8
N2EoKBMeKN7WJnjcBbi1F0gxMDEUOPZlvXSlV/dYB8YPnm4jsdViPD0T6YFhvbgNsmpwYP4Xm77E
H7jMDEIkGltsRRI1a6ulA7nwbD5881jjoDcwQWHwWNLPKzwsknxzmCQo5Ji9irTGc1Sfwgum58dj
5Wz9MGon9Uom+pQK+azztf1ayRUstg5kq4yuphfmVszM8tnAzK0QaywKRmPIhvF0jcCKnLoM27u8
6B8DL5t22IvnV4kNlx8Sxqsw06c2tk2Xc/bRGIcXr0+D5eSDY9Zlvy5F4609AbijdbwSZN3lhUN0
fihnv4Zta+6VsbYwVf3s1yALhUtA1uNerZnFzxLrvT0F0a+vX80n5QL7kEG2DNIj5ubnmyOeZqBM
AOB74G+4DJ1JUesPdMdqdqfVZJF4gbnqsQdycXzZMYBPL5w/ynxGnv5Q7oAfCNVo1qidi7nkBpOk
YdTTPVP5x7BYm/qtRNSB+RPjnSWKfATr8bUyLe0eEvM43ACvr/uh3RXBu484dYjsC0jF8Td/uCML
dAefEnCU8zyAqUw8yWc+sJ98iOSqB/qkjKFYYQWUOH2cpddWHsqPHXNSNp06W2eNMTkYBOQumVDj
EsoH3IF8in4zifGuxlQiCx2G0BI/u4iCK7b+8VqZDxOaFywbZTDOs53TNHutVGIt3SPw0ZdjD5OF
FM1Lx8jHc5T3M5tIcQG8xWdrlz8rcBI45WbU1XRvBV1Nwh1x14mCcYiHsODCjvHxwCIAdS6vbXwQ
+K9noG3QhQjcezvaT8j/XQRGxsL30pTRu4gwJJQvvfFPftp/rof8+rxw1KIIShUjtyixtqHVsQeo
zXUd25tAU5aFGuwyq7hKVDi9KRJ4aYOZ7LpXSTnoyit/WH39UX7osSCyqfMpApwONVOej5o/Sngf
Qzr0jFWyL8gIgfUCqqRFuNHkXbARRkyNCDNtQZmvO5E0eMuvr/7J8j+6hRH0NaN1dMOnl9er2YIV
3fE+1LRpbZhV9eCNpbkz1f4qkCKMLiSh7npNYp6pKa29gQJwm+LrcpN1NQIjKczGqzGulI0v1yRT
eWLYSMXo7+wmwqlB8R6/vuGP7YYJ2xFZPR5FmBGpZy8vL7AbVQHR9jVhcpQvVupgNqW7mcbU00+y
aVWb0l1u5ZfQxk82T6ALdf4PBoIMQ+c9/I8XhQtBz/rwgj0A3rjq0/AeHtH01HXiN4GW03e8D+AR
oOdwsGzF4y/BkOjr3/5x4XIH80pR5tIOO6bTOxDlQMRmNwV7u67vs6IS+6oWTB+zLLvwlJX5tZ/u
ilyKJ8wXyVmO/dLppcYo6ssCluPeHvJNZEKkkiysX1spr6/NFJcRDNpvA9gZhcSEpPBcv8JTFsD+
tiXe/MLv/uSdK7JF9UxRQe8lzj4R0ZvG1KpjuGdcLmGeGNdQeWL9IKzpOazqTWVk6YOcJtGPr5/3
/EbPHgJMe8IuKfQQac/U6D/fOAa5ZWmKOtojbtHXEqRFGBmd7X59lY/bH29zhhdAxWYT/vmt/7Gu
8lrzpljNgn2E89DWhqyD+giN3mRoD7UyXggn/mQNgbgSfyODdwIwnV1NK40Yd5082kt4/uEHHGN6
CX4JkNBvv/5dH4962mRLg3COjZtOoXb6uxCXYtMZJ9G+65XfeTOqSBtF9Y38wF/J2Mi/dcZMy68v
+dmP46KklKLjZl51VkblZZiKHnf9vRKp0o2h1t9825A2iSG/fX2hT97ZHA6DwyK4+l8WkH++swDl
41RzNt+VoeigZjXGxgiHt1b0xfUoS5f2nk+6pRmcZm1QovBEzyNn0XCRjZgL5W4KMnNHREe1wvJn
umW6BOChh26Jk9EmiE0S/crcuiqZFT3bbeFWYWki9cHEo/JnVqpamf6vtmmGdVsM72owxPdRWdQY
Hcfh3dfP6JP3z1Y1LzJKiJn8f/r+ketbnqHl6l1V4XRfdEV0QHB9g2o7u8sqqXYHO68v7BSfPijC
6BlSA1cCn559sqMHS71pS3GHb/56hJrQ1I9x+65K4o2CatMEMN5GREkpfpWdjSeyjwQyv9K8dZ2R
SaF3T9YkYSdLBgC0pQ1m7Bf2lI9Phc0ERARiFZ+hOE9WTz0IhhHH5x52575t7fu6l9XbEmGTJlfp
PSZ0wYXy6uMuNvepfA5zcwGmeraVF0U9Ibny/D1AGrJgO7OWSaK066/f9oeJDh3Tn5c5hx0yKv4+
N0x/b5QrUTVYfCVXnW5HDlPMZyPBfcdq1rBCbipt+GnyFV/YRi/ewNl60xEG4oxj+3tWB7xd1cDM
ASIeTeGqLcSqQ0khJfZz6l0hNlmm9tReWHwfNwXKEla7NQMiBhjM6YLvvTLWOjVn9ylhTfYR1xrb
d8XXMFKrv3/9uI9g4+nZhKwFiAckj5kNCVKnF0saVHNIPfy9Wkb3skIRlhQ69oVZKjpYpvlKG6Pq
nc7Fv57B6BdFLq3rRjOyjVazFcc4hy0oc+ybevTl96gpIJNliWSQJWuVb0XtgbG3U/kNfAEJhDT6
6FJiz8R5bEivJTsIYtdLMPQygZ/J+EVoSirtuIuswF4JfYxvhUUehNelxk9VwiWiKUbvuRkVD/PE
zr6w1Xz27vmiIHMyyBMa6Ozp0/DUsrXjIgz3LVKgKyOd3iwGw1eekFZqJ9or3ewA4FHIIfPz8yWD
Y+WpUIvN1y/lY53CNJO2mhYbeYp+PkpsZA3At1KCPT7wvtNH8bs9leG6q/r4hi6nhFPd/k6TRn7/
x9elgIB7Y9qEn3H0nf56oQ+TD7vX3/uFgV00hf4hby3/3hvFXqaI286qzE2GreyFXK1jbXK2Chni
yqxAHD7nGerplZHUwDNjprCXsambRezvjZdGbqrOweClH4acjb13ZRfSN3lo7MMoSCRR2IzuoiYI
lnpNyCqs6rvIMg9fP5NPKlhwRfZXoFAouep50YiBVTVjRATj2OK1AAtxiu+CMfyzAVLPADV+MJr4
pjXoNnuRXrVm/FbHSrlDZWz88x14RlyAOoXCOX4+cMwrlDAGni53ITa8rzZxRAvZnOILq+Bj8cPc
kKOF4geSkHI+C8qTENCXLJI7eJt3XRIMN3VkV+u+w4rwwg/65BDTcSyC8I/8UGaKevraRTapoYFj
1l0K3LaM7Q4fhtLPFqWJIQI07g6ioVAuXPQT7IgPnKenHitl7fyNZiX68yoK7Ds5jaETaZWmO2i9
4LNr4QtiHDTXyHbXSTuy/RIl7bn95B3UyQo2toZ6GmNDk8ShppCuFNkkrLmw5HfEX98urLx5nz/7
KKDIgc3wJeKQJJ9tRtAwy26SU2zheyPd5KKEOzpOkdNUov3OBvKaKWpxMzSjjN1ibG2tUq6Iowh+
XbiP+Tqn92HjiKAxDKF2ZBQwn1d/NBZ2LEmIOLxi305Z8d3AwWJLA4nMjw3JHZntugbN2ga3uSdJ
G/slmgnFxcAACivWt2kxLuEy6zc9DuKo1pMQAjjS3mwcpOuECKx/enqCPlAtotW0VCbg54CuooOa
k9nEVlKSEUhaN8h/Ez3Z02Q7wwRd/+un82EJczmV9lZAMqM2Pe+lY1oFr/dUnxa6jaALYuk2SFbp
WjjKrowgw/NUqMmF/fJDKTZfFHdlNgHL1nAROH0jFUsYA2Yu2oPEOGDT5DA06XjhGDqO5U9ePFEd
fJUzUGDYOHWdvXj6VgPpUGHfxXW0BiYB1s4WeRyRC7q1QxN/RdVN/XXfvmEskEvbIZbvuu6JkBTm
LMU1uicXY4lf2Mev8zJa6cWTZ8e4Hnb8U7twsx8ISnP4pTrLati8Zouvs0KmyjBsLQlRuWsYHCzN
tLs3J7wX5z7oEb5avElCnGHGyr43x1onVA6/nAxzTvbQQSY7upXNDekNxvbr9fFxt1F5E5BpoKtw
Vxjqn74rOvLZ5Gj09y3T9JVfeeHGp0naVl21kBHcb7SCaTAtg39ryVGEewhfFQ747bqBr0SWt4XZ
L8Ke7qkZwzefaeQB2tW0/vo251d58qo1zje2/JmgOAM284r74xvX/KJCu6OI+5HR/CrNfvrNocYo
GzOhPr1UYc/b+snF6KkoNPhAGX5pAERnF4snUnZ8+rhCsoy7KtfuzBDrIDxOKBv9wrwKMKO8nutd
DdHFtREoKPtS+afahukCS4pw9fWP/9jtIXPnoMPoihQEtoyzd2RNLWJlSr59q9X2Gj9Mkt1o+gAp
Z4Uobh/hrursF5zNxRq1VLU0sYSQXIzzeIdoMdelHsK618v60YIR9KtAcDXh4tlU5VJtZ5WIbb3D
DlYuZaV+eG3cOBAiMxiqeOVDm6oRmjIpsqftp6BfTkNoEiKQHxjQcVwwAPr6MX12MSiSDOQoQuYL
nr426Fi+llS6tsdfdrwhYAsKfsa0sTH4dGo7EBeu92GX48cBvmgYJPKVslZOr9dkLMC0b/lxGa7a
hbAT1+zkS7vcp1dhFRowT2QbftzpVdLUKEqrMrQ9bvGofIoSAg6xNBdOpSNKdbrmoZgquM7T1M0Q
3dkSg5ccYeQxmPtUEd0N6qD2Kcef3G3rXr/Hy0cG9UzpMCIT/xl0Yr3TwG00l70EM2aJ6kWxF1Cl
uj0OcXgcTMHovWMAaz5bY+099C1G4AsfxSDiRgpWJ8FXHQ1PJiM16YbKWgoz929NDNKfIFbD8Qnx
EMGnjJZ+M/qDDlQoJEhzI/KKBVVJuo0qbLx9if/tQJksXu2g2xQyMK5je5UgKp5czWJRGp0iOVGX
oJeXZY8D8L84O6/etrF2bf8iAuxlH6pLlk25xEl8QiROwt47f/130fs7sEhDxGzgnXcGCGaWFld7
yl3AOoYZ7vGpJMAJDjtp56A7k6+QgOqQRzMiZyPwbLkLZ3i2OXmpZG6wEaTKiziNjclaBugllnhR
UTjelgBuV1VWqvyqKAT6Bi7l9mFQZlERAHbMgA1CI4Jlc/oG47wTNhUabbbUiCfT+Ck1yltVm2ff
i8ADIzwbnHAfwSnjqY1C5Pcj7rfooHSoZsGfSYotsnoHua3XgvG3rP9F6l+awvSKIcAXPuYi0a6i
q4yA2CaSHxV6FGHg3WU0khKKdrHwzWzgptOOeawLa5dKCe5wwqZqF/rjs2RgnCX9PxNMOIXDKRGi
JnhvxTYb7LpvyPTlojwjFx/9QcDn5fYH/XIkOAn/2xihtXt9DltX8Rp8mga7CYz+O03uO3Z2gpFm
FW1vjzTPNpkUBWWSXFgeIN8nFxmIQMnRrXywU60D/ai+4zL3aOoAAdOmPOBtrawgB//zC2fvwZOL
gujS8iiHXrvJTAr44pIf+kcIfXU7jL+IR5E4EjlPUqLryYey7Iu96A22VxrVOqxl9ZjKyDAbFYJw
K+By2baQO30fR5J5DiD8tYl+guou2UonJBtDolrS6BhjGwqS4GkbFQsN99ktaVKPQIyW0JrfyL18
/QNTkeQPmULJFgYrOGpmTgQYlpeFhZkVPhiFuHZcGfokCK5cj9K0VgXbQRbtkLxvJ8kt/HjsbbVj
Syy6qjzH/Fmn1kVJcXDQI79DGUwEIwcTZK/7sCE58rVx33jOH8hfnEFE7VjKUVK9geq7sI0+ECjX
izbamEA14kkEjmxOwpgwUDMJ4c/aNnRewcYK/L2h+touHn0jyDzK6IRnRX/vu0jFZWop7sngvUuX
FN4rFMviEqHhso+VAgtiESyd1CVobhUoLa6kou6h4JXWcZDqeN3QYEf42nD3TW0IxkpxE6aE0ujG
EJHOrNU03lvKsBstYt9DuVTZM4g1HnPNcdEH6at9YkX4hUotvJve8HeUEeQj+7zdelVQbDpIziea
j3/j3q/3DSZJz37fmjvB9x7NXkJEFmMP/61FYs2usjTd0dDvtk6jPfBqn0s4gftawOXp9naQv9h0
sD80mtlj8kmEdr0dsrDwxVCpOltPZZ43S6vcR7dCbMx1BhD2ubjpyv61lALnge67Yfuq2t8BH/Qv
xZCbtpKRddYx/iO515X7QbHSu6r24E6UbveQgS9ByzI0/qpSrGwo+IurXMjKg0X1dWFjz98KGgmj
6rBO8YaWwmQijd6FWu95rV1orbT1WhIRtm+zLxIJiVNDes8r34lXVd9Uu7ArpCWkwnhuJjsVvVgJ
N22JmJQc/vpDxjk9jlKMG1sOAuNVEtC8843OPHUtESkBSL+X0E77Vmtu+VYKZCl1V2xKyWlXLoZ/
m9vL+lFSnvwaGFBArgwuPIC3k8uudxW5qbMKejhdvaOo5+BczUEzzlDnnwazFuFAIz2xCYNGodQe
lL9irGzfpTrqn2g4lBhT4rYcExzeB4VoPeYg2e962PoPQhnHtqdaWEqi6Yvcnxhv6E0Huwou7Fbv
XFIbq495XkuPrnqsFtpRRgLuDQC495xkGaL8tyc7C0tGtCYodKJzammz1i8iOJQ8sWuxFcQSd0Fc
BjaYm2APAlhCSbYtFioD8zTYGnvMlCFBU4O7mXqnt2DrM0lOTFtyhHKHIeXwRgLh3vtWVtp1WIib
oJDqHbu/2asdVttFpDZ/as9If4HCK9DAEOW13MNOu/0hZmeZAgINcPrS4IDmmUqPWh1inNQus5wm
ZxOm+jGT2//vy/Xe/Y/7N7387yb6rPE9PkNXW4uuyZhs0ysmTVGnmCZFSgJ0ZAbLtuTqvkll4bWS
2xOkQen37el8PRCZokqCAh91cqKC2NOixtMtO26Q9EeWM10bjlfus1IOFlLzeXbKpADzjd32jyL5
+Gk/5eY6dCwUDyPTFpo+/pMkgfJIDir+1HEFxlVk8M5R7/9QBGzgcdQYA8TYenbFHmPbIS7fBEHA
MNvL9APuR6jWFkLwQ0+F5tCShDcrZHZwWRI06+/tLzR7yz+YuLS2ZYuNb5qTX93XkYlPdGXaYpIh
NTHKSUDPl0dmY9OeQ7O37gUt6b8NeegtvMyzmhxDj5DtkcIEi9ca6w+fPliD2zyJXmjZZj0EW7F9
MjpD3LSmQ5UM3dKwd5aqT19N1uCoj0UeU2e21yMWmusrYSiYNqdz9CoR9E2DqPoDy1pTAotD72zS
W0LZwuuWKkzz1JLpUkOHqgzKRuRXXA+OdQoim2lp2pXfS89iUrTYd9TVqFqS3qN8Iu18zJd2vVlU
GaLC5rDRIgk7I6V0dxizEDa4eXPGzZ1WHVIfb0Mw0mR8HfmlfoB7v+pzj083QD2sw0o8I+JRrFCU
xoE+4tXyMJgoNpqnIR8EY/JQVR5yQDASsOFFLgOJzj7aNWXR24gPwf+XRLRJAgFB5TQrkm0TCyra
LpaFQ1aY+IdC9P2TNwwZ2ivQdFGsPzpJnh1RCqnuAwSfEdhoVQWBDDgasdn1a70WlZfbm1eaLyjk
8xEpRNYPH0WbVAWCwkOGog4VOxUwNEHWFNIgbuv3foxG+kqr5HBd8WnviOm/5VUkrYNK9zeZBvKG
WPHZr+Rg60lJA2G0BieA6Fl5bziqvxUleQmsML+L+K1gFMA+UliT1MlvlRokEEo/ovsVldIvx0y2
ygB52h38p9tfZf6Y0YSQqBKO7SH+cbLLUb3KwP1Uii0NF4JVQKqtYRwqOXvpdWkhZJq/FwwwAkd5
MwGrTS9YI+1ST4k0xQYt1zxIZaWtY4RpNv95RjzOLBKldCA4U6CP3mG1qqiCYudITiBLUovYSnq/
PbXJVoYD8uD2cF9MCiw7rX2uchA4lnx9UnMprhFApU85CC19TqQWaak5bb2wTnOIIUVa5mXRAOFx
UuVJvNmnRVvr5Ae26LpvyAsCoO8diH+lWCE0r2d3ft8Fu6GLim1Qxuqj7IXPt2f6EWdcv8T09EaY
CBE8uD9xsimjrhpaKR8UuxpCHCriqD0MiW9eKs15BE6BJUOLHNFKK9LoVcr0fK1Tte8sKNZ10Cv3
hex997W+vYfBUN/lfYvJViWae8UM052VOeXFRbl/5Q1qc8RkgMJdU971kYoEVAEhupSztdnEd0EI
NQcjMTXd4odlrAqowpvC9b1TgDfrUuw1XrSTOSsqrr3Yr4w4vGmSXHgYDllWrdp+XOurwTC6c5QS
YilhJNsuykPfC8G6UJHixqNTAKxBMpqftz/8LNUgGoC/R6hFEg05dfLdNc+lKB0rio1Va3qskUek
Lh2rd2ls1qPL5a9Kq5IdaGVbz3tlf3vwL24iRcNrhAcQGAE98+v9nUpy4ONhq9iRp53lpsLhLU2k
+xr95v+MRuIiwi5cB6NF/wsw5/VQkuH3vRCkJgqdvf8bNeK3vPHEhV381UFiGYkjeWApTBjjjfgp
khD0TBQEhVGUXodgE7UCCEdePzqiYwupDM6G0KToSqODp8XOX3RS5YXK8RcvEUUh+BSKKhNqapNI
Mwzw3ELn3rJb1zjLav8g93H8qFO1Xvd5Gp8tRPFwWmwWYqgvripIDGO9h3h6VGK5nvlQlb5KtdGy
0ziUdpmFVLObYU9/e8N8OYo22peTr1hghK9HiTFu8YrasWwB4ukl8sWzInXR4+1BvsiJoIdxvkce
/NgvmXxCrXatskb9zs4i5UKX0MX1I2tPipdl50xX8yecx/p7vPJeA7fD5c+LtZ1TGuUuUpP2GBqI
B9ZatfDAzQ8qImN0KkHqjw5QU7huLvX0jMBl2Y3avwlNWd0FOfRBx0K1fB2IVbhW9BZ2eMAVdBIc
1Vx4i+b7itfVYngF9jzff7K1C1N0pVAiq0DGvD+hSIaNXpVj/Ro+5uWmEJBzpWi5BG0aF/T6ioTK
RWA19ltQI5i+TJHn40+N4pSNov6PKGyAmyEckbbBE63bX4rQNAtX0kcxdzIiitRj4xU3K/oCk8UP
m1Byy0IYbGIzBPcKtDYzCxMd4JvFvaS7OwN5+zs18NMNXIV4a9aatGnBMaxp3NdLlZgv5g89hTyB
ewvK2TQrEoUM7Xyf67nOEm0rIiRPmcIP4reQzspdmfSZXSWm9Ee0XAH5gnrdD+HG6jqgRhDIlVdV
RMsGs714m6uid8kUhVKSwrv+nw+mDFmd30egwsU3JfgGflyIuUxMKam+ftGt5B4lRm/hCHwU8CZr
QyDJBT4+WuCfJ2sD6LgOJLpltpvGA0LxONCsA7/qdnFf3aHsn2y0aui3SS3KOxTGnpF+xjgTTcB/
CzfEF8vCc4nhGRtzDAcnGaMj9DVhrCDZbS+FRxcbpWOmaiRAlJACbAWFTH1zvB6XlqQO91Fp9Bcf
c5Qa+uDP0s3MewRjVYGcryCtQWQuPrpyHJ+seimrnt8ahBYiHDMq5NREp7E+oq5DKQSSbg+yMPx1
S4SK0IfdJM5oR2EcvC74FmH59JaiMbWwJT6KJ9erxdjUD+mzjQ3nKbJGqAclaK1Ot9HjXFETOVe5
gsmyhXQVYoPDexH/yZvuPQ1weyrCY6LXJ5OCxCoZiPOgs1jmsQvujapcNeZdoCMqgA92qTV/BUs7
3l7QeSDC3kVsAQgtYlfUTa7fFc9LwQa6Hp4OpvoPX8/sIY7cbGOpjbcw0jwnGrMHGPBjuAPvchKH
iG5QCjEawg+Z1Ku7XImVXRsZ6bYEcLEdE/eFcGDevGIsJKTA3hBlItI/eZg1saIhUkXKQ9Ei1mGK
sboXIh9Orx/p73JiaSc9T7xVO8b7SNTyf463pSSivkS6J7y5ZmDsiib312mgLwUNM3Uvaj0QxalF
sEFGyNC4Lp/jJW73tFcq3XadB0ABWZFt095799QfQiyhgk4DONTvmiQ5p1rUrRG+WYXy70obHnW3
vCuFg26iLYQi6LMrIP9qiQ+FfO+bj3oD4ha/4tbHI9yiN47cUgcKtysPVYrlsrG02b+I/JgJUbSh
GDIhw0dv4tNMSO6HROd/FNi8V1Ttw40wYOJWBXX26DpmuCnR6sAXTCoxOoKAWmbCAsNmfieRSaBH
RcPgI1ec7CzUtmQLcVDZ1ltfOmeR8Bgr1rZu1XupQV3S9Ntvtw/NR24wPeDsKoDP9FvQF5iEBK5U
IV7ZuWTDWnxStWLb0KjwNFxfsIYJ6ycTtD8eWKtWHNW1k3XtAY3U02Ocp684qKzz4akzs7WonTzn
nKrOKhAyGzP6KvTWZiUfImU9+ktJSfV0+5d/8ZDwrUaxd1GRwUpaY2b2abVyMTUSL1Rkm7S6e/Di
NHxymy6wjayU1rxlPPAGHrEaKpP7slS1reMj64snrLFwSapfXNAUeDgGHFBy3+mT1sl+YjZerKLb
NoA7UO8CU0AGX76Efru1wicpeIyRNDYF74Dd/JFDBFKg3wpavqVmdLG8newJlyZ77YQTyEmteA2E
faGhDWe+++KDhn5ddlFCnJvd/JBbyaE15Fc/Oeo4IDSmaxtBuQ3Eh7qgOoen/cr1AEJU4buD624u
D49w6p+jBGNcDR3d1SAYr0lt3Y/KAaQuSxz+UchxEu4p5MEfmi5UWCAbX6+LjsOPJmWNaBdoM6kC
1/6AUGn4XcCetyb08Y1LH7xQ8CtpNiYiNgB2I5297t+gfEcfe+02NtU0dIp3GaZlKkzqNBGPeF+9
oYWno/IaPaLnYA/Jrqq+pcgKidphYWvNUxTEJWBGkGJytSnGZGuhG4N6W1EPtuppw9kTZCQPyBYv
cebgjDPI0T4o0/a+Tp1gLwqFAxg9jPsVfOp6I2hidGc0UX303MZcIit88cuw7CCaRD3iQxLk+uO2
Taj0GYhgG4vuU4CPGCaLrXaQTJyCBsUQKO7G1RuBaL8jiGveq2Twd9qA0LBlpS+pE3c/mqJcuES+
ujhp+sKtBcVA4+LjgHw6im0nO2oQQWkjFpJOpSr/JLz1jgFd+kccinzk7wthqxQyGDUqzSfDU5bk
DOevP6UPVGtHJjKfRp+8/o1gBVqKEbztKuEB40D4LC2MrbsB5fOF53/Oex7LLBT1yGlMyAFTxojm
INvXVE5vl2bfnFDbOg9qHp00aGv3bogSXd5CkykS0fvpAqZFnRwbeHtovOGOVzjeJEHEq5gpfn1v
NbL0yxJc44Dvp/4oohl+jy+GuPCuzNvqlBLY0mCXuOZlRPOu900thb6Z51Zn12J8glbR4QRF43vl
iTL1QB9lam5o1M4N9RGDD+9ORGL5zrH87lRhCnZCiNBfyabXP5RF3NkSTn0PrWagn2VU5wL79i0Z
1N51S/QLkjy81JXw29URZlm4ar+KvFTgiMiJEeQBGLmeRlwP+KeXtfIQFPEGkQRnA4zHbgalXluZ
ujDY/KwRdZEn08cC8mRMAxuge6an5bny0Am1hJ6+Ymzysvh7+66Z71tYP7SLuVPIenjQrmcUBn2Q
AUWNbEf1Ejs3y6fet7R7LG7/c+4/DkSLlLqWxqM5qdPBfHcaVS4j23CF5GDluJlF1ilo/WDdSuEZ
uyBpVWDouhC7ziMa+rI0AyGvAJVl913Pr0md0ArEOLV9w3JfUcD+Kffei5phudFYZn0IvdTZ3f6k
83Ubh4QHoIz22DMunQMr24iHKrUF19TPyP7I50pbAkd9NS/SxvGbjnxRQ76el9gqTYzKB7EO0I9t
UPUmNdc02Bp6LK86We5WQtSEC8d4HmjoVFlRyIGuRjI4BTwaZuI6/mBkdtJr7Z4nWHgqM7V+KALz
l1WoZ9rjEjVopT+nDiWOhfMw5wZAPfg8/PjzPl3zvhEIQxCWmT2IxaqJH53oXgCV1TbWVmnrDUXF
FyduDipw97T+nZoNxTS0g4rkOQ8qGmXfcmJ37BmH/NwYwoqy+puZFRfLxQizlp48a0mu8audQL6F
mhtNewhU459/+sGWmCSZ2fs5BWOkmivHkremhVL87f321Vag40L+wxPI5To5WXjdEGh5YoYMTuge
Ix972yZMXnsT094+qIuLMahLccAXYyJdBHuc69xkcpOlkPNeLwddi+2xva+DflW18kkT4o2v9Nsg
d9YFIsp18xtxiYcge44t8ylt8KsWzZPcxhdV8fZJu3Qm5rczuIQRbcTWBMg3rex2Q9rXWSgldpC2
3yvdSKmIiPpxUGNUNfJsMS2efwQQeNzOhEP0YLjYrpc3kzENY861HTVq8j2MIndX5Obw6vcykCu8
hcp1pAbtQ1jKzrFSraeEA/0Np1iiIQOdwQLTbHgWuqs8xVXiH4PMGH7Flua93N4gX6QqI4Cei5f4
CPEkfXJZpD6WsG2RoSVO8HIoDdk5V62CHL6qh5gHVxcnKXdFSolvJQl68i0ftHydkm8svAHzBSKx
5eUkogWTRi3y+oMFpuS2UQl6USwQJ1WEVtjVpZXv00yjWyilS0pt83oz4xF0jGBpetTTxhSIwxwj
za62fZwg0fPKs61WmcF9XKg7DGOlc9qiK1DjmbJZ+OJjPHOd1oJBoSEKBm/soKiTMykbgyKYjVHb
oS9qWz8p5X3Ta8LJwcTyEOOy++i5HZShrEIiDUrvT58/BSPha/bgZPj7xtaSXM4Xu5X8ECAUoCg2
wUfe9OkyCpWiE2OaNnZcyTgrGIZz0rQ82dClS38CtrW2TdT9vP0d5hcgbwWYmLHwrCGZNXl9q95t
cd3qGgrhpKQmHlX4wqN5dnuUeQwDUumDJILcKf3H8c8/zSzINSHAYSe3EcsowQ/G5d6UMvFx8Cx/
od/61YRG/hDsXAACrPH1UFkV5b1pOpnd+cQNDpgWakLFsPDOfrQkrrfPSP0FXsHlynebKljBByWd
SUTnIcD/eqf3UXIkgMKCR9PXcunn2yzVfme92t016Mj9tSoo7YpBhh0VIcwNughbAT/7ta4Nvzoi
o10rO/4KCr2ClgB2FXS/420vNOr7f10J9hVpCYRhsJ/UDK8/T6FXRg+AwnlovJo6TQhvL9WTct8W
lG9vD/VF0kcQMgaUImvPlT9ZijJGzRc4TG5D9fhVkeU94TbobDFoc3exb1qriJv7oIgCzXtzGLUY
MTC5/RvGIT4vkyKNfTQMG9BOoKgwnW7V1UaRaFX1QL1T2LXYuWx9qzdfGzPyD22Y+odGK0u78ZRz
2kTukvjYjOenoOQ03jDoG3O21CkKy++xxszM1njA+Vi/w6M5P2IUuOucUepNDLZJwKn2FHUgNw9/
+rXuHIUG+l9FvvGUCThzh1Hu7XpP/tE5SXtIfane3v5E01tH4dOQ+FEOZxvzKI8H6tPZtFwXzkiv
+pfGyv94batRczGLo6iFqa0UAGYVP6l/3B5z1n8bB6WQSoxKwMnfJoO6CaLncMqDC95B7nPr4nkE
hx0FmYiWp9nBvUZO1TsIiox9YikkZ7TKY2z1hkxbeVq2lBBMn72PnyOPULkxOiHbuv4GNVACIHmm
f2kF63cgVz9iRdtHJicyydNmYU+Oc7vak+PcPw02OYLkzD7lesO/qLVv3jnh6AGUoJV7+xPPpwRx
cWzlEtwSlM9eVqlx5b5r/IuMod2LGTnkIKzyuug6/SCRUS6c9ukVT5lDArhIGMNJQ5lncsXL1HN8
J2FWrav9HjQ1PGIQla29Xlh6Jr8caezfkKLyck1v+FQVyN/qzr/g0mFqqwTtrlXUNcow2icF69uf
cXbRf8yLqBdU7/ikiJN5tSFMTq542AO4TWZKsFPMsXvlIyHYdt2wHpz6CftWF3lYjOcjY6u5/UGM
hx3mrPf90MOvoCgekcAQ2GCg6+9cxT2jJnPy3XAh6J9GU+NvHQnn6gjI4z2f/FZk9Awn0C3/4mW9
DAEkMZ+GSk62WYMORSr6GO9iTrxVs24p7/xqTWh0aUg5ks3SB7w+QEloFkXSMrIfa+pKqgPlzo8c
Z+WKavIfSUfjJOkMj/MEicITfz2UMOi9VvjIcHm+EeP82+lrwWrbhXWfH9LxlALJY5sRJU7bmo4X
ClXQuMElg9dIswBL3RQm4e727vrqkPI0kJ6xtRAwGf/8092rI3IIRbH1L47lPESu09gFNdlTLrTd
AxZYwfH/MtzI00XpAgeVyYMMcAd3kYwzCs0DIVL9HyFmvrUE87ccyd329mDzd4UvSH2cPhmOA0Ri
13NDbhV7OSz3Lvj/aasu8P7mYo5UVx20+yg2L4Fcvt8ecb4JFaQW+JAfFWZQr9cjNoOcebXa0gZX
dXDFOPbtkP6sV42Stwu366zSQYCGPY5KsYMLdoRZX48VNhqEqkTWgGwoO7l0dh1V0E1nltCRsQMW
2krYmJ75W0ufZVc+dP59pF7S7psXX8oCyKF6ksAwyx7l0GjY+QIWx4WRfJNGXrjUVjszUlCSShd+
9izP5GdT36NWOcr0AfAZt/2nDYfvo95ZpJd2iCPNKogVfDC1lNjVC8xNmGvZ9wDFwJVeVfqDJDbN
qZFQeQkMq1rY+V+sFUkOtFxSD41QYLJWWlEVehAizo03p3Q3tuYPHZ6Ljwrg7YVJj3O6fm+N0UEA
mAKXE2nIpN2EjL+WW7HQ2YnnotiEauCuE4vk++3NNz/K16NMJpS6WabjkdhTxjTBpisyBg6mtA8V
mlqOm+1vj/bRMZxOavQ7g5puIJbwEXt/WkgJ71bdLErM3RNpJ5TOS2bKzjosIRV6eAKc8vanELjn
WjonwUVvT0H+5AevfWBrzlnu3l3T1oKLHCaruF/XebPO9AswOTvKfpXh77I4xe0ft3LXg4gAz06W
/5jD76FGyh6PAWtLyWVVOz9b5MV762SZ6LlUiH//qLKL251963drKZgUFDCuD4EQYPP8rGiPwvAi
ilsyW6F9rCz0woK9lv+zmmMrvSKb31COxHxjZXj/BGudajGeIwd91Bn6nbjfW7x1k+CdfnroQWEp
fxn+3yT5F8OQNx2VMOPUlydJ/p5ZD2YNAkreJEgJC+C3DcxVKV7c/v6z3IZgGdTYqGJMXZ7yweT8
I4bgdx65FOhBLHlXtSW9IsOvvVdW597lsuciDx9LR+gS6jkF1rdCd9dYMnT5CJMnu4C0YkQLErmj
8D2esk+7IA47EzKX09pVkWE+IJ6C7NBr1S8sJCgUedFfmoDRZoi0d8kM1qL0K+ip9CWrGiAOFsmh
cmr84RyVP8zuzyD9taRDZMLnEB5q9ZcAsiIdsvswveuqXZAa39VUftTiX0ZH9xhljDVlu4VbYR7A
ABEmN6XZwZM7o/pqoucZrR4ptuzDv1a8F4HK6dqHpLNT8e68Q7N/pVi5tjDsDAuqfLTpwIOOLmyA
HCYhuZQnSJxpXW/XKosUGGW+7wbELyPNqfZqACIP7eFG+uHjIF9hjfsc1op276dRdgnTRr2v6tpZ
60Bj//ODTVkGXz70RsE0z4CRaRhqHgbLol0iSJsiXr1Tm8RcUzNb5SMQ7famnl+UmLxwl1D2U6wR
AXq9m0QzdsXeTxkNydtdn9UJBNhuCQwxa47ysXmlufpHCU0EjydHx4CeK0uZDK09Fo4ON3J1BMq8
iqLnJo7Zg41HK03De0hw14E72iFLvwMnedfTTFklRfmM1ui+CKN108G5V/BQXohc5lf5yKzjVadu
QeI0zQb9gD+ueuQNskxrkfhShBfNEvy1g6XQMy0W5d/t7z5/C/kP8umRMgWJDKz7+rsjvJHrlMZF
WxZgZleWV+4aN+22ir4UO39xvmDp81BpNBJHesv1SEOsDp7gAlswkDvbuD6wRmi/9crxsGz19hTV
nPdWq7/dnt+8CsKKE3OAIgJsDQBs/OCfriklTsEWedFgt7DDX2NAine0vlIE96XeTiho216St5je
kOOrgvCeVgLaVX6fjSbYQCnI8/YNjNSjDgMe+++iwS6qDd9u/8x5wGrynnITUAsZcf2TOMHH3SPo
Sx3tDsVJIXaV0mOSl/pDpg7+uvW1YKs09VL384u1pwgCAhncNdnMFCmQIOVWOK3EipAxD51kUu3G
DwIoQLOwy2YYQc4dTHMQkFBvSJ+mQo49bsxCa1pgVuRA30iNqF+iYvgWZeEA4tKq1L99iUYXnvGP
dABWOr6UPzNL6/Yquoo/iy58Udym2DWVovznCA1eik4ux8+jWjGlkMlRXHhllxU2rQ0XbSRNWGVd
Fi9cb19tw7HT9/G2jOs82YZRngGc0fLC9ssBVFHk9XcmAn4rCergfaUI+D93+VaUK39HIKJvfKNF
CjwpbLQilC2grGSX1uJPaGfDOhodWPqw65Z+5PwSHhWwaAPAseCETrHgRiUjza0Vme1BA/umam32
MJjBj7jzrR9a4YX3gW78kqy4ehKMRn0oDb8G4Fk2j4hTfw/8gh5FLkZLT8NM8FIZlfMoKdDEZIEo
F14fYbOqgYbrdWpX9Q8fHbKT7BTFSY209keSgORJXAtuptNr5wGPoEuFKcxWjDPvRy22pzZecp78
6iuxXeDmge+DUzb5OXWF+U1d0lGNXC978cvU2zVJOGxv3whfjULuSt0HKgbcYfl60jUY7ioHZm8b
Zuyd68FH9Vfvlyw3xm13HcSBDBu5WTRqR5mXyb0TRaAcxDzNIeKTD0GmzLe5qQ0brLsB2XfBf2yQ
jCvJWNSiCRwVgKzXk2o1Mxu6TE5t3MWqO7EWCQBbY6GPOL/WuGdo8hK3jFYs06MmV6JL5q1niHS4
LsTy8jHtpOjdQoHx9hJ9tTEpO40tLM7LKHt2PR1ZGjwjEqzS5iFDxKOWnINsBHs9KPt9iibEn6yQ
D35V9W9N1/trYK71upYxoy9U5SUwkiV9shlelu873rGQhPnO8Bgm4U1WgcEIMHC1S6891Kq2MoMM
mS5MfR3IzHEortO4VZ49TswmtcStWLXWZhDr+ju+iyPzU7VSmvUp9uUeujUW6rtn/l1zFcZVsw1a
BHF5G7XmzYyDeoW0ZP/SVJZ4LFOcCsWoKoaVp/jA56JY+X37Y4/hwdVOpZtDeDLCuemZsrjX3zqr
uwG1z160xRL4iuoNPlKAqXWqJXRC4tj0jw1ozJdUyvyjLwrDQk1uvtbci8il0ShXR+LbtChnRl5h
DUEk2VEXhy+OaR2yYOgOTqTsQFqCdm9KZ4/c11uSBeFaSxt9Y2DnIA/Y5fVDmyw0AWebnJ8zMpZo
s2NFMHOxcSW9orkUSzbN++gUya537qH//cpjZynfnN1E41D0GyHdsb+Qv7n+8k7tVb1mpRLVhXS4
CJpRrjuZHvnt9Z2Fh4xi4tJKTQamBEyS61GgFkQe8vaiPZKD15FcxQcllVr0xvrO5mgVz7mmNdsc
wfWFZ2/GEeDJo6hLBktdDZrAtHQNWDxvTKsqbayTsZWLw/KHgEvIpotb+S6vpP5geNr3RASIGKQu
2Ems/uy+9szn3sBSlmZyg3WI6zxHiI0fsgZf3bTI38CsX8jSxZUUWtWpt7rYFrySd5yyzD81Gvkm
CCTKhwzZrJ3S4craZsIuAyGxiRJN+EnbRN71WLYubOVZrMl0qcJCVuUvmiWTQDxKfavBXZrOY14g
i0r9amMM+H0GvYRRgGLV6FoZ4VLRaLzar88vo44tGqCEuALN3DSNwQzjRi1tVP72oDqM8lWjAihk
DRDpbU1snavhWk73cfGCLs6qbU8VZAwh+eEGYMPjR7csN+M1m6kqtc5Hp0UwQs5G/bODEOBlZf3K
WnkXVsEmSh8qT8ABYYd8s1fT/ZDiQ+YoWFkitONXa1MNt67M5/fQPbyHc+6G2lqo0o3XtLvACHYw
8Q5G1G7h4W5Qw4uBJ3gFkp+Jd+jUZFsG0WYMFCNEESP+NQej2u5QqS6AT+Aq4IvNraIVu8TEeJq/
u62I3bK5UyN/4whH0Nv7yJDWoftb5Nd06r6W5X3p9PuYGgkCUkXjBTyMUONvn7F5+kuBg/6YQV45
1o2nLelEL0V6VYVoO/WwyoShWYWYDKLdZp0FpXftnq+170AzbWQ9KuC+lAMClGF+6nXjn6Dk6THS
EmPj0KJYYwztbgUYB5uyMJV70rclUeGZ5gVyeMh+Uepiz3D1T402rNB0JCGSKTFpVXpIMj8/o9Iq
UTRshTt1cKUHT4z8lQekW2pNdSsWlbMtI0W6w2P6JxAHOzFokY9iMvl6CIN25yhWclHiYenlnd+R
YAxo8VPmpetAH/L69tIHtVLKHqxURrVg08edu+tlI3+8vX5fjTKSFmjWEHjSur4excpErYEYWEP1
M7ESSxHC1UUU2m6P8sVTRzQDYg1ppLEkNg0KizrxHFEp6ws2SMaJTthPGS+E1f+j7jya60bSdP1X
bvQeNfAmYroXAI6jN/IbBCVRMAmb8Pj19wFVM6FzyOC5tbxtFioVmUAizWdeIwv9eVLh8xlmge/j
sKMuFwjZImDjZIvnF7FIL5lfLTzzPOvkHR8dwMFok5OkgdJFuuH4tatCWjJWRH0nvdIIjEqMt26J
aneZxtY2bZInPIqHzQjALygrQi8M7J0gFd3j+8/xevZXGAfzgcg19PPTabHSeMrwfSnvFs958swM
R7VYrc5cg68GMYHC436BjBM95ldNktJrY8w+MuV2QXTzCj4i1b92qs6cxq+CqXUUZA1Z/BCUSACO
ZzRLWaaGNiu3ilktmy4f6k1vV8Peq8FBuG6Sbft0tA/K7Do78IHKmQj9RQvh6IviWQYwdJUnpzxD
3fN4fENfSiOzRuvGGlPE2LFn9bUJt5qmSuKQFM+EoUWd0PdSKvjujHpaWvycvcHwU5HfGS1SZa0u
5gBBnM/ZMAAkipUBe0Xp6HeTlzl7l7bzpWiH0Z8xfN+8vxBeXaBkf3C6EPbCc2bVAT5++moqiq7r
LHErikYLqT6V8KkyCkZjt5NaerDTXj23J19dnwjOcFevWrJ8Mr7c8ZjSnCTTSIunwEUp6LAzuRsz
pEOcqTJ/OKmRHqaK2rS2LNY1fhj4XEZ2fWiX1N3NyDsG78/Aq+iT2iSbYNUsRW2M2s7x03ho7Ed1
utRwLVzcVqzU+NwgKPxLmRXzzO5/vSFonOnY6NKoAyt5uuuSyTIjoQBXaJRSbCk7AFdCRvHMKK+i
T2YNlC4slPWr0lY5fqEefsNM7SK7jZy+3GYJPqgC+bItMufxp6YY08+iipKtpO11ZuTXbVEEwTAO
xXULnuOaRR4PLaYxMnu7q2/7sbPCKVH7axwYMvwHs21lTmIbw+v0ZZ5UBwePgwGxxiArzeH7+5/0
9ZGwihtx4QKgoQh/ihaLnNGkV9MWt5YFTgRJkW7XWU6gZfN4X2fzjAw6DZ7KHJFYjlr9zCy83lIk
VUjkA558Efk4iUlHHZeIRR2LW6g1iV9CmNqZvTWE7MCHbBDuptSyc55qr2tygB84f1yVrIYay2lF
GjnUBZEvV7/h4jI3BKj1hkivLsJOmPHXWFGLfaIuEPwrJE99yj6JX009cuyxLa7LWuhB1S01zUdD
/WbVPZte1MK4NHLV+6f7bWVWI4kBu5qGK7Dy4zWSLeXg1tOk3piK/pEu+UDFyUS7JxrOXD+vvgP4
DJIg4C2UaeF0r7vxj2q5UoCXqCsGWpRbpyi+OthOlhXSE1KKT1ERneslr7/v6CJYx6PzsBagXmqP
x+Mt0iwlrX71Bupp5yfOlAZ2nOdn3urVcbWOgmQ0uQ7lZ6qvx6OUIo8QixvVG0Up0MHGG+6gc2L7
lNmXMxWu18ETY5lQWV64bBwkJ0djPaVaUSytepPY+qOxAmsxdxGBCSLq2eynYTe06nVU64+p3fo6
OPvGFzL2dnFBt7Sc3J/vb+sXlerTGTbBORBS0FwgdDx+d6N3ZTp5jXrjxvUclnYSbZACyS60yuj9
XI28XaYmYr9EavartnHG9OEkJ988fTFQbu8Kb4OhVruTsdP5WI+X24hWxc5282aP0uTPyc6TPfBJ
ZacK6zkSog4bqc8cU4pxaY2iuEmXKnlq7Gj+ItFu3+eVbl32qWnfNmWnBZzn2K+aQ3PFReZ90Mr+
rLvOenYfzwBNTMA5xBsw2PCPP54Bx6myrNdr2IVab4f2CHV8HLR7kemBV40WrGT+cTtKdPsMNw4a
qTRnAobXvXLKCng1EXWBDFrLrcePENlOpsclXBC9VC4MS7nqjbjdNNKZLgu0+i7aJH8alyG7LFU0
BDGYrOEdZAZeG6JIr/KcCTXiRdvhTDv8srvcDKNWYtCcQ7/P6ngvCXJ2GVf2piH62YzapF61blFf
NKnRBaqC9H6wzDAql9mwr8soNX23KpQrzdAa/BZLznoHzaa0vHt/9b1xxCIMQp181fNBtP30PGkm
pc76RsCwmQ1la6JEH9lGi9BGqjUcl2nXXxWKJ0Mpln0+Lo9dk4e5gfWtOrTWocjowRIEdtEj/U8v
pKhx27ujceZ0fX3o8ZBwQEiriDG4CI6/jhuDo5Juq4AVN5uLdk6QTMxhLmUuGJVUZpPfDoZ65sZ7
ffJRqaXpRMnL4+I7Vd7LsCKqVz7GbRPHyyOaYfJaTbJzLb51bR+t/ZV8ZIDJXPVAEEA7uVfRb254
CQQUVNa/PpvjpppGsenGrAFQetaD4PXpR1GB5hFhFPV9IA3rW/9xf7g2J62Vz9ptJmr0vevWpibS
T+2XajSVTRNJnAmM9GZuNf2QGYkViArdeF2Z2lDP8ukR2Nu50O7V110fCTEvYgsONhoqx49Utkqq
OjNKOsjPfeH/RZAXdfGjqICpxKaafpyjc0Lsr77ty5Ag2hHvIc950c/9YxYwiJ7suYq02zm14qBD
9jTMpmr8pyVgVJDoWa4irzSJKIofv5iqIlstaIjemlKLt+6Su196pNv3hVIZj+/v41fBIZEZw9CJ
YgJhip3skKweM2SHkdFTpehvUnHZexIjQM9T8gBxIUMNaLFvdNTeLyAJnxn8NUIGk68X8UiqQbRb
TjERi8DPLLW74nZE/m6H9GK0F5YjKUhoGsRN7K3UzdioH1Q3qTdDm2u4FFTDpqAo7tejFQVxbM9n
jvTXYfv6UMCOmZeVUnjKWXfFoHCxJ8VtapjtgaK2GlZV5e1ELC1f0DQ6DKr+kFhTINQM1aZU7CM9
P1dWfY0F4zGojqzyNqQRJBLHi8AAUonBz5jflo12PatpfI3WprEhygbIpDVVmMPpCL1eFeFUYu6d
i/JMcPV6fxFVkDqQPFBNeGWTUSyx4GoZ4Ij35qNpKvGhy1DNUpK6C9Hy2uRGc25Lv/HW4LQASMPR
UTHJMdeA748NliPX2bVFld/OdSmRYa29bzJRcKPrBKXL0VWBd1A5yKiYsUjbZtNOHkWC9zfF611+
/BAncUVBjUhI2ee3ikiVbWMr2SavsvjjPx4Fcj89Hhq0kPBP4WFF52mKKLLkVh8TMHaqpoRjCYnp
/VFe2KjHFwVlGFqG0LYRAaTmejyj6ayaTTeXyW3sjSGXuV+IT7mRhnCVtpP1xdPvMuuiMz6ZYxk4
mekDovW9vA9nBavh/saJZvSYU3wKVb9Ln/RF3BjlhWU+97GJYfyjnnyMJlwlBNDLfgzcFqhJk++J
zLduOX6ECHXlxsOnWn6r8EjbyPo7asf//HtBAOQOBETARXDKSob008d9qse3eKpcuoWi4xXRno14
XhUrASm4gAiRElxJAqfxNhqzExFKk9wKhOv3tTU7QQRDbz971TZRnHiDRYcMRjfzAgcs3b7Mdc0H
4NCe+aJvrM6V9QW+GewsydzJ7dAi6uH16IvcjkNm0NzAbFBdK6Tvr5vXmx9uGetmPQGQqz09Beve
G+LUKePbcpEfRnXxHpvW6T4oHFS4oKQOKQ4L+OEfD0o4DRyEuB7w1mlAn7SAqBIXaaFFbfPDglHE
JcBy/FeiaZsLZQiJRM85nb5+UVJiJpJUFTttyO3H+6M1p4SucFeiqgI+0LIz65PqLl3olpMWsozi
y7Qp8t37L/piw3G8KxkVcBJAE/A4qFQcj+oV9NGaWZa3nXe7VFGgJfgbWjmKY4VfwTBYxm0PR7v8
MIHBVccPuUI2Z26i8VBH+5palS1uuv6AcIvvuPdD+s1svMCe572Y95qBOw30L7hZRbU1xsTPjEet
uDaSG8ejDBxb7b29aNtZBbPe5mg8tn7KteqlxTbqil2LVOagdWGHXKbTiqcC4PNmzsHMuhLAYtLh
FjTKcf/+lKyZ0p8zQkmCCh1us86KvAEgeTwjzsLeVsd0fCi5HPaNii9agxnkXqlUg94cGgqdMzib
ojfPHZEvUdvR0GjdIrRC0L76OVBKOB7a9Ypk4VLKHxDK1P0OAdrHPrfupN7FB/xbaKHFzHXkFtHG
yNjedj+a+6wDSV7YM3JZQ6HjymunF+j/mAGH0LxtODIdzFsflwLbrSn69P5kver3IS1B5u+usoOs
oldWj9MUi8SUtnJP6r1HRKW+qBwlva2TvN0otSX3St+GuaXWoTISwMyT6m4iU9HuMjf19lOHw3FP
Sd2edezGB814nN1Bhl0Vi7tCz/Qzy/1VoLcidiDkY07CCUrz42STVYrX9M4gjftIi0kUdLPdQiSo
voAw/6ZEPSpkiBgEqh5V1/HiWn5je30g0qEP3dYRWyyVhgD38OwfXsHA9ujsrWnsyuCgUnz84UW1
KJVXTfp9VMXJJrOVNuzjJDpTOTo9sF9GgSKDvRkcfLq0x6NMdZ6U47JaacxpvcV+j23XNN3h/SXx
osLy5yoG4AfwCmg3CD9C+tN7YSi0XOtyxbrPNK/Z2tKcgxqlV/jQ6hPKABejMMRGuPkHe9XomNt+
Uw5ZvZknRH89t5ObqpjE3is97QKxlc8SFx+/Tx6TJE2QSnY/ZpY6hYNRVhfU2W1OBzIglFWaQI+1
ZFOaTnPlRYW1T5K6DLRFEVuKs1ZgqoWDcmeH6hs+1UHZmOYHV9h5YAqnQT/Ozc/cXK+2MxPBLNBR
4HAlDn1ZjH/EkGk9Ll6HTeA9sc7G2qL3HszBcEg3lPkvp6C6TkIofrf1t+45fYzOXGHrkjn5Ciu6
HuDOWo4kSzz+2Agtd3oiO/0ewOceFqcpndA2dxrpwvvf+xVZ7OU1QV0gSAURHaT38UhYL7oFu1+/
r6/cnb0TN9O2PmhbmNZ+vNF8dVsExq7+NGyce2vnXKhhuYvDxFe27z/H6f15+hj68WNMdt+ng9ro
96gE+xZScLn1zah3UreBb55Z46c7iVgZXMsaexGZICVy8sqmsVZTEtTWJq20rh03/tSWnncm+357
ELDTlPW4mE91bwmoGhnlBeDpFDfFKs3SDQZy6ZlXWS/4o3WCLgkQCHr9q3Qd18/xtFljgpTrUpe3
dh/j3gzXGjnoKl6Z+VGIWMY3WgPFXQNmLlDEcm7xvH7HFUv4u5pDWfuUsUdxeIaHyuiNKmzYk3O1
ZljnjCtPRgHstaIM8N9d2+uU8IzjdyxyKj8FwhO3VHCL3l+AHe9zEur791fgKTjy9zjUwNEAoRbG
nj8eB42RiN1gFreTmk2HpJxGOrVVUFXC4TrXOsxFu1oGMrJk6Ao0XQHDLx9aS4122oAnXVcMlc9K
qDaaIYfLOZkTfxFQvxvZ27u4ng59shdD+n3E6y/oNHnp1uIRWni2q/T6x2xH4kwf/SQY+v1G9IXo
Ya0I6FP5hBnWeNSVRnHbePH9bFLulXwnCyKoj4pP6psxGpW1prr/bDO/jGvSIeIEJ6KiPXs8kzNA
SAcNcwoyrWZ9zIs8vah7UrrOLGI/b5zPbX3ODvqNRQIiBYQyBTVe9xSxIEwukrFJ89vOMZN9NC9u
kBtQo17WyH8d2XW1//lv/vyjqmeat0l38sf/3NbP5WMnn5+766f6v9cf/d9/9T/Hf+Qn//7N4VP3
dPSHTQl3dL7vn+X88NxiKvQyJpZh67/5//qX/+f55bd8mOvnf//rR9WX3frb0Bsr//X3Xx1+/vtf
a6r+X3/++r//7uap4Md2yVP5dPqvPz+13b//pf0FeuGFmko+A3N5rauNz+vfKMZfOGoiMkNNnKIp
BRaO0LKSXcJP8WOke2s5EPtg9hE/1Vb9+lfmX/B6SY5I7vhtJvXff/3Pc939PtR+z/Xbzmm/gaV/
HH5czISAlMBpSPOkgB+Ol5klqCol3lNS47ntJ7Vqzr5d2XqQaUaqfJSNrlwVLagJf0qmOgpKwG0L
pNAGdc15rupDkRjWGHaNk82BrFcYk1CybC8Rw20uNOoM+AQndln5/dwIEpkorYy7CG/C4aLFVbSm
nJH1k+YbXZqVl202IV0wxzOWBKhIiuEyGnQAfbWNs1WaUPsLeq/mtxlllqmHnKtpuDDIooKJf0JO
TEpznyS20YVtpz7rdl3HV8rcod4YNVOCz/rUNZ9FZtBHJkp2uks9qWo6c1ndWk85cg50ZRt45nvX
G3BGtuO6qMNJMwA4Zro2/HKlSqiE6eegHqoshf/aR0xM6FSGQ4xj5bY4yN5MdpWX5EPooMm3q51h
6DfuQsHUb/AAbvfU7uDBWDl+pxwdfYrJSDzYV1M6GoimD5H1XGqlcmlZpa2jIogNSWB4WQN3Vl2s
jy7mPbq/tBqZhg1dl8Ln4FV7CyULFfHmpPm2AOV5UjN9gDzrNpybkQLiFOGK4sFbxgWL1NwDvDkn
pvhoZFr2bMZFXIVKVafXNTTBe8epe5LdRTVzP8XeS15NS6w0wCTm6LlvokYJ8tZWPipRl8T8Nhd3
L29EU4xZyh1rB907tQIVz+idYmM4sS0RQGg2dmd2383MjNSgrjLnUdUyUKhqquN3HMVTadMs1Idi
sziFE+2HGfkBH8J4F1pmW5octab83hVoxgBPKeou0D1FfJ2XqsA0QUkGvzE6BJGbdDaCQZkwl0eA
FRPxIpYJkh6lN2xLRRsP0ZSNNPtKC9fqVJQKgAi5KMGEcSxAYlbWJRJGKTY2KgH3QdRmavj20POo
mdIye1qiKLrf9CgK+XbXCgXcY1mkQexilrBglfvdGNK0PcQENc+gns0lmC29+05/tvwiDbsnMfSU
pAhHhAPFBrrteFm3S/W9oI1qbBCiq+7VFMn2QMEu5Lm3a/vGcGWcb4RWTHWgF3g4hvPgIvdsyrj4
qXROQlw9Ozrlg5zcITCM0fmI9ZiY4F0OlIoj4XbVpVV12ufccvKbyjQwWus0/CUCGeNv4FdRLx6p
Z1gYcSZwMXdGH13aVA2/G2OFlncszOiLmsUQp9zOptoxZXUaB2MnjV+q2mYlsvSJ0/sChVbTn2iW
Zb6wwZzsUA6XPwFEC57OkwOtPkoYMhhE1zmQArFSQKuij39JFTwQ6s961vn9UvBBU7VtrqLIWtRd
bHhLckD3ORJB21QRnwRVoTn0BOJMeOwO8nGh+tj5btLq7hapUzX1m87uxMYUC6VTLAt+5llpF4gz
iLHa4otHwiMk/TrZVFPrj0OkXGgUX39FcRoNBHul/jNyjEw8pokzIqaRjr+SRm0dH/WQagyJn6I0
6HHu+OIK0/li9eNQBVJo7ieJEpa1GalkfDOtrLqzKzkRyYxa9gvLYh0C2qJ7T7PdIdrvFGVCB5Yw
4NqOo/gZ6F09PQBfYF4wOIYBjxtdcVE06rJs+nhS/Ejhsxx0Ac1bFrKesduDwPptUSzlHp0Ab/4U
A2H7IudcHfAllHZQlGaSBUifA5aOnZj2bgcPNd3luIwU+7JA2+ChA7g0f82HCCwyiY4Dd9cjwLEq
Z7AhW1SGC18cmrgT6W5+Yzi96myVPHJ/ibbj5cq+s2a/7hbjGq1hZdi5AqUAjU5BuY3tNZDz5Chv
NVyFUh81MlAOSS0Kn+fD1w89Ss60ksGgvFRmwu2idHfugmUy8O6lFdTKsDTGJXuayxDxKnfat3Ko
x7CdHPuDVU1RFQxdE6M0GI1uYEyRfCiVfHb8RcKlRhJToS255LkJ1KqcPH9IyQkooS0Nsj0WXk5h
iudzjUt7rrNfRqw8wIDJ7kPmOsILXLsV2G20WnwDa3x8+e4VtSa3xVi5K5qfXAZOGaaaFRfMViZm
Dlwp2kDnoFm2AJvnflPbHGr4VWMu5FfkT3SNlCpiRxsptmh4eGTOF91VGk5Jx1S667kQY3KIWZ/j
oa2rhe1WFZSaRePYOWYEjfmpiRQdZGk26uJyNOfhs6NPiCEng5q7W3pksPxztc5+4CcQV5of6Wy3
qyFCuu3TRM9DD6YC9Knf5Ymx3NcyyuixccE0IVbF3eclm6dxV3jVgmsrDHZl8h1ljGrfUOPhKhYN
x7JhxMk31L6BteRarWPWPM6/JpgIMjAB+dmRPyxN8S3Ocn2vaTLtb6AEa5RUeSzjQ64pi2BV0AEM
S2vq500Vu8ZzU0+W74yWvUPRJKNIioSq78JdbskbzKvic9kZJnZ9pdZ/wJiFQ8VgSaSwvjQHyw9E
1Uo/6tzIA1i2TL+gEPHoSIEuCZMdTTnqScRrB7fNohxvgij5XKlx/r1NsMrLccxw3Lm8Q8TEqfdN
lsvHKGnQplAwxOYb4Lb4pYlHON3BPMT4AoRa1Pbjr0xf5q8evbifRVxU5W5sTPsqXvlWflF6kKlW
TzTtd/XhH8XT1+kPWbXVr+44eD4Owv+/i7q1FSD5Ttjdp+XzUdz98gO/A2/F+Qsk0dq4oKCGPh9K
BP8beWvWX3DUgWohTkd1e43J/yfw1v+yKZAi3rb2dQAuUgv4O/B21kief8p/PDoUawr9DwLvU4E8
DvM1tqfMjjMkaNhT2bGsm2JEEZJrhTPxacqHMg5S1x2eM9CO9PDSwryztFbHhUOqUb9pC2eoLlNi
k++W2xfzQXTtWIZ/TN/f2cGfPsonqe7LM+H7ZKJFzv9wKTvOBYqipMgx5ZjFzwgGU7/8Wo9z7lE0
i8Q3z4vHj96Yw1K2eu3vRXyUE/459Emt7vfQEMSYCxIh7E+Oh85HpBEGJwPxmSlbfP2sq7Hg7qH9
r951s5Z8f/9N3xqOHAqRBOiONlia4+HwsYdAn2fXLhQxbvNEFj+yJi2/RW7VhAPR58/3x1sf/88s
a/3af47Hivuzl25kik0TO7vW9CXZuEKtD3bTqjsXG+fN+yOd5PAvE8k7kcipJHskd8cjJamsK9zD
cFAvMc6lq33IcLD6Zzp0vwdZTRgJwKEWnA6itJnX2216XVEn281Dpv1Ch1lezRmtQqolzfe+scdQ
5rZ+5u1OSnW/B6biCH+QNjoVmeO3a8WCoHecXMc6yNqgLk1ja4gxfsBI3n0op364BK43BIWwlYcI
4eFz2iZvzi7FIJYovVFKhsfje46cBeBpPB4qdVPLdNzFYyPPlJPfWJyg8DliwNKCSDgFMgrL7bKu
SnBASq0fvTorO01dsvtJiORar+U5S8JTlM06qbBhjJcmKIOe+nfqXNW4LcTX2SSrSznVypcKn5w7
mn3RvQts7Ks3o+c72+Dl1V6odCLZNk6gjmBd3l+8b2wTtuP6X5YwpeWTzzuUA/soipHbwVu5q1cI
Zt9ya+KOeGaO3xhpVUmj4EtJFOD3+qH/aEz0kuC+iJyrgcbiF2NKswPMY3s7NtQu3n+nUxzNOr2r
VRiNARCalPJOKixFw0nmZMZVqqbah46p/ObUwv1ee2LpL0Yntj/hIQ+zpU8K8RQpvTcFOEKMZ8RP
3tg5JvcNbwq5hZvvZGonK7XK2taudCrMuW8RMgWrmN51jc/EpiCzuJ61uPi0zHlxKHKzPdN4e2NN
g1mkmMW9gnzfaV24WJLMGdBPpqvp7nVIfFuRJ05IlCzxwz3bnXhr0gn0DPReqa/RgePyP/q+nplw
8epXMLQI7wsprCLoHa8yfULn/ss4GNOVTNz+c6q42p6itfFZZt05Vvdbk/7nU5ysMg56qC61fiUn
qCf6PMc3HpywQMl0+161WhUJOSh+c+XVu87wkjMr743DCusS+ujQejhFThGSdimSdFy0q24qlgvR
6ZgEoRl7zjPtjZ209pEpR1Jb+13F/HOmu1FGal1rV0qkdpvIGvRdlxRq0OImc6YSfypws+4kgHiI
TWBf81KuPP6oTrwMioVTlFcumR0MyQw+0aHAs1WMwXUQOYol8Lx2PKT6jD4cZgxXgObBQKPa3Xxw
xqrCSWt1c8nHLPEp+riz//5mfyOCwrocijvdXwNBwpNl55ZtopjWdKXVcr4aZWtutNLL73SIfrsZ
TsQDYlbxc1Q59eH9gU9BwcwNddwXFUQuRhjgJyN7SacMjWJfKjPOWBHKy6g/mf3GHux2p1r5GCTO
bPrsQuqxZTrTZncKzBr1auvYsox8yn7jmSjhjU1I2wM4HbSjVYfk9OQzpn6sUES5HLD73kaz6K8h
YHiPaVHroe0k8QN0u37vaThsLtqobVPYSJ/OzMsayR1HXqvvAg1E4tlVHPNkXjJalF5VOpeKkbbX
pIK4KcdRdGO1COlIyykfFLM2d1OW6ReTOYBzLI2Sas3YBGce5PU+eZkJeNZMBhiMk8CMIrcxaL15
GeEf/TOyrTqMremgidIO+2HO6wBCc7eLO9nsjUZNf9VGZHwxJeALAEnLIYF2ATzElDfuOJvndtY6
CyezhM/ZS6YEoBrE8/HO0lK9YAIhk+hpjEdIn1hhP8/mQe+n/ropniJ1yalgW2WI2Gu0mTlxg7iP
MIiqulUs0BhmErX/TeXeyEXeSJDAdL9osPJY9JhP5is2u0kRs3ppIAQU+YZT1HdL2iJN0BF7IMaZ
P8xeK4O+b58SHWyF61beIRqq+T6RcWKciUzeWstrQ5PMkM9I/HnSJK7HNqMIaFzGICd20oEq4ctJ
M/1+kt1mqbr6g2nO1cM0KDI06/IG//BzblSvDxdmBAE5DZY+J+CpowXlNdNpUctQh87ZpmlOqVNb
Mcddg7R8P9sSoc32q6B/dOYieetwgdZDm9pZG6HkaMfLIy3NXkVM4TIr22ZPXSrdoV/nbB0rV+9z
6WnftMmVz2C3OJCFii3p5OUHJ0MVQGd6wqLwujNny+u5oPnFPCCuvAqLnR4teQmQSy7ZZVpVy5Mq
NZbqMtOItUVstoFBfZq6KiHe3o5kH76/NF/fq7TQASoBKyG44OY7ng0lGU0UPLJLV6uzh25M5h0V
Q/H9/UFOcVoc6IwC3BssPhgL0JbHo1hpV+vNklwu+NTczHY7UOpVRDDIIeX9HBNwh+nssjxC7kJM
6C9YtRHM+OpNYd4by9eqM83ML90m3rz/ZG9MPVcNbBcCZy79U7B0HtW5LXmwlVC8nyqtuClMj4L2
pMeBWzqTDyujDNi0Z47ydVqPzygbehNZLYOjUHbqLQQLAxJVoVy4NsipcKpciV77iKvshspjnYZ4
2oGD1sd4Opf1vaR1p0NjLUi2Sz+e0tDJ+u9WxvgyJZfSsaoro1Eo542IiliZ9qmtxBB0ttZsimW6
j4cGF4hRWltLmQHWkU4gASLFnWzoD61qo4+O2dx6WrncL5olr4tmGIJmiH9Itf/Qj5lxMWcRthE1
GFIpW2Vj88czscLrWBzzH4jYaCASopCTHK8sR6Y5Z6pzoTfr/sglzJkliYydREa52qAbEN+/v2Je
b5h1QMgTHJxkXacAG5ZLoSPZfTFhALeJe7fZCgrHZy7YN96KXbkqbCJiR4ZzsivVFBc9Bfx8oWjR
3eCYReSj+poFswbPzKfuqzy+/1avL3Sg2HAFaNDDacOz93gaSzFKog550dGsRnlmGjZ5otlbxUI4
8P2RCFVO1j41KkJeyoV8N17wVA2hKfN+ynJ7A+bfRIk5tvQqaGO1/KyWNu4DbjpY9IqiYvms15xc
tEcVqW8cLOrwiG0j+1qn85T4CBIZe3XE83WPRiuKBcvUJP2mt9GN1sY2LcIMOR10c7wpOhTtXP3s
q6V4VibacI+zqYsFjm1Nv6JtcuPTKHNxNRid96NtIPSFjpbUT9pkQmLtdLtD2Qf3xHFDtTz/Ieve
Kfw6SvoR1zctu4HoviDUBnQE+eleL0Qgp8La0CtFFbbC0/FHF+vLVaE1YxuWroHqWVq1asSFi4iB
P9a5uKMb7grfro3+B5tf/mryZboUtKtoHFajkH6f9/mvti6nLkxooj9XTpY9kKGqv9pyQos8HfHK
TWrpjEEMpfQ7ZNk8DgF5LXQWKF89ZUAhBn9Q1OibWWjz5FdlnhthNKrQSIUp7vs8b10fOLPygSKA
nuwimvooDOM3NV0umVnB6jZ1TLkRVCswRorow09KlDF52KP4HVzgQ9Z7ZaDTn3qWJD8fO7pfkZ9M
tscKrmcN1GCZdxqaR3Nmb5FI+6z3fTmEntaNDTIK8aonaKLw6utGhs/K3GUOOni2TBO/6CPrl5Go
8kIdcvuLLEU3hogQVS5U+5IfqdrFMwM1nWfL17q4lr7iGuNlpaCJGvZUe9ugU/MBPcwhakIHblhP
4lQmo5+Us4esaMlVGLaGO+7btkDlt2uSRAkrIy2QhGqs6LaQAyB427XTVe4h1e/MqFCSncwGxKcy
CZpEm+cmDmyYXmjg1ZLnoceax5vIjq0qSKA7T1sroguHtZ3dZn4PemKXKML9YdFJNYOy7FhbrYHL
FXSZcvjEZlBwhVKtGbVTS7bdxgCCezBao/hKWKVjXy+a6HtvJeuHKWPEUIt0FgcYIvITR+M0BfE8
GR+KUku+JG0zyY1oJ+OnXXLb+lbSmA8yR8MmjLoq7cNimaeZmVSXtV5VWoI1OluPo2oqX93EYPge
f9QsqO18vMzdJrd2Q0rW7MtuaMQ+HqSXXqSJV6GyJFDG8pW2Xxa6V47i+Koj5h+1nbaND/cBNUON
Lt4uHUWOhqqzrFgwGadeGCPlrQaakpSW37KE+kszS6t0F2cOAbqnVw3tqGoyKn+W1ghFWIL44Brz
siKoMSPKYWwWfR+iERAhHF5XXu6XsRi+29ngqD7a5Mk3Z7GMjs+F+AKiHUN8ZcJGAVKDPpJfWV30
NfIK4eL/Gue3NSFhEqRVoSGi5CbmlZF7yL2NpRU3B62yIBLI2a78yALpsFlmBb8VdSrlJXCcBes7
PvKwoSEbfTftGGy0IVTs12PZVlY4NoXS7fWq7r5G/5e9M9mSVMmy7K/UynHxlgBCNyxAG+t7czOf
sNy8oRU6AQT4+tr6IrIqMnOU85yFv/DGzFRVuHLuOfuEYTU9BFNunr3VcZpkyFhbxi4/yBxZIMze
YUiUhvxCN8h4MqIP00ZS98GCl8x0Og4uA1Szh2sYU+Qk4FJgdb+s1UXnxov2A3XggRn97DdE1EOz
Z2FwiPpAhbf11ltuvLGa3WKYhYz8O5icWGZ9+JUPsmAQQhr/uQe1c63EEL66layjmDDBKGLI35Y6
2bgARtwH/qKTus4dUCBzr1/ILwRj2ozIBDg0wspFLMMicGgGqFFx0F/G7LJ05rdyrr06sam2rNC8
K+aS2W63+11Z+5sbUlB9MVOoc151WPmi2Vh/glJ6W2KkX9qx763WU5WtXK/8jUE7qTaO37h29HI3
b5bTcvx03ZNPlpwExRqZb8JezKfnjM4dPynPif0irN54AZbnPAvEi1M2lptQerlsicpb0eFj72R1
CP0qGuLMXXWEL8Qu2qNDoOkl4k7Ldr5jl5Bot3JuMZHvn8QocVJNUQNj0V2iCy7Ps8H5hmMv8rQr
zXCJeYS7SjfJkyUxJnN/eaEp79yqrbxk4zvsz561Fy+gYPpvmrbur0V06881ULN/8AtLvQVzxkFU
jdG75Utzn7tZ6Ma5ai3/gMPNn+NK5sRGSkXJc9Jsg9cfp9KIJ0E3VcOuPOKViYKVLrixlxGvRg7l
Ag9bYD12oQNlY5oacy4jt/rmyMX+jSCbPTYs03DXidV/7jIOtGTY94DtGpP2bVPxymHm2csATIDs
w3gxO89Kem5Bhu9CDH+wV4n5zNmLQ9Y4VPAc8K/4OJhwINGlwJuywz5M+Ppae575iIz2vcNSLvQj
AHCrPnCK1UvK52qerjYIYOPNFhbW62YF3sEaZvpAG6PwJQBswVPmtG3zVtsYy+JiyPwH+AZNk8yq
z8nsrwKqhK+CcE4UlFLe9PNm3zK6INtXZO7J3m0WZ7eHcwxrgZWNdSxX0/1eWdy0uCN47gLslOOc
BKNHQwSFRe01zbK3C92J9UNpWK389vBcnW2eODM+LtHO1ysOlTopSrcbEml34cMoOxKMws050t26
d79LS9VDykjEZh5kzFandeUvn/Xol1fG0e3FIua2bbIutvXcNmrAxeg49a+QbdmWYHGMZppZQKTh
EbJH7I6ump+5c+9Vyj/eWEk/e+qn9pfVHGUwLvrObN7mXuVN5J/bodEYGXGouxxodDIUuFfup93v
f5pyrId4wWb1JFVgfXVulC8IKq1Uqbb6cYynOUIDsqEjgDIthoEDJ6peXH9a7xWnPDstpnYeCvM0
FjE9JNqK96ER14I7yX6dgRayvqnOW+uTyIqIiJTp2wHP20iijHi2Je9szh8mw41rxSPVMYtIXKvp
INth0ysMJse5WhJsXI17qPtJOLHT8daM16bCNlLMqOeHItrnd7/LmCyWoeyR0lhKHRrfGz/0YFdZ
mgdBXh3HwC++lWL0f/kYZdqkXRh+4hUO5y85B+bJY1kYxoXT2HkMCtt/WrLA5gQEbtfH46ZEiL+T
n2CSkQNsY283PM5DAtAiXoLcZiwKXe+jsEjDbLkfvux7vr1AxfJeXbuQ3pXV9pQdcvmKglgJIFqH
cIK5k+TF0t9MohrLNHBR/OVWb7+90UDymhbXe111sb5GIWy4GDGT82+Hybdguuyzh4LtjTlGCr/6
8wAqz3AsedNlzvKyITEubRJxrnFiJm1QRST6GK/vLGaFnpg0Pp14wqL2FJit+K7w96RTtMs7SHz6
0NvNVJyY6DlTjNHYcAlKOfd0Xi07nPIIoHDNf/nudHjI0oL42EpWR3l33rwsr7sn1HBVCakxqphN
PTVYqE4cMmV7qjbQ9occnl6F76eQbSw7mf3OCqGe+yYoDr1sB0ikeVibVJid5yRda9IkurSUn0DL
H3YsjwG1WLuarAK2prGp1RV1vTPoztEfWw+U+tJ2qOpUdQsv3wa53L6Launkxz6SuZ+0Ia2XqQAs
XMfbnnkvbbM0b33BnzrWPPIlXk09fYLjtMZY6mCAM0rPzp6MU7nBoVw271e1ddWPqVxViXDMa5IS
IMWXWHF0JpE2eXvEG4bws/T4iDmww25OAd4HH51VIgpY/q5exaDwp+HZJJeHx3arD8LP8m99aew7
1sf79zVc63eJ1/86bOZiTHrHbM+RGsPlEiScT/5aBya2+31g/NmW7eQjm2Znd9GvS1dFJ9cClgAT
kWHr5I6OdWgZvdy7lR/O0xwQmTv3pRfe8ryVf1sbA0bsQk8zs1C1KBx0LDe6534fl9dW5sKnl1js
2J1MPX0p2S2fRJy3Z8WbCogR/Is2tta5a9MIyI9/5njNGP02W9QJDOXhhjVMZsURcjOv/taPNue2
XOl8n3g7FFKvd8A9+/3Qa718Qv7PobnaufNr3bB1JWZ1+2M/bFh1Ixc2DE7UDm+m3up7NtLNn2Cv
BN1SuLI+gA0txcEqbcxkud213nWJjfuCncU7dh6DOrS5Xg0astcwRmMS9kO9YGsmeXeWGLL91O3X
USbW7GHOLAqx3UohZ95ROKHrY9ZmVATvTaZSyoTz30hawZLw7PWntJms9cMfq1meAiOyP429OFee
u2UoX5xHn5elxD1o5a284lUwB853jNcF5ezv0chHWzcELMK8mfNk3GVhbt3Qal6ynBvwORjCtUjd
aPHv9lpEwH2yUFNiMWzUEdVz/lWMWuSJ7DsHG1+BoSPW8mJFj+xmTkLTVnQsOMp6nB25T/GQc6tJ
ueSYP3s9WvNx3OCuJhhCzIpSEQWfLf/lbjODftZLYz+StJ6Q/J1ayRgTXfShZw6JY6+nwI6XtVNN
3MPGwHycz9YHfqVt4FHNMvpoXKH+1EFrvQ5VSMp4n8lPMS7BWYwHGo4vQ6gd1knk5dWKVbjZG3gD
zGoHZcy8HC3lwRWggYWUnjczMeMQ3DR3pGC8zHySMVu3hbfcjb1XmYPfrQTfp7mIvktnbPUB7aWv
eaxY3UMOdgtL7BCWJq7ESNcBZ7wVrwTV9qRbre0T+/DgQvhdw+5ouip8JSExjke7cPK3v2WU/zHK
/RvZkn9RlC7xl/+QT3k2P9pf7F/+EXW55Fn+/gP/MMq54i/oSJeMJuBL1OyLtvSPhIoT/oWwhQ3j
onDhzLrAb/7pk7Psv/42EgDLY9dJzusCevinUc5y/uJ3XzBwJOougX4Quv8Npxxwwv8ofrF1AEiE
LQVUK4vm6D8nsLqlyLYpCl4mmsEuDvImjAVCytXQm/HdcSZ50JHfwIILuyfGhvDOEPH8EoDUkoV1
expgrEhx2+l7Ltzrp7Nm5oWwtYNpmDNuNnq7IopR4X2wgSrk+5tt8oJhUOdPPOT2GzkBz6bnFHnB
XfLt6A/8uq3q6cqdZZAEy9TcumURXqspu6A5mtLNjzzMZpH2DnWcAzH9jzrk3IgrErnIGG3gfYcr
v85pDprNTxruWA/O2IU3FbOFH2c8UK/92XAH53I4Eb7p+z08KriSDRUAEdKWNNpKt9wqz/gY+bRh
culwHE+yf1IuBLqrSczzu/btUsWD3OSTMnVw4kvRdyqjfhcHvf0oe8gZk7T/7g3Fk7aWFlwdVLAx
HpggKGSjrqgHncZj5pTBlJJ+IW4qaadK9OujCT4id34kuRNvjP2xPwx/Bve7V1AAlxtzvejwa6y3
W5czIVM3e1dem2V6C7AHePU8HgxKvRDjCymIX1ZGkmcYzUffZepq7heH6T5MZFAz7ro6AF3lfzli
DeH1Dtf8qB4QFV6A7vUHucxHIhTbYcMB8FVVsBuKHnHIqcak8IL1h1DTLx/7dtKryP5cPf1ZDhH3
AetajbTSF3nWPBt7u9TVrd2vVvgvlML8kbv9FtryBYXivC32AQ7NUWccm63F/xocLdO5dCWXn5K/
es9gRVR92J83lTmH0ZLPfq9emQiG28oxP3gobSRlsvNAZgHZb04NPLbToqTrsOOs6njtyldNMMXE
wBxzP7aNcKBMjOIPAL2EIBbCaUDtgVWsWOUpUeN+Xncnz1IpksUV2RdURZltyOxAegqayJcPhh1/
/mWV8wtswTRvPwePeSOZFi1jrdiRdVuoncPQF0xxlhyLNCvGYI89b8xC5GLXBs6WbfN1G1kOyqU7
qOXWHir9wxJB+6iX3D+ENCtfeYVj1/HY21sdT2vL1bnCC19o9W6hT8bO0qObqctTcL4H2MWvgugx
qIYoNps+G6m/0UhxoI362SWao3LnpdoNaalNppPTPxHMLY/eqok1R7W+md2VR4YsP8VWHVHmZ0h7
NG2yNrrmie4c5n6+xYpRnPu5vHWpXYnDaUeTkKg2cHlivaCcylYcC+3pe4XF9pp67jCpHVJQANM9
xkTElDVAd1jlHsSy7oOTcvTDYNfaidchu23FKhOtmltSykSM2lEl2lKItVYbpYWaEYW6/IVS9PCq
3VbnlYdqjuknyhKgpkgbfrgdo8A0xCKm+VdT5t9UOV4xWU1bbb824c5GCd7Re+uDvrKH6Fz0wzcc
j86xUT7Hk2ufaxWkBBDmk1n5eYjKeFDz+zVZ/NEALwz3WJMySvYJ+T7WITLL7sqzXLPwaLfGPhE0
Cb7sLA+Oc2EWpIzd+dzW6Dmv23NmCW5efXUmw/uVM8F2rD0RL/y0qNKq6KYXTZQB0wKj3CbCnPaA
rDpBBIE7VP3M+NGleJZ12mfcg5f6ivRf2hTFe97rnyQh6q+6JQc3yiEeDRmEYU4yJUvsBWSXaF3F
u0JKwHu2LN3DVlzcxJHzeQ3FByrIeRPk3coaaKzDa1CaNa2XjITXCO2ozbz7KqC4j29nTNZuL++V
584HYm7Z2ZIzdL7Qvc6nLT9wOz1znwzOsijfhb+n3eQ4n1HpGF7xoMhep3bPr7WyC+rsHa7CRJlj
FKH8rcmab9UgT5MAFuP6n0EYUhdN0LM99w4lggcOW/mtYOJ6dN3efevNzKke5hCXHD67suAHt/nE
eKuBTE2wnCSY9UQ1i/xpliHl6AH57EyeddVHrCjctbBuXLGI+UdTT+pG2vP01a0+k+PKQuxn61it
TIl7GZIIpefSSVOLAWF6CE6lXS73VMfU4R03SPttroMhWWVlWSclvPsmgiylFvDVMfWm7uN6qcGe
xtEGF7lFx9zasBWMXnUT2BmFmwNZj7iLdHNPHXRxNMSpyEmZhg+mFmllEe1Zl4hdAoDj815722kN
ZfCtz3OmQnUvs+k8zvmpV+duXZqz7VTt2d2bhRJfjkBf58vV0pmz2/iUhHbDjbsKkeZr4zOrr+EM
iV5a5xC04rETdXYM+F50tOw3I5TwR20h3GM8tku+h2X136fVGL6gsn/eiZjHmf6xQDIiG9YHb9a8
UeobKJ1OYprSLtfmXEmdHTISk++5qLsfFpPxax4G5WHNFqA9Q129W5DTrzZCgyfplvm1qbrimgSa
dW814/ZklSHNFJvPXapgFOHpudECXEsFf9VM/vM0UnWvStG+T1yUvtgX7i/l6map8KEztgQjj6EK
s0fS4U3qtyK70va2//yfOXja/jHWMjv+P5fRf5mDXy4R6v/1f/6M5c//NA3zx/45DYd/4drDrUb4
GqkRi/e/T8O2/xeLSUzvrBcxZv//Udhx/sLV6jCaYlmGH3GpTvv3UVj6fwFyxCchSJTgQuOv+2+M
whR1Xmy6/+JEAN1D9y7jOIjuixlCXGblf/EtM2rQ/7hwhpS+rZw0F2aIPafRaEfsXWeGW+lvLCxb
HdwWrti5ybvDGhRxxs20v3dtyudufTUPKh37ce0SamQ2KH6U5e33GEbm8MkMiJMRqtuUZ8+1lONC
xTCNcwdX9NF43pVfnWoP7MG1Y3owNyRmufqlJUL68uLvkINUvLWtq5PAcnZG3GnY9I8GH41x6KwC
UROma2blT+2s95UQJXug70LXUx8leE6c/FRXa+h56JuXWiKk87XviAbKjP4JioOmNxP0fsBEhHiQ
rOG2Nw+K2/B4qtshrF6EY3n1swM5X31pSwdPXt764smbKQO99rtBr6m7dkT1HHtVyxGw4dCdG3w1
4eu8BZ2nGafCrk6jxbTNF4o4D0EcIIbtnjNlHYEKv1yiu6WbRid1lz0ItjvSJF61Q68IaNhCMiUt
d2+HwxyWCd9et316U2Tt1xQqT/1vfCzRwBZh6XT5A+Q8inW0KzN0Med+RLbO21rtnNkZ2vVTbxfV
+J0xttT3pW+FFpNDb6wrSGBV+Cec0Y/ONlt6/XurA7vLmdEArYvLiONaTtpg0GSl3RA0heJVjGtZ
rOnk791+rnJekj+rQL7lRrLb1jHrAFbrZFAo2CubJ5KaD63BowS1x618HpATEVmEqpAvtuQHUbKk
ufz+saHXaV46934BWrR/YGKfSjdB8Z0xErB5tvV3udo6+9idYh3ehwkv7mMwtAc2zMMJ7ZTtuSdv
auPWTAjcrHITGcDMwYfc/P6X3dXZmljL8sGk0RMV5wF6eeM+sRzuEkmVUVp0xuwxgj4iospzstrr
ujaPkK0C95uby2z+HJyaBSzrqynGYsE6J9WlsOCGzr2cwzSYF/KHiW4i9dqsrNRYAlXdsVr2/Smz
pv7Ii2qhWxViFYQgPd7GeLabWHs1X85qlyCVorLyPwdqP6qryCupUklUZEpxX6/MmI+GPG0OKTX0
MQkKv4RZjpzINHRbbmUpTqXlrPsXeKyMih2kfM+5ryuilw+Nw8xI7jacP+tmY16XjPSA8TflAhpo
liOfsOyT3+qcqn522RpKZ6gTJKd8uIuwDPjXwi6BJ3DbWqZnC9M/hTLFhARPpoOul4XLdSetj3LZ
9PK1qSgyv0Kpo/BK+AiOZ6tvWLANG1oXKW2ejUfbmsvs2r8EJg4oduxo9tWF0fEwklOdzrul1bN0
JfcV/DFkHotxqF342LrCQqJHavHw6Kzc7xZ2sWwbu09rKYaCRIDbI0/OHB33fcZnxg78UsZ7xA81
NqFFe3xUkyEAmu8FF6yVdZAdg3ISgVeIDnnYeYkTzc2QjLNVsaQVdCkztNMZkO2T2s88eEkX51nH
KlX0ObAfh0ztx6IQAtiNRzVW4XF57DZlNSmMOZaBXi+pXW9cr/3AqbLj35b+je2X9DZR4fKrc8Ll
QFGQ/6yK8AOFe3vOtCepwuKbtuO6oAOZ5VN9UjX7Ray0y2Xg5fzkC7HCeA8ErRNDaZ/2bjGH0i/5
ypSl9efKat1jCWmVP/OM/Q6FFPnDxN+Z1qSvDs3mbs9eGzanHsTHacjm7bZ1GvWaV8o8XZwZznUW
6D8M7RPV67g4j4O19589jui3KjDhlrDHc/4sjt2wd0HHiS9lNBfGaGAOYBfs19zd6U/12iX/IyY3
+AgaB6fAOrOkKrfVP4yTqprr2R8BcJah9y4ZSffTntlIkapZK3ZITn07LSoo0sXJhocisoKDjyWo
PtgCthPFO+76ex6Xt2n0gRkGGPo+uJkNr5wAtIfZkuXhQeF8vJrDULKoW6L7Ep01Db02h+HgbHSL
6ey7KQqiDk2H7WiZKRCOQ8dU1CBXwRM/5vXKV1H9XfezXcRsDufjEvJN4XAQcuRenGOqXAEowUSz
7Z4Z3h+/QbgN87RfHZ8itUXK58aiEGqyg+KjFcFyly8hQP7MllDc9Pg5CjMfbdxvR2SN8rmXLvD5
ZhXnJbCu2bRi7nD7V1Gvw72RkckeNm3V57FixeH2iusXU/Z2M2GU4dfTuXQmx8Qiww4+b624do3w
3ka7/JJD317ba35bFzhI48Z407vd95J3vZB3gZwf6g2yXL/vICJsHO0zZk3skh0jcZndTqjViccW
EevS3N2w0GMUcHtHfZaZxhPokJxDEcNV3Hbdg8jqIoXoknMrWsbTQAr1gPpl/WmgNK5JNFQzKrTV
yadVdEN91W8dtgfINmz01wUHhqhA6+/zn7ysHqKgpJV+wCZiO4+BqfWLHAbrUJWj/DZY7Andsr8P
mulutIeZ2GJfWjGZffEnqxegDWNxI1HcExtvxbtlsaCccp2urZJXLFMZF7S+HqKLN1MsHCwwLtkB
r6PDBXs32esadd6RJ98v4t/lkvgBclmv5hPM4u6mN+2RXWlF+FM3Xn/VO6jf2B/EQkfA9NCCJr1h
yAnPHKjRrdqpYlAq994Zgyz/+8BqL6elYaMGVDTt8Fw3As9T3wx7SrtSSxK9yibKezvXvR6nbn31
QjL26QJvsYcdk48RXm6PYe2scoaSZ/wOJvhsInv5KkLl9yn2uu1cVhS2c4sQbFbsPz2c3e3IIad+
QxMs77nef2s6q/qka5njuRv2pAwEqSf4Gtyj+gUG3hTZ6SLKHbHJKzhf5sqJ20AMdw1ee4CrMBGD
CPfCukHhUf0WfvDJsLZDBYDixBc/O3FXNPmxY9R8J7RcWldNfzm1ZztHdKImdJ6OZCS3n1xYqXOJ
lrKbHqTMhlM+9sNPb22dA3fRLSHv0Xxfsko1+Mv8Jc38BdzqaDnRsdKBPlSb7A9ZT2qqqkLujiHV
CbLoMOehCYFBtqW6zaaSryevpqQz+y1MhiE/qr5tb7fMW+Oo3VqYYEvXJ74V2EfAL8uBliPILUzO
FChfkDJL7JvcHNfdIWK9uOx/spDFX7n2MkYaNL+iqm5f2rpsPwlJ1h+btciPNSumZ/gmrMXzYB+O
i9jCb+GopzMtWe2RndyvXQUCbsDYpDlYxbvebtVdRyvGMQAh/4vKS/c011Kci9r48RDNIwcliLFx
EUUK93ZOda7L58XINiFRZB8zo9QbOKn92nM8+1sR9G9NKRpG5FCcumpffjveZdPcBL873g0nSG/s
oWCCxJiF8nipl2fGBM3DtJQqGYbIS3w9hI8O4IOrag/yuzEKeMuGK9vSXWR3dad/lw3pqYT3f5Sy
ABiecZ537rXWPp6FeVbfpKtw+gHRPC1dU3wZJslzsYV84DRi4Jv22uYktWrvaQqW3zEpNeiboGuQ
CnoADNZq4XUByZmnQbsVD9KMlKXYVY0pLKD5K2knGiNrR0Qts9m6GPzWzp+29OarZme+QBAQ1HAE
yhnhk8JKi70ayd9BjZgPTk+1Gk4yhoZ2bJkZLEdeIS/CvW5VCGtjyEdoL2EI+SnJUBZOesqcNxjg
oD52G6x6R2VFFq+ZIz8sZ/T+UAzdfDnDbO7KaGJaxL3yfXNaJ92VBj0yVsKv4km3/Q9olOrabjEE
+Hs2k+bcpThgMaK1xRqH5Umxei9S4+85I51+pHtR3rP/HYn51tFBNVR/A+b17ifwSBObNqyZedMt
bO8ztmizM7OVb+a2vPadXSDzipF3ojsGEEzWqZrru6G6dCD3Sif2agKctdZigcVRtZeyu2vSLCj2
W0I3gbjreG+zTcatwLe02Y4bi8HlJsg71txHc1C/rjuL1dTaiqy/WT1q3wrcF8944Lfz0NWyul7G
MsjSyZP6zfQsI2JTrXayabl5yYwn2Il1Udvrt1lvd6PTdllsW6wWGbRFcd6K1j0wwniPbrZYpyGX
PsK9ES69n938GHIMX2HTqG7JMOZfgVahvsoFTrlDjR3iYHCzFXENR2ei6KRzkjKqVsyIEDt2YEce
ZC1XlwtC61x/WlXIEIgb/TVfNR/FjrmROiRP/JHhpFADcdpT6+B+y2ev/CLVXh66qVo+IG+0D7Pk
fMI0hZbt+ngV2VJaD/M+5w9mWgSirtM175lbjfHCAwYW2rAV9/j95gOZO+9QecXFc2u74r506+Ce
JKr5YTNSHrbBlz+XroOSiH0Ng3NTZeNDw6F4NWaDvA2l376CFW4RGXPG6V5OCnNrP/XPPVXINGM1
zc0mJvGd7ItmL5X5VwKdqUdd3LNfsp+G1FasvPBQm6e9naMSY6I2w6krqjAVHtbi2i9/RmLN32uM
DMlmucXdhBLR0f6QVek2uPrZlu1+xrY6s+vB4XI7QKu4nrAYnnqLxZYRrP0HH5NOSnDnW2Hb2RXb
Nmw5mVX99qeKDgt2RTcDwno8iyn7yYpDx5Oni3sfYNWzzaHIg6fE8xZxW3oqnKjhDbbqH6Rjo6cy
E9nRgUB+wPlx5flivm18lbOX8Gob8NQksAE3w0vI7vn7NA3qkpTnwm1YABQIbpd7W73de7yLLYKw
DaYCDpDSZf9dIg9/9zIWVECH+9vKze3D4HYvemdoiVfb7o74+Er/yPm9oYBWW3kyGIGv7XwGHTOX
3shEOzbvkvorN8l3HtA4trs0UNwJOb+V/RTljv7WDoH2E5+mLwb4GZxWgva+8yeMHz1Rn9H1PGh7
tg1uW3C5Rj1hqIZUGCN7++eJqanFWO/JKA3GdfkxjJ38oPbFvPX2rrxEriAFDvkAfYp4CZTmtlqj
K9Y9fXSz7UNZfQFviqJzNTDjG5y67pWUMOOOcErI9zMq/2r0gqmZBO0j1WeeiZch/CPCavnUZSP0
zbqHc/XQ2R56Usigf9l1EiavxvpLe+O6vtIixwd3dSDd1IPJv0XZ5p/1KvULwkd2GsrVtxLj5MK7
cr2hhiEw5tvZrKMnYxxNpZUosvQqdfKNvVIFlP3a8mTXxmaIzG07t6I6wKSO6tO4u+4xYseRllQy
/vJzMZyyusONwJKBWCCmuDoxAVw5kGLit3/RYpuOhdoaBQqDk73U9ZHr6Q78SzHDX/U+q0k6j53t
FmFn6mP2Vuq143HZJC2NsBgFhS3jRfTDG2aVksrQiUVPGeGiDlSpfs6T7dExhfl4DvyXMpuXdMRx
+1NoRc5iw/aodnd9KapS3jKguin6VAB8yaExDW/Qk93s7ckxrovTtQ3uZkvS1DO19T3fKRcxjI2f
Pkc9G5V8A6CqlcJTabv1/RZaxUGNe3/gufp3tSgpm93btrthGsBpQbPhfAJWyAatG6tn/HsYs3VL
r1VBpkMkXLmaR98qYVUB0fLEnR1kKIOw5jb8gmJ1g2tKDnaB6T1a0N2GaWtuUDvyMK1LB6xYuc6s
4BggLPdl7HWXP1pZP3Nv451lFGY6AOn+b6n2uf2ac1V5x9obh6lJJ0y9sMD8Ye/eS2T38DwDucA3
ExJpyz4mb4a3yLvQz6yTo5ZijtKee3t+gtpSe4+ay7i8Aq5QTwlxAi4yU2Si7KZwlm0/hIICtN/F
5AW33tqHf0w1VREmL515eEYnDqdDp11/BIalgkduDrJ6g0jrT7HcIDteSYiY4aXaOgvvMu612ZOX
uVl3bLg1mKsd1Ft13Keaf7XMlfeLAqh9SPcQt1Vn82SOS7fFGpsAmRz9Ne5xFEfp5jmZfciCgP8f
x6FwnwpKTZtzZS/WfODfno5+sEc2KallupGmmMqjUTxmngcTYAcsaxxnJ8Gnybtjuz6x+KjrTcJ+
zFyIreGsgpumYz10cleguNR4zrudPVuhxz+uLWGFacg3mp9QCrflKo+0mh4BraktdsOaJCMpC2Ed
60IQDZu0Y1mP9NhG6rQzv0Dc2yASnSO5+tltc7HuxSPXKPGGlu5z7OJ4chm3Kok5MuCW+BjtK//u
Ti/GmvxvkBMhroIgi6G6breW2VumY/kjKgBZkuz5v+ydSXLcyLqlt1JWkxohDY7OgeELREMy2Iti
owmMkihH3zh6rKt2UBurDyG9vJIyn/RyVHbNyu7kZkpJMBBo3M9/zncCKIlxoBZaVdvqknHTtIQw
AGefCS97q9AYiSVCgSu825YszWUEgiaERYf213B7sjvJzxYnOnijQVgo77x8k7VLcbBhcoRU3bLu
KArvY9J2ajcAVXqPjFFsLAy0MIXhqxWZJY5wDfV51EfZNrLYxWeDa2AX05+8zkpCv++fFXb1jU6s
Bru5Lx/cwtc3Q87yYoOJlSrcnK3bzdSVn5toej/5RcexVhJfMW3SJbhI6vYCfzhINA9DMNbnaseq
K98McRnguchg4GVWCpUORSvO4ycNvI7RWC035INaYIuG3nfOUmAqUfEhnlrjTA64sjqHJVjZBSRb
xkNrS2/X+Q3JDryz+6gwZxxfXb9DGBe3bttE4WApu9glQx1H52474INOsHUiqvAAn3H77PxSJK+t
Hfvr2J0bPWMQRZtKPNjm1ULy9izOCdUPrTpL7arYUWdI04KV37e++5p4uSw3BY/4O0W7+GEwVXbu
MeQ/j+faeugyr/4y+1583bIpoyG+LvJbIhi8uxqwsn5d0c7a982LYzLHM1srP2eNT8FTzeE+0KHA
vsktKengnjqqpJm++CU29dJtubG9JBsOUS28j3E6XA7LlD/mQ6eehtoAlD/V8pMdpfKjWSRIlpzY
Z9my7oCQmbzDoJFsxCSGa0FkcKcZEYXoZeWuwPaD0j8AATQUjSCV7+zNOn7yKtjdh04Q18enM7Jy
sgJ1b8DrPGu95M0h23+eNPONjaC4yQb5XpRxvRWZwaO6SUyE0IHE0hR9cYYxPRdx4X+sXJ8oB+J4
Y1HGXNt4IwOn3tI4/NSvAB4hMd/EI6t1o2ui4yB1fSuL6ZUlvRFirEXy4MYjjZOp28SffYyyyLFb
OAt3rME+Fty0pPAA1i1TepszvtmwSBmpNI7L56XKdLnLHdHt6qRu3mVEHrB/pFN+T6nNneiXaHWc
mrvFGAH/9srYOnlJJi4yxXbOE4FdPntHry+AyibQehtxyx6yuK1fh8y8Xzr7fu7m93OWnXmlYNrR
Vc+GhDmUFt5ZIkx1xoD1LE7t8aUU03KV9PNFNA3LzrOdaOPEcBpAxXTHAU7RVVH604VwkXtG1rXn
2GPY92Aq3jD/FodgKdV1MnZ71fjirQk6lnP0nq8SsK83XuP159LWnxLN+KpB5LqQDZNkf6rOqpw5
iUX8ZA9Iv2QEEBzYNjrbNlMUbnpqDK3We+YZOrz09XjhkIs7TzJNJ0ZP0mDXNw5pKZm2Z11QXcy5
ZWzduM5RF3FlIcIKdww7a7Bv6C3MHFKJHWTPgYZWsnCEe7aC+2U85JFHy3sUgX31uGzrJZnOAruY
t8uQP9VmyjsVjuB7Mycdgz6DMbYLygt8bqxSChIXjVu+18p7VporkwJIIuH43TdUUz2tSdyQL2vd
saVAT5N8Rg1LWj/BVO49UVzxqfJionqryaR1PFrosZqSIwHJ5pS98TmIAJAKq0oIX8sqXOLqfZ3x
lU494y4CaKz9yEFYF94AOdxpG/W0UA17aKa+3SeS/NmS0YsIYbZ4GZgf4pSap60aCj+sU4ZtbBxT
985u2/HQJeuD3Ab6zotgVp/ZiLLWIDWwmTKejTwHa67jStUXI9ov9oryss+i5lFgQ4JyinBNuImb
0m/KMwm3kXeENKadqVzvjJaqNYSXsC3uOofKVnMed+WYXPaF118gDvIMj/twKvP2bsZSduQ7pFt2
SSMEhpJNipnE7x3gE5djmmcPccViY7U0l3w0UJibVRz+YnQspyvMc+8tWuO2vZP5iCaMjrZFHo/h
Yto9n1dQC4OTlkv2XDruhwkN+dwI6ooYpIM9fDdJIoEBdgIWhr31zmN4uMU7+DG2jGDZ9gbIzl00
jIm97TPDrEnuOF51GKVlX0yp7p4ilNRjNfOyTOjuu2O6XYYEMWkCWaU0sp9jQF4uMV4RMFhEG9mB
LY+4suwuf79E6by3l5KLtkk++7OrtohSd6IM7joCmDyOaBwLnSVbtmmzqK1wTITszAlAbeJ6xNtD
uycSs7UlePcpSTtjUzCOiHZt4jXkmtjfU3UNhA9/T113hD8UgrDnxqHLJI1VbWHdAFAeEYDoqRnI
u4XlZA+EKTys4rOux/28WDyDYIsO+3qe5z28XPOM4iImeRix34gdXKRyylHezfmYtMK44XkNjWfm
1cxiFQqMH5kPnkOyUc7jcPWdweBvMCY/hcQ9OJEOmW0Y/ljWhSMx134/r28KNRp2idUnswacV6x8
514w4J1/xyj4MWOPO9aGuUJGWZiOFzhkmH88UDS6WI6iIg21XUJeL8gmTMfZXYS5/fUn+hH/AFET
F4QthePawnRJqq9//p0DIfLnMa2LMiGRmY9yVw2ySzdMV6KXoWLtuA04qQvLtCB+EMpzh8OvD/8T
i+R0fAvXMfANuZIbvfVEfHf8sfGDiGBSsktKAzp5hAxLU16CccGJSfXsfUMG9TP+iXS4MuHI3dIu
jtLgkEXeMlA34ksV1GZwJbq+db8G9f+Rw/yhYltY/JLD+t+jtR7eqrVeoP35R62/zSfC3vpbscK3
3251u/y/qkcAifPdt/gX3034f/539/Y/Pv8vrFuJfvveh376D78BW60/nAAdH0gEHAdo+Wt94req
BP8PdhBc13zvLpBQeAt/2m+ESSECbE0TMAj9rHBJ/nTfOH9ACrOx3ghn7cqV1DT9A/PN1+6x77w3
EiMpeESHXdnaUQag8McrL81hSufNTAgyUt3DFClMDmG/VF7/0HaMWtDVaib7L54JYetDn7ChuG9V
b+GgM5Flim47BqpL/c9TY2RRtI/r2q0+j4Ud9P0VpkxWYJFOMRGcUMNJOel3zQlADDy/vB2sgVwx
yRCc7dCK/VgCLmYsCcSYITQyDFEM4MYRcXAGWwLmMTI1+GN+ZVDI7QmLzAsIRDJ2NIyDLPD7h6Ff
cCDinevd7TIWYGQCWO93TK/0ObNx+21RJvvkmHmLzWBCiuxmPlGbqxPB2TrRnNkSiTNQlgXObybx
EeHXAPZzvGKg41JYd9joYEMjHsUfnAan4sZZ4dH+iSPtBR2/L53mgFsYlfPAuKSgy0Wz9PAwbqc2
cZe7+SuiulWZFcrO78Wj1SfkDxNMMGjf1CjY8U5ANDvtFaFfO7kan2j3drLjjPhQ75heO4+0pkDN
roTCiQAmdaVpK7dmL080KD6noAziNgEg6NvFicRtn6jcdRMbdcj9CK3brSBWbMhrQ/EGPAzRmzgp
dG/vRPoWtZ1h+xUrAXxNMZbbge5vEPKM6va9ndeXxYkcTnWDug5OPHE7JxcfGsLuHoxxJY7bi4dz
o+7MarlGkZgfcEmQfIqmyXQ+SYv5TGiTAPYhHQiljnGAuSN0WdVl217T0riRVhO3hxRuZrZZHACD
lN/1lIk6ruAHm6xqkK3TsdhVmVlEYYa+v7r9e1bCpVMKD6NsX75oP7coIV1qRt7skMgjtwwnHnHX
duyRRBSdjypYqLeibRMI1tj7EYYsvrPNmi/LDpbgoggZMrIz96Thf8bow0WXBzlWAQwO/bzVZEGT
TR53kTwiRJaKRO0S3EZqXF7raWzbcEYUwPRRsQqi/ClZw+K1M33wscncC4o4XpkjUY3qeypJmHFZ
kdqPvUlidLZtRkeDGqLXVAQLK36Gt49J07G2962pRCxV/IyGDeVzahTlHSFplodB1WZvKbvYZlsB
+PmopsR5N4/+ONINoCdMYq2B5NEyY2Bc69iHNmGZecbZqVGXUO1CvLfBeyNOi0f+prytKT6Id3Lo
u3ewGO3LAuo9OShaIS2AHyUbz7bJixI7rqP6bQ294yW1QeVvFtawE6c178mExrX1RTRWdV/a3NxI
f87qDICS4G3mbOyeEEvTJXRbFvT7XGQ538fc5NcG2yRqV9Ku/ZThMbnJW+VJxHwwLuGQL971OFHm
sMeXY5qk45iGhiwmO8gQMnoFZpQaO4J1emZ91qVHSxTkk+kQx7PBqwmHNKF0zOyWSmfWy+X8Yo5t
99GeJHMvW/TO9eJ0gwZARYdXaBLdQU4uzeL9IlKGq+tw0D9XSneXjGTNj3lQDjaxMAy9W9OsijsO
6qRhrkuiv7zi5Q1+g+TJinx2t0p0zbGtpfexmhtikOw8pMQtFs+PbR8gKzRR/Y7g7Eqmm2X5Xg1m
d4872j5OVZPTqGLRSFLJBN6nBFv/nBQjXvlSzWVzUZdJ0+6LtnVf8rST6XnUGHjPlBEVdwQJcBhb
qpgpoGn8Bmpiw/Cc/uq62jIHNa4bW2bVVhETflfAIxm37JP0u76s17yzi3Obz13pbWLEABk41Brw
oXs4Df200cWVK1F5e+2Xj41RaBEWuPjMLZqkiatF5c24cwWGCjoWME15Gc8i/M6VnW/syixagvCW
+ohpGf+Q08ZS4gg39KdMF+l8KXtpMFrRaf42FTRmr7PJ6BouBc/SJZnZAvb9eMtmy0s2PdMoJtIe
g2Vqf+L4kyUnQv5jNuAjiuu57EOvb0S9IXnoWVsL9IDc2WXkH6w20t2GFSJmxkJb2Rer9voX8Ndq
Xam1aPJKmQF4D5rtH7BoSAw1serlxqgH6wqATDOEuV/N1iZlKfC+Q9bE4bRSV0i12+w9q1GTPy7j
Z6Vy+6GYzHEKI6dqH/MV4JLJFmqElU1se9MV8YKrEjSA1QJ+GXN3lgfhVEBhmImsgJjE6x81X9OA
NCfZT3Tg0xy+asgy3Ykxc8LNOCf0jDphaApC5lVIV0OhdukJVcP/d3FI+bJWhOdXnE3ZFuNFNRtB
fEhX3g2EZ9A3NH4yX19XoTflCY7TnkA56PhAc9i3jWdo/aB0AptH+qYvTBLm7BzA7bg1b8PJ1f0S
djxFEQF92iu3ECtojfGIlRON9ylLKE8oH+btYH26KTflBg4Mbng0Aw+VS+uLfKUBMcMkvl+KPCKP
fMIGoa5Uzc4XK06oMMdiwF7WLdPBP2GHOl867VWPiSralAFZBrGSiloQrA+jh/EEa17OJ+tOfCMe
TSB1+IHsGEWH5nDEfYoWSBDCig9l2RoPRYEgisOkcDlVJ5rSWMeQlfoVsmRYhTVsShIgr9GJwkSY
HH9ANWfWR+BEcJpAqRKI4Jxbd5HTiC/MItN70SXyTZ84Twzjsy/IuUTk0kqir9UrFKoWvf4ia0BR
/okZNdZeejucSFIsatC1liVFa+gLklFkstvlUrVW9gnqGzSqwW7dncD5BzQmLXSwh4Q/96G9Yqw6
LOfUDLFnR4lZQVcYEu1x15/4V5ixYWH5KxYLPYMw8bjCsuiwwBK3ArR498n0yPUfQYYqlu4qVox1
D3nlBsUx6H2nP+isnO5GP1g+B0K3DwNafIJbN/dubCwOCh6VbstQ6Ra+kHRb562mccrbaDueboRT
43V2efoxeZ5XcIeXlmgTsZhB1vRear7ret+tLnoU+OBQGV13TEzkka0754ygtZ5rtPrKs3nWKHGd
wnG4qpPF44lLtId1oycWnOgDFmO6pMYGgzElVy8W/TBHXaXD+6TGZRgaskwPZbGMfVhyxbAYHSTx
nIwFBKqBpvWJfx6PLc6GF1gYfsNTU41Hi5WFZK1VwlfxRqbRIeGZlOZMMIFPxThza/RBb1ymk2XA
JaON7FUHfKgLXYr6fMpM+5XRi75XJSaO7dARsWER0/rvGncVeuPKajW9M0bscV9p+owUrp/9iDzj
Hvmux/dCO8GXYMY/sglwt5s7e5qz/uAg21Keitr/wU17cDBLZyS8CmgbvZDCH1/UPGtaqMy6fGh4
2rxzu46kv48mAScin+ZdPmIpzw1zzYpRmDSj8TGyt/I3u1bpAxqWYZ5ldmc8TfDAnqLGCo5eO0BV
6ShLAS7WtYwbTJIu6wB2GS9U76At0rxeHMWUStaTyjfe0hqdkzdUzpgy87UbwUpmOLpXTqIPsZfN
NF4RklP7gLxsttb89PeFimW2AYOzXPqjVpTMLhG5HqR0i4hpvzBHz/FJFPu2aPTejpvO27ttVbvM
t6yMmubeUgQXy0GSSkhY9AfMfLFmkBNkttv4vDlOG8l/tOP+dysTFNYvd8vHt3KF5f4rrH36+183
yY74Y93JEtZm+8mWLYBy+HWPbNv8CWTWtWxQWHBR2Z1+C2vTdkJUhP0scxtpSqC6f26RjbVO0PTW
f28KzwEzGvyTPfJP4gy94S5wdxIotgVAwKce4sctcgSTZYaa9hGjH3aF54l+N9YTNhrr+BxMee3e
B1FHesEY+vQtmGdb8k4pJ+MyqoxoRCH1FyM4mNLtZ/pXI9HNL98JD7/V477+gj4Eetj/0OiR5H78
BS0lqzrK+s9T7AlYl0aEHc6Fq8acdurJeP76aD+LcnjTIUPSgUyvdUBO4ietjOmTZpeTpZtECbV1
2iV/hHRU3/3zo6CJmHQdW8Tx3Z9OehzPGRsK8grUJnLWirQ9z0s5XP/6KD/pfmRBPM8WzEotKWn+
kGsy6TvdzTerQLG3ZAoninQ/1KN5HUxxf1Z6rjpmsRHszLh+c1o1/+bj/Sih+l8PbLuEq0BgInL+
JPhhVhza0anwHY0qP8y8vM411um9mPXvIN0/Yja/HcpxsVS5jnAt86czuZQTay06Kzcss8uwX4O9
8dK8jsbyxbQLsfn1Gf3LByM9zr29ysMQGMSpRfy7M8qbHLejiSE9m9VT5zTmzneI8fBS/fqQ/C/L
ddZf+1/CFR8LeZhDOFIEElqDvf4i3x0ohdejnQYHeiSEQZA+KegIH50d71ZMlfR4HAMdzb8hNP/l
2qfa1PyKq0Y858L88aCRM6yTQzbm2aiB6C1j3X8BMRVnvzmLf3scjwOtmrQUa2XU9x9uIK7HW5/j
wG+pnrFoVBuV1OnHX39X4i+XBh9HrMRc/kdm6sQH/+4cUjA848gnleukbBvZkuN7CgbnkKjsodbO
VU5yPE+dQws1rGn0GZfLWYaHbzGrqznACy10xTRvuf317/V3n55YsUVVHWhdwGQ/fXpaPSoyFTE7
GLc8Fy5yD1Ho311Af3OlkjYkks+VREfT6bH/3YenfabwB4dzXIx6hL4hKpRCtyXpE1JOSg771x/q
7841WUmeN1BE6H376dJxAmzafhoBREoV0RnH/yAG/4iz4AIgqPrNM/rvD7byrAloQkD56Qyy7BEg
mTnY6BTlWbGY3R1RKdbQmWHDX7Ca5neX0l9vR4u7UEibFyVzm5/Z5ZjTUz0KbschGJvrlMxQK/yL
gABbmNkerasHo3tOgnkztbiLo3rZIiuCGWF9De+IUYbit53L9DE22Pz9+tT/9XpisGK7UMv4upHN
1z//7pv21vcmvzM7UITrDb+SGVoMns9/fZS/Xk8cha0gdQy8tUAS/XgUAUAO6gwuQkqwvPk41fG6
1IRlTp9SlEAf/PXhfmo4Wh+AHM/DGRoIngac+B+PZ4+R2QAeTTY1Bjrm7YNHiqla4uyLg4ly3Li2
Us8pNKQ0NHSrfPyfvvFkxqnjb3U0Vr8ZCv7dSbaZ1bHgImvsOesl+d1J7mBQ+YXm4xf4g6FfDEs/
nU0zGMPffPDfHein91lF+Srt9hyopMPwjGQAKrnQv3s6/GVlwNnl5cyoAUS1Re7yx49jdSNzmYGz
W5ZDDDegtE3So5HtPaIw9skZ1qlxPkdE1BPGkIqu019/vX93NZECtk8JbB5OP327lcjlnICnw3Rm
kHniebgvlOy2QT0YZ78+FKA9PswP79L1LcB3JiyHY/IPP35Ys7WNMrVpiSzVSBkCwDEUJ0djpOPh
SJwMJowfPFjOVAB8qFpIZdZEsxJvJ1cEn0Uk/PdJEZXk/my2SR1kRQYRK1jaIHT8kfV9U37SqyR2
zSC1P+GGY8K4rLdUHWYpmeiXrmaGfGHkLaOP2szGKGxHC8s0bpucvI/OZ/M+nhJePCUwMV1sVLdE
5cGE1kVvtIInZ2wFo+FuG1Xmch3X61ChT/mdsDsNutsHVt/gW5u8btiOerIPBabBlX2ZJp+Vwdhr
i5CjvKNdBcz8fSZbWEXGLssOLQIR8NOirDx88rM9YC+oIg1iYeqKgw583Vxwn7sfWBDZxWWmc20d
Ck8mAFHA88l549jDmHtEqCX2i3go2FKA6KaNeYyuNJqvyu9iYyCneTQr5ej0Ja1LwkcbQCrZQKlr
XAyBczYHYjJiQqdU/GB5xLWF4aeKulcHTM4tfrPkTvq1JF3Rgi3cphotO2wSp563WS6Wd1mQNepg
prUpCVKU2YehK4rPGlc9DKgsE2siS0JOHsYouEVdj16SIhW8/XGLqk3P3ZZcWHHt+eci12Qd/Ukn
3hbSQwziZAyG+MIDp/QyGJ6pj7TeohGFeKNsSpFZB+pnc3TAyaUqN15aGxaM3PqctlVjooKVExwz
4o/AHjKOQON1bhXlovKCIPbKb2Wwl277ekq9bepH+QGSZoVqAOEUSqqw1WuTwXbfRIC4c0DEhoh3
AXyd+ggec350sDT2cCcddEDS286ZgtYZbRQuP4RmQTPOigYphLmpbSDPm973GDOkcT/dx7pMwIGI
2b9J/Sa4K1ZE7h543pLRUOyQutgCe6lzHNMjGaurVFaGG6C9GRpbWgp5s+XA9O9yxclRk8MQQUEM
qKvvjCofDFLo2HXblrqJ7cpjkA+lvUzm/VikGjydzZDnUDtiyQOYOmooH6epZawiVGe+Y/Lp6R1Q
TwN3GDwRqS4cpzJK/1gOXmsk5ymvquScHU3pnRUGOnk4xn1eHKbUN28lQcaPIPS7+Kqa6LDelkOe
4C81cvCCos1pZmeToDaKqqE05NHfgMhTS7lm+UcojODz4jdUNdAI+OGmYJeX7LGIqJ+oKVaKgOa6
zkJZbTDY0YbngxfBtKmZVAUWJK89NUZgmbyyhMrlYarkR4p1DJRWKacOMR5LqWVPzrStGeNisPM7
C14BDKBLyFwtxfNU1MXbgdYRKnSWoL1hL0deupbYdsK0orR600hmPEhkKocQUSKKdqXCe0jfR51t
29JGas+KRMxhBPvdCqGFQSMokm55ZcbmPuWzoEp7iof8PFG2heRGmWe2FaZRv8TjOAYvjKyW9gk9
PY+hOkXZpyb3BXfBoj3r4CmnDI6VBg1+4WtZy52QstB7zZw0ZapY2OQFEcD2TU0wY2MHTNGJDZrp
p9gn23aAZmWeAVtOyl2dapXycTLS05wlup5bop3NnlUAKcUYYYWhJjc0IOy6Jz/kp6jwIZOP5rol
Hf6cB336peq8CMEOFHsfYkyVNolmUTxngbmA+imsOg6x9PGUsEG8x7t+HAb6zqMIgJHRVUVHvCZz
71WPVrvy3ZhHeguG1Yl4VEU9PW1g+RGBvZnfdZ7Aegw3u2ucg2XFZc2gDQii2LdQA/SuH0DwbsZx
Sm6MhZwbcm9JhvOR2Ajk1jMW/Sxid03S65pvUUu777o3mUaufini2u2ajRi0YKrozpo7rGct39+S
zrXOabOvPowqBb47RW6ZbiWpjOwirlyn5ImzapV00ZtJHWovwDuHuagYwUWwERmVcwiwtWXN17Xh
P1L0/nsGmX873c9hMfFf02kuk49vOnn9Qflb/4tv9hiJm0WyH5ImAgVa3ioXfLPHCIF1xgI+w8XM
syVYG12+aX/+H+SB1p5WqDbsOPx1s/ENToM9hioRjDXrLh29g9Kvf2CPYTb3w8oIKxhcdn4enA5i
J2iUPy02/Tl3etGB7cV+Tquc4TGqynJYF2F0EoE7y0QQtk7isLH69olSoRmTUkU+dk5SMiMtDeVw
FZijk9jME8jOKG9ZRehswd5L7jIzL6mARab2VsU6tgooGgBTViG7V4sR0vSmD+DAknjf1gl2lNzI
qmA7+INmSbYq4xO47IDlDHp5FWv2UP2qopPfB+xhN7KjwOEktMuT6F7gszyOqxKfr5o8d2kszpxV
qeflWrx5ZSXP/ZOQXyDpF6u2P51k/mBV/Il0IP7PdZS+0+tEYCQBQBhznRN0WW5dwExmeEDkl0FC
tc4UFOgzqLKnUUN0GjtEpxEEuZrgS9Taw/vpNKKomtHZ96fBRbV4iUfXwjrQ0KfhBsQ3/51sK0Ye
8NsYfxiFre/ndSZSskY7B5jJoAQbYvWancYnBX0Sl+VpqBKv85WJiqDykLQMYyHqC0zT9mkc06f2
cFTNOqTp1nlNajGpyU5DHNYR/kqIYbaD2JOXm+o08llkn0IlWQdBdSsgarjj/WrDPqp1VtQIu24I
76wjJDzIBLojn+TCpjmNmezata6wsovrJsA7HLpzwBrGWadTnr1QUkdhUne0M8rkpQX9bevmnawu
htNoyykmvAudzcSrP02/RJwLf2OdpmLD2E43OT/Cw8nB2MybgtcSyA2R7iztcL54LtM1YOjezXia
uUXr+G1aB3GDOU93sNCYzgFcZ1KXnKZ2FvD8necrgEsUA4uNg7xn30cutuFybdKJjW6EhYP79VBH
LFOh8NC6Y3iV6nd6pYUzPnYm6yzPcvssKnPqephme1f2UvflOV0TFPr0uQLSMY/u/ASPwa3JSiRz
GZqiKJ9mX1EKZDWG1e2tFZ7bnji6CnbVQ9GtdN3anTSvuRW6K5aKcTKxDFi8GRuDaxujwsg3VvF9
m5jzb8D5QRVVZVNAy8at8GE2W9bIXOdglEGfe8MVdAmbcNyJCtxnAkLw0PQNkQNCu/FeLmN5UZ54
wv6JLSybAM4wi2Iyl+v4IMPLPcQB6NAlIv6HGSjfNoBaFFFACa9hhRgLM7WoeJYr29hUYI5XaxkR
QizpGPdx3QnA+SsVeTbG4BnWCKzkGH8CKooYBdchMOVqxSrrFbAcWd0wMXAIcM6ZJwZzFNXTF30i
MxdLjtzrrsDmlkBHj1gKxrk7EZ2BCrAcrwyCXdtuEayYRGcYrylLCYghbID5cSdCtJt7V/6JGx1F
WBnPcMYbJbGmXGLKB2AI7JniCia0Vb0nAFU9BNQqkwF2WnJBthbpFw8BkdUz223mZRFB4oDVqnkP
Fit+9SOLpw9kLkZum5hJtiTeISQEjiFL2vuhy/CZdZVf97egfZzrhvWyvKMvLdErhgreC2ay2d8N
YO723bJq6pnUDbCoOEfvbvxWP4O10BdeOwJZaKpyvJn7hsiyLjWLZ4PYDeN+P/kItwJiO3Fc7tee
+BHfWjViGwArwWB5ND/5A70SAF7noLkHeZhpmJHm8pjng/kMMoYpJvvmoHqHI7dJOm60rE5vxrGz
5xu6XfJ5n49NnmyVRWfHlkIjsezbfCEkMFG+cUN0X1L1YeP9J/Gs/DK5s42KJGYwt0m8XVrJ8p0w
K76XxYX0jpKm66u6LT0/VNxkH9qKc0WEhpXTBWv7+rEmiN6wznPrYU+MkZYhCmMwLIY2e3RSFYsW
RWi5BsSDopUReap2kua5VGPv7Cv4V1vibV12XgdZ9aJpNgEdPCfmsUymksBOm2hu1si3HuZ08Iqz
lOfWFSlstdyWC5PWAw3X2QFqVUlooSZGwz2QabXXVTbdexP7GCowBtx/PM6B5xzRlqyJ2psuMs9N
yY5kCDH81TfusuhxH+elgxDhZ+2twReZh97AI22uUxoa4gR2w8EQ1fBVGvn/67b/CdvPx3R8MidT
YA1975fz2//4OL8l36/i/va//7qqWyfB32DbEmq2RZ0i4GmLcKTJQu3bGg6LM9xByIN4j1ECWK39
uYYL/rBZCEpmtxaDXyTTf8YX/FELlzbaHZMNi0UmpiTmRT/NUiaFPdWouw8zgzAPrnLu4d1rtTJt
jGAZynDoVF5Zn8dtFOExmfWF3VBZkrAvxLdx32auyulq1UNe6w9Vy2Yu2oyko+RW59Ikgt2YsSM/
nVbJ/+jC+/fbCnDqf7EVeOMBFFffX0TY3/9zK2AFf3AhMIXi6U2/ORPZ7y4iUzAGwxu3TuHpXPzz
IjKguTMes+jQZnwlfbmK5P+JqYQB70l/9bW7pvRhi/yTnQB//cfriMUrBgC2AcxsbYY4XM4/iqT/
Svp2JBy3Tcrmty8JW6mRJKndm9d1oSFK6J0zDzlJYqvbYaS6MO3mA4Dpc2BAZ03bAnQx4/7gZsOe
+CfYWUv1YSOnOKTCYNsHUCFW7EeAQ+a1opRQUTLTqPRiZimd994TbkXCjk53DfLoYcbueWO0zV52
dgos7rPf2J8G0vdklCinJgZNLeb50KUflIMvKYssiG9OPz2uMf8NfTOaogT9GI0AkCWw3CQKWEoM
4w2whiOrTLJ8TnVZ5skBisStR1NI6MUCCEOznNMDsqkG9JjaAacFZXEF3LVvrr18mIdpl6WMFaEY
7xtj+NJM3rinQ5ACreVjmuU3XsbHgr+XXzjUxrgy/cCTot96tt7LuPxC6VgVVlX/rHVx22O+gKHZ
4rUMPrkJjBcFhO5xMprhQ2q6zWqebza9uzDFH5VFUQq/5tDNvC2Vqo2HMsUEzhJp6hosz0Le+5BB
WLYT2KsRs0KG489eTnlNPjm4NEpihTb0MJpR7Ramjt23N2Uy3jnA2232PouFwCqqqywgwVZU5Qtv
0XwT1NNFkCnA82Z55a5dsUJrELsG/Asf3A8LI0jSiyzuYnrfWA4fBp/JgVrunCi/snVBNQ4YIs0c
QRr1O4gk9xARYkxPRrX3OrAPjiE/0Q98a8i1c9RvMT3zl/3cZhcDjfBg5NQuDaj7rGaK1jhyr2x6
4ZubxavOQHpf5yxR2Zj0t6W23xl+YrzLdAAtLlIm7qYATkO/PBKjPzoZSxi9NNmGMWEC7S10J1t8
AX9gsenwxrMBC0/YUkgC3wALSGmzTcXKbp9b83jRp+myy6c4gvzcJOGsCSSl7kT4EnHF89pbraMv
7JCuvL5+KrNSb0/TqsmlIStpLAq34r01SDCIczvvDQaLIUT1q0TPZ3MCRsPt5EW85kG7ub8Wbqvh
seWI8YtwIAyPrw7a3b7JJXnOirq8qomfM3bDTCyJZEARnYCmuJeQ+p8hP7w3jfxK5sS8YxRqbkFr
unbKAhaT22/nPn0Ze0FqHsDRzrTrx2ylrmNavx6JiYYGWvMOjZnKHrLdlWRrJb10l9jmWZBe5c5A
PVzijOcdA9+w6Bsmzc4ogCZP1dFICbK3rTcfGPADW0AT3hDoG1gB55/Gtd+gTHS1YTTqslLsj2RS
3qOMDdtuLM6KBoc1bEAga6jnMp0+BSUtY2S/NvH/5e7MlSNXoiT7RRjDvqiJTOTOfSlSCSNZLOw7
IgLA1/fJtmmbaWGEVkd4Wj1WkUwg4vp1Py48M2EYj+2hPgVzvzGMub95DL/xOeJkht3Sy6rZ1jkO
3Sz0DlE+D4BbFrhz1S6r7omi9jtUQ5Iujw2Mxyj6LKyeMpe++En1RUnsvGgRD5k7ybgqMLa67kBG
VS1MKbII0mcHLv6B8bW/YAEcY5SQejesYMJsM80IhFcggJT6rPxbzpHd0R8dDc94o6i9WuChzRKK
WZN6d90E0GuZveYHEyD+bQagLbmi4ugaZGcXkiC096ldWIPSasi2oppfS9DmvRXOBzK65UlZJL95
nB50ZJyXTp3BoP4FTP5SFPqtgi4z1Fm7rWfjN/dVtMup1SJIK+5TvyP+aZ9ctZyRGxBlPKyxvl/E
NAs4/EWtcRin0twsngZMAOTsai9OTCJExrBtiLrrA6uvhyyUd0Vb8i5Afj5IjUU5RVmQXngaSzi2
XYQsv0Ym+VzjTw+NYWP3yvyF6BTS/M77q7PDAqa8XZ/MplXE+OdtuA7zBR5fs5e3XrsxaPS2GNlI
oPEki2qevaD6KIendnEOjTZYjRUIVJVb7SaF+5rY8vIiquPa3la10lLT2+Lb49VIbebadbfK5pQt
eiTuTdci5U3zStOaqxOZ21A7gYrE2lq7H/OWd15Kv7wCXb032LYRv5hw68uMBi6KbxIzgCJVfxEs
Nm8JI5y8oIqoPvC/lOz+5uk07tFvndidvANxgUPW4oqYzG0r2nXTjYByM/+k0zUOrPzOyPO31cv9
HcuzUwk3M/d4+XpDB25w5PeDdyBcpt8lgKTap9UZlVscbZ+yuDldC7raWDOqZteYnDG9vOZT+Dr4
nAZSnH2AeKbVUzgUxaU3xYMIs2uXmr/DWL0SBV53rUv1Ncp1s2u9qk78bLY2edZQUqhEmVAtmkQN
xJdxhMvWA/0/ZBnV4c4g6dCW+slV5secr2QzmiyO2uGrNI0pbixeAJCB/WQ0qvIaRZxAatUfYMc6
enpHy9r35IlhutAGPIdiSJZh9WhgkcjXo89WoDHWP/O6voc+uEpHT9wsoKNtACTPO2piusPstSpG
KStOFVSs77xIVYL3u+EPBshMAWG/TQ9fKM78XH4D/a+P66LLg5G58j137eXtpqV9LFFTP5olNcYL
ye/Bu/fSZPG8G+hjjjtlPjuG+1435fhSmPDs1uC9QZ8/tmzbkmyCRpjqquE05yVrlMG0Q85CFtPi
M4JesAmgfG5SU9dbzFzJCF8AOD7ci/5Xj75zYbWM2d8gLEBj2ldBIZmiZ+ZYW4b53KfTu734nGXB
kwjkftLKeXdTQvzeYFwxHjSb1O6bk7YYFLnTq203clpWZUfJTWgirwy30H0sWgC0TXHKIvMoZwwi
FJ61t+YPr+khVNVkMxT4/Swug/ZSF+ynUCDdynsL8v4Cz4A6qwpdg1Sipvd5EdaYQJF0YorzDrfa
izpyiSzVGmcI27ROzPp+cux9Rr8rhzM01prY+tLHZk9O7VZzvLQXUxq7mcKexudhiAS9MPI5tZ3P
hfV4tMycrcMRBnOSu+7rWNF3ZbHRgeC5Bd6B8EqWB6oRVvLq1t99Z+FmagS2uMrYFv4Q1679a48V
JEkaP6BNYctZpAI1mB5c7yFt8h/gzOd1hNLgSxbCM/ellAchqLeBke5rIQ8i705tb++rcISZkCbS
90947cO9RYkuEhtexnyhnkW46xPIkDunpeGzJLqCILC+ojlRrOBTAeNQwngAQPgWMg5uAWPfEiv+
vYQM0HnmNwTOs2Vyno3L+k8pOIU9hCIPKragaoO04NHJ7Xs+1Fz5gM2xdQWEEdG55e+q2j2oUUDc
GL6H8Yk0ynNHZ185im3nPLdt9aG69L2heLibwkRFw3E1qkudGnCLzbveq7ezUQxbsHv2dtbs2wi+
JfPYO4SAln9tGf7xbsBN3g2l33+0wfDrmuLsaRz8or0AF9trG1Eid/cZBBwv7wDM67+KkGLuUyME
a2PtD5GZ7ts+5TaP87yOLqCvALt+qsW+jOnFdJ9Sf31s5+gsK/J94AJCXBpDNlx8Ez1ZKIp+LF5k
7TycB5e7zZLKqyzzL5+7LsS5OsaewJ2pa77t3j6wE9525XVaO4FO2nvbKCz5vhq+zGL6/8AmpuwQ
Q/eyEKqb1uja9+196wyPyvAS3h9X3+cPlOGDN2N+HJ4cyikQdWb8INU9YaWJfkr7SvH2dhpsZ6sN
DpMeYi0ex+wYLR+zMhPhV+95Xl1dLqreaJ0DO3jL3eyVFhjsjmmewg6a4gqUSpXLh9YyP2gRqbaq
dSh1xJq7SOc+WH7o397esFTrPC5UqRubAS6cbKK3iaLhuJ/kaRnMZLadYS8d45HM6msPF2f2L3SQ
//BJyrf1BFGf5TbYImJADCPpTmf6m6gRpKCuTOzKda/N0jn7hmqPdbbvisJ8AHG5w2lAgdPIGkZI
XW7q4NfPPfAlcnnLjeg2UWRxyDGW3j6WKvqYuSsVHGVmY1xwMcfr/ArNaN8Z9EB5UT7Gvquemlxt
0aPv+/nWLCjPJWdgZlDh7CqOADl7R8H6GlHlQ6l7elXvlnS4Okb4HEnW6oPzhx6SjcVrjzNjgJBs
d69y/S7pe/eM39U5U4P1YFIV3CMp8tp7pB39MK7y2lKT+0iy5S9dTdfW9N5qi9pkz112JURszb8O
1vedp/NdGU4nltG7Je/+RVb7OFP32oIlKIJf1sWHumggF5nzXWp5mwwYdMe2mlyMc+LQZlqjy31C
yCwL/ptFklvyaEHsYCnyt4G6GWdje0NV2rGuAhsy1nitOmOf27R99tlhGIbPEgPb0FEEtRS0p5sT
HpQBhBU1jl9VrY8GBQXewJV0NXjZODcQUT5q2nuzMoxJb+0M0HwxYHiybVn3zyimTWeLgV+T+YQ5
M9zB5/I3eQAzL5i0c7Q0K6IcHgxulRfRZR8dnWvFqOSFBcRd1/dvasWcNDuNPnVs+GKxQAunOT2W
pcLg6BTfU+c+t4bT7uG+fmU2d0knbPs9N9NXpeBlgA8/GjVbBlKqf2ij/6jLBukbJxKMxbmOA138
1AytNDnO5km0bZCsMpSbPPS/U90+mWPjbS0ZPgwFmXfsB5SVtiO5UkkRpn8HjhcPSoE1AOQWT9S4
ejtEfH9TjNEIKyX9MHxeA8bo1ocgzPS+cD0fugu8c5PdZ5JT57DR3Q0pGs06ZsHWnKoRYo2x5OLd
stKXrCcJx3w8374amG7exLQgc0Fm+ZPwywGXYpDSMW0qIELJHsShxZ0WyBVTYvpIGjWetf3UhN2G
Fd1O5COIT0/vqMn5dQL6IgfqYqsW9CpkABQQljvJoEVzDYD00SBV0IQX4pmY1TIlGewqUJR58Jwr
F/cCDhzeD8fFrpkhU24rczs/TIJ4X+orccnbGoOb0xn22ZVNk3R112PY0Q2M6c462rStb7y+rz5F
ONdHWIIjI9pPigUrNItkcflslLcy1vCiDQalGx7Iq/+FnLXOUn9mwgwP7UIRBithTdudrT7rXL+J
ojkaLgB+KnlP68jRtkYuvFvnYis+5sCkz1xNYX7xrtoONTIk9qzOcC++xxuONowXaXVmtFvoxOXa
Z5Dxz7vaIKZ9KxHmt2lzFW7DJLixzqxqtnZzqap9xGy9Tyc0GNxAGhPaDZKWFxUudtj9VTyELIqo
h7+9PcS5SMV1GcE2Dv3qxzi2Bu519psU2beMsL/M1lkFzZ3LJzEcsy84n3dNYLzkIZ12VlfuBABi
Ys5J1gwpm26LbRscHLEIVBiO5YIGdWwl5RB7QmLbJ94q04Nv6TOetpT08JJ0ljFvJZHduPUaVgPO
XcFVrbab06ChkEXlLnfVKcqdg6phqPffRLhegbo9KKjzWMsTGZJcA74MOD8eJe2wuRo/RZSD6K0p
8NN3fZWdq+UjDSidaJZHx03v2U//oWf50gEtB9HJMp7+qig/eaH5GAKRdfIF142RbRtDX9g0PTjE
J7tRPqTqvZ+Lp6IDL+uu684Luz+oCu4x4Ep8MzSNHLGE5+EGUKNYpZOVVCBXL0bG9VT0dzS3b9jV
LVfQYBRjRI88ltvMH1+wRZPFM35d7n2rI991RrcxJslz3uRPbLmjO4Ul7q2XlE9QmLLF+wL1rqK/
C2ZHBV7ZpG4CDrd1MQrCsyC4vA0Wm3MxFq+A55Czej1D+MwfhdNlO88EmkfjzN2kbJAIcn1eaY2N
NYiicjbep8a6T2cRxHZrc7uExBA3Q/8nLW81gLb1ZEQjJY5QY+2230xrjwRRwXkzZJSUyt6w82bR
m2b/xnJoj8LU0ZXw7YKUUzgyKSjAGPLywbcRFDETzLNMxjZ8o7T+1Y54c6qyXoCdBUfquq4IQyxu
68znYHBorA3IkO9t8GaQC4pS7rw0PWYrZDrlBs+kJZ/pdfmjeq7U/3Oh/v9TZ89NAf9/y/nXr+pL
/7eVEKWo/6XmO97/YtkNO8XHcB/c4nn/peY7Nqq8Tf2ph/XQCrxbuON/r4QMFj8+aS92UrfsR8Ti
6P+o+VZAIRW2mdDnf/J49Vv/EzkfSMd/N1h7/i0NRUyQVRNsxfA//x3/t18dBjRCpb3C1J9D7I2C
E2e9jIS1ElGK9i1rTB5cvge9y0J3SOYq9I5ZU48PeYQQ1YQ23AN7qF78KQ+TuTQGhCdz3TZpZ12A
dDEe37h66Tqy5kQKnE4UvrXHrpuWrR8hSej+9p4/e37NLMbdmAR5DNv6aVphM97en22rsB1oMjnm
3L25kwmyJkTRs3v3VPG3U/tBxhetfpg9vDgNF4mIu0NaEeUxSurN9aLOJq5WoC5g2+zoXbZlkq6U
AhiZdVxweG4gkmxk5zJrGn536jA2bGD5trs14r2tQGQu5SBe+v6LVCPzRO4dpM3VKwWhd+5665kO
RTjS7d3kGm6ymvXL7Ff7tGu22bweOsH4XGBZR7pl4KMRxwQFj0kFUH2W3fMO5UgY1y1bfYD8/tU1
yldh7HAv4zNhIW5V+XtG8XfvzFwJ4ZbDFkSa+xQ+g0Y9UfZTOPavOY7ZB7nhZmtOHhqxRxqsBhUU
S9LomDbRGGYRxXPE9U6nNU2mpbMB1lI+UQ94dtv8ZzCd+lxGobEz5MjI3bsUx0jzx5lcLJ3eX9wd
p8w0Hrv6xePu6tWJKuUV/CLEO62/Bka+PcHW9Cm0hjvMHqduQtg+iYWTssBEEJsOahWFPEc9WX/4
RLG2DtXZjqanxm4unWbz7iibWVr6D2uz/A5BVGydsTlGalYHr6WrUi+HEiwv8IvypGWGIW2t/+a5
/Eld7x66zhlTOIOIieJe5Aba+6L/sW6r48JtjgB6GC6Jx4/m6iStKzFzQcw3qPeChoKhqFQmzSMd
lNv7wkyx3qaq4p63XuwmcPf4XQD2OuJp8KtkbEATFQ7StsjLg9mNd6PGV+JW/Y+Q1k/TUiC7LEen
lBDqCNWLqGIwIqCxEVMHuzUtHsAh/0JAeiS08Q8HPBuPdJp3rcWxPsC/thkpV7CsXocsQeHAa+hO
r2Ux3qWd+QxwIonqENV7Wiz80n21DWdnF9D40K79KfOb71Hm6y7g9vul3OHbVRTGRtjb47mw7rk7
bInev0QtJ2TICWdUuGkB11Bl8jedpthmb+DQlZtj3n7ob6x0WEhYSkxp0S1m/5SZY58yA1RpM0cs
nNoOP7pRnfrS+4JzvRvqlc8OZ/VyjFYgt/nDmp4J6cTBSBUigO3FOghmbhTPv/7incD77Dt5op98
xXauZliEtESFPPw36iuMgLo+NsPeCdggrIgRg0iWefi0oPFvdIhsWfMs6EptcRaxqHt3xud2RqUj
11ncQMA5/3Ye+bgk8ImTv6ITvXtXof83Yx1Hp4AKTP4Q4wGGNZeVOHn4Nug+9aQtusqGpjXoehIr
vBG/BOPVb+A4yAy5wMmWp9BcjOWkhpWmJcdZcu/HKzBj54nLW4fmy4bmSHpsxGxmn+DDwGbH4RKU
zaPpj25zH1gMFh9tl5MqzHJ6IE7R0Fv0AIxB3QUHsdiQHOXkiPLM1aj0EQ3tFOgi0DR0F0Xr9Maf
Uud76Orw3oyyfNhahqEeUQlcFiCeCzChaFl0Omut6Acu5gwQL6wyGMO9i/OxhOq+0bC/hj2yjv9D
B4OZx0NTrA6ds2gEZ2jTrEE3Pm4qbhtAoJGVIPIzsKdOobYjhqB6N0mjgprNeeNtR1uCxe47qrxh
qTs0WbhO1T6sthfsxDiE+6xy048anJBYKh740MPolqXcC13VXMVAypmn3MN184cdVPU1rtYdC8x7
NyyMa4tf/aUVThrTJ12wSPKXZ4eutY0HkuOjBbFDB6F4AzYPUlTLv5Hrdoepm+t7a1I8OnhAB6+L
w2g+NPZw4vYUnfo1Qe6Pp7k8T56+ugxsUZ7G9POAw+ElqsaDog0tLdUNYfSgHQxxUbQvGeoHw4qN
Dn2UN+1ySGk10w2kpTRhFKivKpqLLVLrS57nTFxKEPrIdzQBBheNs2vDrnh1K6bOGtqtnx3qPDho
7uu97VGlWOQTvPsyIZ1DPatLJNPQ0w5nuzgZGWUfg94z33uf1Ec4G3t2KET1/ClZeYqOfirf/Iz2
EqVAaOSnce22GnDOBuzu7fjMnvxcXMMuTRh8ngW2lU0XhM5LumT1ZV5oHbZNZMR0fqR6qD66VFHU
A2EPdoci9j2hNiRk9vw297KV3aZbxl9mUwY/jJbY3fJDphaIyFFZHZwUo9IISGioPDbQ3bLrZp69
VVe7UGT1g66XxFL1vwHkh5tOe+GPSDnmXZh9OO4yJojZ53rsHiYyE46DAo0ItuRUEtNhSH3sDowo
gcn5QpP6k19hTOF+AaJ/qDl0fNYPXbmvuvUQmMM/c5keAqeu7gHtIW266360hnBHpOiiPHkXDBOY
zTLiNi4ZoV/goX8JfQ/DDomqgF+gayvJSMJE62WgLEc2aqu4LnGUhupv601vblEgEwe8/KeZ9I1R
49nMZue20Ce9sPSvUzCf1kytd8KoD2SE0ovvLIkHTWjyUuJ8UU2hxVw/1B6hK+UWL2v2RZpsB9U6
YTVyDIQGyWxiYuw6GMqUQq0m6RkCXgBjCOHJ6GgB9QpbpKuAn0AH6xw0Fe/jvR/wXp7N+jCGbRrn
HRMQ2tu/wGFV7Rrf1dAewpYPEuhePVfw+Jd4iljQDCCrjpJm532ZL2+d3ScLdU2paR3SoP5IxXDt
2uzQA6tNma4Wo/ktwKjout4xe1VcYyDmt+W7400Hn43MJJr7smJhNZhpmIQAJY6ON+8dujqXcU50
Fn1TD7l184dRXLKcz1bPBherH7g2joyXce4u6EDcb16VS6kvtttJv/dob+biV2+yMzkF76PVjPb1
1B57gQxDxfqMJulQnIPd/d3sv1Rt/MAR4+i/tIJ9Y163ZxsIIQbKjTdP20pEe5kbryRDxC4tAnvf
lGH91unonfr26plnMqQkilOuTdW19cx9SrOxXzg7CgieGlotePuy6+SonOMmG56oTO+X7UhbDCuq
d6OnjcqjMQDoarP3Wldwh4aaP/AqDJcNNz6xGY27ukB9iD79dGeX5zF/rHMKZxQo9TFHXW3zNX3Q
XfvuhfmdBAaAL8Dd81ELNmlG/QNVFWc1cWSY7dfsdmck/ruotIxjn3dsfYrhUNKWu8YpxjRyx7zB
djTuJWAm1j86Vw0n7WdXRWDPeivd3fbMMtinIwe5Mu/cCf8rKOLwQJJavBZasEY/QGr6s9b+Y4WL
ckt73EfUfyuoe9LODqpdpt0igsegy/XWxCHgQL3cmKCqQLwBkS58EYBA18D2ltgt+PyAC/Nb/45c
xB6mEP2tzObcierhtYUwFdAL764/6A3I6Dx06uLMioBcP68JKSm9tW7s8LHR2I8792UYOGKsznto
62X+WO1x/ZfnfE0Jc89ysmvBZ2g3yIdo0q8rxhJksBMtYMfKE0hidFENVhkvfb4tlvTiVAGoDD+h
LHvrkan03GpiFA+Mx3WhaCKi3wAK1PpS29ywjAUjkcbQKgZ0lqyi/cV6N4R/BsgHT4A+oGnYVqFR
oaJHl3DOLkUeoTYWd8TY3mU9/+DUucuax0h634K6Dw6XP0jktNGHOyGpQGcLsNNi8F88qzEOq48Q
P7rVkXjkAZDY2SrWq00tLG9/zfchqFOSzU555jMLp3sWUsksmi1tVswJDK50JwA66EL2DyPzXZze
Ukoe1EN6ETPXZb824bBq/QPTA+72qYt7Pz2MNIB2bovaD1hzM3o+vAZVLgesCK+OKRnm6hA7+FS+
RByylFbtB1scHS1fuQieJBb1RIxoVH2/nGCBcSd4x6hLtWnm2beiPnxPxknz/hJN/R1hvcI1L8hA
5rvJe+RYefH4n6Cy4GJ3bJQ2dkHs7qHbYUg+dbN8Lx0jZst7t3ZWwXrU+qeH/DedzUSmxRvEqYvM
UIqRDP+443zFwcazHR0Wfi2+OGBd5sbxKYIkH5gJXK63beFzvpq7qSLkhb5c7qqqee9bGb0Vi5xw
8YQHtw7muK9k4lrm/ZpzIudBD8a1YCZMHf3ud85nA5l/G0T5HU6Xr37Nd0NTv2b9vMRFHeFbsf7K
KYLH0AenUd33Njm9YDj0+Ltj0+i3unMfwiAbnnu3SWimY6Fqczvtgu6x6sNEr0G/cXL9L10HvkVh
t7wiKAqcbN6rZsQbK5J0P872F7h8uaEa5q/IfKhTXoY5ZK4PRjk3yeCVW0dQYnLzYMDDQTMO1I1K
NXJLdL9cWlvjNGI3knrLc7g63+nQvjDeU+dnxIGC5Rclk5QJfigih2WQuG36pGWXeMJ+0gXFHTR/
ebrYtdL524zDIdTzsy+6Px0X9wpzmRyZkZoKL/s5qtwEvv8rG0aQfI+El3riGAFWBHUYXLqm2LJ0
iLRrtc/1u5QiuA4UUCDG+cUnFbO4E+kgafFA9awWlWRSeJBBlP2kWQ7l3M6r7Dd15HqlJhh7gNk2
1pFPlNHubij/d3ZHN8gYu5FMCTToHPP3aNndg0m74wXeLRxZ9v5xRdYATwBZA88NzWMV+KBRF4Zn
sa7XvuaK60K6jEevbWlqwvGlKLiLc2q0t36gx/264mXyOjPRkfkt3Ix1Gww360hEl0iz18+HnmTF
flA3ul7WvFrGYDDQpfZ3NVf9+wj+Yp8NFGGD98n3jejYorm0rLmlbB8YYS3kTkMfWN57B9GrjJ99
3TtJloXOq5M19BnQiIwBzkgX+8kDGO/x97eMOQZC04vgKDt1TUDKF/AvDDFsBltJaQK3+tJbODT8
sr1wtJSUrBZrtdU3mYMycHnNusy6b3yhT3Q95HVi6nL5e3Mtx8PSz0feQO0xHbMF6nRqnNapYfaY
3LjFr4xgkNvJYtK+ZmbB/F7Sr330Snv+M3YBJvqV7p6t5J9589brf4L7FJt9L9g3jhIHiPjzPdDd
5W/pRQy9Zr3slrZhHzCSNaAEBfLjvuU7ay/sPW7g4W7dg7Gc42BIw73B5+ErlaO/j7yl/OZFTsir
ynb9qsxDaIa0MXBSzb/uTfmelEKctUvfgaY4LVTrNu7FcWY4/i0B7QNQgPxg9q6NDW3lGSLNP3rK
KWPsmMy/VFSFnIf40/JCJJIfPsUYAAHNFGSxtCTLDxUo9hw3fbHjVeI7z4gwAo169e58ewq+Z7su
Xkgb8PPCylvsI7Mzks42xYvSWXtui8651Lkq6Rwwz/QGsKSh4ayBneXyZbTZTo+B25mfqZfJjyyw
Td6p07Q+4vhgIAl1XX2necNlgxQy8CFut4cAbFy5KbBd9XASIIV6Of1JZqWWTd47GpuJIErRU6BN
vdFYnjyjLS4F16M/U6mXYyEd74zNKR0Iv0fkC1vbFqRnMAOvIRnapGoHj+t62zvvzE8tKyEOGWEG
x5xw8CTWoxf5j5bHZ6AZoif6Or9Ybe77QZw0oYt9ZrEX9TFRE7Qvx7A+TmKaaBsYJQpAG7RhGOOI
W85dztZ3IxSn/4ZkPwxeSnz2Ya7VlkFevfgQnWkXcICRBsz1zdafAo/Zo8EFNRnUvzBO710EXAd/
RyCeWt1ke5OfyuItGHB4BvalwGtIrwNVR9tUG2IPRLRIhrCziKFklFKHgf4Kp/ad1bn1YJizyz2g
OVeOvnZgF0Gh4pUqo4h6sXUNrqxVnlq3TuqweVzmUe0nZ6U/vu17le4HLYPrHNCdh1t/xEPTdJ9l
A6sFs042Heu8GGFP20t3o7UO+bknSIBVruSVCqFg2Hez++2JadGoROF8Tb0Gh/RS1f6FG7K1a6iZ
4txwbNyIuZr6E8U0eJFbeuH8ISI17XRN97ey2fNRie2n/EZnKobxjT9q6BEIWMxSXEak+si6ernV
SlRUTdOwGQL0nXuBM9R0WdI0wys+7w7uNV/3JFIqP3MjqC5r4KoDecXjFEEL7lP2vtruwp1jKfvF
cdfb1WMN1VG7VoWmSMjnNCFUcLyW3QifHUeJxHt/sTtBMfWqrCgB4cGt1LNWC1Flmo6IMlgjGQMb
WnJUKs39APz52+plvsXGBWfW9yln79td5KvEyGiB7fWllbZ+ssmjmxsJOuUnoKhu41XcQxiYSzCp
BP6zuOAQPzJe9b9ePmbJGo6YtVeV3qy4XnYF6jufV39ELiFCrjBsyzY9+Uv7QFCg4/JDruuxihz7
M2UGiza97OklNmaq60WRnp1bBXhRDureDtI3V/avNMAiLE7po6UwmTSG7W+paSNzxUCP3AF4wsff
1eK2xf/4PNn7FVLORySM9gITCgxFUJ3+M7Dk2PmnYxnZQVew8eviwZqnFyWsf7xGKAOE0xoWzOHG
nSL1z8WiRa1xNVGR8Q8SGH9koQmOMN7Or0L4r6zod01LcWXrYyvGGMOVzatSXE5a1Jc++LBb9xkl
ydrjRYZnXzkPFHIvG1O3ewgj8Viycc+19zay1dymqzs9ojM9gNtPKMqhBOfFWa3gQoPS98z7D34H
ei8thP1FNkb/aBiI6aNn5Lt14RdJ/LBLFE9SaOCiDtDrsIQmGQjUTwGJBoKV68d6VcFrPlBpyAq7
lOYLq253M4fhPThtFudR/VO59p3p0lXMDVsS3boZgahe6Tyz/SFrmXS8lbc0nN2bpRp3WS8w8+Ia
CvRz5bvTfjWb7klJM9xBnrn0pf3erM7POPlfU/E6soU0RbvLV+Xsq+C9rdhAgPZAc5poN8QnsGwt
72uNMNCJPHjVZnRdaFijfBvaOGhoVMR105sWYkoxbrpJb1u0MS9tHxQqnxrxT3bdjm818XgjCLYv
9WQmzM1v8xJwrteUUYq+OOEXqG99UjWCq/sU9A0homZ40VLei0ji+C0QvFZnn5vMC3llm7t8qX6z
UYE4noInZfbFoeSedkFvONDPm19Li0teGBIRNRrxAL6Qhqxo+HV8LqRr2zYPCMRPM7f+ja+YlWlJ
efY9j4QI4nafB9FuMq1b9OLATsf9I1vFVNC9VT72SmR6+gnrX50XFDJlNAJzMhXmfQ4o5xWLfHOk
apB6JBqaPlAOzrJBq8aC+RZSvrsG83ww1fjYk/ztpMzjVWiuaG39b0yhx8/mP3KB72EPqaV1SLq4
LoBt3Fv5fgizMkFRedV02RJ6pUPN7MoT8vN6hTMLolkDcXCruiOkHMhtPzqXdpk//aqiB93iJ4ca
BqCifUGNNzZjjRfGz6f9MLsu1sCR5RHLjKO31HGL9fvmq/Haayt9ZxuVPtnJcG86wtyaVs9PjuJI
RaEzP2cPLWf+s2B8BH4SkQpY7auBvwUISqgfZ2kZBDqYYjMcCcvaujiAMxBmcir5DteQM3e9AKN9
FF0e4te0XwK7p0CoKOxP6WX6YGoT62OT4l+PcGbe+4VR0JHom3g0cD/M099wGD2Mh/TGL6sqPzjI
5zNe2e/VEPmHu6bhnRjFoZF8XFLDZzzBiw+6Dl5G15+YikRfil0uwjy2CFLD8XF4JsJxufhRaSSO
g6eyaqkVxC9OmSYwsa+5R7BD9jCQpFiMRc5ynTwaCWb9a/Ne7qvyT8YepmU9hPOzPKyoOLzRRFzZ
rbnLMuldbZ/ntMNaMrrlX7vIkmbhu+aatwm0SCqnfO2HyT9WFj56C6HaKp0dHhl+SRB3DeY44bzm
JBM2wN5H9OjpX/Ef3J1Jb9zcmYX/SqP3DC5nctGbKrJKVZJKsy1pQ9iSxXkmL8n76/uhk0ZbctqC
t40ECPAlEYvDnd73nOf07aPK/eQCV02AblRHZMmiwg5jY6Lg3huYz2HnH6sWrL9uU9Vmik444aa6
AllMBnUoIwRzUeU9qAkTlJvisciOOtnOZFntfdDZbt5TUunPkqlE6hq1FylxqKdJ6ARG+LBVGoOp
2heRCmhpLJhSY2zjKeKcOeMmV2J/c9GO6gCApmDXOtpnun9BpGwJOKHIjxCOoTo1FkyUJr9fovKr
Zs5vdLG4XXXlEBLN1L7uEJJHnwLTOBZzYCIlPchJ3KVZSgKrhpO9Sg4W9qpljs6jSr+0OwdRFko2
un7nuEmOLIw9NWAgm2tfczfYZhNkZFMpl+5GlmNqTIV/XuigKAxlf+0VePt4mnAUzLZ+pB1yr8Ef
kmPTb1utfYrobgeSHIHLnDvZ1U4DE6sk9duz2beZX+rsqZ/e2p5mB2mIqE0V2QQqtX8MsfPcDfOm
c60zKEo6DayKgi+AsQdoN+XRbhiwRnwypSJxNv1Wi+5JzLQV8OCHYw+mJj61ktwzUiGXjSoSa5fF
nhf4nDBJDwD8MxK5x/aMbQPhxTWXRS56I9sMKBnPIcNbFsWIYWzYlEKcDzEatmZgdlAepYac8ADk
k0SEVCK09d3ktLAI1JlfAt6B8Si2iYiAheXjqZxLPShs/FJ5Oh9nDKX7pLS8Bzenvox4KQnQrfdX
lmO+jHQ7ZK/t1xanJHx56xhREsDOqIK+UaCz65ssu5jyOSQBVQSqsDjAFPV9y1O4ULnOBK479zqa
eySMLHlEnQc5eYULD5rvzpbizREvmeym7wP9w53t5lwc2aYG+L6O/JPrejedjYjRNa/gTyS0RMov
hISY0OgBjzvyTmOvcQagkwln/NbxfWUElExfTAqy2RqSvAzOjTDiMzW4pF3Ue2qqNDWICJh9lvaZ
eVzotwINLQINwla67AHVer1JJ/PNUTusBwaxhcg1AyJrH40u202FR2fRiG9USbNxnvVjG6vbiC2I
JRL6zrRI4vItBk5IRRvQk1DT3h7ZtrLUXLVM8m5T7U3PDtoVzujjJCHu+zyeynOzRbjnKmcM3Bx7
eWUe/Ia1Ohd98cKCguWEGMldpfX7OqW63hOeHvhGS32GNp6IyuqKoUWETK1uOQth4FmTg2ploU62
6qDGt78x3OmeCjDlrrE5ixKawforG/+zMtEuq4azfeYWr3E/XTpF9xWGJ0PP9LcyuaYjtJV8yfic
4Nz1ZgCn+IKEJLP8WkwIW5GCUiuipuaMKYragsA5rMLpQHCtlzcvMNNv+4lRJhxxsJyB4mN67oOk
yvT4EeQf2et681bWyBEWFPcgY8AziHRtlS0U/W28bIZML8tE/z7mTn1pjODM9N46Bygx4mBEyyAh
oAE/eXZE2X1N1SD3k0bxz6UoFLBnPBsW7Wm28rBCUraz7AkjpzZtO+Ixejc/WuUrme2nAYi0vyB4
k/N9YsHFQ0VfA5nujOGNWif9TBExsKLlYfKy9HmU1TVhLDvouBvRyDCXGschrz33wPAbq/dQPcVC
bRuvRDugb6Ac3lC2Azdl7eEChqsyxuBbjMxuP+sU72oXTxjn1Z1ZTIdiYE4ylz4oZYpCzduUkmSD
0htOfcPSDLENucIV7YFDk+m7uTZftJZ5P+6Gy0qKi5Wf5bcktfc30ujZZyLpqNCsmhXuEvML2Z8Y
UbSNb91hJzsOizgmyboVsIARsmZzAhQA71kRPe1Ra0v6yjqWMndC/bPsdROHgN5fZHW0Y5UFNDX2
B91AxyzPhFeyieTbS739sCQvGBsJ+2uoroHX5fEJ5jgSJe57avl5DdxutOyd1bCk+yjU+/Zrgjtk
yOOQbPuNtAmyZIFM3syYWRaE3XZ2SAlBsNOVTqgUkqZ4iA+ds1z2esrIgqjW5vFXockjbhQvI/Ml
4ldndIlnqBWbMvtmYyqOLe1+AIwiZBw2Ea1dxbnB5GzR6bQNjPOxsw6NA2BRaSZV3BLzGT+TENsS
wbAg3FCmZ5VCCTBbiELVXo/6Ywl8NFIQiorym11YX6W7XFFzK4KZ2r5TncuuPQNdslF2m9xoPYZD
+j/LHOKrp06fNcsPI+LoFC3W25xUW3KIme+bW+Hnd8o++tVARKtxl1byNNE0YWLvOFGBz5j9dAiz
PEcWUe9pNWJtlhrnaI8vG4KFH1ZtfjKLVj30bE+ZIBMKrpRTrNgCIFSF3ojYGCbKS8/GKe3yO79Q
d14/naWjR5+89C8z5bUXrRizE5IkdVXL+Xw2FFud6PUXVd2/gbvrq6+8LhaMB4fX//rPn0I1oLJr
ndT0DQEl673vvPGJK8gByjN1ufbVkkdOuye0NH+t3K5AdjpRSE2rxb2YZSPZASbLYIRTQas3/OSX
YKZ/90sgddnmCmzwIEcCwv7AJE0B/jlkl5B8Ytj9Nx8Vt4VGtCeTmryn/LYtNe2Vsr13X4x1f+cN
5rSjcdkPgaac/MfPH/NXgIT/n7pLm8f+f8sut3VRl9/fE9XW/8e/gGqO8w9Cumwd5IHtYOBfWcf/
kzeo/8M1PANkPzkL1EfW/+p/YBz2P4DvmFAXHJ96EhX3/xVeWv8w4JwTYAik418xhX9BVFuxHr9+
Q0DZfDgNpnB1x/XBj3ygKNjS6BYfy/OuD63hovxS3w4X9mN8y/5xF+3nYNmqXX4ib2e+6A7evjmo
oNmNp/a5uwWHKd/y+xap9PYowynAiRI8TMHdRbM1AhIWNpgINv0h3RIktGEfQxFW7dRm2eWfjcl1
zP0yJv91FxZwkPUu6LK8H5OTC8Wi5uC7Kx7HsAm6Q79PWMLRUl1zUJ6/ODsUAUFyKM+t21/e9vU/
r/Ef1Vhe12k19P/1n/p7DAVXXh8gZjjLJIXBtQ1e1a+61R6zXqxbbbmjOLWbnwiZLR69y/KLRyr1
eb7Fw0kl1w1UdaqOf770v7kyDESuuwLpYZh/AFyn3sxWb+xpWvhiV3n5BSWovZ7Mp0Lqn9zlb5eC
4Od4nisImoAe81O8+wtMGiIcQI3cTncuqsYmYVEuUFhkZ2icwj/f1Pq43r3JD1daf8kvV3ImMo5V
x5WkeTtZd8X88Oe/r38gCCKyJLkENDqyZhNk4c/3+csFPNQSQ9l1OV2/LGm/Lr10jN1Q8fV89XKt
bE8+vWZ7Z2sqat/KBqLrndNjmj/kfdHPXxqYUY67cVW99Of4PAZ5Vq+JchRE8NZ+wfxumqElu2i8
/vMP/22gOui5Ybk7zAa+gKTy/sGIudYa6ikZHqCHpbx22HrgjPjzNX5/+Iwf6Ly+IyAsmg7goF8f
foFuq5Q91xglo8Y+2riN/nyFj6vn+viZBx1D10k5tayVTfTrJUZ3yIxZRekusofXBg+3CagkH+iK
RPLBF9hQFlzbVhRo1Sff8PqX339Z65WB2axXZpf1YaCKDhyvFFzZuYxvcXZcD8f0et5PXz+5w9/H
ynod36F4YgMt/zgs7b6vspre4M7cPLeb5sLccGrdyqDe+qHax/dkvW+rf7oe/s/wDd34dzfnCuA7
K9mJT+X9YwU8F/WVj+zR2heH+kRB5izaqWN2cs60g3748y0aHzYeP18i4T+rWH81B6wxQL++RE3L
7YqOEirkrbO3jtpVfeoOnFg3P9AE7pDBhWo7h0CatkT5hcUnN/szmuHjm8R6wCgw2dkwlN9fHs01
ZM/USHfJwTm23Ox8Hh2cgxcMZ/JMC/NL99a+RZk01lu8h1uQ49mP7If2al57J+fkHvxDHPiBOHcP
9idP5udz/sNP+7icToAKJoWwcjdzOkjCmO+7Pxv0vQc8othQNKQTGeECogdx57I/zj57Nh92p/98
NczTOtEWuCl+fii/TG9uVc+ZGSEQh8h+hjY70HbeEQvnmRfmJ85Jj+n5cIX3j39b19GVtTPOtYMI
aBDd19fdEar55jN0/u+ziov1hGmLYGPfZmi8f10jomwE9GOyG/q6Si6F7XW3mQ4m5fzPn+Xv12EN
pDmmQ55iZvm4Ha61IkoMJ2eGrEdEg5xESDBjvkvnT9ao36diJiK23qDQdIPD44cbmnpqGtPUcqHY
enHK0eM4KkxSmpX7yev8bS5xBQIWoLoGaUEAtz7gbrHfoLpqFg3Hrbb3OU4a/rGCGWNWn63wxm8f
znopHx0Q/+GSOvBhTCc6oYZkvmmhvclvlxMcq+/DnX3eXeVH7NdX+XUVtlfqYQZI9Sy+e5/cqP7b
ywM5bEDywgRE7hh7mvcfScPeVDOmQguHXXPoDtERsH7gs30yds2pDJrt6999LMQ8Gfx7PTsRmwWv
7P31dCdValnHCVyfsKN1YmvBn6/w8d1xBVKQgKT5mKdIzFqn7F9GYjImRjUmS7pbtvXWuyYa4+zP
F/j4yHhWuLIIHmHXrlt8jO8vEBsuMqxFy0OcTC7Fd+VvrGFqPvnYdQ4j/KFfJzUHICCPiC2Bjt/K
+pgl4+YSRi+OvyCK4uJkxpVrJFdOD+vfo8MFlW9VYNkuAKXG4pfQvUEfOa8cyw30y+m+UHGugqLs
MHPlNkRRqis03GAhoMdGFjw5b8QGmFdsTvQDSawDClbZ69/NpKaiKpZYXGeOSfxt4sYlHigvaXae
cDHIYo/miG21HGJwQqDjgvCy5ieliTkSq7VI+97pEn3cZJ2HRhhWcHHekv6GCWoY7Tl0xoXyNSII
pLbkOwl17pamMKilggcIjEK08xe0mJGzxaXkz3emEyvdp+qejMOWhA6TimExJO7WLssZ102by5s+
0XQidbI2uy5yZ5z3urL8K0V++r2XL/zQxvPXWvhs8RNn2RXf2jHu4KN6RUc4TxT1t84Y25dtJIYe
XlKJGEk2LrgUwDK9vudhJnQ4nSK6Gkf4vxveXtVQY5QkRgzEVpDmSq3vlZhdku98Mbknp6EQiNML
STjCtdS5kU2mKL9kWMR2NgS5gggyWZ8qflQDtw42c9SaHRqKJCZqgwQPYFlpN0CIAk8F1CZRjuNu
9cFOGTluOhFCnk35Ra2Ufe01Ho4qqh4oVhTzDDEtloFw0SrbqjkuRcPVJhUDSypH0RD72Th4mBx/
ap5bjNqpcabTkadMKAr3zSDdmx6kyjg8ju44iK3MwBpuYj9T07bULW0hsKTTMDlgsyIlAxlNCDsP
ZSoqN0kbCclJ037LjKWE4UWKSBq6mk/9bjHMhgohsSiXPrZW6o+tDzBp9GSG5imzod2jAPUhuHRy
fkpyVWmbbF7RZqQGs3jDGwZdbI71HCYNwQ8bQ2gWUvVqQmGVUQAiK6FEHRw3EuG4YY2mupCLRb0c
ylGTnrnOHHnIDOUM56viC9y0LWZ6W6+NPYS9tUHUc+oEFVUhGoEHFyM9H5T51dWr6gtaxuLV8Er7
m1sLtwnqYSRdYCDEmjfsavXZRKz8HWNaQXNyQE6HGf/rbyXSiI6sVNd7GVPfRRXbu/KNb0u1nFCj
n0pSfwGMlgPv2fQGUab4Me3EPQxwxotdbJoA0IhcA4828jktweKSMx+Mk2iffJxxfN5+42vlNvF6
76E1bIZXS4Eu3rZNLqozo21SIBaICMRGLBESi8SQ/nlTRDiWpSPFCEms6dSlSbDDVWbzSxFVgALc
x0SNJwfooQ4HH/amL31WAicRbaHdCZNKNIDhVCD+oiq3Bk9nGLV9hYAQQXBb4L3wswIRponQBsIQ
Wb9IoaWeQvjxxFOOgZrSsDu7DwZy86fGzlC+xRp5rJpW5hJQolnsK60YT567CJvBWtoXdkk2K374
YXgYoazdelTndZ4j6MRNW4q537dWNpz3gBXVZvXl/jCgqU3bye3dEwHlvsAW7vdEP2jtPN8l80jg
TaBHqNwObYJae5thLnnL2fAIVPfUvVFnYDkLWsOXyCmkXnahPdqLEdRzXBLLkEbwGpautrLAF2NL
rkZZHmdik+/sStdujB7cTSDJMTJCSSzKjxi9pH9ocitB5eoPjgkQrU8hX7HgwGojLnYOnCrtrU3U
rRjLpsX/BLWOXAqfEqjcEO4KRyk3W+LAk2Gmx6iDbLRRX3Z86RrYrw7TDNSC0KubMt5TK8EyNmRd
ZG97WiK4QZKITYeVNBnpOUkU7fuYhAmiO1JUzuRUp8+dSsEL+JamylNM5+kOmhNeObKAF7WFaww+
IcPQy2Ral/AJPNnozEoYfckciesemST1+3AurcI8J4mDdpzV6jP7iybxfkyGsBhqWd+NAcgOmHLe
0kEKs80WNLJMHfXV7xuf8juU6QQLVNNcFF1j6Nux9Aqu7BVFhwxVRtMl6u40R75MS/k0xh5gTqsc
pYbSxmyizZJDluHWDesxrkYDA9E0pm9tRjZwyEiPvM0IBTo/WJX0YkJ1Oqb2SeFl2y6x12PUl6L/
gbIRAlyrgbzb2Fijroskg3M9RRYjUvcE1sGMfc3r6JXQ+tnF4mJOrAkLl5PEnrExZo+ptUqJJaCR
Utn0KGeXjiAhG2Rb1X3RWPS1/Lbe9qVfPzluht0uMXXiy5coRmupQUKHq10Y7jkTiuTDoPMAKUjz
6LyBE0k7Xz7FoznXIXl+cOMTOxvIx4laDMfAetNHqNhMPAQL1a/kL8QoFkf8wcdkdjy1NVqwCGe6
6xg0nqbCuqkpRdwrX9LZVmz9XzO/Gs8Rd+cIFzK+qA0VK81gJSinK+k1ZbJtjMl8VQ1JDvuJYwng
f5y/KzCsQ0Y3l2N6D9SPiFGto7MceGYPMcgkaeRbaVcuyDpklVw6Gem0NPGMA5NcE/TeybzsgVfy
j6fRrr/7rvIIPoZCWQe9vqDwMYc1sHtxoHxvkxJgXFjUDF0IInDAYHw7UnuCJQ8zqOkRYOwSv6me
NeIl8MClRL2AROuyx8HqmHmF07LnsOYue5ZzzfzTtoAfNtxJ80M6TcPDmMSgcAJYNZp+2SoLVoRN
t5pOWovqw+oMeGe+S8iDUMNTRwA8KHKNCBpUQMb4BQlkCrXMM+m+2pne3WUstHpI0o28i+bRF2EE
vkoRJ8M857JbhOMZrYPD7VOLwQBc6jUTs8D+o4kGCpXvFVVz6lI5e3tW3xodIyf0bx29fLUF4jwe
xg6JxpaJlRSf3EqR0g8kHbVDibfY7Xx1u7gxonp30uEPDcn0ktrIXLZ2DmEXs6iNdrWY4QFl0eTe
p469BCLGMwy3CEzgzurTij571ElUeklKle+i9ZPxWbY8kBukki5SQJdsut7E4R8U01CO+15KVAZ1
hItyj4anNkOk9BbKr5b9oNEJG4N0YqOJFhwoH/zBQ4NtarH9mI8DByFR90Rd150TrSa9AlEq2hiP
eLHena8LaXkVzGqrfYkXVB9Bo80N4RGzaby1CdSNzdxhFgqdiQydjcgyeTGSsgP+i9T6I/4R4rKT
1vSH84ILI55hHxHoTtZ2G6ka39xNcT740PvM7C3yms7ZkSoVhXU6NIDtLTZDgnwSF3rXUn4B6z3q
1+mSaSDlomXq2rehTbXlgfqluUA/0FFwgcr3y7DED9bvUrOx81tlDhLcH5v/aY82U0GGq+feeUJl
3jinJGqb6VJCrCPaoYyj/AbkqTOc9QmGp33ugP/b9G00PSYpxdiwB+2v0WftqmXfolgeAtQxZBtk
RSvYL0wZ8twcgk9642nQblH1VkJQaNYXf5OVUV4GBqCRF4p43o95VqxM8Vwn+p7Wb259GVxcBdvS
tcSTxc+ND5VeKXFptjh2sc7PqdVvFxLI0EYavcEXMA5RO1+kUT6DNS1ZtC8UJQU25kVGulvoyhQq
EO1/O8crr4PV90M4xct3APm+GaphVM9DF1tf6BSaoOQ46AAERbiuXUIztb0zrFtoHJjAbdD+tc5q
T64MVjCO16k2pntLokLDKLrogLJ6phFchSir7lhhNcoWhSrivdGoMr6SUpqIBxGfMcVXDYSgbrTR
fthzKqejm3itBOVSQVZEatdVe7eJwKokFlZ/5tbIvx+8UaWPVVwtjxqxnP4+mipXHedKEy+o4NKW
lrOYpjMnkhacq8LuJG6PJJnsfaZikR5aivbJbiwVSoN+IGrwhnqHdE/IrFvE/4bGXALkzNI2rifR
kmOO0a3brBRNDbUCSGmJC43YYSPOq3nfdex2jlVkRMUxQ9YMAqBiib6ygFAb+zazDfuutd3uNNvF
7N1oejPi8+o1O582ZF3k9sFjn+g8pRg62G5N4ME3EVvS4bIXIxNxa6JwDrppRhDtzppAbdZO9GBN
iz71JodC6uwKo0KPS4phMnOUUhi1CkyLHnb7Ys5D0oqjNgBHosVhNdYYvKlqL4wos6+Lre7oXc+T
nRF7ekVTRYg0lkWGA48qfsZeZvpo4qumv1WepaoL2wNJchQQIvStU+JEDByzcu8q/smt9GGFzWNP
W7ykL/5il64aj6v5oripM0xZbTz62p5JAvv/4HdgCJaenu/lKGrsXoDKsU9pKKinJ2NarPgMrk89
hRV4Y9QTFlnMt0OeVs9ljWJvb3iR/6anqimOluLYdOoF7y5web/i6OZG6aAU6WL9Srpdrg6y7Go2
28LDJMU6a89LGWgNuKpwGOxqICkODXEwsVObt2xdijcIIVp9bJsIaQo4IqjM57XSUi0YSD1kgygk
q28MMGE4OSa2KeCoPV/fUOO4D6G7JfZVXaR6fN5nCbIJ8M+6t7XGlGwgqqb1uvMRkY4tOVUlznPT
QOr0pbYEK2ZB3s13K0L5LlPT+xIBRDODtHXkg+htFxkW5AHCNZZJ+9FEHKR3ym/7F0PzNI7i1aKO
BQTufG/GMJbqBikNrs8k/jEIa+oCSysL87Xsaxl96aasfMSSSciiUmlz6afKiLd2nVPOzbuJA4xF
VeEV/O2cHUpRpW+4O1sN421j149INs0xsL3Yrc7rstPgvbmZf5iJQSHGTzWl5IiSjs55NULK5TQ4
5g9WNfgemDxj6q6JR00eCqTo9VHP3SI/VOWQIRkR0vvaVqr9KptokAiLM/z1gy1wLHietcKabA3n
cSyseUKmPLEfxSXQxmfrlFVeDdJh6TW6BjpfiU+fc91szBdFyXwCgaaw6Wqy6HBvfS5d9v61/pCU
TBFIKNP8Lof3QmpIbvfDpaXPTnU390OVXgu/q4xjptTQX0iNMwrcb3Cg8QX8tPq7jZqFIsvQSCcs
K04SQVw2CrW74apqVxtOcgNWNRtQEUFP3lmpIo6Faig6GQlRVgvbdvJaKkESGE5f41+6zKtk0clK
4gz7wrYtxzLZeh4Cc6QYw8Wi29X1WCSehHuSQ3qN0bKhKRuXrnrB0eVcO45RRvuMJCMw9p2hv1GO
IRWIFXHo9jAfEkR7dIJREo6+zYzC6jswE5grI3Awbdq9wHGIb2xH2YSJGbUaythcJZvCYRuziZcJ
U7DnRrh1HA6k14tR4+AsMHsCUJda6SRPyEab+yUxtexMxhpnroWham+gQ4r+6MZDNOFrb0DVFrB2
hy2beMSowBMYgzNQP5A0GSDCzdqzfO4HD84ZgDQO13M+ml8Ql6snpzCMxwkrdHyAtKSDqxALA0yL
Myx4eM0wVTdDrorrZa4sRoDZj4G0SfKhFpEg37cwpKG5W8wF8IPmINuHECjFIeZwZa5Yf++l9qF/
b+K2jC+NdCRppkc7u4RjawzZ2SJz+zrqNPc5Ukl062RRFJ1bCd7OIKKqvleJNtGdGMl0J8gh97wN
R5y+2ncc6Y8+UYsDuO4huU7h8wEFlpU6JrGPdQHaDC+Iswen6IZnbW3KoqfKN4+qu8ddVrM1aysk
zPBO+ue46u07C8X7XVTmih+uz7BzDb8H/OJlk/zWWM383czBWgcJpUswE2WKhqwF3r1FNoqMX4/q
9qEh2+fJjHh3YY8Oh/64nFmRpavxh9IF1/uuM3lAFx6OpwnoRJt1G8Nb9GvTrUiy0rKWZbJf2uZu
amvkpHFSXs0VRd1NN4j80V/w6/B9z8jiuj7BuSSSCAO0mVUzljA3vu1aF5V2nWjLKxQKMFIwH51L
PCAcAlzSeqytWznOKS2iwd6TDJRoO+TSWo9un1Y7FMmuu55syeI+twjsejVrbykoqXzjJWashbW3
kLRJGl+RIB3HXIibhtL2IeoAeYWgBCuO/cQPDZySYgo2PVrJNcbR9CeoSy3abf44M0tfWS40dqe0
Luyxd+MgF0VTbkS3wADwnNQ1sGr4CccLEja8vcE2Aniy4yd05pPpWUfVnGzbqoaKrGoHt3dnQPOM
HBedI/oPKCUoXPlDU/vmxpgISXxSSNJKA9nyxhiGGBqE1b9goOqasByT9M0x64XitT6VD0Pjz09t
Isorvy3mNTnLHq5mg7TpdX3qf5DSoD3JccIznNfZsrIvHfsGn57+YDfgqqkBlO646UhtQCjvayPT
A0BlAYppShYI6Ev9OFCIFVjICnFMEbwDLygijuNGFHkv7USs6AY4izp32haZhZ82/rEwsQFtgB+z
hRoqtVghCza7D9iD/iMFPAq6nt8Xz05vpeuRttIJlXA6DKRYa3N9W+B9fumXvFq2bMZ0Zoo5wvOd
2lTANq7jtHCJvEVCOJ9l9b2Yav8ApUZmW8djuga0OhcRJqSqukGmV0JqIHUUvyEH8DSAX8+mmu0O
CVYTboeEeHlZ3hkuZY0xc1jwW4yx91lsTffjaJTLBsWnHY5sNvVgVlACOTOXPqpycndf8frS9G/d
id1gHX9LUoMSIbu+7A7shRFiObeOcH/iXUsYCsBVqZkTUbg+UusicqavLlu6iJNvll2Vnufj3GjK
twYE+BnGGXMMKTivPCkBuWk9coZGsosdZ3S2pt9MVzUHNfgmsrii/BZdDIgOCVNLCvlswI/sdy6r
5FHFs/tqi7RwQ1QqZn1uZQ2TDOZ7dd95gzgnWUu/1CbRwF/QCvWqJR6DiMpt/xireXyqx8mjZqZl
yzc/nzFRG51LkyTFhnXBKb9AX0PhGbMW6lqa1mAmvum0Ohm0LtYFn2oGfy0b54dZ5iZSCcFmYivA
i3y3BsnAY9x1uLuYIlWgyHJ8trS0UFt9ikwU1exZSAxsJ/fOHDnbsqo142WpJQoBYcFmYiOk6xRs
ruHrUYuqwU3MpJlhPu3KV0+07hdBM5T+MNkS9ymk2wdjoMwR6Phr+8BdZgxwMiWCAn9ZX6JRtgZB
lyRPkS0v2Go2SGhNMuWKyn/2kxUNonk4vrdY4dpb000ajPo8uw1lkLV6oWUVmORufnAXv3u0p7li
ZFrJD8qXTHERfbeafBWru8iEql5KGno4EuoymrEY6OYh02XWhiSdpw9Z0o/wCWBk3loxItZdqqIB
WOuAqAnDkUfer+2uiGIAgLg2K28ymxCcns3mN2WPsAXJZ70usUHwqEtQI5kVfcpYnVxlgIPNcBM5
XlLB6+kSk6EU5f2Lazkz6cS+rMkzsXWUaFT3tUCRiDECRdDTetdGKYINLefhhDhGKnY4OWu55mQG
Y84x5PXU6uyK8kHXGf1d6d+4nNAflGjwHDKIou/z2GFJ99gIAwqkdMWxzbDE1WJW9pNlrJsylrMR
7EqmT4BGERT2BuHACUKmeta8YetxalshYhZmlXZcx6xpUeILdX0kaWEy6gw20TghdK8pL3DPUQqI
veAhwl+qxozowLw3zI1ZRtIJZmeVUkeySVIsqgIsPaHwBo4ii+PIJbO/Y3yiJyI16n1vclX2uTRB
0b74ju4ZH5ugNL1snQCWEGRUOOf7LMO+1V5hczr21oOjY1WCREyjl9gIL4h9sGF2H476OXW6k25U
QWudTKqBwvECOx53tjxISp6dNR9K7xIj2CeN7o9NWxcT/Ko+opWJXtDyPrTZtdzpinHB4LIQ5b0z
2zY5z710+MvWMBG+NNKRdaJE4lQLnPNd7zljbqTXnxeh0WoNEei4HOKyqPd/14BGZySYYixhmBaN
PPNDh9svpl4OS12GPkUWwksikrM82hN/fxXD82xWUu7K/dipp+UgOTBWZQjoVqvZAiGX2BqDEJ+J
LX77lLgdlNQouw0bgZq7vrpfGvbD5PsxrusyrGTtbnSiKrbKKkEAlVi+//6efL4EU9epKQFRfX8p
WRTUwTSeXGLY7YNGH/RUVADp//YqpuANWfqa+YdO64NOpfUG/OPjUISqbqNHxCTuyXJBY//5Kh91
DhhATeCtDEHHNqivrY/1l8eW9a5l6Ap0pT0U6l5MnbykRkVcMccMsrbs6S9lPj+vt6oIUSkKy7Q/
CCHdgeodu+0sbMyO0tGScYBBEPfJxPJv7wq9Jf9PJDHIrd/f1UjXHwWQlRHdIpCUGVpzZtkcXixq
dWcNethPvvJ1nvpVY8GHp+vcFLJuPgzL+fDxLY0qMJeZHikIKwfWsk5iAijhcHyk9KJdVQlu0j+/
uI/f++oaWL8L4bEYWZb4cIsZ0VLJSHc3qOs0OgOtR5dj6O3AFFX1yd39fim+Q3S3gs2K51jOB7WN
1kOicuYRsr3hV1urbRB/xFQ8Zwn65M93tT6o9w8SI9w6txqGaVh8I+9fHEsYOFpuN9CihJJs0nlg
21udo/LfX8cSqG7WfyHh/zD5FQvBsD55YkE+meaZ7bK5hPRpfDKR//5ZmBb6Hh8RGHIl1Kvv7waW
IeoIdEYAfBfzlsXdZQuvGeUuT5L8meQwembmOIu/foimBwXKx5+gI2//qdb6dUwXnh5NC5XKag0R
plKnQ0ppkt3fPkIkdKjJXcQ6KEmdD48wzdhwELVOqqHXyaOdAlpg+vjb+eKnoG2dAk2fOZ0p9/0j
tMnWMAo/w1XLIkNVB6xSkXXzJ2vhx/lidQMJdM0ubg+cGcaHdT0dOECPQ2MGzn+zd2a9cStZtv4r
B/1OgwwOQQK370POqVSm5skvhCzJnOcpyF/fH12uKkvnlH1dQAPdwAWqAPt4oDkFd+y91rfqSTE2
840NzgDgKGZgrzI9qi5/+9phdLDwbViOFPKj4NceKnug/22ujNToNrXm9deyUOrt50f58+OH+WRW
AxLaOddZH1alqUAMTp+bUIccOFtkS2AidtXc+lDfLqeEOWToumwRfn7UP68Ws3KVpUIioWaB/3At
vW4iWS8NTdZCY4LmRI8e+2q0IDZs/Nuh/jtsS/1b3Xb12x/H57L5Y9Plr89tVOT/Zz7US1GOdRSE
7f99/9Pmbz8P3orVc/v87id8N6J2vOre6vH6relS/ujf1N7z7/x//cU/3r79LbdMff/zP4jdy9v5
bwv4Z71PdeUT+a8dTOfRl/H5T7//e3Sw/YnnC0MAd4NpMT/8u30JNjzWJIkscK5ikThyjO/uJdOc
o4T5aOouSxZ6wn+YlwxCZT2PxWx2zXz71d+Bxr9/5RCJCtdAMGqaums5Dj96/2I3IwzNsGb+oXoC
URBvqW7twji+lEZQ38jaUb94594/l8AG+YSxzWDN8rByUXq8P6BNtkvi9CH5aAp4T434DL6w9qXP
oUD/cAcu//a5+tFVRMHJ3/XPzxirlKVbs8ReshA7ninnN/OHFRhRShpj0o0WUzmCYVunJaF6+g2D
X9yeGVqBPkdbwWcJnQFRKno8kb+UETjPZjarHUi6bNZCZj/G0jfiYEevGDKrNIbm1WwsBQCR/ccO
hJ4uz1PElSc8zmLpE9kDRQguzU3Xura2SaF54xdkum2eeypKq33IdBXruFF23pqawShelFHDtbGL
QQZbR04Od0RgV8FJGjVk0+UxZPsV3UTs/anlopFoAIZbJyLioPcXxEOJdasBITqiuVIvXRk1h5oZ
lXzOYlVYR3cK5CWuUP9Ykq/7Qkeqj5Y5m76BzW5TjnSNpTdBwKEt3bQ2msMkLS4Y5/nHYmLt8ogM
wrGMPKnlWq4cvwaHsBgMQllQcMnaXFLSpRA6Q6g7AAuVw1hkfrxfgqA30qdcC1uMDIOWxdVBjR3I
FoUzQeDn8NnIHVwQIKxLtkJESLcvMSYMmIGgAY9CISZvjWmx4eaW2uIkTGKag5GbRDH2+rIYHqsw
HqqjjRArv3WHYhyIrytsu2fmXem9fi8HlQBnKIWpGsQRkY+xae0OJK61GxyhhQaTXGl5DbPAh9tl
EtFRDQyoMeXXk3UW098p5UUL1CFrriL8TRKNom3rHURiWEauDrzBGmlYFaEtp0vZ0nJI8MXHpswQ
rcpOv8ZZUmUPQYzkslmPZSiIyJuIg3pOc62oPN48dxyvOAHhGSuAAJ39TffQ1DMfNSyADtIHxM6x
EIY9VtfSxLN2mTFev6AfrTUbXNH9NwJyzbQTEci26psx25S1gOXGfSRKgJGYZ5PzV4eoYIlTSVZT
68TZrk/q0V3iTIdyPcisfpnispnWbdnFPbyi0gzuuzqD1Lbgb9NprtCOh9WsKSa1y55tBHQqrnWx
Ejnot0UliUSCT+DhdHcQchIeowUu83LPjnbm0EzZSq8CFMc5ypkLdNGo7Uh65oLlwDzN18Gwh/Js
aDK7OBmQpMzzlFlAemAKENKBK+GzQ0myppD4E7NtGliH1fxbMV4RSMBbIU6OlujkHKlwcOy15YKk
XCVOkui7eCzpUJGf4JRvepFaCUEE3cioFFvTsGyEUUPa7+x0gU1P7VGBWPpZqRGJOQc4EfU6ndUV
nyHSJsDd1caCUfAE5t5XrebAGbGV7eBp7xlAYnygN9/6YWlsm0aniIE/xawBJ3O5E3iOrQUqJ/QY
9IIYLIUitMnYK7W8WOgUB8kmAxK1HOrYzneu4Tr6JmhzeEygdtEVmWDPvcsElWizK0lhvE1QBAZH
nxfZ3dqV6IybAAyC3qy1NLXi+6LwlbMz0RYi2TORrFXxE8oFDSUHsry+PTpu7tO/UQyaoTbH6Pg7
S8AegJmh01yMQ608z0mKC/dwmtJqS1xV+JqbFrThcLIzsL4g3me8RhjMEW5k9ahCn27o0vfhxoa/
gl3fzatDMilUvsNEobfus87uV4IPQgYvJOrUDU/lIFdjCLnjbgAVRwCX0aYBQwhLeSzWT0KiToMz
W3oWM7jRA9t67YNvIblAc9VYfA5zUgbFk0EgqMdzOczy8iaALR3lNbQyak5CFIt2crvhNYCr1lT4
TizfL5ovfWX7ESoFc8RVP7wqETZZdfftk/TfUSmVb/lNW7+9tZRK7wui/5H1ESaQH77Oc/31va46
PWfUVYuuRiHx/MfmuSl+LJO+/bHvZdIndoKeQwPFw+nNRoCv+XeXt/3JZu9Bi4d9FJ9xKoh/1EmG
/UnHDUVvwTQlmn+HOrcpujb8z/+gTjL0udelUyuxTefz//f68Hv1QGn5r92B0po3OT+WE/xllHH8
nz4dWxX7Q62UYhkwmL6irpsFLC2CQSRbnvnWajJEzdkQGz2xADq552yzPhFPeRBvALHuNHbYSwLb
PLGoRmMdIq8HCeWTJckQBntSB8bak4fJD0eibhJAJKO1ccaZv51O2aIYA2vRMihctQ0Z8rl1V9ft
2ThU5JEJusSpK6td13jOoWjim1CbtoNqenTLxD5HyMmRbTsbHad5jfwU3KSo1q7BvMbtLZTX3szD
Y8RBQkrdXtcFy1Y5+iQpjg8+PPyY1bYlhjkL/WHjMNh58KI5CV7mSAFCh5pkwvlGp/0xU024RWyF
cb2yEHY0RNz4DlNcX2/usj62LxAQmfvURB8mnexrRgrX2q+GBhRQPH2F1PeZiW66EpORUj4l8V5E
ELwzDnoRe511YKaQXOG6NfZZaOL/9Jr+LpIEUxNOCqHHJvR9WhuUzUwooBRXgX01k8nH0vnsAWV6
BQwCKbQBa8d8jLw5yJp5H8Bls/xzVyhQnU1hgfLFIHD0JOnU6yGInU2Q+S5qQ8PGjGh2CS066dYo
9LPgiWoFJJWpRHMZJEI+pEDAkCBH03hZVGl2wv4BoqjO5tImkOa+sd2humQ2nB+jWn712jRC/Msl
7NcC5et+xCe/VWPuYB9oWtI/tk7Al8lcxrnLBKVhMoRtbWBF7hjNrIj+8UiqtFz1pWkCJn9NpV+U
GbXpsu2BWN9WhH/MtMar3NGsNdKzqFqCnyP3QYtpjLWBghwDbe0c9HwNjspEkFSnCrm7SJ2L3uNu
hElUroM2mi78ujzhGMz4xJs5BnmXKD10gyMjPUmJlYvkLBJWvi0MCzY8VCR38sdNkIvPGfzGgkbk
slVT9BD5FD9TQYZJbMIW0+1tNdnmyhe0Oz2oYmPthGfjJDB+gqMJrkrdGrG55Cd/sM75qJ3HKKl6
Mj3idnyUVXwMJiLr3Qi5j3CRBzpr5BdMSFH8RgFfXADqCFpWIVVj6ZJTGtZoRXu7OkqZXKDA26ZZ
v3QTf8UE7hbhx9LWRbpVOsDLpFcnhZQD7ltrXvcFkjrwqf1IlukLVLK1IszFSfVH3Y6ba+CvF34P
pMGqtixHNBRMVBK+OKQ1mPTRPwYmWSbob1Gn1hDDqdjzrF97k7uLgALv4Esvpxr+d6B5Bzcq8z23
atOn6pCiBKCJJraIPtDMox1cDg7TOTIIznrLni5tyNVIjBK10LJAomhLyxtem3MDdUxAdqL+OUrc
u1AnMnqytzjOlhXBEiZJDt6U78c2vhCALMtELgnkPmA5XzHXt1hVJKkXe6y46m6oTWhBAHKo4LdW
IdFD+PXaD+WdTH0CHanXWOdII8RWex7GwChVEn2FR3XJoAtQbCzdZadXj2U1vGq+568r3sY9lp6D
UtkKafApr6iGo2hLSCKibNP4MuaJCo7p5MPPjJpuO8a5j6Iv0YmGRQEYwQwsMPXArdQRqi1cUZ5a
RREeF1Gwb/IJ4F9c+qRD90l4YJg6ovGiaxXcBR6qWhxMm6BKlm0IjgwS5tikN7jC3iJN/5KPXCrg
uMkVbrclDEPgQf20zh3UmbHstGtr9NkDTvW1rulkSGV+JNiuaKc47BFA+6nXk5Oke/3R9sdkJUqt
3g1lIZ2F7NJ9QJzavWeIhlTupngk6QNIuVX7ay2fvGvKLNCw7ICek7rxjhY+aCYq7ZKe/bSukb0v
3AKUHS33I+7Jm9BH2W1H7mOqud2CPbUCd9mDkJvhUBD4zpimemdu4HYkSMbluS/AGrL/XMelizg/
uzXS4TKt+lVIl5wErjY9r/w8vvARfSC5Z3DMm1Ho7UMFz99KnqPCXNphcCOjUSzwTb25kbMLHP8s
b4pdHyVbo0WWXgD2PAR9BWw0qV6gCRzdpHvJFMG7ZALMJLvkqjaMFxiHszUDyGJHxkymYFMOUqxL
2PtejarEVwlg/skq16iscMMHaF/Il4QWO+buIkWGzlIoiP70cyKsp/LFN/Rkk7b5mQKF/9oD9yCN
I39F9Dkjo/WNDNCX2RY4QOgMyJjWsZ+dMMxdVOyvcDiO+ATzcJ1IoPxYf8qkX+TWvaHup+mpQcFX
kfITcrXJiQBYiGROFg9eP2Bn4asGzHHddmpna0+RBv8tmbMxxfQgXWaq2pNTNzusS0dpqdtAG7CQ
1BUJbx7++g7eGlTzTs+v6pRE+0Lt57AvxJs4GGR/GbTlBbLKQ1T2sBDj/IuUYUpgbnMUEwHvTb0f
cms15umR8f6dX4WPvqWd9X13lvAQF4SUBKTIYKoC04ylxgz0z34dnpys3FsYgDJ5nGT3EI3aGToP
YIqY2CSgX+khH+hvqkaGG9w5qKvLCIsZ5Crk+msztre+eEZktiLJyQCBGix9hR7MtB/H5msm012P
eM1pWWbobkCwi09FapChVxNJ4UaXcWctRBdeUsdbSzdMiTAedV5zgfCraTeuGx5D80BKW7zO0pcK
EXVQ2mv6Fau4hJo+0thsrWHjqc8RqG+T244j1DbXozCOnt9vZ3jT3tWbfYoUSGODExvghaExh81D
qGApjw/jEG7dLNgo0hk0QS4BIu7yTBfECURBf91X3q6f1FUf9gwycRogBZ81rKuwMbd+Cg9WBz+9
tyuTeJZBe8VWsg89b8MFW/JoLMeUDDdEO+7kbvN6JOxFW+nOra3Vz3Wob03C7RFInxA9E43a1ief
JCA9b6+ZoC6lmUJzBiWNkkgSHOFb1cqozGhZ6AZ05eRIMC3YyjR7Spo3N3VOqD8fhTFuumrcWQn4
lRIFS0ijKc2LlU50exvvA0kAI8ixbIldDYoGjtebSncgyqKotUOWKuucWeT5qAPn0o3giu7FHYYO
8geHJwTDq8xJi53ZZ/KgUJdwoh707eyVW7lPBNekmLUO2XFWCKomXvUJiqMGb4fXJ6e6woGaD/LK
QRUNtI94CBPyailJJZgivKKhuA5KrEOaaCBvUVS3/aUW8lkkGwX07L6eQvRMerMS5CkYTN2coVtg
PLlRpmAE1w4570RWrmi2dCu8N/1uaqxHDzTpbZ9jxjPtxjt4Go8fLknkGEqzb0czejSKW29SJ0YP
N0WhVnYvNp3WXuEKODAiO5ftsABYQMVpeSurbuDoYbYNqiurFtdu1O8U5OxBdy8xkG4071wM6Cgn
fSsif9Fx7VOrOc8G99YyLTLxdFL5WNA3mZXxPSj6bQpXelm3d1Uu9jqNv7k23STwHhao6e+80F/X
rgUkMVuR4r2R4wOq6oXUrRS/ro0Bxz1LCXx3q2jXd/AydBkZ69G2edRL9Bjk7mieeAlqQuDHaEup
Dkjcssx1hoUpN7MnY3Q/41H0z2xJgpcnWAIIiglE/GASchV5zp6pNfeNnMuYdaGfckJMbMGXI0JT
C379ubX7Zdfjai9wtPIiYY+es5nWPrC0JnEwjB0z0z9ZwcmPPuew71zrIk2abZ9re7upnpoe/FVq
LSsMXBoJBWaQbujgsOcJZz8HfbhibaOiL2f/cKXXG5Jn6K2A8mSNea4cc0vg49qNuCG2diuHaZ9H
5bJ0CM+1AJsgFg+Ex8MzYG4pSX7K4fNHBNuEsbWuUttZJ4X0ty0RmUBzwF1/nl13y9zNCSa3rk0A
3mtovO5iSNyNL02Q9OOyj2xjH+vIoKU8Z4MHiwfjHnrBpZsm91XfrqJR7iLlnejXEeeVfkE3tLSM
Z0b9l6MlvxjBS6o7auuE6AdhbnfGg1mIZzuZeGbMWwB94SYDhmEJ6SPepYOksKYsirwyyeE2/Cc3
wGGY5G4M/nEQI1h3NpLR3LWp6vqmVtK/D4nUm/9bADZRlfamjUpqCBKE9nTw+GA2IP6FRX3FgG1i
mXAOppV80WzzcWB9xsfqGxCa50eSXDaCoi7FaH7JlIxWKqpuDCU3RTFM4MKbhzmCbrCt+gELCK42
vqV+co7vl4blsMV9ekX+HwbcMjr5nf7aVNpZHeG2dhh82cSDxX79WlkDKevYXJR7ZDR9Si0MT2mi
LfGWg96E68qXf42g+zzgU3oZe2z3BEYfQJhVfCq9GqV6Ywuq07T2onWfxp2HNDPO6hM7XW3T5565
74bEvsGU22w8Nw9Rk8rkM3HSqMvzibQWSzTnuNCISiu16bMWtNVy6HttjeTAPfZQD3aeS8DL0hAl
/p7GH5wNig3tnDkL7W8TFYqx0CTpYysjmyxwomHZL2ScD6ckNruLAM19srQn1+WFKiqE4EHTYUoP
jBovBHqxAXNQJIjbLahzh4qUMo1W6i6Gj+WuCNsI7PtMzxwcujaJAlta/trRd4Joy5MGrSafkEZG
MXXHRAl+WZKqQR4GS+4yBEV68iJzYPOttfu27sgvbBiALIg8Mc5cUU+AH2BKVAvGQciQy4IUIy4W
eletl0Gx7ml/0OKgsHjoWEcj7ptgK2qlmrObTLfHGxb4g8Lk0MQJGam5QukcWOO4Ih8SU0xCsTEY
LN4Uqe0OUkRpnWRVpgJArxPtJ1jMyJ6DkTlLLesDLiLvFqFsc43bUMspyYopW9I65olGaAo6OVeF
PMFb0ZaR4+G8hTQR7DqqXxhBYX7sgomT7yDTXtFCSkd3PTTaEF+4hmYjJ0+aabq1LYIc8WnY0GFc
zyM1zTOifVaxXcOw4o/3KKWZBzgW71Kd4Msfcyi1TqyXzSGYdD5gUvqyCpaIRDTjxeWzrO9bJMXl
tMBDXyfmLp4SvTIXtlEZ5VHrAacbq8jlQu193N/peTyQnkG1a0zw++PJQCuNIwnnVkpsAXxYIjbo
dNOUNt7YwIXyLco9lp8BIfhZaPuOeiRwZjhvW2vagWnJOmowNSxV7UY7gcTbuK4sQLqERyDY8xlT
sjJFqhq3eRuTt2W3mKQXg5XSqKhYTVjPytw9xpDs5ihSgd6kV2oOkOA/URJ4AX7hmMZvxoA+bo5O
0yOqgcs+1cseX9kXQNkY4LDbtB2Bhrmdb0i+9fcMjEKfkZvq7S0+R2q9scU0C6NYlxelIvpiBcdR
u0Z6b77l2GS+zNqUq5FEqreipUJJvcQGclyGW5WPzVmp98VTaRjoKVVii2k/6KMulp3nS9ALJM2t
c7vM220upuqa0J3yrCf86Wr2STDkqyYHvSlemo0TKbHPx5QkwSqMHlGTNgdwEkydG51gKcgfAMJZ
BgiamXz2D+S9v7VAl/d2n3g3ZWu711XkAiuGhXKFjAzyapIPxlndlF29djLbe2iH2L6qcjxebLvj
ZFimdsOsyamakcbGGI9nTpah5tFjgrPo8NveJfsne4nGOd5DhoD+EMoChRbMLmujpO4+gJNov+pI
1GGo+/q4jAh4usmlaV6A4tE2VTKKQ2YF7BeMc0Ia6HrJhBoiI51270wjK52qdeYlmKDETcJy+eix
fcZJWAQ3fltTj1hD49HK6um22RTjJ5gi3mPTzaEfWUQuyWr0VfBMal+4Zd4BVrdpjBcE0Fa6QDGX
3cfJaNNmDDRzETPAOk2mUb8ZQX7Bc4RnrS3jr1rsGjyohG4UW1TQfGK4zs7GcaOTngIyX+esLxTt
Qdldx1VmYA1uAuvJLBq/XqSzDOy8LV3nwVAl1Uwg4ViXAFxo/Rhs3yYLVxSPF8I7tP9qoueHIZq5
QjjAmR70HtI9fOEEgc4UWhemQxqMkcJJL0lVkAsTlv2mU8yXaMOZextoxmWNhZXNmlnszekzGZAD
Wvyl75JSTOdzlFLdyN6MyEx3sjPTIZY6km2BrTlgBpdpZEEbCanDjNpIrBFpHVwGgWvdDGbOBsGa
sFcw7L0lHoCNLy1oklLB6xzTLrDYtpbXiHxQ29qVz8tluge7Z3/F9W6vTFYYyo46Xw/q1kzoEAha
DLvUgypqAY9fBiF4faemJcm90NUhMQ36L+iFiDWIIc0TWbhwhhwujO3TUW1P3QBiLOVzasdbXqt0
ReT6YzXaN7VOJVxsNeUdVBa85lZK/jKxfJQ2skn3mTfuOg83mCABG4H4muCB7nxwcYIXUWwsS6sQ
PJzY9FxJw9ko0DmSMOifWfVos/lJzFdgvNpDHJghSM5icO4TZvCDaWCQvfSrNnp0mvgwulX9RU1Z
eCT50fw6UDjEWLz0/lCVgpDhYhzfUstMnwyrtXDPaCsyGCFU5T7uVzoypO31oVt6+zbVoMdl5eyo
5fnMwn2P1uoxlXn8OuNQLhJMTS/W5CBuriRRMjKx0juGEMaTU3g4thudidEQN9pzgIEIprum9ojK
ulssudhZXCRFF0gPpqtBYpVeu3rrfIlrKzkTEWUsv2nbIUHa6cpyXkvA4echFRJ5rSLpn2ui2tfx
0FbAvNNs51a2vo0mTbLnkhMcFX2hmfmVUvSHOv8wYnFbgFESgNxV+DiSlr0dwkwsYZjky6y4AL4y
roDmOEvHIzjTDyJvr/vMullMK32CAJVSrcXe/EqqiNSDqTr2AwmrMQYrkh+DA20t4AVm4Kyt1DCW
fUCPd+o8536Y8IflSDqFFr4SnRUvrKI5tAqQB2mW7Q57ERI/wqRXSpPn0qNjH9jeTYZxdVm0Tb9r
UAZRKwBBoSGKOkygpvfvHGHFW4SQ+Dqw1mP6ap21U4wM2JviSUU1TiS1iiEpBRAv2GTl+VlHK34p
wD0wUQzO+ja7Z8a5xkNoPssRN1EJ6WPjdJQFVbcNGHruSxcnGS31O8PhwSd8T1502EMOjPlrkgGK
9QhRBJOFVi1p8NYXTmnf9AN4FbqPs+VM+l+ImDkwjFhhdpq2eqE9VSUdTIRk4Jp4jL0SfojGdKjt
TLkmpyQmii9no0W6apMtx7a/8gOH9G/4qYyRMrnu3P5BBUnNe2yfaNrE95Sfybaw+37N8r71Ixxy
KmgS/prx2jXjFXOhTZCGxaZnEL+2jGLcFWZv79FeGnuPZu9uzOv+aRRpRmld06zAk3aZ2o+2W2yb
rj4LaO2uCXPFheCMV5g+200fxIduNAP8B4oEDjeZJmxmrVyqjGiZJHWpfy1xYdYObWKiTIyEd6lw
ibmy4ZHQqHOHF5dJLw0PMoYmVYKOt1AP0DccZGJcp2G7bnWc+CLo1VozKjTjwefRJacYmwcVU9c+
WAmt88qrMB8IZmmWPVxqLpPclDpsydA9IRIBPsdAQnaj2l06IzFiQtOvhoEnhiz0EyOFlrXOiTdp
1qXnRByUN56vHz1MHftOy24bYzwXgXpVSp5VZXVwJ3kel/G9963VN7Q3VPAIPIosvSoNqV4DGnfE
w+D77l3tcwxs4QJLEW5GVXc71t0OnATp2m6WxxQfnMxAVsOVI5IvbYckwudNC5kursA5kJjTkPjQ
NcEpq8M7iya+HiNor2j1ayUoH4CIU5NcMSLcZa7chbiIl72r+DoRO++Y2Q4VwrrRuovcbtelgnzS
T/JqrLqlWY/5FQE09nOhevfa9gT4JJ+VjmpJTw9eG1BWKGHdKnYCS1IjmvVAVFjtFDkBO/QxybqX
275N2/NBmmeCJt6y14dT4zfdvUdi1IWP6sQWbXQNI4KWW+sSAVcq4On9CDzEc5+rirHisipGcRwG
AjqXTe/v9cKiIQaaKNU/j1Nl7HLIDm7kCRqBw3YwA2NDYuhtx1KyUoGqzzrM2V9UPEqK0QR7d5df
m+hO9Hw6dw3nWgNxhzyUtKxp69IE5I6eAdxYCO8myZnaBBGW/0HsEfYcgsTai5z63Cs+lyOehLw/
oEhqKcTrdmVBj1g3E+3EskxprbOwe3AM6JHrL4C0VmXK2UA3eoWLfF3WyaEwo4s0rFfAHwCXEV24
Zbc07pyQhJBepPcjzcc+FOZdl3lnHY28nDzQRZd9awvyIqhQNPdqjJsHlaGOr5i6uDOorR5GsTGQ
VRxkXT3hJT5AWWZYwIR7Wlat6jZSVUC7xjkQRB8eAWE9NFlxw3Y2veN05uDJgVg5dz+AS00sOsYq
KMGxBeemfTaE5YHcy/By6PRo0432RRy9inQASxQ39GWqsd9IZHGKDeFTBKjjS10r+6KPhvY1CoYO
zlJsqpVS3dxJjyrPX2q8gtaigETVL2xpeVdZ7iO6g+fm3QdsQbQDE3Ltwhzd/KkIbPtZn3tuuIrR
aSXu/D65pV5rwKBgQqxRplcroNAprJIc7D/rIiGHTFOMrS0Gus4+obmC7cnKLUP9iIoSLmItGUhZ
qT69SNhU9OCc7I1iNGCOGIMtk2nHApYaQXAITIaXNIPfQCIuGuqgqC2GraAwW4bIoZ7MbhiHo29B
dNmQgFxrDBAVHtACIt3/F4O045zvgAH0Z2KQm2cw8H8corZt/njOX/84YTds3qlC5j//d/i/+IQa
HBOCZ6IOwYCD6uK7LMQRn/BBYPhAKIsoxJA/yEIk4g9XF8BJ0eAjbkVM8l0WYshPUDj5RdswIL+j
F/gdWYh4rzElc4CjY5wTQjfwIjnmB6tEXEajEbmBzrCsjY9OYSXXZm7q4yqTgbiMVZJuQ7cIwYDD
5KABXdA2ihuf7gs7Szzfg9Yi6/IH46XATL3RlZHcR+OIDswt7PEkWoShtPcmEoAyO9MO2Ko/u3ww
vziG7pRANhlh0guu3yzD6lY/3JbvGpgfFbSzruYHxcu3k5MWe1YT6QuXV84n/4OA1nOwZ+QDRtjA
dqJnaA3GV2U42nksBONXTwODvvBIU9ZQGN94bka7DWhB9DhV/d5ClfPdL/Jb+qmLnymj3unIL/4X
q83xqPxrtfnx+fU5eG5enusf3xpj9qb97a2x9U/cMEwhqJ+wQnEb/v7SWOjKQRPz4ENd1hFTIdv6
LjnXDOMTv5c3DY+CzibGQo7+/aXRhP3J4Y1BtYiAwsWkZv7OWzMrpf6ppEJxjuYdmxv/QlegCP8Y
/+KWZMEa7JPYq6RMOl161hb6xl88vu+NFxhuqCepovhHO3j3OOf3Ty+acJ3uUZyzra0OoV7d9V3/
MBNrC48M1dpCEvzDXfiL9+XjaXEoZO1kInBt7Xk1eH9AZWYjEa2KXCMEXxcoPf2tJwdt8ZtHEYZA
0e6Q2svd1d0PXpw4CbKBplG9ZGLdrEa9oePdmNYvdPrc63e3CL8hWjtUbqy60tbnJ+jHVx/IGd/L
Om+grykot3W9IJh2A3PunKnzrYrjFzQb9S9O7f1iyh0TRLlgxOHZEHgD5rX+x4OOM9GWJi1zEvTj
tMMdxl0zuRvuznj+jdH680s5mw1+fA4tYQLf50gmnwp8z/Ov/7C+yXHUfdepIA2Y8lFCeltxOBJd
ocL94ln806OBvVfH7MjXyCUK86Mv1ocnSiAu6pTcDhVViZUsiQ5L/42jCNvgWLQpTMOYb+oP50Pg
PJ10F6xyWPFdOIvHyofUAKRJ/eJAf3q1hGkL3mHd4WbhWP3wpOO0BxEYei07B0TwzFTgg/UFZCEk
tJtSK8TXhiTu3W/fLYwjwnNsmy0jpqb3Z8ek3ZmKDil8i8xs7VgYJmrL0jZ5BYT454f6eLsw1vCC
zW5pgbiaiKAPhwIT0Q2VifAOCeC2KFxzP6cW/+IoH64iDx8r1Gz3ZQXEIvbRYV7bSVi4/QSyb/Sv
bbu1tn7QnxN5SzdF33sEeP7itn14v+YDfmPDI2Q1cbV7H1ZEe04fJmQ3BTgyHuDC2tw1T56lpSj2
VRKmv7hhf3U4kGa0aLhtEr/o+6tYNYNFcK4BFMtxAAbobk63vg8R8/dpr6Fkg3Se/+KafrhznKKY
Kx80wqSTmNR3749p5g7bGBCIqHQdbV9a7AMru/ntE4OIyqNvcRGRZH68caEBjcRGorqUamj2gZ5Z
e2wBMcreylirwax/cd/+6qTm5QmTrMnD8vG+Ac1i0c80cK6mwaZNluk69QLt3zgrdz6IjpqaR/+D
TzY3AZKWhkuCXgIiz4fUvCqQItOiowuot4mx/q2XbL5VfMd4FLlf9lx2vL9V0tK6iVc6IXIZHBlL
Z7ImXVf93keZo3CLKDL431wNuB+O4o2AceyRThHUbGfV9g1ArK4pNj8/lw9fkvkoc6UssAuRJSA/
Ws1ax2sidxpT2vBQQAQ/ZF4+IWEwTf8XJ/RXh7IJySJnwgOTOO+VflzkW2EEchokI5wpdZjrWuqm
MSAbemKM8Sj+o6z8i4Lmrw7FlcO8zNvEJuDDC9xNfZeWk5ei4w5uS1TWhz4SHfrVofvtZ2EW1rNR
45vCs/exVvP1WTYItIvvYyAh7TmdtlRRIf+NE2JtJ1OISnc+rffXLjQLOcAGoHkWaw1kEn1GcXeV
H5z03Ct/kS3257eWOnf+2PO5t8jq/rAUDXPjvIa1vdRTTG28Xf1RLwJ3//N79BdHoYlL0J3JQmvM
29l3j0Om6YM98oouh7qEgdNMT9aYyl883n95EF4kqmiedMv+UHNGvRGjOeEgWpena8w01gWzuuH4
81P5i8eNxL5/HuXD3REABaM8Q/oW+UO4c8vUXExt1a1TAW/pdw9lUUQI+FeQSmb8yvurZg+aGisI
oUubvTWQYM8GSQZp/4E0OO0Xd+jPp4XnlwWOFgFIFKwt74/lgVsVgzWP6OzYOiQS60SLRfSZvcTv
MVF4R6n8CC3CQ0+Pg2N9uIKDL7RiLDhUwbq6tmskz4lgOPfzizc/uD+Uzd+OYpus26jq2Ml9pAHk
sURXm8vkv7g7k+W4kaxLv0q/ANIAOMZNL2JkBBmcKVLcwEhKAuCYHTOevj9QWVkMSkW2avV3V27K
jJKcABwO93vP+c4SzGLYkdNbFA9pmHjNKdR1UUIH1lLvkxn465gcQhxOjDbbP06Q7x5Yz+HK7IuQ
CCjqr4sgIWSaBC17ldaYSC2BGe/jazTmp3J8kbiQCIYhDBEsC8aG46dW8HSMiJbpEnhsQHsTGTXW
XL9E89n4o/dF60mj32K8bdXsiKxRkNNc/WrWZf3QGF7nzIqL0CT83CRhGQBfe2G1fobZxkmGdAvH
q9Y2raU5p5MlwsePf/tfpxykcjbL89EXQ4z+7pdXsg5DA7Yk7OSszBfphMuSQ8EUPBPwlNqfzIff
jQbVEzTEfLbhlh3fKgJqy0HRvqQT6jbjJkOPcQcSq1FLFAp29Mlov5kJho5XjEoywUMkHR2PZgao
2qmipzz1pEYUF4GxybuURsqAMgTxT1moq49v5/xPvpsLMIYoGbJYgFNwxfGQkFkn0JqkfdekREKW
/T7OCtpEj1YxkRwLy+pvPh7wd9fI24v1nA0LCJF3A7a6Vddaxecw7meLTijuMY4fqjQmODpFYvLx
aL95ftxMKkVkfmFsEu8+8yLthKspK1uGnFWIIWjq8lYbq2QnrVhc/PlY8+cQr/IreODdWF5p09/o
UzwLXk3qi0N3IKPTuE8zPMcfD/Wbp+YCCePumZ7NZv3duptHeeh4GK8RbpflimQYgkmwl88QM2PN
EVKuEfqFn3zDfn1yQMFch8IJL+D87h1PlcKDXRnHOu+CU9cH3M7B2tZ7mrDoHxYzImLzpxfpAfRi
0z4fjEGhvXvTNfDaVeSxRWv7od96HToLDGiqPUujXt8jwhwuMfzZq49H/XXGQLKguA5G3OH/vM9U
q60RC1DLqKqf0u1U8SGroDsuUxxtn0xO75d3j/ULO6jFFseEpPPuhgrpuyk5NtlSEgWG+ma0ssvK
V6TQC8ikX9IpSW+SukLBGY8taYUfX+ivc4hyA/NV52LnKtG7xSaN+eISlJLDvFHNoUgzewk/EWSu
P/XyXLNTeRsQYfPZHv+X/RY8OLhzNu8/2kRWnuNZlHTV3AKg2wspEbK1F6ZnvkAe+fHF/W4U1tAZ
G4S9FtTd8ShTNxFZUsWczzPkd26i1NLHKPTJDP1lrlD44kWY7+Dcd3kNk31TlGqaQXWGzd7RUGOE
BIaoGGNs5nyxfvpvhqKm8sr7wGg2v5xvhkonLKyZ3cIoz3rnhKb1sLL0MVvrUvuMVfSbe8cGy+Yr
RNYHLJb552+Gymj6uLE5ZMuh1FzY4aw2q0AhPfpkAv52HJMiEdOfmtf7bUhv1q3MctSWhASV2E2C
CFAtluFx9fFc+GWiz0+J0gl7SJo17LKOryckGQrQCGEdqMbI2qpRummAwn21TAZD25Gci2S6Mcfy
v7k+1j3y8XAwOu/jchNMRNLJobEo26/2KtAkEniBVPLjy/vtbWQ/NB/6LGwa8yR987hCNUnlOqgm
OIAgaXXLuCuWGuWw7cfjvJZ+jrYK3EeIgbxMJFq77i/X4yZFQYglAkpQ5d64JjLoFpUAsd02obI6
IqmY4g1iUAwbXrvFYWV+8hL87lLf/Abuu7UD0ULtto7BgbDVHJytrZPft9ZkX398pZ8N825ddup4
GAFbZOR2DsMh8707kRXdJyWp3w8yLx9gTefd//FjMzsk9whc2WuN6KE2nh7iEMk0X//ksf1u9s9d
YnBZTH/qKsfj5GTuJG1lZkTrVA5q6MG4RtvUU5Vix4e2wa0w00ZE7P0X9xAeEosiuz0qzsfDjoQg
+SB1mSwTIFhQGnK6T8NWXH08zO9WYCEor1C0Zx/0njHqdKNGxZL9XQCZCWE/dIHRbSizWHjr/qaB
/UdQwq+PjJeZnjyEKnZB1vvoZlD1VtdjD8LJ0zdwnaMSM1Csij9/oxmHTSSHeBiFfCeP750tSqO1
ChYsMXkJwHViV7b2oOJP9nO/3jtO7iAf4NIxDem4HQ8DD84qTSvEM1kTCgm9Z1x1EdYsAs6zT9ao
eTIfLx2zjoDZRwdxFieI46HSceg0h6MkOT5ZsJGFVm1LTLAXkWMUJ0me1Z/Up97liLPSu5zewX6h
X+BIbXrvNsjSLom909oBWZOZyIsyTe3iKeX4rzhb+QoDnF3q97mLYGqNHy01v7hybN0dewatvPnD
OQrAkH06DU1KJTRD3t1nMi5kVBbdsEzcSkM4rWdbclWKq0ig5/94KKbJuzvt8bpZnBxpf/NdJWvi
+E4HkF+CJohdZD05yHniErXOv3BHy6ofclFiEV0lkBqAPk+WZgU9uAtvmi4UquFma/HpkJA3jPC2
SjC5P8mxVvkqzsjJg/tf2OcpJ61rm86ivU8wdwDeKFEorrG1iAdLJo1zOlQkw+HTwia9NBVyrjuN
79NrdwShFfVPQj8jARTC6hqUuUNhwpXIZoolW7QBqdx5XFDuuw78wWrkEtNxEGAMQrKNz90aCNWc
keHPlp+2TrbmK+WRBkFobEyuK5pEAfI+NtxSPGMHzxDLj4CgwNNHieZWyyLUjJQ0Ak+R2IJ1162z
0yIJmQRIYR3ksn2KiupQAy3QisXk1FG7rgRYpjOoJ6Tbrn1fYfVeSNvOMRV5cmrlNyw2wbB3bS8N
UBSLcXgRXpjhoJ6iqgdLlQ8dGtKw7gd4tPqUyXsxiAiu9hCPgXPtdoWPhQ+zu30JAd53N9XoiHrX
8IDNJQBln+C10hp1Lt3KRbSCwj+DCsbW8c/J4SAfDdDygP89qarxop9Uqt1pIfai06BrVHfrjYWw
Cbgz9H0XRoDroRBM+ffKDMbvsmg18wxlWJZjU44dhKKYc6eDQ4qH2pl4wVtM/QU8hFhSCH7wQWrY
S5ZBB1pcGITfLDZV+OlInUXzKSsrx3vcA5YIVxQDo/hes6IAgACLMllPFmL4l3wU9PQXCPUj+cjb
hgk/qOw8uAmwzjh7wwZlgbfSHMyvuOZjjLR5rpwn4j11hPVdGWcRkvjGRCiY5ARtLpJIDfo1+MU2
AMilauciT8yqBwpS6VxPn/s/FNK776QjEbChA2gh+rzVo5QNYUmCcE9evEUMpa5d1BxISeio+xi7
AdYi1HG1BcTJJCpYfa/igCgPEdUkFDv8boDaS3IlpyrOK1xXeX+mj06GdRMPxnSvtK4i8kIRNsfe
FpX80sjYvCwMyCkPpkKvvDBA6VmL2g7aatVSZGyXQxQW4RrBt87cnhIXsqs+iBejy2A+2f6k5fix
QhxhuT9Ikk/sQl7UjTRedLNO4lWBQlUg1tSGWz/IPbWD5NbXYKRdfSDyCwjMMoFKBdsmLSt7k5e6
+T2ENUbqDHnRMNE4iJNeakxDjy45ab66MhPWIRw9Bh5J9Y2WCEHmiNVQG4u1SgrjtuwtsGukKxPn
4ZY2Zy4VJWWy94JRHzdWn4cvfcExZW1mpsjJknOaRxJ77eYuZjPcQvrVMDcLMGZqQwG4uqmhDo4H
7EigIaoeyT+116kB8Ka6yk3Oy0IP6g2sRWzAaeZF+qrTuiw4RCV+lWUYNF69l2QmW8swluJ2wr8V
3U+xAwDGlVLiS4pz+uuyMSwAH2Z0T7JHcM3abSbrvHYceaflZc5y4+EdOOlZM38o3Wq+2ji7h1OK
BvKr39VxdjrqPQnyQV05A3nO7O9Xeptk33UzIP2oo1G9oIOFv9oOzU7bUkTHTNcPQeE8dkUX61fk
kRr1PQQd/RqNaHOBZ4LiUQ+iYDplHcovusmGqaFlpV+c2AGRW0tqQdVN2XSIsiE0ej+6MfALKCfk
xm592ZokxkWG/lWLdDvclqNMtS3KoPC76A2jxDBY+z1OlspuV0SSlNoiYsfobWDnSHkW5r1v7C2w
sfcIfWuHLE/LfJA6B3ZMEl6kVbzsgxfvCdz2To1xzKazso2AQdfEW2lrrw9FsQRD2Xcz+jByZj9N
LS6zQIuMVVLVWHH0ZLK8deb1ffscoNKpDsh73QZLUtSJNWuJ2y8CF+vLnO8wXaUTJbVHpdf6o+cE
YXKH5CkxTtMaVd7JaEUs+aCQRL30W6Mxl6RhkdHFWoLJPfPqEoDRGEyOQVJvPBIoKzD2PKTGkDyX
XWXeY/f3go1laJh1pUgxYekx3wBFIFDf4YqbRFhdB1paZ7dpIpR/HyYwIrZAYcjkHAqOImjnhXkt
AFVYYAsCS54agS8ITIgUFAAdgqJcuZWtopUCEhKsclXI/CIEVJvek6glzG3ip950hgcqaO/AlBQB
HIqSr2QSYZdYJbQJPSaiVM3SjxRRuk0nNX0L7arxvhI3HDlL2YDCgEM49Dtr4uGtfS+Gjocsh/w5
3yfI5STPhqn4oej2j5yZuuypj1z3e+U7nnoZkp4AQ2ZUZa9JZ4NJAryxYpNQZo79hWUjFaR9BKnu
X7Fa4RkrMhEO+5J3VCxj+DqwJ9qhIYLIDFMVYJZ2qvgGYAskh37wnHEV64OntnOfv7tODILebjJC
yKydQeohUzrzWivDO+Lm2a0H9ganah15LbNkknFxUFHfJ/u6VH6KBcHyEdYRm0d6dsx5Rt3nSFOb
ZOk3U4ZhEEuT0T3iz8zqJ0Lv6vA67sqsfhGg+XiF4iCyzwmd8r5bBakli173G3sfI9sAHgxAY9qN
pLDG66BgWd4GqPITFAMOnHyAKgW+8C/sjCqmMTDDzj0ZHGIMb62EdNcLlVFLvHfapA5vBu40SJ+u
6tMLZeEE2NBejLqtDEcR4TJq0/seA9B4PWKZnXGEcIee6bY2yPKT0Wp3dmxW+k7XsJgsi7x1YQWO
OBXsOh7rhxL5fLA0DbzfC5tu/Cn5Jr13khMNg1/U8HMSbWtsigsWCZyAauxMKNBebJQXeJF6lqCy
55kva6vhxVxEeKi0xyxLtH5rRFXYbzSdEc4sM+7dDefK1DiAMMyJD0PNi9+w06W5QYaCSzkLJ3O4
DGstMb90jtDOK9UW7llHO7d5KX296wEjjAXVFsxlRn0TmehHsOb3ICLQzZfGJW40kpz0xvKftEbX
6y9u0JMObzklro7F0GpkjfB5oiKqkdBnkc4ZOCOkjabHaPI0h3hpD1URxnxKx2y8e91M/5Ek9xC/
qKIufjTvQYXHctyPhLvzeP8QoP9nIJ+p7r05V/yCNLyJ8/CJVtL3txrc17/zU4PLCQOiIS15mioO
TcT5EPJTuE45GzGtQwf1VUhLtfIfDa7xF5IizlZMZIcCEn/1HwmuMQOhX4WzyBc4W6N2f4cv/Ahn
+KqD+vdhc65NUfF17FlEwqab/ILjI9AQxzjzFZSiClfkSwSgmMxChJ4xmXOSQswX0xmzp4Y6Fw5c
H+/GYgg6A/xXonB51HVTL0o3yJGue2O4s3tFclviT7hb3RbkYDrC++L7YLgQM1oywEiDJ7pKl4Bo
pKlxItI4U9Mozi9UqqbLsgx4V1JaCld1G2t3ppGlNzGaG3bNRkIesO5PF3pBLuOyTMHCLoNg2hp6
l7CfdmLnPm1JCiZ8pgvBc5D2SdSjS2xUQ8YFC4MwQCUmFWmcXaWfvXnqlz9v2VuRvHncoJjvJPVz
NL9IcpBEovE8vpMplsGGFaDYDpNN/KtenCplxzuv5uuW5U5A5B0kXkUnHaeX3u3x2hwCOXy1MtAH
Wdg/DY3GXtv283NlCULOQHBFU/odq4y/rn2Bvzewn8OCtdjqyukwdRj+XHqgJPGlCjuBn/QBcPfp
k/LAb68LPbgnDOJV6EMcXxc1nqIedNy+ea89+y1J9G4qDpj7ZjSadssmg/Ti5DMm/3ER5O+7Oc9z
hE0mHey5UvemUEscpkwlB96tJjqP/YLERZ0E2sJ/zUmfcAF9/PiOK38/x8M8MlefyYegL3k8nsoo
X2qaXWxHyxwvtS7Uz0y7grTUhxFUkkkd3MEcPrm18z96/PKhvXwz6LuyJgFUwlED1ku/AWgEJBMU
WxJA7QGTt/n4+l57Hr+MRYuCkDMXZfD7GmOud2XoKb/kMY6EoQp80KbY1yLcT74kQikMw9Vo+eEG
ndd5QsDfEoiufHHLOlmRcmjiWMuKA7GoABOq9rOQjN89bhTYlHzQ6FGLeve4yaJDQAzDc9t6946q
49NGTdPO9GV/otRnzbzj0uTPZ40sBpnenNZCf/b4WZdhMeDs5E31CM3cMQMBXqdp9Ul56Xczykdy
6CEWYAa/j4Rh21lbCoXhlnOHtVMybJYTQVlgJiFS2oNbsqLBsvv4Mf/20siq4srwHTDu8aUBgC+S
RnBpPeF9yyGPG6B98tNW3nHhbL6D1OaQ6aOl5D+aecfDNH2RWOXoQOJxiSq95uw8Y2llDMa+4MhB
JGSfXff5iQYjphpXVgk8tpQrX/uhaxtD+RsNKWkT3I2AJPNCbKZ0PRjfelCbAYALmSYQeJYt1jso
bJj6toFwTpRYp2F9WunfrNbCo0xfpX7KAogf2t5L3a1lPTbVOvJ3QXoobXthswFLc2NbBFcihLvd
jWeKY20DJjCjfZtMJVCpOaanByqFeZ6DhKXizyJ0Xhtzx+8d30ZBjZWSrm0QaHJ8q5Rf+9pEMPBW
xsRFZSFVgZ4X4SqX6FVkSdGtEtW0KQSLfyQQB4C3JesNxcvatjO10/s0Po+7ptqSw6xvqxnqQ6//
qYrpA+fmmGys0AMI9fE8+u2vjcJKzPJI+s7vU7Wc1OrG2FBqCxMeBJwVUa1bpC/unfiRnYEBK9fO
crgX46KmgwXecOtcXznnr7/EH+0p/+9tXv9x9/k/cE+Jle7N8/hlT3l4QqnZfH+7o3z9Gz93lJb9
17zBQF3C14qW6b8J2fyEl3FW6JKKN3dDzH92lJph/oUe8NWtgZiIB8vP/uXq4mfEcDi807zQ/JTc
sT/YUx6v5fPA6NNROfp0Swx+73druVYZnKKSwVsUwo+2EjfZWetEyYZ+7gtH8c/sIMdL3jwc22fB
O4ZID/+E827Js4a4pyaI9aOpAyIkR6ck0DJWyzcP4Dfbu1+bJPMwWFAptKDsobJ3/B5HqTZVWtr4
C4NawNrtqnCfBBQKSaoWp6MMk21Q1xg5NWXGC0U26TktI3P18W/xOsq/V5OfF4tI/lUByeW+73bR
ItDboez9RVaq4lmmeng1JduJwsKPgoP4t7rtwLBQu91njgkV0oi6jSTSQq1ziAeXUM7MRzsGDUMA
cGZuZRBjnuxgGrQ2xW8gJHI5FU1yhiiR0HsdTOepoSHIBOsyJxj7gQcMR1m7sOsGgjw0OiDk/AbJ
WuoUxSshmxcQVXa0nhOIMaw69aYIzRYgf94/Tmq8tPwyOHfYu8PHg1OBWbS/dTWTvaSm5CrrvIyM
VZdjxM/n90dryX9cId4eOv/3hyvO/8C1hPPjm0n0y1qyiNX/un3q4/TtavL6d36uJsL6C/EkPVrM
0yaS2tnu8fN8+jN7aD6z/rKamOZfOv/jBUcJjlRiPgz9vZiYxl/8O/xwlu8jCkMq9QdryTsdBcFE
s8WBdjyNV1xz6CmOXztWsmR2URBMTB3ZeIarbvRgpBNf/QhKEVW4qCNaU+HSoKHG8c4OrQGszdRJ
WtMURrsk3FD9sf+WPfzRfPp/baYYNnfvH9/HLzPlAEf47SR5/eN/f3L+QpKDABVV1uwMxtf6r0ky
f1dous8dWxZyvFAeU+FvJzFm4XmWUN5gubR1JDf/zBJDJwyLVi+fnfm0/IdfHD57TIM36yL7E34z
ArQw3s/ajfd2L8/QmpB64sbiqGqfEOVd56uUZJrmQZAb7qpFrCkPimkGZn0Z+4PRIxsPq+rUJ13c
39pOVXbXYihN95DJxpU7nd5I9yOqTAhGbh/AZ89cUCx1aib1zpStyKGGO7iWLS8k6deYCJLflHaa
t1/cBAD/ElZOb5xUkypIdR7ayH+o3LiAZBqMcd7feEQiJ9+8fsDhuhCDS4SCnmdZ/U1GSXwBu1+V
K/J++vjbUJu0dpWjlL+To9VbF4Bt4vUUJUa+bHVpuVdxNAFZHCBXggCyIyO41d3eV9u2aAf4o9pt
0/svtJwOnRtkK9IIrqA3nikRY0oSGmD2hWdbjbfNaOyaER6vpqwPXuF7X3RdPbZ+aYS7AT4o6RUz
Hm3S3Tsrju6Rdvt7RJ91vi5fyWq0Ibxs2+LqhrtWChhs+Yxj0yJ8Zl9gQbFnD4Q2WJuUun142vtJ
tXc98PVfLE2SV0ELuab0NHT9lylRE0BBrkDlu2QoxEWhucFZi9aKTwo9u11aaCH0zBllV5sO4L6o
UsZtXdN3WUZwmvFZtIEX7ACP+AUUb8u4FhmNt6URDwXuNqOIhmfpDfGwKYJg0AlcQIB/SUE/EGS9
+/WzCRfkHOo0LB30rVGIMFqlKaWv0fxqVu34RBQWiKGYEB+ZRoc+oFdYJwJCbOxVzrWvdXdT3gCd
iQ3xPa1huWxlNPW1XJSDE0WbfMDB+2INrR2CYa4TubWtcWgPpRxkhvza7x7iV/6iPtbZFl+mSgEN
zcxG/IUkgEkwiJyEmr4KrqNMehdDY+iSAnYXJvAhX1mRySs3MnllSBIc7sOTHFApgtbGVmMC0DGS
Jmu2YnIFdMqCbiasSpDVM7nSfcVYlvoQmy/OT74lRxBgl3pLjf4e6OHkfnVnAM0lK2zQwszXZOOQ
oU2UHPDNDqI9WGKfFoGzaCrPIhsqFeGhnczAVRtd8VKuR6KuJOTdui6e/aBvKSJ2Q+XelBCJ4jsR
1jWsOaT+aRUtPEIU4fiYVVNf1rofp+cNJz9CxCJdBygeGApFN15DG2pU3Bp+ZyyFK0NPAzAgMtfc
OUVfnCbS8baJ3amtCT3z3KvAHFa1OEQ2TONFQhD3TUOWxWOZVMDOKIJuQtfuHuEI0Tvz3eQZ3/2w
iCuYNYtGb8ulMc29h7r3N1MScehNkmwraSnjr6X2Co4waYt8KbWSUDgoGqdm55H+APYjueWbDNMW
NQ3TN2nbL0iX1SlrnDyBtOTsc1kkq8Dvf0gJNXkog9tUGd51QfL5Xk9d7nuBBZXfmUDQBTiyOXbd
dy6ychC3ZAa7GcHiytrqrIT7nk8pfP1A9ptR68ZNaAzOnW6r6conGnWfak1zpkbVLZGxOKR7e9q2
SUVE5IQvunsrs0qymipB5ygGne1t0E5wHDX7mI03HELda1tI3dWYb2XiQdzGQf/VzAkT6MzYomdl
lRs38gAeWTGF31IE3spowC81Jch8OvLazkxj7dB29aXRRNwvqqTEhvTFcqomewl23gEhrdBScNIe
bl27bFe+bAiOUIO/TunTsN3N9KXTjYdx0IZnu9P6E9uu1HVTD/GJpsfeEu+mvtTAGW1MKwFZZGnG
qRV7xOhEffQQjkRfaITvrQLdUfCV2mAXZ9VN4pJKSLMb8L3nhNvJHig+pK08j0knO5OaUtdoM+Jd
Fzvj10zBrFzQ4dFuq6h8pjSkNvHQtw+h57ZXuGGGmQQpOEeMKXdkhg5Z0ameEwRC6CB8dy3rdo5M
n8Kpi4uFwR+ep7wx55vwRzxzWtioLmf0Ep3bEnqFpUBWaQSPnkSm0+/awTUPQ6RZZMKYzqnldeWu
U3G5bwIc16aqV5ODEoNPlr0uVJufWDXUusru+kPrhGIPmpWQkiIKtkKzzZOB5sfTSAtwbdSi2jkl
iUW1mbUn/tQ8uzzCNS0487rqu01GwstZEsr8xHBGcWpNgfcVuPUMyaPlR2yEFqNxDBri/thaXpY5
svm5u/fVBEWbLlKvCrdNbOc72tzi0ohgMGhh4Ok77GStsRjDPv9ipfZVARGVw4duXmuUrcm7iaqN
oxNISJpvetW5+k1Hnf1EZNKhIQ6jMIt76sc6pLyRXOh9jzTo3h9deyVNRdaSPbzQH2ZpiQVF0ZXW
BOAwYQmDDE1Hi1ZDIMWNnjg6jt6B0BZ2Q+11w5u7jnqIGCxd3lLlBvKnIKyYQKV2aBDQI+zSJ7EI
VdGcR8b8FUc0nEdLTQYpUMFJuFdV6FRnZjLIH/0UivoMpY2M7YRJINrYABldtPQx1WbsSwPNDihH
mYrSWjgen53wofVCZYSXserbDmp5XQeOto5CTVapuyBoL1Ec6DpazSm4OY9GdgAAS3gyEvr8wFEJ
3SCfN2t92IH0InOeRkrUnnuOVmffaWk5wZPptCPdFS+0m8emNgAEoBRi8ub+ZoCGBRekeUyJ/1m6
fi9PZG3Hlx4I5yXyl/Q2sXOSN7R4EvqGo8Qc59EpYizzXmbL1suKa1qb9iqn6H2QvtOsaZmUzqLM
hnFjN/V0kkzAMXrR0Yl1S/RpbpLS/ajbaNl4Qu2Ii+t2mjbGZ1NkZ1/yFibhIi3d4qU3AzZWdhFF
s3+4WAU5FHdRpXcIekixtDR3L2Kkm8AX5EFzQ/lUVpkgPr7stXXT2MT2JH1Dk4ajxrIsJ6jvnj/e
1zXykqxIsg28Wvu7BLe5dMxY24aT+9QHJbu40DWuvC4lbCVzmmu3LVg2+AeZNrJ1251PXI+2wO6V
sz0zETQlzk1ZgzGzpSSp0h4178UkIIUoyN69q+zsIQjG5iZnXwNYPpLuVW12YlPNi5aOpadfYMhO
Nymhyc1pWdTKB5inzJveCjK621oKf3ACRXVo8cY8DoN/Y2SRd1my+904ZJbTDI7kZSU11HdDVwfl
KgtKiuEibyUBzE72OHRWdoilY54gaiwPgpyWpWtX8TaNQM8WUWeSAKO89pYImOGMVEWUq9pk2sSJ
2d3Ok22xymyAvv00PWt+ZFOKNcyFTRDDQ+OOMQFCnV8uRFIMBI6axdAv8tiAoNdgpUezktL6ciZP
f2hFBcOuJi21YwXtnPveq6yXKdPrO76MBHMQK5VyA1saUgCyV8EgQPM70riNRs882Foffskg4T8T
dBkOq7AthrvO1Od0o2z+lGd9tM5HzTyMYVofImfQD5mRBfuEf8JfWiQSnE3Z5NzmRlOdWrDr0oVf
J+D6jIl9DBpaUnJ8IzxYSOKnzUQ4401n9Oa2sRWZAEQeDt6SvUZQP4ZOR9BHYhZW/33Icu+a3xQJ
XFAsZIGSjMIK9Ffz2auqxj6oqlbjxUitKbyvEs5jFxC8O49GrONNw4KDc9/eGlkRgxXXCvSDFAdF
vYrCtiacJuYEY/lwVBPZ7f2s4nveKvIuDkanE0EaZgKXMAI3gtOssHfzjdv5ibfoTC8JT4DLp2sn
qCfIvimggZpse2VkO09UfJA5F6CeqO65LqLBesDvquSNijQ+gAv2a+UuE311pvXaeNq39nOCCe0w
TrZ/VVeof7KkjhbZzApr+h7GeGvjn3GJ000NzGONoYUru5SnkT32C1JuypMmiqFWu6GzozD+FcXG
VWt2FcBXPvru2H0lTyxblrzVK2hraMjs0N85rRl94wUVNyFL99JqevNr0w/RHVW8hMACgwQIt3IO
LKYOW27bmDaa0OOn2oFOQqdbPOmlBRC214vhZaiJ5D2xlDZGHJUG3HykTCY1seGOkufs4p1H9Nz6
tO+RlGhLS6ZAe42mlel9Fo/D9xAOcbGMB91LTzLD6eYA4IDfLC/Juq+63n1sUWcQT2IRjLWxsrhF
2CLSIVqN9M52+H64H1pccISdQHirtd7PoTBpgsyJjZ1DTDBVGSDYnlvELWeviCnsZuzMdi3Kbmtv
DnZfX4zeWA1PVmgF5jpq2+AldpRoFkNVQMSuBZ8eQIxu5p21+ehGT26TWYQLRJ6bXWlux63zwDOh
vmkFy7ntwDGakE5pCxgVxIqS+Ba4K2sokXbZgqbeVRoEeIJlX5fhlWGnbnCwOlXaKzigEZKmifrt
WuOivneOnRfnHkc/hyA2bbI3bTfVwUkiUw86t4ZGdEXGonUWIQYkhYw6NIfV2qzUSWUgr1pk7die
aLL9Qokz3ZNu4q/F2AabmIyIC+jj8Qbrs3ViBlK96FMTPbYd2Wwu/Ix7pFHTuoTWTJslKLcyz/lg
uqQ5LCoTc84iyob0eeyCUC5yIdITS0/NU2/I/XWlOw+pQvC4jKDY7iNVa/uwN4e1nRCshsiOVAsS
IAllqIrnzszI1wZQKV6yuIP2a5pkcCEMSAsQ5Kk60WzVfBvTqdjDcwieSyoorIF2KfxVok8YNowS
bDaVlYpkkmaKpnVocQiUuii3YCzGjUMdRCODqTC2JqLQq4yMkNPRCLstSWfmJYlm07ovJgOWePPF
BZG9cVPHgNCdqNOuIHKsmXLzzBsT8xAm0sVRUSrvwY/JcZlMvXkWhdaeprqKNoOJ9T9LPPObVjbq
NKJGcx2SuTSjej0ksaNLy8jga7NokWbSjYwQRmHa4/zOC7+hP8dNmXSPO0yLblScrAcRnPaYSlcc
r5OdG4m6WQeJ5RNrMMpVYAf2DSmYyR3Y2mSX19wQ+IoBIrCgGmG8m8ZuHGcGNDr406gv+hVO0uSk
gVqBsLQp12UXNxDNPS84CYKq/CrjV9ma1uWtf6HXad7sG1QANhtJG+EeCSgEPpfVTEhKDGX5nInT
wm9+eqH/qJb4/2dt+hUe9EHFsVDFy8tREuzr3/hZdNSMuXyINgkWHK4vOl5vqo7uXzilZm8d3mPj
Jw7076qjsP+a/dMYk+nt/yQb/qs0rf81kxApTgOdRAlBd/wPStMQNY6KjraL05ruG7V0mkIuBc65
KPlGo+JNiMvzMXxS4Bum04xXJjsvLTnyVuRtVe3COMc5T+QaZ+dVM1DgJjt7ABGEmmLypJ2yhYrN
nFDYlg51O1721DzK4CzBE1z5S10JtLOWnqkf7IenhHNjHnrNrewF2yj8W6Kwgh1uuQFDaCZyt+Vc
UNV+dR+arCXCWgUGlDm1wsk5gEXASYQJxVuZGO1b7xYZbMFpPPIjvckPvjWYTbdpJzttb1Qk25TI
SDKwH6DApADTi0EUtI9i4GfAHHX/iVJqJveWHdHBpuo5OFRIh8LFtxMm6QYXjK7vQ071BGF2jV6R
kWlRso+0mrKkZXbqBgmKX177ba83F6WTpV+1ihLfzsXqqk70rNOLFWmn4f9h7zyW7FTStX0vPWcH
JnHDw4K1yvtSmQlRJYO3CYm5+vNQe/9/q0pqKXTGPejoiO0QLMjM77UveTWNHcCJSYox1pfcDdzE
m/XAXlF589d7MxSD1snQpu5r72lIzgJ79Gq1r8l9aS6xjOgdFZ4tmhpfLIV2NPSVRYEkNaf05yjs
PWHaD3Z7yOzOPpLIOfzdALbZUvgxOghl6R5KQ6pJikcixZZzi3JB5hEG+W8th6Pxs2DJrS8oLNNh
yzKZ3GnScuhk8qz4MyJAmR+sOWun+9bWMz8O2gSnUBFlurdmL5WeWuLEqvrS+9q1HMUfsfKs/aXb
gkCe6or/UoSIBNNNqmiVOKmWTlzTZ9h6e+H182vFhpLQIBoXAz2qQr/RKBBMI2Eo0vPhK02Sjdct
o6XlNFAE/bZf77LO6GMk2579bNdZfbtWMrHCfk7U3UDyLq3jufLyoOgT98o14y3NWzhbsolXzFbI
38KOkTSk+3FMHBgBaYNHpNdkiPTc2tZ3Rar3l707cYYMspHyd/pxilK2TBwUhbS7GIU4dSpd19SH
OlsQ1esZAxMoB1NSoWemjKTscNYMtcfReoV+YPqfta17l9qb4oITcFvslVEu9+2ot+epW8X5Ce71
eaXZ3suSS5f6pCQk2p9Jamgd45lAHyydCMfWb0ihPOugS3QkbFVM+ee0RJj0Jg56eVPh0SIye2IX
OFCeyy+tJ2Ih8kVk4DhlltthBjB/U7qTC8gZs6kGSQYTCkAkiMafQUpXLDdFXCJWnHUmEjmgo2ho
e+qItWpd7TCCjXlHY9waT1mv0wylsauIdWeyj9EOTIp1FeKwUPxsph/PMhzHMadFY1IajSdgzT6N
mKLLjqfGTjGCUGl23wkzrQ4a57zrNAWBCBkOum7H0WEGcsP+lQep69SUoMczmF1ZldoZHr+EzhGv
A88i5t4FFOfQSFi4t0iPGJWW+aJrXOOO5Ta5FW/q6tgbey8yY1p474qy0acDQPNUXtCXOqZhEm+H
nnWKRxPzvaFL2Gd63B+hi2EDUPMUGe8joaLhOlfGC095mq7mxhHX+bDp4qfJ1LRbSt7VETeuRWNd
ey/G1DUUVE6VcHjgVVeEOSFx7i7r8Z5ECfZ7i1IvyKlgGmta4vOWgpUhmORc91SvEbWMkXAwyr05
gItkQWsSUhCulWe2z2bV1Kckngnrymwn8uAk4mg7EPNA63A3a9nLCnl4XalNgmrOzugemrWdrEDk
SffNxR18pFjl24dqnAxiDbCHeIeMhgLjrBhq9EabmyQ5jKPpPy4UzN8JvG3lRT5p7XyGUm9dI8dV
yt1Vigq3PRnrEy98BWW7y1QOkhP4ADDpxaRaYZ7jUXHJcpKtY34aW9d98YQsxgcJiDLsLR4Nbd9z
WhS3djz7VgBEZmVHk8M4fSxmZ1Z7rP1ac0Fjlg6oaQEd25sO6SQVg06iDQfeV5ByplW0pG4T4b4q
rEuqnid+O62l77K3iioNxQJlz7K0riY2noGaNIkFUnztllRUTTBVxkrXhTKKZN4ar32P4ms9Lbrl
iqq9MXd3cSUzKvKcNYsRlA7rgrgyoCaRI1zQp6OmNkXXlnhfEKKCbq5wBveMCkOtf2X4iBML00zf
lywKZU8ttmZXSfvFHGb6PRcd49Znp2j0e9iZJW+Cxabyad75WhWzsCjX7NzLPhkXcdRMZcX5t+gG
PZxyQUV7ThY3OshtQd/lKq/GK0X2w3LI6oX9MRS9Ij8/KA0zrkNOJjkd0KZVmDeVs8WttiZwUTTP
s7HZaGZ7vchlSieFyDMaRxdXjMmhGdnPiJGyzGvhZe40B0VldQmEo0YNjG2k1BmWtAHYZyhe0vFA
Fq5XPBYNIR1bB1JOFv+u9BsoexxTKcadnZ9X6fA120xmp7IgpMWNmridy5ouQs0bXry1qlHjJHxh
NdxQhkI6kN1i1p+Q2NKYGVar56SYDPlx2+MyJ3SrpOh4mWL6yIYhXc7rOXbJr0nTSp0KOdI0KbVl
cg7CrKjNwrqJ5wsAsJrHORLschLPRRx7IkKGuqVe0VTa0g6bbR00ZeBaxmzTUbxV0B4wHs8k8Bcj
M9Exr27C2mQuvpuel5WlOc8gIIs8V4bejpdT3U+MTJaWxf1Da1qtfTYghzJJHuvJz0ohn4orbyia
OvS7yXXLgLKjVV21Tq0tdx0SRfU00KdH0JvWd+uw41y0ZMcU83QwJYzefY9d13VaGdRuYn1repHH
GKgmaueE3ZfxU+zbTReBn7l3cOT+OQ/OpVzVFfVr69KgjnC+m3P1PNmy9IM6jZPl1G8LR5xQvG0V
d0vap+qloJDmtauHmHKmhgjUs9nhMz6OKf7KohqR+XRVUAQGxMIh1zna2KP0dEksUZ3Emoes0i3q
dXgE+OJOSWpKeqojcvu2px39yTEtw7x3KoPUGGpheoqsVr3NjhIsgAqXESWJLClmqYemmvrx2ABJ
1u6oKmmmm8nHSE+LZNVl/ZEnUqsM1JAa/KGGbrpB5xNP0ZvC4L+jz78IJPi12GLss+Glzl7eSS62
f+mf6Uf8RUyJxYzBbIHwBUHvvzUXdBc4KECpIiTziVAMdB3/T3Ph/kW4L1yPQKamb4qMf2suBMoc
NBzEJzG6YKH8M+fIh+GHWGkuQng/oUHMGD9EcjikAagxo3J5AtBwZypu51n/jepuE9X9W9aBkGO7
CAZ9FPnbJLgl0X8/YYmK9gRwz2dOkukRLSB+IOGYT/R2coLvnv5P9H0fZ7m3K2HOQcuECx4V0fsr
0Xvql/7iPxlLSb2MQXvkzUD0UvE7Ad8PN8S0SpATViAiDH+IBaM6mpLLjqmqU5UXYVwe75olVb/L
jdqey/vnxmVYG0i9t218rptE87vJ1OQIzKnOelyRBQS5HVsPiZdjDgEhCf1UGzDjuC1ZEkv1m5iM
n114SydCq7W9gwhJ31244AUce6E/Qr3FoUWZVBboMoPCLcjvdIrKDFsyBi4WLet+Eyj3XgG0vSqY
rixeEbRs5O5+NIw0GclElGc+diYV5/dzJaZ4h/wQEJFDhaYfDVaNHNNhJyv3jW0ObJJeC+7869fo
xxeWtClaEQyaBlBrftS+OkvWlmtrPo55KiKkPXcdBqcdgoDfRcb8eKEt/3yLTCZW2/lB8DRpWgo4
az1qQ0Er1mh3kSIbh1CIJDn+9S0Bqnx8m0gG8d504AQZbR0r73/U2tG0Se/SC2R4BG8uSH+GEMUM
34nXtNUt7CNOWHzspL/h/Y9PXD8BjNWdiqwDuVCAiDdLmVhVcSLOYb1RMJwnaI0be8d6qRgPa5pv
h56EvhobWuisJE9H6o3uwaNveoHZZ5690/SkpJq4q3U3IJcK0qin/I+DfkznJICPmKNcEUdPOW1u
mYHF+XMINEJbqoC2ZOYujdRZgh4sYz33bBoJs3Vd5n1lF162n7qxffEqgYNfaog3rj26ZB+gLOle
Lq1Zb47MPPHBY95ousKwFMCgM3ZMX5M3E3/hF0Qmoom8dRQe4k2ksAGOnPmHXfXGIupl1XxBdJfb
UUm0iDqOhdnfLQpnbeC0vQYBXlSaSzJUIo/bmFaj3ao5zbzr3khRe23YxbH1bmNOvMyRsudF3bnY
xK3TtXaWHGVSpp5TrU6/kItne0HcZybcLfAVRC7iGD15HR0nvlmVrQ0X6o3xnWmIxZNgOLPGgz3o
Wp52J91gWnDDBI5vTDFZn5Z23YyOBLGlwauWAKEoeLq1uEJq/UYyU9RU+pDOVjxA3URL2/Yw0qKd
aqldAOWjkXhqW1IJrWtzFS0qcPDtSt7kem8wAjDUarFzS1pHM8wHv+96qpetsRiyU9qgik7fGyJX
Jix2Yaet7SlOgW/wVbW46+DdVWXSEWqx01YddAbBTsaPvwMw2PAvzfgbDnPMxO0eYqUsBv9MuCO4
WYkjFhRNtY4HpjaikB3uyr/RNmtD3tY3EC7/G5FTf+Nz6m+0zjYhRQE7rNbqKSjMF3uqcJ3oWl3f
y7TPmy60Y9Iv7aDpWqsNhcWlMhIVkrajjE9SKjYOnV5dpL5e6KdKxY5+kFbWf5sW6rRhT3rv3E+d
pD1ujMp7sHqqFkGmnPIr5iUz+Uba6iguJGxBGvRdDFRNhZ52iSYqiw+oQ7T00+KlZrczvFo3D24/
V+tV3Njqmm3BTi7BDbV1o/Lzp7kZcnreejKzEViJ1eBhmNPcPKQmR/dDupKAf0bfbeocZSgLqZu1
gamIa0kMfPy0Dz06oJZdUK2yziKDHAEKJ/BXU2A3YXV6TdJiHuAmLEqEMLob/KOCSBzoS7DI5BHv
v+r3g1/H2v0yDcqiOFPF8WU2UBuw9xZLtx/BVW3rjswQPf3iV0PnfJZZhzkQKGMxDCbZsTKbh64x
fIbmmc/dP8/1zimcIB5yfzhXON1La6f0YYrhHGSv8nvGy54iiaxP3elusRqCMoKmSdaRtQb4+Ewj
vJ3fMiUfozZy52ohjLqOkEeMeG8mhUnVdtAdGXTr+oGywa8gvZXQCYCR+BCWsTXPwOrWlLjivrw2
AN+uxj7PYdt6mfjU37UZ2YTwGhSl25nxbex4oHsidVJvV5NlVe5gIMgFQMSCkKyaFF2nrCx0bJPf
kB0ID2aHzSpkDwfAifiads/5k0QiqGP+svlciCmIdR6RwzZEc7vnBrVQ6i5G0nbfYGlggEhoCA79
Zu2nParpzNmbGkpGWmjHrN7FBDIgBnKzJ7mAO7PM5/OVIVKbEbzRioyIlFjbOvQS2hG92q4uJ4tM
Y1QFmf2JeLvkmaSWnsK+QoufdDNvPjPpqTtgjiaH1jXzrylJDMYulZl8djRdP287uyyQhmWAh+M4
6GTO6N7yBO1SAWXbuUuCsSU1O3CNxn/GLktzdy36+nRdksHZoRiTD3KS6dPi2dVrak7txP5Rd69D
1Wjzzsmm5rid6yY7pI45gYUYa3VcaEIf9x5CABXmVFe92m5lX6NmK+8NbbQAobXZYR5Ds7fDi5Xd
GuCZz+lMLMqoa9NnVqg8jxDr+F7INmdQEej2Jqir8hA+LPo6BiSruN/oMvTAx7gMA3BH7FrY6j14
APBnrYEajvrNSiTtzEV6ulBbzoqUdNpriftiig1tz02jIa5WvxgOJR9HFbQuKjq+RBJ8IEBNyLM6
tzojsJJiuoDjn05XzqLL1UKf6rcxK4YzVPHTbckvMCHwyEAD6mI0y3M+nfiiyVd69xyBNXJX++uc
s9AyHYcehQYjwB6mairAPWKbYK0Lwo1wkAfzWiSfl9xFVjr4qQVfv2ishaazhVJR6dtclDJ2STRZ
p/a1ZzgmTMVQ/C4DuWYvJGt0Rtg4HDP21lLbtDZ2bg3dqJMhEiagbfGBf7ovd8AdqoiKqhnPUgSc
DrouWdMHqsXFI58MZr8prhEwgzmA4fVoYqjmwHJ+Y71JMt7ORf8dXf/FWfM/c3b/s37tX1+y/KX+
fnDlX/l7bKVyjBQBUnrhCWBKBEPmP3YSwfjpWEwjHKEoWdI3Nu+foVUYf5FeTIofjSNbRMLmIfiH
s7O8v6g0YIx1t9ITyycJ4U84u3cnWRfTG14lbP7wBZgYyNZ9f5Jd6eREa5vqxEVxmELprT1po6j+
9i3iEkq+Nj+ZJd+ibP89fr1dRmCB84gD4NhpfQzUrREeG6trG1ER1+4xuB9uyZoAN8dcpofFEjhd
p/ZI9WYVtbJerhy6zY/mwihenLkczp2VJGxChzLnSNmFG6zloDjLxd1v7Ofvz/Vvf0wbez2+Dduz
8Ap/8NZkjG/SLGozwvMhD3OTYl9jZUlOxwGxCtqU88xTKqTb/neu2LfipA9PyCag1yF3Ak/dDx5B
AmQmeJ/C3GwM5c1UyuEB/RX7pjX2+5WC3M2GFmPvRThRQlA+NHkqH8CO5XnloEQt1fKbMec9APD3
w2Dn5FXjD4WP5QOZm6e4nIEnMd/35ogUTtOLfelW1efvPpafvBs/uwyiGIPESrAYHsD7N7CTxNsI
OVA+l2LuzdHu72wg//3/4Sp8LxtCxEHF2qbH7+b/xmnrjs6lOcrK1d9BuWlkpsavv77I9np8+A0x
Xm4UPa8QU+gHyIRwOySRRbZEHDetc8j4JVxU3dyY0klCwipoBfNFGf36otvzeXdRVhBsQ6A04EF8
xtvz/e7OTEvG9aBQLk3lhEK/ya5Wj9Ey9+vk2WzqmK0HcaasqJ/Ymsg+/frqP/x629VZQTAsMeGL
jzajddXSWXa+GTmqvLL9xr1yYjXe/Poi4Pgfb5IsacoXCYDZXPwo+N7fZNIaHL1TmUcw4ks42el0
njuE4zPpUd9MVEMOEr0UkTDr/hwCBEm6WYE3YABC+yK/+uY8PLf6UtB2pCf03AplTc/JaNhHZWxP
p2kxlSejl+V7GrKUGcTcEazlDE3uLfl1baxoZ+N1dJ5iZGmMtYUuD14l7QEnhsqYPJ2aknZTKAi5
RB/vx37Jon6wzFPZ2+X1bHUT/du981QUDaYXstt3sSjzb24nSAyxm2WviA0LF37mZetPwAnfOepk
6wE7L/vc2VnLYu3ttuf40ZVfl0S2X0c7P+d0G5+MuWctHArjJqIEL75AdoA51Zpz9xSzvH9i4ctC
VKis9csqyvGk4t8+SeMpv5d8/12wBZxJ+HAHaQZPqkLtBhE7OvkEzl0/KJfCiibrcBTRY00JeAV+
lTrDGIxuovZavKCHbBMz3uNNaaFZ62Hvl4t6IM2EAK+88kNtLcWFji2/p5dErS+JAWkneimnnQJh
IM5dZGvEua+5WSpTPUqr9KKyy1oaxRGahOhojzxnRNXRcPArF+ZFU+bWkUsQ3bEryG3rG1vrTix+
Qg6082Pa9CpyLMB+6N7kiK4m1Gv4N4/hpZ3jPCfWbcWSfDyKsT2wS7s3BOk9p/w4V8Ta7NcVeVnj
aMNVnnO+S6bBiQadFGdqbOEJJnLmVHy7jNpNAtt33MEVFr27kLDT7FeOYGejbbwIlackC9O37sSt
OCLREbtLUoxnwyyyXWp3KqKz4mhYivkkz7U4Qu8hn91xOLIcsiPbkTeojQOkM2epZRH/MGUPVE/i
qNJPx8x8pRZ6INTTvsoKYAMHud6aZO2xTzftldN71XGjCfO4bsrTtCkujBqYxXUthVLPfPZyPIHN
Z5IxOPyOn+pkwMCxDCexXj+irUOlnPDESsfWIqOyVWgmFGlNabzsbEI26LA2VImO3x6jrF/WSM10
VhgmAkdCJAAs8qAR5m1DgvARLmb9yB+p7CvEOqKw1jD8DdfeYpO3WQsZFimMqod1ZJ3MEN6sijg3
4wgrClSzJo0tFyJGHk2V17H0Misca3O9kdpsHqediq/QvLwyQMsDLQdU7mB0i2po1pNVjBSEaH0Z
qtrF51gt56pdShhDpe/sVqoj2eBT76ajTsxPUgfP8rL6sVZ6EiC8vszX+lqrLe/ebxp1BT3kPykU
48e5Xl5CVflXdWUvu2xiYMSpvUZmr77YHSOL5fLHtrGWJ/OhLrIvOAziQAL3hGncSuIm7X6Hneoe
rftZY8/laVzw0HzjWWUIH1xzeSnBoUOt9l5Xrz0ypKEAdzCNgvpl5nA7zJMeCKbTSHkTn5YQ1efE
JkbFck+TrgV/8ZtHA07+QcvmL5rnJVEzpWtYltqRQKJxIWfts5bidCxrH22DlVuoqTn0Be20WFvZ
OAGpOq/WQMTbfnbka4xaEqVRepj89Fmz0sum6R9wKXbnjlsOW3QJH+i2CC72MTJBAvXwbxyYd9GK
uj5CwRgHAz4MMS/XxloeG9iX9qDT5U7hpOBzKq+AE7Ex5RYUX9WSJeuzgEv3IPvhZOryV4I3T/AK
WCd2Mq4iqJYX1Wm4+QXhWcxBYdOOD/TLoZWRy9PouxfjiGy4m/ws1DHiRQKs+xWghGwuAiSOQSfu
a5k/EgBX/g7v/vEkR04153wOG5wADHbm93tVKUu96DK3jXxNQ35ajlNb73U8A/Eera/21Vtt5PTB
1C8O5gcHI1LUFlW3hqoxu3g/QzDfZBl0J5IWy0hCQNLmdZKj/4JpxbX3htTraFLDdDeSkPktER25
rIamAenLsiPPt5Pj8rxkfvqKzwS5jtzMjju7TuJqn4x2e45JrHqxBHM8fZqO/bleOHKD01cJTKdm
kEfqetU3t9SKl1G0Dubxxhu4cL62XajrOXHOCzZWba+yGd6WGNjLQdP7K2JDW1ZslSb2fkm17IrE
/wZBc9LlyFR0kmwNcoWrk0wShE4gbAqv7HmzrEJtjIsLjOrejd4Oa37wsHS0x/OUzC+pNqEZcUdn
fZnGcgYCce1svU51Kx4jvetbPWw85qvQF1PnoimYiLtMOIqROV3VrrufvLj5HFdu1+59RS1MOPU1
ixmuq+rSEzhLCbuu7HtbVtT2aubGmOPsZUexleRhat4mFShN/0wrUrJ7HROAOGjxzVU7SW78FHYD
JrjAJLHwBpUb0EBWUvIUTKaLz4u5q2KIwAxNIGfR4xtBI9EEGgpz8jhNax5OLB1vctRbE5nXlZ7l
+b5ta4usiDovHmaEJbQpjZgQsGE13hJiQgXejIlozvfeWFcQ6u7sb0FqQ3zkOolt7Ey9cPUA+SMQ
TZF3/nJUjiPmYWIRMRcR1YZzCFVW8sV2a5WGJSYtezcpwqJDW7Ozr0KWLO+VKuvQRDcBrVGWZHBT
Qyjcg9lV+hz1SJcwFwgllmDIk8o54n/qGWsUDjvwt66LRkSs5oWzalVx5tq9F89BJWppnJSeovB0
V+tzHx/zWkAqKgl0H2qJmR2Daqv1k+9hViQfqYsfNNlk1i5OaXaLMjcTJxCGog/n0rDwbuQk4e9I
XxFWNKC3uO9rnSW5ceP5dlJdUYRIKGasYPTZEeHLe3DdmWRBhwnNoVYwFyl6vdZG1rNbF2lEbb9i
AkblRpIJoWE9C3qXLOhqcMSAX9IFc+s0uOhTw9CuHaKOH/lP4v8p0rz4PDKsvQCRzS/m0tlXvPJ9
tyMT1B6PFtOdG7xQubpcIGxID1srWjeMsYdCaR3hPiWdCUOhcr8n5nxyFci+EWc6Ea0rfZmVcobT
bMSpEZaFnIB6bRY3LR4HtkYLr2ZU2UZv8L4q+wbLUY9TT8MCE2SKbkm055yrQxul5YOmbVHjBMKM
GTPlqs68ZMpfNInVKZwdky1MGHO28A1J7ZOB2XDeLa0xKzpIO8DlBoLJIHCpMU/gWofi0jWQts2J
ZsaI7Ov5rC7IT2c/m+Jm101DugaV50t4JyuJz3tfX+w9BQhiDAiv8p4nC4Zr+1ZIbKJ5QV02oHR9
4GZ+YR/kUBHZKuIRZ1FfWP4jRvu8PDWc1RxPcvKR2eFXjOOB7zW5iWYG2x4HE+/FFv18v1At7ewN
o9Ql+3RtDXuWCftTtZBKvFdN1RaHBYM+Cxju7cAcnNUJarm4X0paUaNZ65fulOhb7QK4Mn6ADjed
E5+3AzifHwwM1SYF/GQWOeTPOidIk4vNyoJqspqno9rofTu0AZGHqK3Fcjmj48XUvBTxdefiPN0N
uhI5pxO+mYBEWKpRkPz3+l7D6bGSApa1X1hfUa22LWNjOBgd1gDpZ+LWsolij0h1lVdAxWt2aZBF
0WHhduILSDDh7ayyyPRAmrmuBzpZi5udLKsLTFmWuMMHKe5KwOtsp5rOy8LU27hL2+2mSwfF6atP
C+PMGo/nJ9CXgSjlOc4f4yRFcdwo27oUWGV6bF5G8urwihyTtsvw0Hk5gX0+GawyED7Z/zu5LVbE
KHsGnIvZ9/grXOK6OlvMNW26MGXEl006Eee0cr1uKs0qSHtNbEU0pgx95Jl14Gizf1M3K63TwL/E
MpMz/sYidG+U5OdWaO0txiM6h2Kvli9EOejH2DCoEsfYv+k2gVCHXc+dPWlzupo7d8i3JENZtveL
mQ1phHAWi1U98cc4XtqJGgsrH9G7GnKIP5sdSj5qdJspsCxNXQ1eo331bW1EF2oSJBrOeULDWIN/
PKxby37Wq6QZog6vz0PFyk+Lpt4p8s57T1tIM4vX5gwOz3lex6S9GachQ8NqNwlzwoKBL3AEBqgg
cWnSCtzFYGuiAAEn4GRwciyXmHVssuSqDgS7FPfwdXIK0wzu6tgFHIMiYmLt9bRjH7Abp9/VtY7P
ty1GAzu6MdYiSDi+rMeFUOULeQLzPpl0QnDNxGNjQkQxYTvL0vuBEGSOVk5RDlRU+1QfmwMKhuMU
uNwJi7H1aLRcvaEk2gL4iDJFf41QPE53+D8Tl+yEtbmZWMd4sbZZhmTAO5OE3pvBGa0ZyWpVXU2D
P3HeYGN1A+FSsEdCEmNTmGVl+ZoqP8uIKievL+xlLz8V0vEu6WgQGAJdKED4lVRB9/hTmuxWlZbX
Zl+Qr1HM8yCw+8JcscrEPUvpnC7kdpuSviF3LR4GNTDLzO7Ajo6NShAhp1TZHWpfdukd4nvBaT9P
nzR8VTNKQU2dVu5Y2qdQL91FAVhx089Uc0Smif6XkUfgwCVrtYz3KGNtWEm8wN0uIR/qlu1C0Bbl
JRJh5iZI2mfONMxcF57Xpb09xrnV5i8zndllUI+l9B4YjDIZxh5dC/cytsyaWGeZnLj4856UiYN2
Z7EhkevBBrngj5PDbZvjwt+hix6cB49YbG/i16nXKfIQZdK/oU9AELPb01aFWvPRHjCZnKL7n67L
EcI/cjlAjEFcDQOpFN2geKU5xB0s5XdalDVL92S5KvP3Cx5f/xxp8KoFnkY9ZFBpNK4y5OKyl6O9
2lAUKTUXhKjr5d7iLxzWCmwH+8Hc3ZL7iBC8y6b0Kz1hbIQTjkcolDRdbdwafTvi9e7HJPKlKL+i
kWUBMQmecLbTC8LcpBraSzEUcgyKOuvj8NdYk/Ej1ETIME4ZyofwxFDd+f74jhiKtAD8fJEUdn1H
w41PZgSc/oL1vEUpQ2zKXWtXxlku6Pwy2qGPxqrFkGHWis+l9KV33PlqPibJl4x826zhQ3kShhVR
tmZ8QY0///1n/i/x8i/D4ef5z9TLebO+VK9ZN379nnp5+5f+iWmCfLFc8v+w4MA66Ft99j9ZXvpf
JgIp9G3C5f+Q1P1/8oV39i/h6lsW05YPSA0Of4h/2BfNdP7yHJxSRH0R9GUI8UeWqQ12/jd4y3+G
piEdBNWiJBYV3Mc6U04ztpbYvCA4ZTRwuMY+q0Yvv+4cCQv53aP5CdC+Sdw+XsugSc5GhUai4ccX
u1AugWElHKPnq1jt4t5T9MrQJfNZkmd/auFN+Z346z06/HZ73tbYBElFiRhVPO+/JVaVigYlHPka
C16oqMIhdS/NfkNU/OTGPJSDJjI707VYat5fpXQt0cWbKTpN/DplE2QgcDjpjfvUrGFqJpKZ6z/S
Yf59ZzQ3+lDEFNfwOry/ZlqSqWAPW9/EuIAPiqUCTqGmTHGIRdP+x78c0lXkc+DsPMSPHfB5DHtt
0rsUKFm3F1bt219EM3VHnPXbkzHrff83r8r7NZASaRvO0XFN3+Y14fv5wMnwQuqqIX6AOYQgFrm8
zkBXp5jfPsnc9s8I7z4laO43RMbHl2W7KFI6rgh2goj3A26SDjG2lzmfg5kyBfJRmIZl2ZS/eVl+
vAowL73zNnXgfPjeh1tTXVshiSJtqDNadQFMk5130n399Q/28bOGPiQ129liAPUt5vbDez8vtbe2
PR6Plpns3p+K5YqxuDmWxvi7sM+fXMpl0EDlaboYPz/ejxRJnuYTZTYEburrDrCI2IrMWiZy3tLx
D5uDN150C/30dLhR2OyPBs8pa7qqkTXxBzmO4dxf4oe0VWBvXZ6QDbGkxBbkvxU9f/zA367qE/QO
d4y68yPJhIil61qPQZKA++E6g5c5zT2/PrPQ1O3og+UI8uvf7ycvCTyhCZ2mG1id7O3vf8ep0Y3U
eXrVrEEWd17kkwp3hOflD5tS3x4msbUorFkfEWN+OGlkttBmcD7yZ8wWnUgO1odH6XfK5588vE32
brCLMdvxNr6/lw0zTFcdhgZfaHdoClu7iIEnT0xiHr6lY91d/frZ/bh2eDC5PuvHdmOEq7+/HpFq
TtW03abWW494yoqQMiCOZhgf28q4zL1+CIfe+A1z/5PPYIN4kDsb+Jn57t5f1YHTqPoas6M3LG7U
j3azbyASj2JtHe9/fYM/vBzbGmXaDvXHHBBRC7y/VOe0TH7WIsgcsOQ5KUX5oa5BOP/wKh7F4ygz
PBfG00M5/v4qhO4RZGiAUBVLthDEgdwqbFGS3v7pZVilUJ7wlrND8za+vwzzOgKtobCCxWmbwJl8
NPi9Kf/0ZjhGMxJx4GKDJjZze0e/+54Y/IB2BC+5T6wONps43eHUccNf38sP7wBfLHoZ3d5WQkqB
P1xlQV+hPATLgSs87YTCq43LIz4ld2S+//WlfngH3i61uT04UBGZ8IHpx4GRLVPOJN3bqQXAUY26
ADgg4jf69YW27ej7Q5vl406zDVT8mFpgFD5sir3yxmYwVzcYWzhB1vRlcI8yUUltZ7rLtO4GAs8B
czuIGJTdczEii0ON9sf3iyKOLwsYSecndD88Wr5XK08yZvR8VnNyssT08xxMq2qb39zvj7+hY4IV
sHpwUOU6H75jLc4rWEXfDcq5qfcplV7BOq7jUWK15t2vH+2PvyG0LjmspCYYnHI+Npg7q2F31DEC
qam1vXQ1UR81hfdPzPJ/lD795CrUKjNkbNYd1vrthr979Zc6cSarpCUm92qIuMLCSjeC1v76Xvyt
gufdi4IIgzhawR3pbCZvybLfX8eGNliVS0FTjup7jkr2L4m9OO2+uN4QA3whoRVF4HacT8Mha2PM
wV0f0w2bSDIab/+XvTPZjtvYsva71LjghUCPKYDMZN+JpChNsESKRBdoAkCge/r/g+3/liXfkted
18QDa5FIIoGIE+fs/W0yJvz6yAFdsXwyTAKcaOEvT6y0rsyrAhPzd5iPdtfAZqz6d9IWIV07qTPU
0VoMZv8ps4eJTBt2Y+y6pVpIwBGZqPoLc0lhzBDLhXChuBhC5ARptIppBW80tzkwE+TwOls5Nltl
WNyX+eJMx3kIMs9m2GGp6d5d0nWKSv7ZOWxNo8W97wMqiURXakamXRUyqCnd1T+R4Nnnl6iiumc3
b82T3U4VMEv+uu42dULD/5L38yqvzYE2ULTrTZg4ToTTxCYE+vCsKkLR3G20jtbzZYAxcW+kTqEY
uhnLckW9vdZ4J3wNmQtkWxeepmauF+IAaKmwp1YuCLxxsQr3gYyYND/mA/wAknhdw7mvarcvgFyl
6r6kdYoro8AZEzGLRttOTx+2oa6CDsiPO1jNi4Wt17xoR3DqT4h/chJD0bcX8pvMHS8/dAHYHZIz
bdrfNGF0jT4uUONZ70x4N5VowWj23px9rco5yFB0Lxa5JYsonsy8MLbzIOwMQBFrSZJBbxFDfOeT
uveEPF6uZ8CH5Awj0bc/tmFazATG3i6hkH7b861NK9NsQgwhFyypzu9xB/ttXPt5LRKvrcghlDW/
/T43JsSwRu3NyFbI+d7iXHrgzDxdy/EGKIIXXjSdJe+00rb3uDrBsJ4DrG3QBhhOPYf1AYk/pM9k
NWU26mRehtx4JdFO0wKEobcMN33p1P0llk3XPnQGqvnvRU0WW08yEyzfjnFs1OD1x/LPWk0qq1Vg
CD2iax57shBpTL6uPYoHe2+TEgeD9K8b7eGsgnYIL2FIWxNse1OrzJ8OGew1WJhEMZrT99BuzfEK
UZkc3rUq+45wzWoMt+zorLa4MWuak0TPQZk4TL0n1BkfYnirTDThpzQEVRrUpvowBg/4fEiP0LjM
ZiZ5NBOHpm7vlDAETUx4F/b0tvPs+VZx9YbGebhs3vRqzrXVnDKCocbEClUF3KLaEz6aFg0dHNC+
RPBrbtkOYqSDft5PhfTjLS9Udk8sH65/AU83vF5GxrAn2mrt94CXajrl2PzMt5qhkhMHWGAuESuY
6xUjAEMyTEXAfW6DWjYPmJKZfsrcnW5GJFfZ5aJpBj8EsvWcY1+XFjQtQynrIOwcvBymaLzngLwI
rRJpNXUHuLMAqRQO+uCUlymDf1ZSdrBFd9wGYw03SpI29W73mMHnFbYCzCZ+pXNwBoPHfvDzvDrg
cpras9Eq7CwebVO3sTN0KiVeF+ovAZt+9b6NfkEBnJPXCUqxdcSZq+dm/uJWjhrOc0484Rno3dq+
7IY6c+5Qq8zeZ6bXunjAjNR0515A0uLJasHx8ghl0j2GaEA+K3csrs0uNLIDzcn23cS6k5ElquCz
b6OD86NKu5bwl8wJ5CfVB6jVDLMFtk3e5oxCKBx9TEpt/tjOpQzjpvfDEgeB1dxUSzPTzhVBsZ75
4FFBUQwODEEGLX14Nle5ABM55Fi5Qt7Gl9Y36Igaq6zJCWMGGleLNG6qtVKfWPh9LPJ2YGQnG1Si
HTUNBA4IXl31CNO3Y1CQBUt/ypbUHY5bEJQdeD0LowHOSAILhqInTryA4xwwQCrJLR8bTFJHR3QK
ZdhCeulLRlXD0b1Vubiyw9Hob7CMFucoRXywAgKWI6xKq2i+gCVH3dboLfxCpoqHQy4IZu9DMTjA
LyFEM176mIVQPzBJsBIFFNO48pRZ9EnQSOldMAcZXCRZpg7hJYiVAdfYYKZ0LKRYR8grYkNpM/pQ
SgfbINghXNs2ysx23C5y3hZx7I2SkSCzc4bvasqwFSweLd0DkA+73MVcMH0ySRzb04jpANKNTxf4
wmQrX6OFrGOYJjSFqFG8NVRHu6Fxc6iszkeRJZV5jQYgO+rMddTudujMIwA4CKa53zr+1wmfWxgv
Rm1WF6vOMlSDuWh3GgTihqhbN/4SUngAdHbOipjNRbO5HcLeyaBlCFpp6zJXZpyKXYbI3AXtnDHP
LeqtZZcObqKjKOxCr39vDVKhD06xyjnmgfKo8UN7PgNp2RPvuOaotdq5crMj8yLna0G646dSFA7m
PMPjVZSyN247I/VFxHBimiMJgKJLUC+E5YUkoK4HwofCiLXL6Uu4vZOykkktlZPQaiw/rNrq63hk
DuzHg67X16BTwxQzu5mDQ9UrzdruQaImR1PAYAKpPuiDBUROwjrqdj+aNXFendCDxxqJkBWz6IaQ
dlNAl8HY5M05aEAkLAAlCLNsmzkllKMt1nu6fmsTe0MHaqa3DMBALfTgy1ECf4DCOjjP/jYxeKiR
lKloyPAeJvakcQjVVTpvjB5bEt438pP5PLkrsOrs6ZjK39OZSXcLITvIrcbKOVecOE3Xa19AzQhe
eRC2hEyr3mes4Sr7e+736CaM2aatNUzNHhnCTsCkuka/FPew3pqkD0rA2MVWNd+AEzCx6uxWPEI6
IIuplZa66M0eIaEwyhn2JLinA6rLwb+xQZMHR3oLS0CBJCHbqC5Lw0ij+YdPRdhxebTWLlV3WWqq
7HYFGQnHKQvqERBKOU3zJUa3zT4YrO9AR82mza+rSsKvkGoul0/WVoNcQFzjljdO6TBwrLCvLGfk
1fLs1Pnqict0rMLqsqOWGB+bMgQeAzbCSYsLj+lnx2wtH0g9iFrwK+Z2rI0icM5bhZQ9u7JsFGJv
PcSRjv3VUn6WhD0bKQpaTLcMbzsD49RXyhYLzMoG/4iE8DlNE8eAtVywIQ6nCUqle7aTPtCByRqF
dcbhkKziRgPu88Ctg7jkJPiiDBAmFzClcMc2dS/oCrf+eh/oQoWoa0IButTIi+rYp9Blki3IoGbS
+CF0gKLLhgqmSovbr7gFB74Z92Ic7GGA3DXKe9MARgJaw90+t7mbtdTgikzurO+dhx6LGtmrlV3E
eEP0VZbaThlna++NsZ15BjsUiNr+MI8pdHudWfbLytmWx80KtThCzm4AF5t1NaK2WkfIVikahNh3
EEUxFPtOr9/zECyuANNX01Z3ucNEkeZL33UsgGyNJDE3xo3ZQ17nkW9QZZTtSot8oqeQHQYy0l9S
E70s88i0XiNtUyRG+INwqyIF1N96NvU51soAtwKtkbxcwB/zZwVyaGMZtojf7hBEPA7lJuWhEUID
LJHViAClrdGvULiixV2toJ/O1lpI/Au47B5dw8I9tyKHHI+UfQjHzQyetC3ReMU2XN8XdKZ9GQfu
tMDfDGRz5jVAWLg6wxmUtojFxFwadUICLsR7lG5Y+3M0oe9AvhCtZWvHa1iqEtGxhjTM/7H98Rlx
XP7WVj0t0w1xlonIwJ0/AIN0nz3sq2dOmlJLmZXgtMRZoB3izKiGqxWgLzmavQFozRxHJGB1SRM0
mrTfQYDjOPRtNkYf37Gz1AcrK6V3WMj9uVtY6bqnsOgV+WC5P/AoIfjwEwWqAKe1T/5bn2PKPGJb
JjEIXNisod42xJdPFtiRpFrJstYNcXlRyGZ65ZPFmF3kZWM8KS/zzacuYKoe9T3imU059t0yaNKV
g9wxHuB85sbBMyfvGEI2vVJITnQEQUYFrGpd++o0WXs3aY6MlNiV5DBseWqLmWanK18/KdP7dpCm
JwuryQI8mIPGPT2P+T1TTfMhuwl1dm0M7J5QutGEhGJpvqFAIQIiM1HhDHGTTqtI4ypzR47BQP7R
PyLabFimeXzaco8TKZfwi7FudX9fmQZu02gE/g+IqAjM6slu6gaBTmetGbFIod1b423eGJK3EgTx
ANOLAoh/8c3UfyZlfXuakT+NBzRrLgC/zpZDMo+u+5IN5fSI6pyuMYnRI7kQW9PifCXgYIxRLQcB
QQBiQvRD0R7728YxhLe14KEztZfjMLecMX/vlTE40AaD7duC1vJ7qcZ8ituQXYfnFH1s1BmK0b5d
Z9XASLtqyH1PibeowyAYY7JhvfQg+4EKGIC9/Yy6zXyeSlZvFltp1qfQl/oM4Co4WUVmy02DQr7m
e+g82KxU6t8znbbhyQ/y6oWEFTtPABnJY4WI3ga+vYUv7qKN7s6qPHzEke3ZbveqUV0uj7JmSPaV
e7vixTJmtR7yhdIbfYT2nvKuR2XYIpIkvh2NUpGkdj1NxwyMm7PrH9xH5uZ6OS2UgnCLJroJ4b1B
O6O8bHwj8BOPqBfnYE0DvnmrVm8CjyVrG06CIvJHncIRExVSMppNFOSoJvBv96rjpIAA0D1zZ8iz
kaLeJCNFLNsj/hINHDocSOKoTPGCaty7blZ+SayKka2iQC7yPBc9yt6wN0kh54mjdqB9inE5wG3c
RnApdBvRHu7GRKE+kCc14NSMPDk1b+R+b6x8TGmXyHNLfLd69IcLuyEo5rDmId5aClBgFVgT9Ddj
zvvianZb1NHlGvgEk9su8g1KDf3QD7svQqAXvWnEUIcHq1VGyCavlodtxH5/2hqC0jk9G0Zxou0H
TJ/q1u94DGfvzPdnd6IXQeM5cjFbqxvwgQRxFIH0SMWuRfbS9EGbIrXuOpSMbm094mWoG9ZQit1o
gJlE7SbLHvkl5JnE34zymZJvpQDN2UPjPnV5+eFAAQLonaYGxDcK3AlVEGo/nrTTv/lthm4WBM1E
n8fH0kt2bzt2Cc8ly2G7hJk4GFmNmF9mJZzsCmXeVzWzzMC1cCizN3OTT4YKttu0zJb3Hl0zb/lS
7Drubpq+81xmNhQsjpof21o16mRSGxsXqShQFWr4vcynp17Is6DXY3MKyOIqYiUCjSnDm0zza107
4Koau6wUItRxe11Uwbqj61zcyXT3MiOf678gziYyDbhXH/SRvVWrkV4ba7BY9accsTvvlyJO8zR3
lCT6xuyC1UoIQgYH026cVN9oHJT1VxNOhyDkBh3Yacg62lSRKjmrP1aUcegWu9nyjBcJcir/xFDR
d8oo7YCzkYzumnJ4kLZ0QywTCwMXJMkQyYPUmz/mpTJg9zcLqlMWb07LfsV5pfC94qragvQdb0j9
QXGrv3RTmFufp7TT8qNcqL6PHn5SHPZeu8N9h65sP2HH79TJksGIdAlxj0kXQJWfx2x8aKo16DlE
jGi/XB4NTMoUuwTgcSxy8yTtyLPgPn8dELSopr9tWueD8y6q2c7/3khr+VKGwXBAaxSePH++GPaS
0+gE5qcFzqWYLectC5w1v/zvjlcprZodDd0bokHSWxh3htfYwwEunGaT7Bx6hqUxjF9oS7gcZXxa
sCdrmN3b/w7aBYAdxz8O6E2G5KpFpcmgqNS3obbFJ05mouCNzilP1zkY7rqQOMGIQqt6+nUv9W+d
VFg5TEQA2aLet8nC+rFji1fV5cn0DA4gJTIJWpQxNP0wGUzM8r++1M/NYQ6GzF2YITHeB7IU/jRG
cBfk37ubOxJGUV0jwwV9MK7Lfzjy5iqMRExG3oxFEMf81LwfPBfKel6ilXX8/oJDUHOFsMX+h6v8
LrP466iCy2B8oJXOZMx2rJ/9okM29o414mQPcVWkpEWw62CTchp1ICtxvUEFF9zMvsmZgqgF4ylg
w/swPZvS59d39d99gQIPpg3+yEFM8POI302xNhh8gRTKOp5HyJGGOZi8E8af44r/U179l9jnmv+7
8uqmyN77n1Bt+0/8IbsSzm/40xl32NhfGJHt79AfsisyV5lmoqxC5YFPhpHcv2RXwsYo7+4zY14G
f/eJ/0t15fzG82sBsgJ9JtCI8FP/geedAd0PwxJ0YCiFmOpjq2ee9Xc0li/xPZY6jeRUFt1yWs2l
xAdltWZ4vklzDW46P+PcvkxFlV9TEIxjYo9UbOfsaQHnH/iJFPOW1z/68FWHpKvmbL4NYc+iI3UL
8NIRcnAzuOhGbHc0+i2o9i0/UZkUnQP4kwgThVEcEZL25Zm/OqUbdxhrvGsMErMZr1m7T2AKE+N1
PRr4D1pPj3k84emE5WKIFlk0M3+6CgRZjJHmgHkNetr4uhmF51JXIGWOQA+shG+E+wygoIFIwCnE
Q7rhHb+vdjg0OHOFtB5pqt+dOcaY15FTzQSOlqlVFrE9Y0ZIVm8ZVZSXPj6cEdOXfbQnr/U4VRQd
cUSq8tYzjHzyhSQw68bJnVYcEA5nt/02ht9wkbsvbTYG37vUCvt4WF3Oh2QCTJBJtRbeS2pxyc+Z
AGwZlc681NcrEQA1mRGVnGhnM1hJ9K6AOXdks7afbLTmY7J12AUPlb+FQ+x3frAdzCkHBFJCun5u
24Etg6wbvV2z6+mr0ENKy3doSAZYxaC3C6lSNdySD2TKPb0wGDFhWNWl5bEk04Gflxf8UoE+qjDI
KYmmpUmfWUQn5zjTKKjPhjTvSTLyVGkfVDGo1x44nog2Ffhvudcw4TYhjzzPtTt+IXXRcLHoQyjR
rHoqzrsmeGO00PYJlfE8nPqtcufYJLTEQSAOMomDRNZfli4ZLWz1Gs8EJmDA4pVDkAOafG+CW6Nr
248XYvvIyRuA2UY9x46zsTWM7zmuE1SFc1FcinTIH4yxGD5QMz6NwJYQpA/MeWM5YvSFNBUUn7CS
NQU3CHaalIIkW2oovC8YLezPVrtUIqrgrqOBXV33QeNsJV2t1JjLihy8WzRJxiVRas2EX49Lvbzg
KyMckbNv82aNBuHDgU2tCRTM3e4VtlI+mxAFA0e7Regom2lD0Rya/Xtu1elbSpP1FlmfeC3MrZTH
IdtDcLSvminxJgpG/lvMXwPefBWZ2rT6U2oSeRwV1LtM0Qh+/OYYbnc72e5esikOhQDPcbFhB0zd
kOQnhbonh1fVXlhjz1C2MK22iDN3oLYyUxwfmC03sb3IKkvf6pnszhOTA4ujXEBji0eXoLFPDUL6
PPFTZOrRNFrVnShd6yFdu+pKGNuYglGvzO9Kwek6ZniYa5qAZfBSEoxyP8KLpGvvSxqGnfBplUt7
bM9z+mG3ilFHFdWS0pBXzi8ZjIxB9m4NK+ZUt0ecxD/OtIEGFSAOce2WwW+6LPIJITzgJdvKkb2U
rcy+kLXC9xPKsnCg6YgAeNkKLS1aCmkJOtgLsv7cDhSLlMjUdRiU9ZNpcbVD6pfr8wbjKL+d6gE/
kfA8XSF7dxBd26bhEcQXbNkZmG01n/Z5/njIengdB85R0Mo0vkSwB4aseaGYwLIBFw4uizDFf45X
B70IbgO9c8AaUddJh+4f5DK8bU31V+1/XQisCYNrC6G1llMBhw61btSi6mX2izk2TYLeTr0j9OXp
i2H67ZfaUZaOgJVjnzTwiszJuBQoNKTGx89/M3T3nj94t5IsoNeBIeAl/nBSkrLQhU1drd3SJYPn
2A88sAvsi7SGW5s5Tj4fihUffYLvyjKTjheuwQ6yjTNGfsJP49UL8Mv7ftflt3jV8vO+0hXGIMvP
HgpVTxCuAAiggVesycrhKwhWid0Fd+RQX6eb17SX8LjIuVSEZzPOYA9C4r4BeT4GqPLDg5fWDXRR
xUOhiwwDzahC/wHaFHh1QsIITJUj+x2P9VJ8KQqz0HE/MNSkJyOKR2R1uCu21G4v0toSw6GiBqcT
6XSE87GaYhRiz9A9frfdhzYaNXyWRUiDQKGsBRqPw6p+LoYc0LM/mrTFFf+hM7KY3bNVtCH9bF3t
1K/CJNJNYo/+ktPGybBXpkXS40/PD4gukQgK33e+L2Fhqoi9vvwSuIDemnNnHoCfP6f4dK0+8vJe
fJ/HurnR2wbD3AIgc04jtZ5OKRC//TAkb9zFc58sbK5fpLb6t9xgLYwZ93jfmSaQtLC2pvm8tAgV
6Wj27YeTuTlHWr+9lIDGvxbC0tchY5U2ylPC2aOOOW6bKIQKFZkArXjA/CQ+0xhgTlP7bRVGxFX6
L0Dp5xaLE0b0iln6R2WM04Xwd7dKzwTlNMsSYhr5BOHtToRGnLlLayL4NmR2Ao5skQnnkzh3tc8z
o+eKqKWNl6ZATjxPzOdIwnmsMogrcdXvnCiZOiNgRag4miShHpQUHBzzOicD9A07N/lUC0Q9J3Yl
UhOYZxv5QkPh2fbNQHQt3L8smHGZLUCxiJdyqqmwv1WhOeb84DYKfQmXrF7utq128Upa3qyDqywU
U3XlZcbE8JwFNG0ePYnqIpmD0uEZqEDcnumKcKs5CrMatsJquNK8xzYXCBrUvawTes5hk1SezcEX
p5m8bMbcw923leLNx3c4fxfrmqmrVqYSYVhb1KxMMtRFss5Vau8/uSJqXXP7NZMMQGLbXOuB85KH
fZfZYME4YFtGMz2nravzz9420n8aDCBYj+POXsHbWprlGX2BnW7hscqTfeiu3JgQ5RRfO/KG9Kt2
nMFGLdOEzCp1S1pUNIVychhcMPFXDd5adzLfVcUyBtKSE90JaKvBrGhCIT7OkYvsLLgKC0xFHyMZ
B9XNwAIBwA+XTn8NuK3tr1OzKsPzPKzE5h5qaotlpmndYJHJ507j3a9KJtjOlrXMRgDdZa9tbxBe
R28W399SuvUYM1rhg1q5ThnkpYggsNQuGfwkvYxaXmQVhvo73w1RAveU08apGdRoXqTdOikULjy7
Z1IZRM8pmN8y5jFtbdQp8PCfyQ6yilOmMFhGPMju8hRMZQPVz3XngtGLhTLoC/lg4gUhwGKd6kCn
H6bG2gDloITIJzNigKM6NbHzWRsPczJO5CcfA0Wv9ayRfbWe72o1Ha/mVAwxEWFqBLNAUu1lXlr6
3aCMvg7g0X71m9X0j4LMpeIooIRYJzuYQhAnZHNY8eYLWGyti9U52TZ6xNy0qb3pSFm0D6sWZhe3
nptlVwZ/mIx9w0ZPDlrJX6K+89Ura0Khj7i7Ax51gjacOLPnKbgdUe6jpQmk3R4cyg5FtaaJAfFT
a2f1eoH5oQiHo4IPi4b6u9qUffC0xTwPHnkFplX4i6QGmUZ5okBwyJBwF943IOmseh375pMTFlBa
eVXVY+tQTR/16o9u3M8zCEOSqUiN6fyifOj6Nf9oLBJWYzkhl4kIQVkvx45Eg2igpB4T9JO41tp+
oLk5KG8Ooz6sveBC5CBGsMeZ+WdDdHv/0kMZjjKiJ2GycYEkMqCEMHNn6z7T543bMsOdmB+1l84s
0bGutP7hE88GqaXh3HYk2DAmRImiyQC4JhmD7lZLMql1CWhildy83sBBqTGHMVkSs5EYJt8CnWqv
cg+AKtDUVfwymZha5WmMGY62eNmtjY7pNq4+SQP5zAR8COe3CVIMVfSQt+9ZBwOQAFFaWa+dZBoO
7BCHDHvyUHQw5j0xABcgjQONJKO00cM33U6jBtqzuX4npiPHjtCVie9m5IhEDV3r9ABGZ7TgD0MG
uAUMYKcX4GrK/sZHClh+RtCy6BQZBt2mvTONcPuR0rOE+571XT1ufzSA/q9/8F8evaz/vX2QvDf1
t776q2tr/4E/uwfub0C6d/S4QEGE7vVf3YPgN1plSHsdB1D4n1i8P4l5rv8bql/+DYnxnyz3/+/Z
cp3f+HVI0jnw8x/hiP+ke/Bjd2lvcdlcmStZDupR/3f/4F8EnW1TGUsJqyZGdIHNXeHCT8dOHVbq
hbO/3JN/49j6Ufz7+6UCpL9chVYkUKy9jfGXS5E/k26OHnYQgcE719vWEVBTdbX4U3OVm1l3mvta
PpXk0QE+nfJ/6OjZP7Yn/7g+HDiYU+7ee3H2f//L9ZnrUP5mxEIUTpXld8LKyblZIKkfS3tqVER4
8YTNFuUOdaRAgxzTiRafYAz5b1npp3eWw8Qy6eVKoHVZuRwyNtH74LkrfLVHayvr5uSLcv5QoDvK
pPFylccq4JYCf65zAkdaC1tXr5qPJW2p0mFeoEfJZjy6PD/IGnusX68ZYZefmZxYT+ZgkNw1rcbI
XiHzp19/H/Qyf2gc/XlHaKQC6du/kb+peTsz7eFKj/FMdAd0ZJQQ35rJRUy3IiBCpo+i7TMaFvFN
DsgME3S6HMNRgHFuA/utvgN9IBy2zFP3aOQy81BRZt3bIBa0EuHU4SIjfwYmrcwytzzJWttvYgHq
dcIlOD6mozXnCYnH8tXVuZJHYyLy6iwYu/YF8Z1NlqaXrg+uqlkL+yBHRbd4RimTENfFW6nX5XGo
/KE+GPwV842gZLoB3aSsi8Hpcvc2T3VZHc3ar4dzhmkNZ6gSRHJUh52ndzgEZtdqDpFBIW3IARrV
xeKjemzGbyaDS8Yy3kog8qAt3yMKBE1aMgx28JUKO6jOWrK9O1K7gNIfkaP6fiI4OftJs+nxE03q
LLuzG8r6GNMNKZu9b3lnVmu5y2n2l3qiYPBpLwzYj9ShGlObfZQqiyP9ViC1YjJnkoPkojCBC7TB
61Ubw25Nbm+onXhFxaqScSNM9moy0F9eDmk6EKPmePKh8DiMHPzFaBA862ymyA5kj9BeLKH1xh/s
uZdrivWAstbPivsqDfz5Os3AooP7CrqCQE0QAkfJU1GDb2sseZ4SiimTdELMdxg7K2xuSwA6bFEI
I8cEgp20E6Jl+lsLSl2b2MRnhfFMZBvjvxQWxyugo7w4OqPtZ/T90CJHJZUbQoc53JsOFZM90A51
gJawQn16cLScYUekS3Gkhcnw5NcP/79bjAJIpEjlwZtztPtxMcD4t1aTSaYP7GNmQblwOCcP6rbC
dbFFUAyWwzYR+jWZ5c6LoTj89fX3KcX/jBd+f/XI9nBMIgxBK/r7pvDXxWgURlbIQKLqK7PmMPat
c2kNuriwnFqcYFyXV7++3k+K+j8u6NJtxnMGlxPz1I8X9FAytp1wmCA0HPZGjs8xln+mq30bfNPU
QWcp4HZgoEuZrGoyzwn4tV+R1AHzWxDYIBAhhnpzDfvSNsrM/wdPzd4p/+mGYGrCJcSEKjTxPv1k
QbVqwtQ4qY4gX1IgreHqnrRdOofZrHY221IIdEgLKSFTDc+iXTj52IDMj21tMMzU4KJ+fcP+vluw
V2Nmdlw6+PTYf7JuNBy68KFpMx72Jkw8lXMW0i+k6vz1df7NIuxSH+CqINDDCVx336H/si0RdOfO
ZoBcL2/n6S6XJVxIljMbSI4z+O/G0q707ksXNRGprD3l5FqwVSOap9cl9FyuCYHX84tyN1sctdcr
M8H+IU/oWKA0aWhQwz985r8/vJiObdwEv7vQKUJ+/MiB67v+lO4fGa/Jq7Db4ZQu4LgKv8k/FZvh
nP7hHu1f/v+8LTjUHJd5HEI/xH4B78xPb6vhV60GyWOi8pLOMy2jEK0EdgAdB9lmJ56aGyKbBV36
Mqyq53nuUSPMCqbXrz/Ijw8FdcvvQ1QhAgoZRpw/v7UwHdCGiVLFWLIATQQB0ipyOR5/fRXx7y6D
a8h1Tcz5PjXaj/dXzDMxo0SIxy0LP7PtvAk/1ar2Hgot1zdNj+s4Dv32VHeES6UZOZjxYjYlHL3S
q6qjIYJWnLWL+gZejsHPrz/djyvnfg+w8lE2MuVh4EQMzI8frgtKa3DSXHHKq9Nz5QYGyjCRc2ye
nnBOlCjYJ5FAj8VrvU7Dp//86rR1A2SoEGJ956cissDNl5F22KFnGgXyQWKt0NLQteKglw10T1rj
upqsuU4EKpZD72/z119/gh+Lpj/+fgZcpk3H3vPdnwm/zPNyijyeAXIBGxxrXSoAnWMRums7T0Zp
KYszax2mw68v+9MCuV+XqZBH4e+ySjq8YT/ed1u1ntV3c0fuOFGcBwTt5hOpGDteCxT8NbWaf4At
Jm734GU3bpZ8Xo476gPoDV6V7ojVkHiWX3+qH1eC3z8U4O797ILz1wEK9+OH4hkhwNw2dLylTLc4
wo/nUKv0syOd7XLK++Dzr6+3P/l/XQi4CQH1oe//XsPbP9fwxEtYpEuyi4lmT8w2GESB1ZbkvQXj
p5rB2YH50XpET+b9w/3/+zu5X5kJ/O9XxtX3419KC7KRQWVrnFmUipmbVowUFvkPK+tP2/TvN5Tw
KIdFLuS+0t/+8TIzbGmJkW+KZcdYLgO9fG2T2xcrLZpHLdFosde96kH4BMijTsgLP3sKx8y8dlYR
Xgx1W52XyKG+uZMb/MO755j7XvTT7cf2h40FLy/c4p9DmBCNMbQJPRUP3XyXKTu4L4xlQPBMq50h
EjfGl6i5rG2cKOBuUFcewoqs09I4oe4jEMUry+oSE4WLwp8jIgJZG7QwiqbUU5GQo/dGyMdYxANy
TzwDWWn7EO9E/uLlblge5ED5THSOpLPXb3f4GD6XmZld+WwZKQrAILc5xRQ+26iLg5SyV3+4JCC/
4E2HNUy7Fi6viUUti2tcfs2xWbr1zchTlR/GObDOZ+3WeHvqcVoShLNp0kOUZElDT/vFUbN5i1go
YMqRewxxoPVm5mU1EcAYO7SX/cQc0+LWMugARUMnrHOz7cLhnJoZN7IV0oimcde5ewwO6VUaFCi5
SrDHsrhZkQ5H9JenhsK9tvtTU4hxuFhXYlUQ4gmZUD4HHyiNTPwa8xg+eULDfVQc3JYE0+NCQsqo
+ncrJSw3tt3a3ZJOGsVFg3vw4JBkDTN10iPRHHb7grRseA8yG3Hs4tYNZLehJ6pDcAQ459mkVWwP
6+RGa7/Mr5RtML02KqJHkzSR5ehBj+vPePFnjKAky2fHEt2XEYlWrLcQn8S7DpblNRB5fsPhmLgX
/pjwGd4HHVBGvs61RlLFsbi1cnhXRdvOFKOWvatCdcjYYKxBW1uLOVakp7aNgMfMGhbN3cYnY2dQ
wY3s7OKlZlC7JpZY+UJJEoH6Nqa6V8li7chVzwfL2HZdmCyiofGeorA5b3qJVbJfteT3cY77vjLX
ekYmbZnwQdz0HBEsyFgDa7L4f+ydyXKlyNalX+Vazcmib6YHTqe+DUkxwUIRIVrH6XF4+vpQ3ipL
NX/Icl7Dm3YtEAdw9733Wt8KCzrNbdg4WsDzQ0L3zZfz8CMfe6KwLKYgT8ymjF+UEXMTDYZYXlzi
sR9TKIyMCXRlqONczo61IbPJumu1onmSSBmu0bohNC0ZUEU6Fs8TIRmFwH/iNw/NYAoAr5GRddGP
C3ptrbZm78h9eT/plDK+C4SHRsKUtnUCksaNIdJi7Ni0khboljSMZDxN7JHyUHM739wzUEmS3Ugl
1EUiLdw4GvuiGDezk0kKz0Khg/bT2tmUs2ZxG4OvZyfkYrUEeo7FwLtJ7iUZrXFKWYpOr/mBcaTv
QoeIrymkI2DyQtZSN8KxVs2LXar0hy8tVMmOWgY/nInGHLcCJxsUuJEWFL/k0BLz0SWDf4JzgBAc
wJbaEeZdqkGeJB1107PPP8eavSimK41bn3DntbpAOZAY+yKdOXgNhAbRjalVrkd9bMTGZlwsavcN
+0He7W28b2g/gYNiHutdyMxDrM/VHncvCLuC5B9rV5oy4MXupflIwT6hzod0f1HwstJb13tXHExE
mn3Uos2ttzHZU1hMK9+6C4Z1nEgSenAheUZ+RB2toxvg4655gll/hjir6KLErZh/NblNglgrEvMx
yXw61o0TkJXNLNT9BiPNRAXQ00tmyAiWEHE0/inkx4N2LLCOf8e+o8VRHkjjp3L7+lobm06GgzZ7
7l7LtIBnPsfVaYvKG9U6LpUbKHkMChDG8SmVvRU8mZrlM8gJ4kfhVMudFOWw/q5q/eysoLubCWHj
714w4W4NpQXOxskSdpjO87Ung/E+ADirCDjcpI51lSB2Fju2Qac/oNAzz/vErv2tu/DTbJ0aWyba
2IYmQj3aN3SsFfjD1u+WiBMpA0OzGKZbUgIDnf62Qeo4pt0BfYLptLwgyyjOssxwat5YrJyA/6V+
aunNckUSTXmrM9WCQ1NaQNeKvnVo45RpIg8wgMkRRjphqa3v1NrB6kHBhqiIjYuaJHhS4DyRHIxl
ffNhJcOKNWzC7lSh9BP4yUUQwcs17HMD3S8TI0idhPjGaJt3fu9y0OpKmyq06JZrbTKr3/pi5Q/8
C/ZLB7R0inLVVE++aJlblEuRZVEG6xSpsJXVaTT7NqxUgr4YsQP6ZcXrKudmQuBknapRN6PBMq3q
0jfrPg5lY9Eq1NvAvVFxM3/LK0V6NGW9ehhLqeqTueNlORDTS0CAM4L1DaEZG8QSgQMvD6QdISdy
bFsOG+qI5YWV07gI8pgKvun8CeAwQOMsWnILz+RQ6+5xIMGLAxUJY1JsdFky1icouyA8zUFcY14O
kz1MZ2nqdldlGndutBjSHcMuLzsRtq1iyFJXtfheMb1CGE9OnOOFDOc0aKBGa897PLrCOieHjOGR
kUsS1jFVedrWMhcMTXPq+AoHQx3HO6kPoC3t2iAeazbS7oQvB9u8CNzxupAgsIwic7815qzdLNJY
evRtojg3FbMWdALIFMLcGoZhrxHTXE5SO0MbQjauHcPdC7v2JotdHG2YJAVBvkSNBFX3WwC/esCK
eNWO1FqcaU5q3MPZVwe7j2WTa+hoBZEDWoZFgfr2YFdKPk/CyKaQ4HfsWVUvGWRPc4vozHHa4mfm
5IMLMzxfLnNTIS5SDOrwyKczgEyQhKshCrA1std0GnKmhunwvWWQRLx2A+whYkpKnFenz3m2oVNT
Dl+c9D+pPyjA1z+dLq8OuuPdAbhRRi1KBcYqaHTcIL6V78EHBEE01Eb/S/eaWztzmN6lUBKONJX0
n7Vjq7vMUnSLR72CbvznWoCrfjiO0oXAEkYaKZAIKqS3v2mfUipUBfPBIGBVPhn1dv0CJmn9QDZM
5zWoGU9GJYqKb56OBy6siRr0Q7Jp8m9CtyAGT74xXgeV5FA1JTr9Uj5k14fWT+P1EtVd+tsx3VRE
GG3HdhOkJI5T4ZnEgnNJRngeOZ2/pt7Nx22cTnYVmgxQc777unxuWrQYzOPIqibiy9MOg87zglmq
af1mHOf4Fjj9KJm8zMkdROP0R6fDSI+wFFsvdGn1p3JZAwWLoGFiWlRxJUN9sqWK0gXjDrgKH+FQ
PPHGHZbJM7JTF2j1fZkp4J1pbLVPKdOjW2IyhRMKcqFbetNZtS/9hMhNq++9ZmvTXNdOLYkfMgJG
7+D7c8llIyGxeMm6vIF0n3EWwOVBAz0i+QmbBSJD90xn0PUda8PyY8znvNy2ssUs6XWBjvDB7hPa
vpztyD+y0F2xzhAbsuHsI3dOheUBgrjENISq9GEIWkhRAyNOvFk9PVly8YLye6INCQdBR5ZbzXRG
FPqorl/QScT2oRzQLfYcGlmKFqtONxbXrsMsL2qwde7cXwbM0WF3NVN5xhbmd2Gj14QVgMcmb4gy
Fv2GUpDFYyLusOwGqfyKOfexMHZXtBdcMX5+h+L47avZJng8yEkfQ5zlcmfMoo4ILWUvqFbGf4X+
7M8fw8fKjF4E3VOTQSJhze9xiIJjjjPBQFy90c4pjvXsQSI32hmg9ZIvrvVxKXMYonENupUm9ox3
n90gtSArY7kaJrpyy50q+h/wPPra007paVdbsyd/vMhz/YJcLPOLJtzHn9aBuuTwqwI0oVO8rgr/
bJiip8XSrnVhmwbzxQLLb69hNY7cYdB3Lq7HLzrBHxs+K7pn1Xl7loXA+t3t1mrxp6LjeFGpJnn0
63kNixzUzufAch+0SJ4gwpTXf36en/3GiE1oAZorltF4t10wFiK/cnS7VTVYn5WB0h7yTh9Plkxf
pXfacNSQzdzDnTC34LiNf3/P4EBXPCNjqYAl9u1vrFX4tLI45fIy12iBExgDCHs8jDYpIV6KmoD0
If3453u2Prlp3mHztZkEi+r9UAaCs0dC0NjB++7GXxWvAFEQI0DICK8RMTw9ach5iP5WxvsKHbeD
FiWdf6S9GVv0ZfqsQkhNFuQWH0qyawwnc8K4HBDFmZVbhqjTqUrsyZ963IWG9qRbHedisy7vFkSu
UZLmxNJgrtoWMrDOA2AFRlShl69Qy7XSDZ1uROsGIUEhmRVkXy2VWSURgIkWumMzx26UMDns9oEm
O8ZwuqY2sKhVvJW9F1tffIafdKQ8tFkQptDq8B2+6xLnYkx1ygnMzG0VP7DvFw6YgwpuxZ8fyyc9
N0wwSBVo+wKbtN41HjWu3Od1TIhlb6x0MPIkHuFIG1uwDtexjaYGlseM2s9sp6/u8eO37nKSAD/J
CMB3iW17+x4uCeQyV+FHdc3U2AeOmraJnfsgIfz5RMuD6YtTzifXs9FdwC/kRKED0H97PX1s5WK3
SNPiJFgu2MabjNG7ii9RFaosFMxitC9+3o+PkQFgwC+8mrMAha0fxT+WM2+Q/Pe6ZwhPwFOY9j5S
BN5nr/niOh8/Lto23npgQt1N2N276xiD7DqADH3ooTi64pvPoXpQ8CVGqz0Ogg6Hw0H8SF9y3FpC
y6/+/BZ9skE5UES4P4fDF3Xh29uEQgK3cUR9Mare3w2DFVwZQ71GhOjy8c+X+uQh4jcNGKCwS9Gz
fbd26j4QDJZl7tRb5tsUCkG8kYknt35AzeOkRfft31+QjJz14TGlQp3z9t7KXtO1Fhdt6BcOKSYM
Rg4x3YM7GBvzGWK2/IvrmeuW87YPC/fYRc3HQHedGr77JGU1k9Wt8860gqIqLBriIDZCiCpqTN/b
G6BAln0xDfNdTeYV8dvY879pRY5oFnq9TqhYkaf1LnbGgfykAGGDlydQ3X2c1jc59o480uuZvjoZ
KiTSTElnfDXP+OR1dADjESrEQQIU6rvfTAyYNmaLxhKCu/mkHVRxKeArbMzG0ZHUIng8URMKSLSv
1hHn5vIVFfXjts6iBg0VGyEDBQYLbx9aQiuN8AAYGx7mF/Slwtorfa5f+rhwaR9g2nR15Bh/flM+
+dhZSU2YnmhpnA8o3TrwIFu0QY95ipdyYXJ1YqX5cv7vr4LSiiEt3/o6S3h3a9LDNltyFdg9y3XL
CSlEIlKf/vkqxiflF35lDGeEg7NMm+8+ab4rj6aKQMZsWt9pJWM+6Bqa4NQax6zum9AyNO+K/i8N
8x5vfp6l5sVIxM+u0N0YgMVIPsgXq9w73+ZaBCLqAIAeUNGha3LMt/eO/z1oMvz/oGG0mESkqj7g
lZDfeqOeh9DVJ3eL0wJLUp1n+RMvQUWlMgxf1abrZd59ocxxGNexN6On8d5tJKTBWmmGYDgMhsb2
VomseY/a37xtCDsEJNN22pNXZD4pM1Kp39BEgvmqzFIDg9HK9YLdiGnlzw/skzfeZ6RsrANEk5/o
3U/TIREWntUhAdHiH5WdzEerc60TfVQgmTIqwwnNwxc/xMfDw6o1YVRE/47R2Xvip18Sz6PwwIR2
teRHGIBlBIok2NAbbkKPvQC64qifpSMwuX99t5B72VYtju78Be8WmESxJucAe6mvC/0qZbp6qZnY
i5LJTQ6z0/bPZZXLH3++6Ctm8+1zJ1DRM7hTzJ8+I+q3rx+S/2TtkfHpubL1Q80ZzP6Cc02GD4f9
FbhC0Q+AA5uAgU3M2XDY5uCMsaubVf/grZZ4RhZ2igNHT812R4vRt9FvrTgtuttTTjuzNi6Qnc3X
4BXt32nvsHxZRkxTJnGUs1saW0Ci4cTr7tMpMxV7XzefiyXuvthnP27pCBzY1HF7WHzq79svWln6
YEPoHWrD6OxbuyihlvmgK+JMHv/8u3641Gu5CefcJDLVRn/x9mctAKnmKYiSUJj93dJoah+3hK7V
aer82xeWXZxVZJ1cMzaBQ/72SpkvoPpMtLno6GfRZDTxsaLXE+rIzyPVGXHUWHV3Y5lVt/vzPX6U
ffCy+saqBnMgP/M3vL00/YEVv5EsYeCW+m1lrGmGM/3w1nflYZkX96qsUABqcLkiBim4YfJOXhtp
g4OqT7wj2WjdRQdkK938+S/7sGu5/GX0zvmGV+Gx++6l1gNhSW4dI61y4/PUH9xTchGtL6DX5mtR
++bj4YSPHHrVI+OkeY23+OdR2CkGKCvSVKGSaP52mYE3Ney9uiS+lvHsY++V8lFXzqrKIh0GPWKF
zWhfWXA+qEtcNW8mxpRlGKS0ZjZtn7bfA1X4z4SD4n5Lq6nyz02qdRIHC12/1bRmvCTXBTOSk+k5
uTr5THIhbmHAJHCZbAAojeameLkak4QvFPgtmTcMgpBeLla6VZ1o2p0xDj4phGj7acvS5Qa3lNJQ
nG0Mz1DVWorTYgHb5GXF8NQZBrJPU7SomWxP4FBjprj8BhmauaFMCcM+bYkCkyeE/tGPn9qhAx5I
YdYdMVaN7sbF/TgfgTSCnylZ67WoniyMsgNjUe9G+DN+xiXhhXghpde5DxpFkqcvl+qQCoF7m/Wr
RmfYYsnYsP7U1o7ClYFZiya5igDk9M9xGZvfmSR12N/go3C0HBR9eWcUzVUv4O9ueFAxYmdPS347
XgKfrtObjIGB29g/s8aGU0NI4/BUyNh+YeBsni7KRC2qtUWN8w+4UBWKuazOGQAZ+cmSF/B11/hJ
FDx4H24Z/IHz0KnyaInPZUvSE/qWYaO7c2khE+2ojrzMdbVITZbH1e26va2cpNX3tUR4HIEIQcY6
9dXyraor/R42j5/jOlnFBgsvA45Al2ngBpVpE0dDN9WXia2mn75ZKX1bBe38vV8w5m2g0Il7bWhc
Z5sWva+RFFxYRKNR0uFUxTsZI4KbYCgCafLSg7cYRbEfzKQ66AiQ2gPNAx+WUVMbemTnegPqhvwv
RA0N/NBNU8wKko3fmy921rcdMSYVhTYbMrl1UFWAnZBd2kK4dApi4SZTniPKE8EGHxsDTyFw6oep
wHC6UUJq9bHp6zrZImCbZnRCw2BHcVrpNoTSxLP2aTmp55ppr3WWmnGwAwPV2dthbpv8TGqrCRtf
bfvYsspdSTf1JSEgzXCO4Kh6yNPGvBuYzsttBzx1iAYssyRsmm1wEwgzvcsDFbjhRA/2Ge9V/dwt
42TShw7cR8FZzcWJaSwI5xGXotfJJoJGGr+Bt+Uzckw3Cudn1BLiSTZrrpn3lsPItW2X5icFwEAA
mmXhNxbzCMwlHYKfdFQ1mIVj0+8qeyFhrHdsfpix65GJt5PnN7uUaTCPeNZkGZKqAIY7wAE1bSpc
iMzkRRP8IlGseSwX2t1YGC0bJYtp1KfG3Ae/Z7K+WAvcdOSD7twUlBR29wFDaJUyXrYB50cWiqgq
6oG66bi6UWufkvJcXHD8x4XaahJhHr3hxPxij/q4Hq/n3Fc8PGIcIBJvNwpci6LMyHsO7aQZo4J3
e0860/LVfvTh7EbbBQtKQOcFxAWas7eX6WNkVEwtGRLj6cQ0yevyHaOpgbtU8094lzqChP3xtLZr
8npT2TyhNeCdwU4VlvoqClvM5qBmBDMm8ps9k+SnGjv/veQxtF/sUZ/tnh4RKNhZfCZCH4pwcmqB
MKzzgz61vWqXmJV3X7k+A4ucMdspgz+itzxXqRsWnvimYbx8rJoiu54qLGanq+4J8uBgtA+MQfLh
iz/vkwMMRa6OWZEQDqIk3h1gOIOWFaaQKTRFbj33jOZDCRzjScr0iyPoxwqIx8aBF90yPJB16Pj2
saGikKUWk0WeMu6FeI5on1Onn/+mK+JeDiqAQzrMsEMTAdw3U/J0ZML7RXG4HgnebuUgeujZvR5l
DMaeb/8Ip5YWmybjTiFMbT/B3934jXqynN6+GIfa+KK0+fRyjD8YRhi8se/vWY10IX2PXuiYjtZF
ogvxrABrHTEjYG0KsviLb+ND94LfmFkLphyOa/h+3s0EYA0GGsAQvEyabBB1iRonrajm80pPYQ0E
sXeY4sW/6ZhEbcmKZe/785HsQy23/gH0t1CikupGN+Ht7yv9hLgEYspDXXoS5KfwTqx28X5AJv49
5mJ6VKntPPz5mh/fYa7JsYx+jU0ImfPupnWtTAk8liqMsyJngkY6u0IWghQ18b5Y4ZxPHqhhmOzv
DsWbZ64wnn8eBeNg1lKboWvIUAsfeoZ4RW2G1nafpinwhlMAvd0TfYcy2UOboUsLvyU7W+KYrZ0v
276p02R4yLTcvO21BFUQjpNl2I9Obdy7mhE3ICOcC+xP8bXOpF3AdBX4lyzZ0hDQllp/XiqLXHsX
jeG+pNV2X9VB+iPWTdjfFXXy6TRWwfmSjX66M+3RQVDV5+LKj3PY/q7qyAOpSQbfKycosygvrcTf
wuuDiusZabYVmlU/Ox0HXIatE8mvs41Cptdy7CYZOGUznHQtdfaelYwv9J5xlJrd0jJkm4I2OR9R
8DTXo0h9EdKl8gIGX6QZbhrMhF+1DT57FLxlxEsYJg/jfVnC6KF3HauhIlLlkxCElSqSqCNtnJBi
ofD4d8lu7GwUAZTPbGt0r0jvele4kx6TLWiTOMAERo8VzY41hFlwSUONlS3ixda/WjI/ebMtbDH0
sPjXcci8W63wbTmawfeE6nZZLhQb2iaBW3yBUqb7IcE+7FLZGZHnGlA8QXaiMkZs7hXuI8kh8wHd
mr8dc2hIuSby9ou17dM/znVcg+qX3+V9JpbWTKRD2VRFDUHGDxaW+03ejx4dLNddvqizP1lWUN3y
bSPzYLb63nnQD2JKNcvjWgGYhKxpmrN6WPRTVKYN/1Om+xh99Rc3aH7yhllU2hYzP84Z8OrefuyD
zMlwcLjDEaL5GDaz68anFdxBe1fbJumsQxcn2c4Dm/2QNhr2ySCu9Y1BDE8fpVk2zmd8kSuCKaeh
tWkTUfys/dgqGQTmzQMSrf7WoQUHRqCzG7VbRONf8m/a3pa+3LAdHfCL+xr44AvSYGaEgzb2/hdL
2kcBDYW9SaYZti/btXiUb+9y5MNVMR2+0HeH9ltGR2pHA1eM8IarYEuuq8CPZ2lhMqJcS0sLoQAk
DhtrjdudtU3QHv68nH9yiuTv8cmnoebW9fdmltYAA4h4Gt0mhETwBj7zmQ2jo+SLuh5D8vuzwOro
4uzD1Aev8/shXov/NKg78lr1ZM4OEA2IE4YZnFzPXjUZG7dCxMn0K09/LHSA+sggVKNZmUTJj1wh
YIAXYqVHwlEh8NkwQm90zhYQKGERIrfjw2zCgTyzazpH6iErNb0Nl2xSycYmXiNDcJXG8IQYMp4W
SbHYoVa5kizq2vhdmMqjGNed6gYLb37mzUF6RUAwclqX9N5454N/MDhAxs2DsdTotgoPHVuIjMh9
KeOmXHZz2iR8GmbufDUYfO2fvzlDoepjFMkezyTLxin+9oVJes/P46x2QtTMhoxcDV+sBvJmQhKz
jCgPPeOB5px542tOgOivGFtxgp5Y3OWx594UwAqTa44enb0DYyGHMy1W4kc144SG8ebRqAj464et
1zWBvPW8nLAcdtSs/dt7+P+xAGAFeSb/MxfgFSv4TyrA6////2EB1k7aOvllx6F5yjb3N1RQ/8tA
AbE6NmmvmgxY1sPzf7kApvXXOqziAAZek4jJ1f/03yxXw/jLDSwqNUx5HA6xuP8bLoD36jv8x9tn
EXNK+JK7uiAR2KG1ePv2Qfies6SRW1r2JnHRr2wVEljgrExN6/xiNScEo0NU7R20VyCLfIWzWELG
xCwbFu3C9BXgEmvBWJ6gvHTsX6kPWOBq8i0Q7nm6FPs4r+lmUirED2Xt+4DUXFX9dFSfPncEF54H
fWX4hABghyEDobFOBr2VyfNEmQ4RBYrSiW/2co9MIt5R1o3e6ayvEJoYFDBEmkDgAHO2wSusBpFQ
3Z7PfTt2B/Kn+/sWHRY0IoIlqFDzqlm2oDoIWHKSKl1e5qWevTN3nFGsF0XOHAmLVb6twTomW/U3
MCcnvQh6DiOylY5CG+B39TdihyCbEa9C9Td+Z3ll8QjgKNa2z/FKfqflA6+nfGX3uBIkbBiT0A3U
R9BpcDfL2BJs4mlO/GvAdfNAo4gTII06xAGzX+m7YWRiwqLpjzezl0xFqDczfDKdb/uqGDqniiyY
2WdSYt3ADtE07aZ+5Qv1uj4wDlyPM21emyuaRez6JLFPoVbFZKHM5eNscAbYIPPKL/pZ8/XQml3x
U47QFMNe4fEMutraCAVziQYl+nVBqMJ3YSV1vpleeUfGK/tIr9v2GEPowUUemEDI01lf/Yx0BS+K
Mu3qKAs4cNIYG54QK2MqwEtz2ZnQyYq5V/tMkm3UpibGR45kPxHuETnRAmiG32dUjzg00sPyymQS
ylu+IQZ2UA0VTMSrdHLlNvOpWXaWnRjom3McWzhSzFthDSOQJ03KJT5AiuK3AiwOCYr2eyLvyrG3
aCBSk8DqBrVXnIlETv5ZZfer7mdw3NmK90vidtYPQvNWAhUVf7dcwMEs5l3br4Sq9pVWxTINuYrv
opA7vbMlMiMnP7UbMEhO4Z6NUp0vQf+CM6LaBDXa2ZktZZOW2ZHR6BxWWpxBzUTkrjdBv1X+cFaC
09y0aVk95057Byi+3fpJokdDrZNnpTz/59TWTWQpM4FkQUCRMY7OoZjgHLdYpxKTOjVNy/GAl5pg
lVT7hlLvW2HH1h6AD2k5U1FgBMFgpTfDmcI6g1i22PXc82Eua+jG3rdYt7bgFQ+d72mbdWQAZ251
zOit2haL/qtT1eMyu8/g5U4zyJqLcgmRmmz/91LavzQyg3I/voKPb95Wre4hyFoAFsqCbz8W27g2
zciayQ2a85QA8sn7xSAG8Dx5MWi86Wi4BHgVDohofzCICFA5TUbUgEwoCDPqp+x55Hmfqhhbv0jO
gq7hpZkc86GSyUMvk5MAgqjdeLdTTlbYBPE7cGAbMjXzo1EbgKXmtKlScc3Z6chw0jpAOmhDPCsn
C+42VI7aJTO+AyLrhzTRsGknSwVESV9zaXQkeQZG3a6u7516egI7dzkBgyy6/pQBQ3lw5HBOo13c
s6o3hPb08sXNDW0nJ5mEJjJhyVNU88lUuzf5RHRAOY5yS+CUy7G2WWNrhpHMCNvckmei8k1WOeA8
YUZQDYxYnNRoAnQtsx0zIxCF5lAf8rL/bmXtuMsd95eft8V5Q2TwBU3uq6Qap8gYLaxbsRucdS0n
z8kz0X04nX+hV24b1oMDC954wK20y6WlI4K2i+s+6A9kYZPaIZ1jpwfbXMVPqWs/o3YuYRoQRFFy
GOsVfVCh2niXLLqzda0uPa+A0TUAL7Y42vMDh90ayKwVDW0DzbnuSFDKrHMrC9rThAS9k8EjVMRL
zXrrFuOpX3S33gAuW8tZQuosjQZv+Yk+/EYYTnPioigArzE9lmUibnFEUdFNqolwWjVR1pvmwYgx
rRijuvBbiBWJx9Ci1vUos5qzXtnbnsiXbQff6SmbLEaaybOYBvuOBtllKbqI2Feo8IQIbvPGCA4C
Sx5As7E+OFN736nhl3AloTPZaVVjYmrm4ZuQ1lOHBBkrd6xdKOJcN7xyZdhr9XUJloyTo7rvdaV2
9F1O9Gk5l+tCP5V7b4jNVVgXAmD3ILvNJJB48T6z7X0xGPLgph0i6JEmsCX30gki/Fu8nY1GAMb4
S+ocBZPmwjKaY7fouKsq+5r1TVx4C/fc+1TWeWYi03bqX6Db7x29ejG7+cS10+0MyzpSUp6R0RLs
W2MG/FBp16U+YnpC8brRlHYUjX1S025/Zv6xRVGBlGvldpI1S5Ii6UokpTQ/pZyvRMkgIan7n15i
z5GfZtWp3SKj8ydAhX1nogZJbpYhgC+DuUSMwS9NLZd9X9rXeEVO3Mk7Xww/X5iUxb6oDmztBQi3
2CxZ7ujr982L3uvFXS95GTdNAm3U3iAq4AkEk2XvLAn9bCM9cm1+Ysnr4dOnyCAYEkJD/Gan6FGY
jvSEIKTkkjM26mTfqJ8e/TRSd0hfocWxXYzXaGOmKEMdBYufrfvYRIyad+cPRTGd9aLJj7TqhIb3
uh+czL02fSFJ1NI1dhz5YhqDJ8UR6FduLtuhpLVO8BUZHgbUWWDpsHMtu+PkBEHePM2MKVm+2wyM
lLdlKqR8A3kSHixzb1XaBE0H9KWpqn1HeotG4F0H3qy1R/Oeh2fK8WKGt3iik/lwpeZGXXddpj83
SApIAGKvAGjBxpCqW6y4GGsOnpa60O7EyDSwbZbEeSggDrmAyAoFa7+iOaVflybfobaVmjXp/dHO
6YFAMlWeQyYL8KO8BpVmY555jGfah5Ev5T0M4KnULjO9zTrjOPiF/qSqchop23Mq7IWNzzErHHgR
KQaU5mc58Y7YV+OsoYdHA5aAiAxL7gaDYNLgOCmJ+ELwn0AZNgMANEgfSDsaACMiIzsXJlA28n6N
0hGAPldDOD+vtVR4MGMyAIwtzkRGjU4hLCfs/NJjXSgWNpqLNG7b7gpvQ8siu9IGr2cxz15odY3Y
q54EnDAhOyB7qoz2O4PoOrs3kk56t8rI++RIIVfL5wzpQr7lCHXVakPOfrKAe253cdvTaYfnJ7Ey
tSMRYhPIrXTN30rrtBr33dgTMZ2ZpEISdtA68fB7nPQ5u5oKX/WPvRRKHOOR7FEGhxzLQtwL2ta2
s6yImG4RLeInju3uxg7v8eXirxGt26xtfW9HvxDHW0ZIMYJAka9BGGOuHoio6m5i4QBySTrXaLdu
w5h9k41BY6MuUWRLZuWcTftKlTgbewx25IiUmnuIg7Lx9mms5zqft20wjisEDCYRsIEuRkCExxgH
RTilnGgivvQVhmsFSLc3GgJKYLkNeX0N6UYEj6TzZTsnFUmr8JbKo1FXpv0tnchW2ZAXKIuoFksX
bJWXSowyNFsLvDULqSMS0HczL6sEUnPbR8PHVmeS/bLp/KI8Eb3Z7QZn7plq18sDctr6aShzgrHY
sMo2yJjcO+Z+KvK42sQavbxaiSGyUtUfg7xzQqoD7Yw5rTzih7HPinGYDgsD4qPG6PlGlqx2zqyB
M+86mLz83Cfusnhni/LNg0dO0onus2xxl9o2SPGHeq2bIeqKu+LgNjH72JIUWCUGWj5x2e2szJV3
Xan1zNH9MvRRAJ2Tzlr+6HNvOMlTok9y5elnTEfbl2qGk4PVxql+l1hxXtp6UQXecZMo0YHMvo3J
V36h3DLfGoKIxTorlojYHqoGg8kb557M3GESz3fE9+rP+IBLDYFerw75TFKXaPqLABz4uq8812j/
Nt1QxiFzDv+qMdzimZqVvNYWE1Mji/yglCRaE2lxcoRZpXZOOj9r0pkgBov54LQB6HX4HFBbB5Vj
UGVh1JLCPZKzoe8YBvvhYFaPbDtlaM+qfrTnMYEaoDE6quP0W61jyPfL/jQYUGNapNtt+qKmPPEG
19gFA+vNBpPt+BB0cRsx32e2TgkV+rNrH1TT/+78Jtl1hKVeT1NzhTZRnCUZr/2CciAsYBFzaC2J
o8RVTUEmAjMyp8a+V9lwH092esx1W9v6wkWK5VWRTEZ3m9S6cWIkASTcJst+Cnjn+9gT8pxJPCjn
wcgxv3QkZCbgeszJxgVgj/UDd8IRdQ6GcS/FOFNJ5u7Ri43lYhJdfRzi1uPGR7W3zJkAq8zri7/H
Vv+/E/O/DMfUaWb/z72YSzJA5fifYz+0Q/2f//2fbS9bjmv/OXblj+rXmybN3//U/81+8P+iNU36
g+3Y6K3XQdXfbRqEWn/5eJBQd+KCwhDJnPW/XRrbAdGIBB21JWp76Cj0dv7bpbHtv+jo0Vx/ndBi
4gv+TZcGaevb3moAz9DjD6DNp6+WhfcyahyYVSu10r1vHeNXNfIluzo6EiIWi3O5BJQJbv6SNlV8
LHzvglPMsotTcdbr0tpkxng+pLP9a7IbvMkZVIdQ9eb1BCGWA0PZXAgiho6eavsbTI/VHm+6c6nn
wrksR2hY9iLOmLmT4lUqhDvDnGyTIJhPhyX+WerWtVfnaSSq5pEwo2LHGMmOPD35NRtZQmRo7CPH
qG/FnBy73H+iCrmuifzCcg+vYuIzJYF5gfYgrOukzJ8HWX6PBUPA2SdHVJ/8u1Z67PQG4T+wPjgP
lguOcgKb6Grm3wOgDgQb35Nk+V0m/4e6M9utHNnS86s0fM8C5wFw+4J7niRtSSkpdUNISokzGQyS
weGN+jn8Yv6YWe2uKh+f42OgAfumgKwq5dbmEBFrrf///gC7u/APZqmR4OAdUP18kTkGBli3b1Ks
Qhjk5cGqcQdYZvuMKRebuhTGS9nk76nhP5IGtReEFYc6jP3V2Lo3ka0ddWqTjVXRCsmq5JT07UJ3
N33YR1JfG5nPNkIk206nQNj2uB/CDKJuOI76EyK/grUmeuxdEsKIy2HXt7hYTVV8RSaK+y7Qn/RS
TjsISu3KmIyOmEz+MdjZD6JxmxB9RQV7OyUH3IzdVeQN/lo61V07jzqTSOIy9LJOfsSWrjPprPq9
DYTvdRAO2baZB6hXV/1doYrkTgGjXRPQwbiS6L96LOia9QLnl4ztY9DN8sCRACJLk4sNA3FnlaV8
vjfr4t1lB3/pBU8AFBpi9uZCbJGBt2uGsRT69hVnwdEY+NIeXlC2ECDAWvJFtPFXKhAHKas619Po
r3PBJYo9mz6A7KODPk7aPlXauOExoSXFmGIfD+LeYxMLAas4+2mWkF7Q9/LU2s2RFFl/zbtA/KxS
l66AUZ5Ulb2uTTAtsTk9MaW1d6rWSDjEUHbIuik/0kbLt1WbWs/FxJkxTnjA4qjdzTrUdo3+i9eq
ZE079grviojeyLF2se7eaK1ybmhIoUzSaMcJn4IoFvY16SuxYfqBUz37QfjRU0aw9h6pwHwRgzZ+
K0kDDbuOpyhGcrWcSh8Z2pqUAlq69+BHs1PXd8B6r5Q3qINHqtbQtrp2HdhIpgjweIyABzOcfqh6
7n6dcQ1y0RIWv1zzSiAUZAG7glZRSKu6jN0pOSHIutMHdVFucTZSxggzYqlVRBMy9Gri4vOKh73t
eDoRD+9Q7hE6UvPoOgbPo6YNdFBK/xBUOg93Xd01lpdeiSy5QfgAc2QSL9Cz0XMpF30yhUTd1Q86
NvU9SWuvTTs/QTOlnaCbT3TYErKuKgSspJVTjVfnQlb2No37FN5rxWMHviwULe1PI/Xbx1Ynshbc
VvQoOtaXrCmh3vnOptDkBpkacz69v8R+cYZb4eBqCh5bU9zViucJc/JNM/Od9IFPT4iGXtE4m/dG
TJi4ZyIrqJ3sSxP9hWyKFhkXQIBmNMnz1cHYdJKpUck57fXn+le35JDbVeFtJg4vK6nzFBXR/KS5
k7mC+FNvHG7SCsIiRjiDe0zKYbCysXWuIMy/E85DpCqVPnPn+pbwR3LIZ29c66nDmksnfKNraLet
ht5SqXFHamnQ2IlVbkKejLgkNbpIMiS64jDjDgNfyuLhNfKFSuRFg2PEUYgln/Bmfz1O1QMuxya0
Rru9z5cbWTru1tFHcwPf1l+zpj6RBkYGfOs/RopdQOeXCb1KvhBk/ZWI6A2y4FdJQ4MIjzZj3VRM
65a/u7LMHDqpcwCO/Rjlc7yRPYzSfM7fJ4Xft63pkJBtougBNwIMfJWEHV2UKpmeopQI5TYlsT3i
6BSo4dIYSMWGmFeWXEvEUElxbqb83JT8PLvnTdAOFws5xwZDBydiO3utFmliX5rHzk/ouWrzk2hd
PP2KB5GMh2llDT0UFXTvgdxWgZY128zTqglSxSwvQZ/zrOkTHWtlpqtR+TeWsK5q4L2DPfxA3fLa
aNk3ZLwEdiQ8C3lDMKDXc2ttEhKo9lmKnHkJhC7cGyOmmVcA236wcsHYDIckWiDupcl2MPbtC6HD
+XEwsh9MDUHA9GC6B6AttOxN61g4Kt3Hpj1uGAIZj4ZnOis1UJJ2s30d0NTsnEILDlgyNzE5y6uh
FdzbyH2s4dISKUAcCKlkPNRd8kX488Ns13ejk7+O/FqkLfE/o0V8R5dL3KtZnTM4Ilrn3qi6aXbQ
C0DBYtMOmX3n6y6WL+VMWHuacSVQuH4GMf+6QE9e4cPnOXjB98xzYHuPQRl8RAAPdN8jPNScWb1T
+tGEGkT30VjdFfn0FBfiJYIdtQLMIy9W1ajQaQGOB672yU5DVEqdfuGX67ZNWVlsguWroUXHCXYe
JWP8Q4uXSw/xfuWIpQitTAz6Y/syDgwX0pjfEX7CBnpCcNC8iTSMIToCGKo39VhmVy2HPFAZ8cnV
E+1xmGCkSFvyKzj5D3woX9NIQHgX/yDMhKWGRCVmV0W9J1faWVkJv50/sNcNKcEfle2POxsp66YB
3sD7yY1lw0I0HQ/2ml4XF0nLvrBnN0g9uXdLxwZiMe8MmcHvNFWP5OE6q6DUHnuHpRzxrA/Lfbkg
Lotzn/HsGxRnKyxUuFJYDarJ99E4S+pbuVzBRNXAmmII9aZOutLKdqLpIpVhPxkJV4NmwRg6A4iQ
tV2n747FLkAm1J1AubTWATJJi68eZCiaLG18ytO+ofPB51Nlsxzl0SPDq2uX0kEOZpC7vsOLMTcI
hSW8wJu4M9pQFklyi0lqPC4r5apvx6e08qM3qSgM56J9Wc53bVq2q5SO0S5D/7zROVut/IpDjTBZ
ckxCqcm+rfV13bLOEm2EwoqD4MYsijNJjW/1lDtr4NivYFf6LcrGXTd0ZKhW8Y80b3n8WK5yOja8
80zeGoKsQgsYxt6ZXHlB/2ZRRkpzk9hBu4N0RItD8Q9T8Gh6NhEGmc3arSmpboYGOp1y9KueeVsr
No1z6vHWdFxMQq4I+RnEnRr4/Sa9IPTSrfMQhRebQcsamSZcbvA977Jk2aEdTPB9x9S/nvhJv2M5
iw0Xr6WXPJA5228nyYOa26Namcv+4lrxj1rkr/FA4rpajthJUbqXDkQQZiGSaqF8pjTwy2GdRP4j
Im2O08ToEGliHGKJKsVRu/k9Yt4WZtakvcc6m5ktlggFjRedUJXx8HMxTG3I5nFkHsvE+YKDNGyy
2p5WHHqeoOx0+2E0sahH5PEC+GLbxQS3ZeiFzsA2plNcsb8tC0s8cP+bMZ44UHuPc8t5eZyRATWp
a69pW5MsI9mJMjQa55Rok6OeJN3uZ432n1CwXtIPWbf1V/dfl7/8oxY4zuOk+29//mP768/xZ71+
697+9IdNBSJquvafcrr/pKXBj/IX/f5//p/+x3/5/Pm3PE7i81//y0fdV93yt5GuXv2xwkRL9/dK
1de38v3PYYQ/f+BXQWpZvzHc9/HwQf9HV2Mh6/k9jND8jSoQUjH/GkgP2t//WZBqPpGDNvmFP/8H
jqwOxervFSk0WHIIFjOxDnYO3AMl7r9/9btfggCu2q9L8fuf/4Ustrs6rbr2Xym8f4pf/0M5gO3N
gmeM7drjedEt46/AjE7QGdPsnlFtHnUkvuBLTo8B1p6w4AxA0jJ4J2eOQ0O68VfLaee56aIysJmM
GDGBGykTnB+jRYz1LvOruDkGmMRHY9Wp1P90qt5mZYGmViY3CFIJA9FgBNZPaRD5bbHOKfYY22Wu
8Wri/SnuSkfr8OgwZNOREU76lVhXKz4EGsDaMIrmpLrEKfXf2m7yud+U/fBii6qatoQ1Y0Ly44LU
X3APdLNW0gRxTju1Gy1QD2j/5MnkJbapnYaWPLQynrTmGpWADmNknJpWbnRSzf0FldATipx4Vb5z
GYWFBnH3rzUZNWENgOOSdip5nJe07sTR2wegMQsGKx1fmrYA+QXeiF+s7R9kC8g1jervvPeLLaf6
QQs7X5uTMZwGLm7YTXaHNcNr3jydS+w5+nyIgrLYpw1OKYfwqAsCgFsttcmpM3tIcyWHY4Mm5SZP
Rhu89tCf2jav1qlufZ+6lMxYofuniiXwDkh3tMls/R2aRr+O9KbfV7T/SZa2ngNvVidMG+rIplJ9
JaPTHSP2zF0u0eQLJjHrpgWDWeNNDZPG616cEjuk6CZyEutoIPe8sDthsTsOjKJvu8LNSUHPOtGQ
lq75mZV/G12hMA9DAmIwKoVey6vWznPwfUgYDJ6CvOVHMMtkphOHsvdwpGCdKqXtrcwO/T/BKjJW
t6CVmTlm8Qk8uzns6VM2ZG9N1F6NHsUb5Hki2lQQEFeq5tSIzYcs+NAIbPBIZtWY7jeTzmTYjktw
ssshPUM4p/tSo6tBdnDoyXmTlVQ7kWzwEmFRCXHX8xPkSip6iVL5wX1Kt9/dukTGXdpMU5zuzOEK
Qq+Cnab8xiIGWYJp6p1efVcy8u29JbqUfJcssbJLizIHE1eb5t7ZKLx30Ge6fdCsqM8ZouqJCAdL
vrYFj0ztVo63jSmR410R+6bYR+Us9oVfXc2Zo4ZMRPc5O50DbtC10QIwjc/EZNwxNInCfmKuZLmC
zD5cRqdyGWWauoQl6TBJYcYypBMcCY0E8tkaq/ajhaMD0DVP2myFT2hH+Z/NK02BcaQumKBKTmPu
BgefXEHzzk0EWZUEl6nlPZjPtorvLbrXTT8XCLu7T6sV9AmwegO8bCwygAavfmn9ualPVIoZMmRD
z4/ahDLmnQFRgjWtsAVF3mQXLsCnymlOhefivku9AhxL1DlD9qGKPA9W9G9uUIFoRKAOxG2QtNgP
FUZlBdwag+/rlDlJuq4n7wMhyiFXrTizQBleyEyCe5r4jRusRExe5sFAP/Vsj+XR5ntW2yHv9Xc1
VRaetUEtw85ussYfrAUEYyDTL/w1WX1THGYF5pstTNUUY7ICW73RZku1xzRIm4xnAk34UkfJd1Uo
xCARs79moxTduHUA5M4JXSC+NW01Pwr2uBmTDM+U1pDBSGx8HLjOGf2UcV3OLxtnokONdKzfiTjN
dlVczN8nm475rnMHDTN2q691Dil2RjXQw9Gj52Prh0RDiAkadf7GoehWI6IpTHHA7kySv7ZgVD8r
4U0n9mNtCwPWO/lZZxH9l9hHu0m1D79PQQZJMvfC1nEb/WDY/dRsSc2wra3XtA6C6v4TYSZSkzyd
XpuuQrCrnG1aehO5pnW9bVryLYyKLL+55nvnDigmy/kxjFp6IZyKc+hAKjOPhv086LLjGJ3OR+Yt
cjOUapQhOpsFvWgv+W+uB+gswi5ZVPonZrbknvU2Ogf+LFZNRPpoGKN1WkkA5DvPLd2DU9YExQp3
fmXMV2+JZWQs63ppsc6iKDtnYKEPQCbyqw91+Ui+yC2t6q+xgZEaegysjy65TGf4B/ORMKZuW0eO
eU8qev/SuPWwY6X1D2mu4uNCQPxmjUW8cVgGOWYl9nCAbDvcpmwxciMGeBmrynTecuUE360J0XBg
psOdarLsOtnNzmaYsUWfau3HIq32ud5oZ6Eh6GHGSIrm4HIRFXYBfhPPPePoPKVp4d14Q/tYAdRy
1lYT4AfEe/lF2Mq941T2IRO62sksOieTgqBK7iPgtX0tzDdhIKpy2zut7N3QYb8sm0p/WOhLuHKv
5dicYt9aeV6L3jqYhhOyjnmbCXiHiYV4RPaYbicoqlVB9DrNkG1n1tApuW1baU/35sQaT3D5mkwc
wgd1urbG3G64/vZTgGRoC+BFrKbBDnYJ3UdENT4CFddgtUiK6Eg6KWgRW4vfbaPvjzNWtB2RH5yy
lVdfjMLYM4ynORIsxEpn+ohVPFz9YWaGlTxK+r1hpZm3jgAVIOrhsU8VXa5Uc/FVxsnM8L3/qlV9
zQWh4C023856bSVc8Cw5toBu8wTCakYnihPzM7qdter121QaR48kYrynxM6naXzBFkLwpMzuE685
B9lwTPw52+jQ40IkA0/m4OwpQuBOYYgNnSY7ul5+yppgOow5OqkFJDrtzHr+RvCzsRiJyy2jgjt3
8Pku4zZAr7OmSmLnlfI76hvslyNyeqdb1ISI0ZJNyqyMdcnW74l8Cx5hDTqrGdnHC0mZ8ZPfVKm2
QpYwzVsEl8itK5WB0hWjJ60teEU8dBRIGvPIIrGKlWzd4s205ltROQh2EkZ3liutta9auYJ7wGtY
ZTL5QMZV4FU1ar27GEDV6Y/0ggxeMmaws075NiXkk8U610/JHJXP/uBPa2IAicCUc9mHFKll6u54
g8TC1rMO/tTZbOl9edvOkGU4ZYj+aAb1/F1Wpr515BQUazQIUNNxbl3hm5Ve2GL5ID4S2467I3Jg
fFMTXkXaDSYecgiphtmssqlqkJXlaJJii87JsyIkOdgYHWmClE9tfKebXXc7t6a77+LUuu2lA/27
iScDc+xEnHSYEAV7IOWGf00hSp4Q0ti7IJvsG5E041rlFGJMcAkUwIdI74ibbpYGMa3ED63bqECV
NKT6rYg7/WIm9tIzyeSaiWL/xBm9uBKFeZXC1G7zmKDEyeLZnTnt75QpppOjHCSvTn8PqP07YQ08
GBzBV3ad33IEHM92T47lIvNwIOl21bYQ5UPcYn/sAKasUIs96e4o13juzqY+kzaKXmbT1ra+rgYv
vuXUQv/Hq26GVh9uY17oVV3rez21uPrR/Bm72lvhGckx8ZjqJl66pyo+tG42vDl+1oAdxz9GZ7Y7
jHUz4bxn46TdM1SP3Fb1vWSoctbi4AMzX7NVjSB2qXWehdbKG0oga+G118gKqgeCD9nCJm9KNrTE
JUF9rK6ws5kFkJ8EiJK3Njn7DvvJSjki2xejsu4kCv6HgaYeFB7LWk+mfykMkmccd4wPymIvcdJp
eizHpHo2IhHtBteD9U6a3lrBFt2O2YS4eBlUIMD/MfTWNQXR+1LqqKS9Un+1OgOf5aCX1yjSGJ+Q
bvkRZGZwBmWhvziUy8CLOfu5Tf2C6UlfxVXs389j9QDMtXzp0h4tFFE8fpas0F1N3/UWGZ8a0j36
NvsdxHR9dGhj33c9Eo5KRvG76DzvvSYo+lYmtv0tyGXro+7zMk4qkfNQDbxisVt3Dz2jspM2jilE
TBXAyZ+0aetoBNLm9Jt3Guaaq2+22s41G+91MtP+lp4mTGNXJ0CoThtmX3bxODn82j5k4gddDYci
7c2dLmyDASD+ZPwN2ne7GKvXNgexX0++sYHNk90qNEjIJe3ytiD65jsaEXOru4Vcm371rKwRsZOl
yOvykbYNiYfpOoYfVLjy0NuQmQUaxVUKyGEF4Ij0c7KSd3NrpLtGpWMa6r3psSIFMkIGaqidwNd0
DfqOfGXCFc1ClgTyMiq8y11Y25NN7hIk7fwbciK1SmOXOUjh3Scib4+TTneM9uAV6bK1rpPOWI8Z
GsDBSxzgzX6wrtW8UanWHHQv32R9Jl5SqRtXptGPll42p9GKL3BZhzB3+ySEQrvAqf38FhmVg4wC
64tmxcGb0zI+8P3+u2+PyV1pxO5JzIb5YLRWckbEDeULv8vapQW6qaPpG97sYz4Uwz6rE+s+44i0
RfEVMGMci/ViqaFNLOlWxg75cxPNrUdFIrW9QTvInKivJhs2KAXfxEbzI6vqfMPRNr2ryya5p0yn
uoy8oL1x8+Yjy2Hp9pklepJhk/jUoAw/VxH6srRp2yX1mkDPGc/cgAKRFcSe77BkqZNG1Oq5N5p7
BVwE46JB7RMjzGIA5NzkTRFf/Izc8pgii/3RSEgvQxE4of3cN1PL1RhkTKMJWTJkV+e+Ws4/+HqI
KjbFh+5FvKGNsU6JDgsbxgpIvHg9D8PAnmqKRt9askU200yEL8fUod0gqL0F3d7CTtmIUqY0zmh/
Mvt+yVDGfZsT2YdVY5NTbUzjO/fLOWLAWgrl9KWl6H/hcT5ENSBhby6SbVbaINgRsDZ8fbc82AIQ
LkyGUoJrn2IwJlqUrZEb6SlJvy2AvYQ4cYys1tHOM4djdLy0e7NzrHx/FznRBSbhvWlmMXMoLb3p
E/9bnao1hqkA4Id/gQbTr0ZC0sEsIFbhBHgNIidYGb2KNnOTvtEnKdn1i27nTrl9MlSy7xfbe9bM
Bz0uXlUJ5T5sura9VXrwpBUp+bNG4t1iiS9O2JbFtCKJvBiKjwSy5R7Ee3/xW4/kOpoFrxFpOivU
QvWaGD2gq8FJ9FI8aG5Gv3vZnTvw69gO8oc2ns6F64lzZGj5NgZ0Agwvf6Rx1D615FbcMgHV0Pwp
6wf1wZsvtJvaqD6qNqne6PbLczHlcNitbND3dSzclaFXTqhpMPWhhvtHT4iN5gbac4KycEfKpvuW
Ga7DlAA7hmY250JhN2CRgdpughThbG/J/dApY08R/mrVRh/2dofsaPzBI0J2SG/Vt6LFqz5Gg35O
q/qMGS/eoCnNtg5a1C8b1OWjS1OHjvoiWgrAZUBuJj+gjxjPwRzbd5r1ocqiGUO/bNO12ejOujJU
+W1Uece6ncg7wji6AyUbnsZmQbf0GcYMwfiHvHqYCnRRNlpAYC1N2W7rljCK9RqksmM3DvsYklYR
GM23RtEaQSVrMzwb5qtp28URVDsVsP41I5bbBoYeQ1PnfViLTGsfxDT/yCITCS34zhCzpLxUWsle
6TfMk2qz2shlROlZVrurdUjRPgmDJ3MOdJJW5hsMS+dh8p45HnEoJ3hmoVCVh66Q9rlYghrrqpiG
0OtIO65SCuBAJF+E8OohAtlm3UJWP3fZKDYeHLpzzZdb+WLa6InzBFK+YZI/JyFSPxS7PZgOJ7XK
Xd5W41vRGeNN29SLcN4o1005v/RzM2+tqffOKaJTPtq0P7UYj7Beava1IMqOt8eK1sx6y0udICm2
KH+P9G3Nh5Qx9haVPhRK5BGo1+dhXPU+NWEjNLlrUlhbKBVx+lJnbPAoXxuBWa6Wuhli1iv3UzQ3
BwZX2sHosJnI1PyiA8U82MkeWjOfw2JwbHQZwP28pBqvKpfGmu7ml6my4IROzd2XCGGQoGc6B/8m
3iAIvXPJAaXTAhFocFOHPbAtjwPnp5sAmxBkozZDm+vS7jgMNBrXNh1NFDAA9nh/kLGOVX8FxlJv
Ua9VtOsk4cll0a6L0ed0FA0BQCAyRNaqZRbhOcU3Nuh6peHA2FRR54V2hNwjcGG/yUR7ZcfTNsvw
5OR7cX2IzcHalplzO1XlQSR+djLiUewkNmC6px5nR9YHavvOJzfQHqqNn/vpPhvpLIFXNXZW045r
RtnGpouadlM67bc6Hp8YpasV7UU4Q4V8L2r3FqKQXJezMzyhkWiXZ6s9mEba72iC344zkprctT/x
searrk7yzSDdfCs0r6PjM40r6Q7N0Yy69ByBVd6IKgM9iASyR7G3a2Okm3M8MnjpJjqIdvI2qiiy
jtTsXXQyyQ4bQ9WQ07wjvD5XZ5PR2kOTkBa+ZVTYz3dRTCd+yUCE9+IpM7bC1jScCUb8nJ1TS+fK
upGlT6sFwhXRNwtU8sQoDQ9vFCWL6i/LqpcRcQMVtD6SdC7c0n/B+lI3KzIziufCGMRjqnjeEMgK
bTz0aIebtYwFUQ7AdagJmXvrCENaC2EKYGMtpq6E9KO2XilY8lq9oEoZpuxB6G1sfGod7bqr5w6D
dsxkbS5Tfyg6xLVYi8yrUzoFd9ZY/Yx9JerFxcLMZR4bo8G+wYHWSE6C9Bq1cQyZk+lZG9jt4DBh
+BpiqExHe+BdCufELcdz6eq9RUhQZN4iWp2+FPRNEnaU3lRg0zq6nymt5Ts6/8Hea9Np71bxYzn3
2VZNLse08kLCzbdiyUJvoQ6t4qGQ91XsYPM13iOT1I+8QAClyrwN9dH7oTpjfuJBGL7Rv812Lpoh
k0NdMT3jmcCnm9HqKLVg3LZkhtkbEwg+c09fAOpq9bha1elcLcdyv+nWWqGyJ9I2ZHc1277ieZCj
t0cRkCHwiFR1n9JAypZRfFHiWRrESachhKmHtiUyqfI57324QiXB9xcyihhLJMbe1PAlYyckysuc
tQ1bZ/00KvVc1OVj2XiMUP3cvu8xvt8LA4KWmUzn0eSI6DZu9b1DC8MZ3HkYYwJs8Bs1hKRqZrlr
elHdlUSjHPJA85YID0s9zW3kHSxkMMSypPLFnJPpixFps/PQq02hJdxq5dTRS8EMcBN3Iwp6TFIH
GgDOYTAipthy0SYkrBg+MwPMgeA9pCBSahyMHyMWZZaQWTjTW+lOpbkvUwWTjaN44+yt3k7iHQ99
kD2laQsWK+3wYh3SpDQQ6cSikcSc4I+G0eEA3ljZaSMpIEwGP5TIbk0TF7wBv26oiPgKUhaEkNCT
tt7mNSplmDzM2R5z28GL14Voo3Rnwj8Ok2xagxWd52ZPtgZ6Floz3jCc/WZ4YxQE08Pk3my7OUhW
6Rxh7uznZ4Ttd7Smj/GkQ9RIFh3xVEuCYejUlnrmH6pFlp8QaEJXcdKPzChSm5Q1n1OnUw07lzww
Jse0sR1WO8S9+bwCo0xKs57dMO8IB8qV77GUt4UHvbxRY7lDARxvcyKU97A+tVvpoItnUAvuIPNx
mrO6G0iFDNUcIiH8FglUaZ4qfRavc5l4L7GKvHNj2OnGmK3hNSFO+DjSIq1pEdKVRaJKl7ec622M
wGDvM7E99olVkuIiOim4P2lLoq3Jbg8TJdfWBY/MKpe2VW68RDezlUnSKSm9+T16k9c5jowHBgPn
0jAOw4SIf+sQJfg1SznuDMmxXI+KfMURvNoo0yVwoe1ab1WmiKHYP8Wtcnh1w9nX7FDQqdp6jJbp
x9tTSg+fls8zgn4HvoZGG3fkePvdbdpPtEOkTsjOPQtL4A9rOThzSiFYDDPLpRvn7l0J/xYIYLDO
+hR+uzEFSLPH8einiSCapzSvSW3doP3RdrKbdr5Kb5q83UvhBid8JID2QF43t4GvYrLyCJ0aSI3B
yR9Ig3xqYaxqFJLMgSHEaWzRj3D+bph2sClSTF8bj6dSpwl4b9nZxSXeSM3OMWWcJyGYlEtG5/dm
YQFVExAeQZ8ad4YIkyCL740pcfd0AZJr4WX1JlC2uSOehO5twi8dBPVmMoP8XQBIbQP1Vol42S/o
UFquNYR0A6IuvpZCHz9Yb8tnJb2Bt7GJtq4+3dpaS56O1+GagXc6raVFIEoIJmnY90I6D5Yb2Kil
ohJ30mBYeyvDFj3NuflIV/YTFuq3EnHKDVVifHbKadzjJp6JLJq7ELnPjRt58V2MBgy58HJWKJxe
HlSCJLAZmTXJRXRfNN0cRqqcwrrD2N0bjlwbhihPo9YMyDJYn3mhfe0BI1jzoFR+n5YcYqPaVluf
2WaIPNhYa8KcD3HhyNBASn+oeu8Z8hsSvskXK20YygspOBSBkdwVpt2+x5J0OKOPbwAX1BtpIJ6n
gANcXVrTOuU0J0rtRaK22quo5/gGAxijSovk30AZaQyYd7Go++QwM5JKMh8FSMucE3vQJe6Eu7Zj
96PyHIY0pAM/VsSerqxcXVwnodZCR32w4mjLF6Qd7SL+olV2g6CU3nE1bQBYaK+eXWmhYNE6jsoh
j7SfFz53niSPymYXO+WDUvJmajkmQU5sI/dU0u2PXqVUkUOy6Tj2pyYqplCh+GHfxbIWDUM87rTR
OumDoPQIBKfdxh7coxuVZvqNwQfh9XlAIbzHMV53ayrCpHmPPN09yciNCIHqzVb8Inz8J6g0bsVn
9dDJz8/u8ib+LM34f1KpAQTh7yk17v/7v/XVX8QdP3/kl1bDcX6j8vThuYJY4TVbyCi/tBr8FxOO
A7oeXQd/Avf/P7Qapv4bPAjW2sAyTfALC5jl37UapvEbpBx38RXA/fVdy/pntBrWn3E/eNIwMei2
CwGG8G3PMv+CpDF5y91seYUrL080JkH5gHKLMa62VqPuopGaNPrYNuDQaEWXkPFPRPjWcDKkbeM3
J6aw2Vjs/HQD2NCYhRB3xDR0JANzxdw7K46eoYkhFA7zaQhwg5GGgC8Kb91aOqNzRyYmkmdkmus+
CZCGoECifY8ZR/6I7SwgE6jprXtiPwQCDSkoHNsioKZLB2Z4djxY0DIt8dL2bv0Ra6n3buOHwO6B
UeSferz/v3twFyzg/94Nc/j4/F9sL8tP/HpuNcP6DZgeiiAdoCJLpA7849eDq5n2b45l6rC3yGkH
+rzEjvxue3G935hz2xYzZ37K+0lp/v3Bda3fzMA1wTvpHigxBwHUXzRFf09j9OfHFh+Oi9MFQDPg
FLjeYLEwxfwhMmOSk6NHfa02Xp3cyrqON1PWjLvGRyYeTHOxwrLY/gPgHi/kH4CGy2cuuiaw6fhJ
F4bj8jv94TP7Zd3HQtpu0D6kb2oYq60xGNfK99WdGlD0/OF2/A0Z1Z+hX78+DkuRw0sJkJrb8OeP
6xZdeU7tvKlgwexamzmjNGfyQjO2pv+LjwpINgdDY5neX+VaUV8IvTfyliQQTacHFCROyIw+Anta
2/k/YH0t8LY/aMN+XkaEaA4cM1BSxl8vY1tK+jhG3dJYk/lNYsl+R0K19dpkefnQaUR6yYLmQ2jC
yLrYnG3/wef/rduI/s1l2XWtgO/75+uqyCFxx8VBELt+SfuSo7GfS3nuqETXQ6P9cwE2v+6jA/+f
uIeF9PPX78tOzJy2hBgHmrC5R7fSXFxGG+zfvn8KsGv9/Xv5N78eH7Ms54ZDgvKfv15T0lt1Yhu1
gKd5tLKwN3ccRlctj9p+YOHd//Ofh/1MtwLXoB+6bGN/fCvaCeNGCl51g1HMBSPjGnc6BBiM2HFz
O5iW+Aff76+vBfQw3QGbpC8rkOX6f7l9heP3s52PzLqy2b7L2yT7H+ydyXLcSpZt/6XmKEPvwOBN
IoCIYE+KpLoJTN2Fo28djX/9W9CtlyWGlKTdmpXZm+QgMyUo0LgfP2fvtWnnlTIq2zr79PpPs15a
67yNVPbiWmf4rdAGSVY7XR+ruibE2Vf1Pi2ZY5sF0wMyddVtmtr3SEaWh4BArtt2XtxrhoTo217/
l/zpR/PCmpD5IKgBfnp5k2eIkiVdZW4yLYloFQbzt1BmV5Pq5q+vX2p7P379PPnNFAUmlkXbQUDq
nv1mRKVt6iHyjUnNXklmJh7X09byOK4NoqBhnL/RB/MqgCQcP16/9PnKsBli2HKoarBGYpk8gwC2
FtqDlaTQuHqfxcaty8jpo3FUa6Qf/+GFNrCot8FxwVqxgpwVPak7KgOAMc1v3PVwITh807fGOQLO
3KEfi/MhKKQT0xUaPjJAVsfXr//bPQYl7LIcOLaHRBbv6MvHOYEGypBRpbFbTtmVAwbipD21XDNa
4+SbWt9n6Y4XQGXEG2vfb3fY2jSKPns0ZlE24+09+3ULK93aosdZxlNZ9ycuQs5OGOSXa7dCQAmG
Gr2jMTFDremZp0n3xlrx++VtCgMyOdjS2ETF9r//cvkuBMyUJ4OMB+3pAy1UjYy/c/foGgkTQw0J
GdFZ6Vj74xicGsqL5o0P6fc7T6XtWIDTXMHXdE48HMo6M+XYtbj/W3pzQf49cxuS43xZH60es0UX
1uFhtsz+jXf7zxcOaE67VmBiknz509tMYQ0giTyG9cOALmxCwurLGquhU9+muXKfl3V6F5Dn9sbe
fl4pUeCD0wTdulVk2HLOvmcTaJKVrUETizwYImNZ24PJbIpZiQ1Jteb9x574Fuv6D782sFy+YRL8
2PR+epZ/edCzb8An7dcmrulFXc8y9A4DTeOLtgoF5lnbejcHQ/BYh7QE/+mnRf0ZUB2iY0cjfx7E
5cx4TQcTFaVTeahJCqP5lJrFeyIbnVOgXOdCW8NNmZre7evXPd92MXlbpA6xgBESCa/x7JOe7c4o
G7aE2Ot6sQdhYsUY5ZyrYHUe4AQYF69fblPyv1ymt82WA+S2IbhEgZ1dL2sMG7oXpzSHHsaXicBs
XI1ybAlFYGAaLEl/jRSTAFWkR/I61WF2Q1It3HEV9HGXlcVuogV20c7t8GS4/XTKiJ1/41n89urx
jTOvZhuhAWZyZHj5zhdr1ss88ebIJ6UFAbCfRm44wy1yy/xkLCgtWIv+yy/y790HAPbP7w0mePAs
P2uujZZ7tsyguezGtLT8KBFLDR3ZI6T2s+U0TvmXW4xVdyvCBuETklvDvErHLHfiPMm1f5zI4y6P
rZ7t/LjMy1I+Dlmje+auKaRz0HqJnX1WiTLNW87TrvWYSGLz9i490WXvdI3nXBbA8YYTMoba+zwB
+CMFAuIo/SXyEeFl5I2ZmnElcI9e4u9BlQ/4D27YarfDeDDysqxundkJvgydrvwPyTjI9KZ1p57w
2MZZs33B1AzHjTGOX80F++mlIVO6/ytjmD0DTOT16DqcbG/anX6XOnTo9hL9CVAPCIZuvDiAw9Ar
Ngk+XlmmEJsoDvFKWqv5pILZ/YFbeTnVqDk/ol+oCYRb+9pjzBimzxyQ0DGIagyQvLRzsO8TPBT3
WmK7JIx0mxm1CFUnlvfWIPUOgf2BCdTwBfeygx3U6+djFVJWgEDCgb6r9TSoIznW60dV4UPrO9GB
u9Ne8nmF1DFdpr2BpQIBr7hdgsVIo5mzUIX/Hw7skR4XHQFeI0GT1XWQJDRBWdu0aPn/xktm05i1
aTnvh8wevtR91VuxK4zxfaD6AURaXiEmwRiSLhf5kC9flqCeblXDsOwwG2My3U3T0hX7TLVSHTL6
lQaB5K3CqOcHxkWJae7a0j9F4IDL0Dnl4rbWsvkLkOZYH20AQt7FCkNW7fndOLz0LHV6SoLMhvjR
45yECIpvT0mz7S5lauIcrRjoHHvPG9ODpQ1G/bWdVe7eGyGZREi7/FtRhvwXfj92WdQSl8K0JMDW
hkTcJgSlkzKwD7O/iOIyc3PAvtJYhwObvoNrg6IuPTpVRfeXFgtyH3NAlLu4qZKx0eXpeOEPwFH2
6HXInC4pa9UF1Fk/O9jIn36EoTHf+oPJ6DxHUzbHGJfTcF/g+nhyYEgmu6xtKcSr2cYiVoxGUpGd
MTUfysK1s9jtR6uOJKtZfXAHByVInaI96fsRNO86JOPB0YyN3tkqN0gIG+00fzBnZ4htr1iqK3PV
WXWs7HxkBtDoYLpwOEPeznPiIEei3HpcfAdlhmzCRsSYfJPgsR3r/ho0TueA4BENV+jnNYjGHKkR
tBeoQ7taZk5/7DHPHM1a5c1ReW5y7zJ5rk5UEOATyxazCGzNAX6mRwse7w/bXsVXxSQtSqDRPFtD
mLxnPyM+SEt0+DsnTMJ7tSQI1v3RhxNGwrzj7P3WRg+Rp2vz1U8H9igqVGYkAjtgdqgZTUz3klGc
+WDjC+ximhzlgwvbAZhqY7YH2zTrKgbO20ASXE0V3mOZ7ULMnlnIBBmMQXszC7E8os22is0ypa5R
jSGCt9ei/rYU+DP3ZKNMSUQaEKFW2UL7e6Fky/dhZgn+6wKf4g4nN/3xwuuUsWdCjsuvDiu1xlVT
evOOE8dkIAL20+/5iCA0TnVg34B6aMIIfog8TSsdm92oA/Nu7HM4A0N2j5OlQ7mVEOnDasLhSVau
QMGA8RujQYWl6gOtO1yuYzvU02Eq2hGhHBYheadaK2PuhUdFXhbMV8cLYr/5zGVDLuZhrSc8qald
zjNa8paIHRQQ3q0KWdCei6lwJ0qQlOeaI4r037le502RC80fuOTqBT8qk9HALvM5IiOERiK083vw
GUs+QB8ZnVY/joUBcsqvLUTsBTZLoAxC2Yeun81gB1HFgkdRhyifWiFb88LO8/yuXtsacGUZpqiB
TVe9F/hlAFiYan6APSmfEthE+GYrTliYu/HvcypKToWFxGrnTxisdxJ5d8hgEKtbNMOe6WJfLDN8
86XWfjRVhkUIAy4mzb7DZGTvr1n9XKDvXOMM9f09MAkU/00nV4UUaRT0A7qgelyaYGUBXX3rUdR1
+o1pE8YeCkT6Zj4shx/FSj150fhDs5ImFhbpoYZyVBy1Gqfhwg2L4DA3kvGTP2SK7SjI0h9VWnT9
vgnMjCnwaInncMnkGDFsKhwWxhUxhKgS2JSVp0kva8v1iB6gvvRVQmwSOfDjY4stDQmJpLGsByaL
cNyhYrEMLKk+Eh1SVvu6EUxzMHv9VVcOHCkrJwT9BGkm2A+DQj9FKk9LdBCTe6Ck7VxlB14plqXU
1vmNDvt5YFibGD8sNG0M06q1vVinpIXdINCIoejFWO/mOQYQaZj2pasdd0JbiP46chxUAgeQGXwY
8+B4JCG428xP1Q0u7XmxhIzQKhIBIX2nTmiXwxFFEUbRwfex2l9nWQ7XphzCrwzcC4KJlhoreDKV
3WFlQITRp6mQTxZhpr+m1gTGsWnNYolSf9ZNVBjCv+tsJt27sPEnLxZmEUj+x7UdObnOqGArOVxC
SKNlTlkRO4A9bknVGJ7GpSq+qLTElOCRAxWhQXDRwrHBf/UmpN6UZW56wy44ECM0rQiH3Y50srCz
2mC/KBtQzxiWeA8Yt4+gazQAv+ts7Lwhztd+uHGtTD+lYuk+leuIC0LqIegfVzEDX22DwCfiMbXw
9DMhR82gwO8+b7Csu0Y3RMOQMoLXzPBKm3rUKItvKzblC0yhyo+ZVaEBm0D3PK281m5U5uSh7MZh
a77oogD15U/FNyw4CNiwoiCxGQK/mC/hf2x1rkPpI1y/A/1KCXe1CqXKi8pdhvIw67C4NBGWfZrb
1T61CJZAvLsLxULJA4dWt9Y1iAErSJ/TRUwH22VxiWeZWD+SEaLIvjFGLGY014ArgifcIMSTRRMK
zfOCGRuzyr6t4Z5sHJzgsqmN0dwjYEofWrfkaQ2B1fMOWbq3bojHHYYDI3kc6zBtQlzxFBPEZZZW
nR4t35AiWlzHaa8Ma6gzFtnJ/tJ4Rdntq4UYrh2a6No9dbbl1nHIB02Crp5WMklU2q6X0DDD92Tj
kMkYfKWadEGrEovesFXRpnIQLPI3mhIdbPthIl7ife3CQ9qlMLZBQ7QCmME0usuzYaomdvHfPhHj
iTww7JIVtwr1NzYsJCExzDX7qTam9AnEy9BQ4JfVB8S2c/sdszLR3e6ocYwMy1Ld1Imfl4g9ZoS0
mmjfguo27cbrgeHlNbwNbxMR9N1lnuCJOrSiRngcGK2DhCuYUcqFRDSetFH5UD0LekYwchE07VYP
meFlr4lU2iM9pbNgzN2Q7oslK/uDTEajusWLOslDYAxS72d/mNSpnTvmVthsC3la03yG3tG5bnUB
jVxXG5qhtDCBTPOnMvUSscMJ0AdXlLwjIrc+1BtawiOXUtvB+CVcK8Hnj2IIEUxfllc258XhWKR9
RWUTJOmpUaMjIj2gs5XzIp2TMTsN2/o8MLQvLGv4ajjK+taO+JEAeSQ+SQYeBppZ1TrE2eRW6Z6u
kvVk5hmQI1/jMd6Xo+QT1SbmxD3fc4nwWCicYF433xpdaFu7pQ82T2TYzSSvkpZW7aSN8AAVpB5Y
fQqqXByyYDTiZU0CaJpkYTzk3ciaaHdWfbIHNsZTu2BlQRwRcs0ar8T3MXPFyuu5Lt9I61EDtW7H
yifcecwi2a75gmJubqg4ZdZl+GOaqtp1E5TQzQkzj9EMsDPZ9SJ3Pjt1ln/BC9OOx4GA8nFXqrC+
ycok7OOlFYhHGuxBH3I6LCSuFT1faBYoAbU7ne2LvnVAgBUupS7lpOWiyBY+FsixryA3uEEHgsIY
Auyddl5IiIHhgi4N2VWfXwTaEkdzgJOxc1zMhXeIHwIYttht25PrDgZVyDxTZXsZZ1jGGihX19VA
29uNTfFhYu9aItnjC1XuglvLsNqS2SjcQ9IfC+rMSxCaExI0Sj0moVSvu8kpuntZKfFETO1wKcal
Nw7FnHDQQ8g2Hxoknmas+LR7JiGZQo63RYFEaHTr2An78lQbm/hMGUq9L+iJIGMSrbL3eWv40AWJ
kuGBclt5MdE3YUledOvHOLim7/lM9/HSBRlhXuUI+J3vQTCu8MHChixajINfg67s3IMCRfEt5y3l
S3HhSu6NWgBGL2ZGfzvXYKeLOjTbZIu5onR3hTPqowhHwB0+98kA+5Na1X6pl/wAhrpE6zyPzYWx
+qU+TaIyvnFPJ1xtAkfYDmR1yVMpp/BybZb1HadYxQauUckywuYrswx7ye8MHU4XvY3MdWd1qb7C
0IRcR3WOMZ82i/Ecl/nSkHyB8gn7gBfKnad4HrsqG2YCOCtX3zV94Q6svub8POXUCfxxxJn8kyZ1
b1F4wHVChLKfGBXBk7Ps5EG5ZiL2kGzKNs505+ioTjWlr0S1eK1oHjh7sG/iuahM1Possix/9HfV
jnNMZu/AnHA6W/hs+1NYOuOAsmykpENk5lR8gvBNdlYwEX8zLhgDSXOaIBTPtopEaZfZvvcy+Yht
gpKBKCzzuQyqNJq6tAErsA6TProJrk1MtcZwOWReiLc6Y4FsgspERukt2XIYW1yVCt0uBDukn15s
OQt5mOisaTkzicMUIJxZoM2ThT7hhxtgyKcuNmWG8tZXX6EAO3TSFo/BMNXXmTuu1YNJ+hTplxL0
NyixFcYe4Tcj8HaRsethvmjTO+ZR/pOr9IoXq0+dG3dQwmVhs8dwR1FQidg3aFxcGVVJHIIriZOA
O2sQANCsYw+pZhrbWxkKtV6gkp/TA4M2bl02+DWvfG0H6ZXdSSzNLPp62tf10rjHKvfh95TYn2Pu
aJI8BuT7bAfUBtAU2B13OHitbvs75RtD9qPM8tQreFFYqyPFr2LOYyMDilW1drxoUAXCiy4n5nRH
UGYO01SPPVQ6QAhdXKLd08cUOGpF360Nnvy+UfqpmxILqFWg1veBWcz2AeXjjHWklnKDZwt/v8zZ
8lnbLaQ0C0DZzsc6qvHBtuqHWwz6OjWwwCO98LIZobtPbNCAJQMvSoE6Eygy7PDrxrZIGGdQoMbY
tAYG303AMrxBuBLjog3sXMVoliBSIBtWBA5W6XBXG+zgO89RTnY7GkKGB6RLQOna3BbpqVYpI9Gu
MABXl9TGU0Raq8gibfTrhqsuIPT7buocJrV6XWQ4S/WXWxripg1tbW9MHR6JCQyWHX/q/MjniAXm
KKVDjcuQJiUYe2f4JGiHBUjFLTZCPs3JipxwnO3LTV//OdCCCg2noeE/L9g9PY7etnW54B8N9jkz
6gexOql8XCTu9b2nQpivaG9GGHkBVu/rEHHdtwbsQwJfqYTdT7MA38Jilamz58/0y/XoZbmF/JDN
HEi4EdoHdqvN5j4mOScKIhyeTSowY6MB9DKChAIiyCsw7cerngN5ND346zuIaiSMpp0xEzlUmUYf
6TWRIi5KzpAcLXo7PWHVIcndovS8KBz+aATiWt3QSxAEpGA2yVC/et4SwT7Gb0gMUIXoWGUkBjLp
y77A6lEbkNnhQ20cdLxbOw1o/ch+yUEaUtPOWnX63qpIcowSa1mu+xK+LuYXCZDYhbu8z/02+Stj
5f1aYT1+7o1hcRHWJMQqZETXUQ0Gbf/IJb31Uodd895pZA/Pz5fJd7n2jT615PHZJ8lJkh1l8BIC
VdtO3FEhapTcU1Yt90OPwH7HbLJto5wwBaTwtEBYe3SANA/l8XCbD6kE66ua/quwMgFXicrsh7EC
sDDHrrkDPaHoWiBCppqv/bGipKbrcgUSn3GdIz3vOk+ZMZ9G39bZBdm85vueLeeDO5FbBvZyLp4x
I5jfO4EE6bbtalpkk8xGJzJd/uCFLoFgNG2X+gdZdvnJJZuVsTW9ss0L4n5jZHhE2U2GwpQ6PjYs
+L5HNcCh28E94GC+GHh3fZIjLtZ8Lb47nbRCdgbD+sryoXC6WQtazyEhEWbnCwqIiD5DwfvOcUzG
lulRjdAaWuksMoj6nhJNhoBvtAoypUbLjD3cfn08CM2DdrVvfB44GnJgDgP+UxBg01xluuxMtKyT
cqJwpohqaZgMERu5djieYhU/ER1vxq3KWtSQTrnQTgSOfvCgdBEeoutpiFtcKBxdC02sswA0/LFy
CmPCichufACRaX5V4ZaYTAuTsZiHEuUx990iuEp6UJs72x0JErHycuaNDTlIXvke9vu0UzWTiDFN
ONijSZ2i3tm+2dXop0s2pqo48C4w22ta4uyT2inuSkcv1DGgVxt6Y4OdHO3AqJ2DzENlcCoj8Dma
aBd/ZqkDSsP7kN7C7kh/CCOVFkXvkLcxfWjUmVMn1HzEP0EqDXSgDGePq1dGDx0JwMzvKz4YMBqh
ipmoN3HBY9w3yqi6E8gEzlNOWyVl3E0Ye3ZFr6ySI3YHLa0qBTHM3dR8MrLc1Qc/meZ3tdgIzjUP
qt8NaWDVeyGXBVdQ1dNz6PyqOhUDfTyuAD10V9RF+z41mX1dhBOL/iMNmz6MK+36lD20MV30xMoD
3JuOkk512GDnKcCjZ0c6IZzcWSks6LRu0xDSbI/piN1EdRxcUAvDn8WFWB556cY7s+FAbIH04miY
Wd0BRxn+JCw+04DsVw50bgPdgPv7GexNg7e6ReONmWeSHrTOomN4Fph47zDe09cwRT5/JDSPToPt
yw8KeDVkvtzHgDJyDoGu6hhA5dcS5F/U0zVOdgHeTzqSaet8z1mwaCoJdz0mOneaHWCqDux63z1z
dzCYO2SKXmHigSYsJj1eiYYSCGtNDQMO1xcSeVIZ8ftuGRIECmgDZ0e3tjIuCUBnK239PmHeYovm
RGVhUlroTlmHxcLyu68pnznRBHlA8lCqURRYurLEngnopK5HaCNwkBJysFdy1IcDC/3UXJskFwXH
QJPPdVpwiVHVpNh1o8XL+vFgW233iX5uwQlI+54d4QnpTqvgddnPjPCmo9HZ5dOYr7I6edD1TxL5
j4V5TAWfCrq57h7f7PDgO73XXOWlmW4E5nGJciQkdwlMHWTXbArJHqquSf2S5jX9Z6IKr7MVD9LO
93Ag7m3QKgVEkErq3SjI+NgFDN23+M8qcQ8lcGcsD2lavAuhZHEKKYP5i8wAXsBTTIAZljOmkSUL
DI2QfNDsskyDonYM+o9G2nDcJn1VJHHK3LOOyPitwa+uM3T91vdKdYIeXX7u197iODQNdX0z5pq3
sAm1/c2ewDYy0aqDb3iH7SdXhz50enq9Cu3oErZ85jaW0FU6P8TQE/e41qr7ACUiOPoEgvf7MDEM
5huiWkn2oX7LDhnmfDNmlk2ey+DMH9E2TF+XeaZPkgDDioyBqOEjmK6V6UibsDontECI+Oa1THFq
lqVPYtFmGhsNJlzHxqiyS1JVCuiMqe6CUzWs3jv4G1nOOqr84V5yUrZoBw3pAw1u/c4Lhxz/hCub
7Li6qGduqP44sWBcm5IrSPlTgqjdzjHd1dKc/+oMojrQZy9iEM+MW0KPeBZGkcem43u9MtYllw92
JSrnVi3LtN4RptaG7zDFFOLaLfxs/EyOlVPQE8g3X22WD/eWtzEQGTy2CGdfHyj/Nk9mQosmwic9
O3BdcS6odKt29Tk0QutIsvliGR3/DmJsGLPIOQf8s+Pf1/tHitp/C+xj2PsNXNDf+L7/bbpbe4ue
/ve628cf6zf5oyx/DC94gNsf+i/JuI9QliBUVNm27/qIvP+f8hbcPNP0TfHqIEAlF9L+l/DWgAlo
ISvZ5LoeitzQ5gEP9JLk//kP+Ff8OVpsoec6LkJEx/on0ttNqfLfArGAE5yHUhStg0AoZqJgfznV
Jzyyt1G4YXAsXeOwNkEPGBu227jipv/lztz//Zf+ShLcdFi/XUowxwe/zy86zx2u3bmqOFezoSTr
Zn5j6WhFKd549X+/CvYNRL1gE9G+BpsI+oUqCezIlHUIMfPAqZiCcJSujTQ4/tPfws7GXx4iEbF5
CmeiBMWAZ03KLb55XfSpSsj7wzaVHV6/ivVSebM9HeZYPrIQZG2Ib5yzH4Mq1Js1K9A+EOv3Tl13
9I+W2oU1q/a5DRFMi8uWY06zlteeSiJV0VlKmZ2bmJsodXRzb7fmjdDyDc3dSzHI9g/D/rDJUl1U
xj4SmZd3eZQDtD/TpqKurISCt3psUo+tLpBzxJvEKHXIsjee7M8X5OULxAQhJEc6BELp278F7sp6
5jjHgDms8wDADFXgaNqQslmVj15QtdHsY1AKiny+wNuA08vyb2vpL0eaW/JC+pyTUw964+tPyf79
Gwo94WAKQSqJ5NE9e0r9bK/hSDN/X9aA66IGk5zbW7YRiVw1/k5ZAF52KdD/d7pcHjnMckDLwuZD
kOPRRH+PxTHHBYV0It0lmLR/GOz1IiJinG6Tapv0s9KecUVchH432dNSR0Yyse8CfYyTARMplrbM
rt643b9/SPwqEbAyoXVGtnL2q0ANjPOwMEtYBUHajpOVxy515+j1m/dyp/r5InngHGz0sJaPtujs
Q9IFUZS0rajqPabPbL9LpKGrRG3jIMMACPjGIvSnZ8WLSY0DcpUndvbiYuLrWrHQTQ0kkWbIUuig
VRC11nV+axP+0w0Ejoipj2WfxcJ5+Y30IC8Qg4BBEb6uOeBZnItI3Xjr7dvu0NlXseWP8EFQD9Mt
O7uDlmK6DiBB7rUb1rfoxZY7zg19XAA/OHKgNw+mlTkHRW99X4JvuEtyyz5onwP2fANnRE5ivgDx
MUoYM9SuFY3scKGLY3iMofLPAfntxOQY6uBi5o5BAA1XXr2YtACAe05pByi9DPyLIEzKN9a/35e/
ELME2xJaR16Qc2UvCeDNouTC0aSkXZKJYNjbBNYy+ChREzuBH4GlJZ9vyN54S/7w6HwOBETBmA4u
KudsV7R7x4fIKYjtXh15Ysyid+R/NW+8+39YRNl2PWTDm4qXjsHLF2Re8KDWdiL3U2Bz5gvW5agX
SBf1FPp0uxn64fvr3rjon+4pXjSa3ZuS7zffS+uN5sT2KJkxu9VeL3lxbYRB8VhOdnfqMyv7oBzy
AQNRZxevf+p/uKnsy5QYuIz4HDZk8a87c8E3ggU7y/arWhXTB+idgyCu+vWr/OEDByDhBT83CYqo
sw88GN0ypDnJYuwxtkUCgwO2M9cNm5K+8XqeyTZZtSi+eEWwnbi8I4E4f01WSQEytgxLeutzC0IS
SiCx3kZ+BLxQQy8YHumaDAcjaLN7lHdPsirnHQpb+1hD7D+2sBouiNsI6fPW+T+83X//46j/PYSb
mL7O3q4Q1WLgWPzj6EPIh1lriAwDPd/Xb/dPS+Gvy8/5Zc6eaoPNytcjE8AaKWBsrRyc5UTGuaFX
/bUwE3lBexG1RDOtTyCiCE1TmGczJdVDtqxeNPbJtwXrJOYE9Lx9aDEnWqtP3PwgFsGcPgARwD4k
cvoYc5GBLiGczlLhjzd+x/asXv4OlzrY3tZqPn1ivF++nSzMa0lSIiPGgEY2uNbvJK6F7/lwM8T0
Qn0dkxr5RG4XJrADkXv7eUBmCeaFOqtFhf+pHQ00ei4fr8VuD9kexr0g+7NxrMcSCyY5Po0HQ0KF
TOD3RTbPADeZwTOen7LSjTBBJ0wttklxp4v8je3853Zz9gPtEI/dVq2xZp+7BTq4i7PgXIxj2LLh
vTXzJ35WibZShpcbGibiHDPtcfwhMTOD+V3mZbssrNFuVMa+Gjz3jZXoD3ccu4Rpb5FbNtXT2f44
EOcUFi4Bqgld/vcMJ/4yOvD7K3GVMaLi9Y3Lnfl/tq/VFZhRQvzXAc6m80W9GpkT1nzMIB2YqE/W
NbBntVcLvR/Gof2xoKDcQd4gEiboirgpKhft3/LGZ/lTJ/3yOfBJsOhTv7L64ut6+aKt2NO2EwWZ
B3aFCsUs0qdR+eOecltdK0l6OkI+78Yuh+bK0CNcg5AmylgxHmwXiJ9pm1tfWrti+WgrlKE9qtXS
cMOniclQNHruDwcg4etfx/miyjHURAONlcjCvOhsJupfl26LPlarEVygp1v9Q1gb38rUgoAHZu6N
p/THK+Em5GBrwlg+V3uPzAD6qZsN2GD1X1VVdccWTAfZrkCzXv9N231+8RwsJrQcFVGc27wYP6v6
X1wNa+uugA3CdJ8hOD19vliwaR+aap6jJUMG+PrFfnvXLYEHK9i8UJsL99wwYmmpOsTyVDID4FpX
0m5Fh8XoIiYK8a2D0u+/DCkWNie8KTwv/Dkvn9YGEQiKmcUq8TUaSMJU+phGbkfXzusfiqDUV5Ys
8jd2gp8n6xc3lA+MT4zzMB1K6t6zlwSkpzmOUPjRCAxRYKqnqVpuCJnfMY5EmTBfFsI9IkC4pq57
46P67a3hc7IdNjl+Ma+Of3ZWKQGiruGsCY+VE3o5THv7nOBQKm8Al68/yd9uLpfyKQxJRGBFwfH6
8ubmSTt2UHioL9LajqY+hC6DniUmrssgJRLo2tx24+H1i1pb1fLy3gqXT5AbjHfYoyH58qqT3VdQ
rhn9ZRzKjp0qiRdGUHaJWpQBWAH1rw736EPaDSvrXnd9Mt5Z8GMu+rR4fuPf8tJHyTpK9AT3gF9P
vwjH7fYwfvlwgmzqCKWbeM7jYkS2GBbyZjq00D5xK8SWiPbYJhOAW/8AWE3uEUTsEBPevPHP2N7i
F7cE+3bIcoQGCOMxT+TlP8OcMXwykYElQnV9z1LS3vh22xx6jltMn8kE8vrkKFHrR3a+WHc+VLTj
OFsInBrD+7ZUzvHnv+j/N0H/46cB6t83QZ/kl+ycPvDzj/zdAmUK+p/stmAxgGdgKtnK6L/hA6H4
zy1nk2MIZxGPjs6/OqAwM7aGKegIjOwbeyD8VwOUv4yek8tBwubB81fa//P+pwh8GkocBAg9CbCX
OWSlvHiZPVIx8yrIhxMi7PEGclNl7womQUTyyEq+sURuf9l/v7I/LxZQDmNXpSFMAXC2MGe1kdkA
GrpTRbIOTRxOXAYoskiPeElm11Bv7QR/uiDrIVwFGlSsy9ti9sunmluqcYI+609o/FBCh25m3FKQ
DYSKlvX94qOOfP2r3Nb4s19IfQUHkEMzDRbTfXnBxmpknS8lv1A1m4GCocyVKYP6fphSdLaQ8w7K
Vu13BDrTGzd3+6tfXBorNVax0A1NfM7e+R4QSiOpLbPjluZOjkQitQ8cc9+6yraqnF+FH8bdtLGe
BubZHa1QFSza4yodvP3LTHTe+yo17EPfZfRhX7+ZL7caXhd+UcAUYHPZcmT3z7aaBH0TUepzd5rn
hlRJlllU+4/KSRCKFMm7uU7uXr/gn34cTsvNVsw7Srn/8umBCzQ03bfuJEJkn4mU8oR60WAQ7X17
/UoUI9ue/OJOcl72ApofPDFq2/DsVckyDV4gbMBTB/N0Yxel8UnlogbDJ0f9QJ44iXaQ0py4cRn5
Ep6W4vUJBGr23DW+GxiYPtfr1H/vc924u7AkwBBNGgmlh8wKs57+hlbYSKoCOZtBzJLcTcy0HyUh
KwS7WKXUsWt11mMK0PIWrRPHOtUByp+nZCUXDH/hSP/cIf6z+8lPJ1Po0UQhS0aHKB0g0mlnQ4wl
RWWTI5ZkpwhiltDdh26dXBfSGtITLTKxiZAGzpX5rO0HS6Y24jD2KBTZqJ3LkX+XnRku8Z3ZVEGC
0wTkZWii+bfWe7w0wUe7SxrkkGYnloMjkPV+gDNWrLgqGIC00CO1nMpI9WUzkq8z6F7edUxXVlxN
UPvnD4omElJ77RTJfDXlWTgVuzEJZBVNqBXyiNEmHT6nq7tPAVK/ERqWvSmeHUS2iODJPik/1XmZ
5sbOg408YNPp1YLwthLiejY3Qa2Zr+Z03TjEDh0cBFPZpbJtg/N+At7ebyulCe3AA3uoZaPu7TFj
IDzrNB1jtKpIgTxyJCRBN3n/GfKzBzQRN3nTkKcJl1AfMni9iKPDoa6uDHut5oNj5hrzIooYLBde
aw1XyYyfaG8VqFR2/VLmW2Je7cNo9+yOPF2nAlCemWlvEmfqCKIHIeeiViUckdbbZBbqo71Y2XMT
DkK9T2uUfAchnYWJQbt25OaZmOmuZFd5wY2qOGQeC1KY0XohfIMgXM01IhW41P1BpKm5fkV42TFP
XmvDzy75i937CYFLBr+rshkRAFxsYNXJRT+EuLe8Z8DD7RRhYCunGF1BUV2hQ1xFHKjSomcE2k6E
ny1UpNhOu96Zwmv5fzk7r93IkSwNPxEBenObjpnyplSS6oaoUlXRBk2QDJqn3489i0VnSquEBui5
6cYoMsjgiWN+M+hWuvFjLD7Xs2M3fQhghlJej4KFuTIGUXzTCsuHohOheCf5V8norzDTkOUmS5AV
b0GNl+gFlladZsUmwExoGRuJOl2bmpp54m7aBvd5Au7xCqOlQf9eOgYwHvRwg5u+K/BGMlGdlQ+F
EQTtnTVxPOG0OuWTrDGGB5ImYIr2dDqsbVfU/bOVgx7YGKVJ/WOXuUyefeTkrqlrcaSsSR3LPVxb
LXlQHt4Hi4OBLtaW3g/2wRaWdZ0UNKkhg8u22aXU1sUGmZKi+cZpD57iDhDzqs71DpXtWDe2WjKj
tsusHvYv6KS4dZFHDXzQ4UWgJ78bv8x71D8IiDet9DwEs21U5cBpdfR7EehwynvsoJDso8cNRrMb
sQxAvs60ETc2rNoY9xY4tQX25uUIzeCD1G5MJexiZ+OsQnEQ29MNDJcMAJ2Zg06SXTkIYIeGlu0j
Y8jNTTYDBGeIJgRShY7wcLQS7dDfWKALMKoCz/xn6pIxVFCQ8I2Wfvar1EFKr+3YkxH4fBE1IV97
f1cvwrK7FKT9GzZF0S89g5+zGfEQKaAPC+AcHi1dVBgZDhDYyIixegWLeF9rWYvZJcLef5AURVO9
t5L5uU4y0V+4joaaQAIKtNwwwEovpnxgSlARkCROzdnc7hZG3b2Po4K5jghKzBjssr9roeIKTB5j
ZJctfR4UfiLYmOL440BbLNrIOgS+lUarwdLAyo3YFIBwsaIccD93k3XtlU0CRqlMoie978bHWiaR
GUbgGItdr5JSuylT5ADwNgnkbRJ0PjlNGlCMOf2IDCR0nfQZJXystCszNd7cPpY/1SxBHOsYQMkd
EOvmsV8aAyvlJfAkZyhRJUBwlzoixi5xO5oCkLGlJYxWPIWsHx7Mdn1InULvQ4hRODxio+LiuDa7
1gEOOPuoVIcnp9959s9G9xOM3FRpUpWiYYBGYQ0YeDXXENSw/THsa2lii75Gg3K+AnwEABr2x/iU
apn4M2dV8QvmJ1h7uxtfQcDWIXefeEHLdX6BoloUxIQxA6ldINLJOxu4tERL/YnvuVvY0B37wePz
NHjbQImTncoiS+2bbtD+wlHwb8m9Y1w+vTF9dSrhvxaWlN86Q/ko81YNKNsKMJW+anHXs0Iznbq3
QWgMK5jOxTjVgr67T7UiyniUzOpgpDfZH9NAfnlV+3HPk6va+nsaxY6OzrHvPM7tUP+YsAm1IAZv
mFr521lFgLCNzEIxOrXyK4YGO0RFsEaIqnZYDaL2n+qyyb9phVNeCtp2RlG+1jgQmfiAbCKRmCto
q9arwL3iWZeB+9zNzpUr6v5aq7MWXsOQt1cwkOCd+9m46c0cwR9ZzrhWj/CrrzrE7JBK78UDEOn5
Ej7BtWlW/Ua0yJTCVAicVYBO113auN3eKRaj5kjDJCzCbzRwNOsZMNh2sJKH2q+9O0Cygb8Foen8
bSYzu+0iQ1zolTEuxkQYkCJMjpnfHAgw9YisYyvyxKFAkM+1hP/NKgxvo0/OPSZG/YVtKNteQ1G9
zCr3ki3EF5ZMl4g7e68a2r3XwL/5mx0G1BeoZicMhPG/RVas6OUfOkDmG/L69h+zN41o5+FBx302
PuPF+DerlLqwg9m6a8tC3wtPlWiQ280fZwLrtBnabArWuMTEAs6JBLuLKwDEixJJXZglONkoJNWf
66jWb7KFI+5IvAE1f+7xSBxmwNF9Z2h7tO/b7Ww5KJ2ljj59szqF30zCl/gnLfoqD/08cO8Z5SU3
Fe2GB31M3gSkQAKLHXeXAnvf6xoI+3wnaxlc2dUMXK/wZxKlpmO6UhSTddNIsnHuoxhDSjqp2yg1
onI/+AOeEU0vZn83GSYYRtmYSKRnfZf1lzbeu4tbAGhj+gFZQfpROzVfsM+8b0h6czvM5Xxfq5QP
tUgHYewAnCHJMaM1nqxlP7lq1RlmLPE17nIDFzcE8vAx824dmeZiTYrlvNQgfxZ79Epd4cvTv9Q5
HalXkiD57C+c58dc5Ab47Rq14jYH/LbroM5BjjBiJBtzZADuY7fBnU/Mc5Hdeg1Q7RCtrCA9aLbq
1ashLcP+nWhmax2m2hpfgJqJ6gXiRn8xNlDP1hBRkGf0cj2hrx10TPFrFeM/HpFh76AHdI+IBnoo
96IxDYXJzL0QbipZ16CL9MU3asWYwgTCvHYslLc3Ucem1ibedq9Rbcl5NZCcbIQCYrtuKrP5K6C5
XeNnaF2Q69QPVg+L6kFzkDbBG8Mu/qJ5jvC+jzcP3EaCJCScKhN3KBcELyYg4HhjIdT8HEWi2rao
+Fhr7Br7J+lQiy8YSQqfVsd/eZ0jw0zuPXSyWLkRJGyanBh/rqH6g7/FTi99o5WNyi/8832QL5fL
VHXpLmqEuIxQGFtZ1HjrMopyPn/RqO+5nU1v7eB7GBei3n6la310O9dMe+BDBbxqw6+jEb/EiJQQ
P+go++kGZo3vvSPBQwaTkS2YPw2+yOIUQlJLTBynvClviwjvOPQ0rfiFL5ZsV4qufx47DTYOVNmf
zSLtsupbGd1VkUFc0edHB4UD8ti0t66aQOHbm0H8e6gQRAxWuRfVT5PfN8aqK1W5yyO7v+xciW8I
MG7czfNh2E8VIgjgKsaDgO9/P1O180m78YXo4CboWlmv09SNLt08e84Ziq0CM5u+N6mSK6JnftWn
JJrI0iz8jqUSGxJhPmmIOQAhJ7vwvBkWmtGTYI9JC/kTcbXvUgT3gutsFwwmkHRPNn/RHHF5DtQ/
e2AwFUeyxh3CSLpngQTAkzUXYRmUzWGW1atuRJdWa5e3vjAPGTBRZ/QEcRxKmhZ0VzXF4cZ180sE
re2/RY7zYAq2mOZCiBnTLi1glWErGjqxcVvOMB5XwT+covg5L5FGqTp4kygRLMxRfRfAMnUQHbjR
GM9Go2fDYJwyAOIxI3HoR64pvpOp2xulGWEMumIX+xPSBH600zP9bu4JQOjy4Wc+D9nPJjDyleGJ
Sye3vxm9lzwlCiY02mvQoW2jCGM8pUgxsuaQmv7dpC8uB0VV4XQIOB5GXBl87xWjuTImu47m+jaR
+SX3BH7NaTsCw0B1Iia9vy5pom1BU0+rfrC6NTJ52I2rcXjIOwMljybZy8hzDpp0BvjZ+WND2rUS
ZXLhy4T3suDG1DCYexuE7aq2mu9WacIX4v8bFVGLC5IsIZcB5p9y67FN+LCznixv1Qhjfg285gYq
JqUbtIs3/jzzXqZUqC3jB2/L+o+hZ5djG/V3c9sGTLS8/Ep6wU5YnbFuzGokOWxxOQpYEwBfhFFJ
8mthZxygtgJl1hfhjGKIkIPw063FtHSD7ue9Xg6PMQLQu9HzrnGc6q47zOkeF0Hldq0FlYZRjxlt
e5nr3wq6GtYmKxw74xxXg73Veuug91DQN0j2JOjNU47wjet2jc9gNzynYm4QaPDb5Fkg0UGEKZDr
jgLrJh+6Al0TKFMDaRGaO/X8yzfyP7qNm9Naa9v4UKKbtQpI+yetc8E1RrtW2RSLrd/86HGZvR4p
qzc46rW7Hle4rImcXdEFzF5yDZP34Hs+g8YvVb+ycS/a2qlZbztvoohDNHEtZHMLt1db9UiBXWN3
KrDfMc2NpMOwhaOk/cH8gSjsDvXN7Im/fGpXsEseAOZ32AOIa6MkjTWaA8j+A83BR6rvb41eeFdB
JZ7yPgOQZNVql3cp7nS9Y1CC0BWstWeEioD3wEUVvV5l2yhP60OBBHBk1dZz1kf5mmj2Ny7KEZme
YEeNAVBt9IPbSGuqR2MwC9Q9ggr5Br6TuC+Abpcqh2khc6xk5YPbQHYlQkUQQcVQ/QbF4N55vSKT
i7VnZSfRZaG65huIbn3Xx/EeHj+BsZGqWEexXd6PZgc0nIIVvmn8iG3aY5Pk1nctSJ4CN/WB0BjW
hdeMl07PZc342Qc32fr3XmKXr3SMsCbKk0MMQfcGtXMCjMGpqyIEpLT4oS8WK2dwRoWBYXzURVy5
Xm/8MDC1fqnwdjFW8ORwXzIALOAMvUH4SH9rQb6iptEidiqhwe05sVDF0xnGVG7kO25kmxaUHg1P
eSrUoTT6EnyEI6xrt+tRwOS4RgH9ARCAmyLpnLXlzsYup4FlrgqzwWgNFhmpVD7cGl3e3ttRMOTI
Bsl6Hfm++OFk/Kmxb5w9/PT8vleZuCbv99ddVzxCU4dNlBhV9ws8g3tjBJ3LQ83Kb0UV9C5cB1mE
Ubw0iScS/tt6wB9roUeKhKrCZE+jF01bevLGLg6GFsaWNb55eJWQVMe86dJzL0pTIkNYW1WYFjrs
zRaO2MVUKNA3RZsNz6qR5rgiT3PuGqcr4fP0ibjL5+kxpgm3GjBqvepzEok1g7543g0FBtroLwgw
+n2cbJKpDJa5W5wK9F6A/251WclNU4pkkRvS7/Gp+A/zUjzRZ3NehdEh6ilmvcF1CQsNY0IKv52n
/pEWy4BHg1syWgdp3e+42ZoSYnqDoRzzRZywY/Rw1KXNMO8nGhrVq9A7XD0UInn3lj12Bud3FnjX
5JzvVWVGmbaZgza58qq4l6h35V2/UlOjPyj0KVDbpps7XzhL23Xdu7GebvVMIElWgqlc9Z7Velxu
YwDdfHZrb+0swikEbN/GihooLg00kldsrrH5hbScAwLu5sj0YL7S1V/hqwjNk0Isw2nUtLOrOcLT
ezvbCYbtU96VwSX2FcXyTQhxgFWGVL/jeG2ywpVc/h27AMH8MR1aNyxREsHEAhY+NewIHU6DSnBb
jzgvA2BRUO6LMWhfzFYmP1C3JJ80MNXElisSI81Ziq+YKsYUDymGqiUVMCLkZJcx/p+dT6NqlfWg
M1cNbrYZhJ8I8rZb0m7fYNwbvFZ4YTqc92F81iK3L/Z2l873bc2x4sINimrVOgrfgt50NIwLSgeW
f6Jlibtjru0wXRjI+jFj7XGadRWUjvUsC7KUtscoxLLF/LbQLSCpYH1UHNKhtsFHOkkeFt44oRUB
ePh6wuIHe6MmcX44SYaVcizxhzvQxoUeh5+tiStE0+rwwadBL9YYX3pq6+vKAsSEftmvqXVqmNGj
rNYxT9pbz3VCjLHqCJO3oq27X3ka0Yvycyd9mpF9Cja225PdMFUtl6fh2ISdmS7OqoiIFauxhiSA
uAL+8hQe0dSswUmoe0cIfyDzbujR8COw5faGwrutEBYRi1BSS1ZJv5UcxKJv+EQrUd4PVm9g1JbT
sebopvW08+YMUhpN9JoeMA2IFVDF/rlRcoHiBtDLl/SjmndQ+kbAErgCq12PXEEKP3rQntypTEuK
nxxbuqrFzwtGzFiuqOLR98DcyXmb/RGNUsxAzNuafsAfPjobfIeqi4YGu4kQVC/ltPHQh8e/Qdgd
ol6DxLAjsu2LygSoI7zW5+bW0LhbYVvjPzdSepdlazsFjfIK+Korqh8B/T/cstpnQIYt4hF48sj1
QF8EhBHWqa/u4NT72O2YCSnXTgw02KrCRX9OV/WGhJt+E+Jg/Q3Esk67QTJ8xnNxWFpSkKixoCJr
o0XrFBUGMjqqr+bGcP35FwDS5Jp+WPS7bmvTJYcDtLpawE34kBgdlcuECAe0M1VMr45vqV8QSxlK
G2Ppc423c8NLnZe5Qj6PqQ6JWUHCANMLY1jpGnwJxdWq75AoN4xtHRTeGxkitlN654l7lySrRoSz
QSswL4PhwdUrdL2E3SiXUOsiv2V5Co9Epn4cygFLw7UfBxnZKSqI7p27xKwwytEqXCdpTqncJIs5
gAWfHXplMCJQ1xrIJqyc0c39batr2XMvM1NcoAOZvRS0dR8a14aaiqUdDsv0mNUqimvFZ6MHKRyP
YpZkqhFSgRC/eszk8x67bYqjrn0LrFE/VFG2rAvrHMFLKPYYP2L8miH7pKV4U6PabGwDS83VGnBW
CtHBJYvs+ya3KbC5X1ZaLuY/reN1/UaaRkF9mKLOuh9UZiwKoeZfr15sH01j6Ps/Xh+5zkEmozNe
RFDN91o+BPOGU+9Qymdj/1cWbdPvVIk+ynrEWmVYFZbe3EnZ6C90gvtffNnRYr2XO7+7DKlo4rfs
F3LtlMa3lFXpdTb6DTwFLiDCVm6U3/xSq14S4ogB0FGMsGwQqPpNOzuC8Z7XdBHYVX6ZC6khV9Dn
JEr0XoSLa7DHAVG9qG4rrPmKjYlyDj+096Z2Ver1+MsFz15uRFqjvtExaa/xyTbmh5LcItuYmLVi
LDRbiEEYkY4io0FR+je3su57EsXyKfdtNDMarPvoH5qJ+61KMc4CFFWqZ5mlBoZ8mNjBXzA1CJed
opW38uo6fi1Mj3sOtigtBCR3bDNE5c+5dbKYk1fLrCWSiaJH8EPO/ivysvab1lhlBsywxHayKmlH
YYtDOgWHeUoQqQlUa4UeHuG4XtvRQJFmxz8LLHnlrpx14wpkI4gOL6sxq5lBA61qx1J/rKFoHmPM
VzR0TVLtDzkd1A9zKlIBL8ZHfJMa5MqlFVNiGIb4wcZRI8DNAGZUuScRiWnq17EokKhbRBL8wQi9
wSf9GQzNMklQKxB2Da6Nz4gPxsaGwcciL7HMf0ITET00BKHdMklAQsHgivTzdANfWFgbrev5cFOg
Qe0K+SgmcpavIYXTWfgrPs2DLV/Q93HeOF3ltJ6MTj6X1DIPZdRw0wyolfLx+TWyjnqKaXPiMVPc
os82uhdOY5GKiSgWt7LzCTgI3RgzPUmfhtOIJRhkxUHoxV3qj0tfRXXxG0SB5kUN3ZKYjyaW667R
UDTLpKo1WjwjvPsMvhn9DYq+u5hp8PAzr7ENpy3Ig8Dudpqg39rBWwwlFYNEG5VEblZU6FaDNPVh
qwLDZ7jUGtLcVSUU5TBG4CfZeS2KiTtENBoUotAmNFfSVlysVWkhPeFD0nqlPARNVOaTcq+TBgSe
WgXpmOLPwHiz3oncQ0atNAq84EyXDiVJN6aEdDubobicpkxZK0NRHd0GjdH+Qr6rcOBKl9UL44QG
VFCHA8I2ZnLW0HriLjtwSUwe57ww3Qvq4tKhG7MA//BGg34fG9Ysth2n4wc6KfW86YS11CxtzIiy
MbFtdtLGHK49WNbxhpQYO785odlKuuyY1d2EvLyiHWpE3TYWY/FtaAzvBem+wd0NyOdhAcgAFJg/
nmvlvrf97hk6/VBd5ebQ+9vSrCABY1Vfik3sSFWuaGkqBxNzAumBSnQxcLNBwcPjlQaHYvDH6jZC
EOl3Zyk1PAgXbZ1d6ylIaYh+aq+umfjjDognqRo91yxH+qqdtB2SZuOvpKjsZ4OLUCOHRLDtgQEA
33mbIcv4zQMoQJaP5Vsaorc93wp9UjSzffjkBA4LlUPRQXVeozxhi43dQWRfu7q0D2grpRdZJQ2s
2TjdF1ESIIhnmug3MBxxnsDZZvWuRLwP37tM0hqiOMRlsO9geK0aZ0CHiOmrznUUO8mlrHF6u+Xx
Osba6mgMI0XlBavBN4wf2ByD95vLkX5ENUrrJ8kn6tuIJS6POtbQldRHld01g0OHMIoDCuexn2Jm
2r491eusMDFTqpmzHsgB2nkdGCSIKCW0+NhZsQvhhIzIXCje2rhhR/VVWWiNz2HM8seYOwQevxho
zDAtNvxVQ6Pc2AFnRwAhygJc46fUfbCCGvoZsgTySWmZHW2auTXfcAMs0PxDyWH3OcriHfwHWAVl
kOUhig/T9JRg4hia48Ifo1rDhP4VQ8fpOW+68Rk1WwacqY4x8ecLgso6xnTA6wQQCCrPAyTIFPwY
QCIYWOH9o3V7OzL6nwl40ITZNepR9UaToKKulK/GlGdL6ROmJdZr5FaF0M7s+x2OhZ8BawgAGQTN
RRz++GdY+At2DNv7vV4b6hunfDHm9ZstfbzyDAzxHeoILiLWFSwF8BV90OWn/AthJWAKTWQX3R53
MBfbYAiK9/T+vubLARSIZWgQBPTHKcs8/QQKhJ+80AZD7/bK5I7CXAWHvAo1rDGN6hC98OSMAPr7
J8h6cMgB65HoAlo73hZhtmOQmnZ71I/R+Y1M86lNFwHcJrK/f35m/kHMHgGB2JtJcsUeQTqZp3tD
mtbzUnPq9nmQO2E6T3qIZXS7awB0sSJ2t1s6aOWlNzm4WfvOvDEN1V5Is/YeP/8p778Xfgl0a8Pi
95D9nrxMNCickSlwv8cf64Cp858EkkRUpPEOEu3nS310brDqMzyolUCu/AXw+69zw9x0jr3Yxzk4
jrL9GNXOHhd14wxu/6NVwE66NjQlYJj/8Iv/tYpEb9jpMtnRjAI+xZfWX3qlIc/s5aPHBoweHJcD
ocOzTh5bkmUkPn3S7acxsqJQonvd3kGJLcbLmPYceg7OwLT38wd4ekJBbSJHv/DgoY3CGz2BfLu1
Tg1aj3pITdP99RzXBVxfjmhC1JMWvX6+2Al5xqMhsWDwwKkuPGznHS3B7+Nc+n47hkz9xE9EflMu
dxSltx0mEYcAEVHE2HXzyWxb562O0RSdhGvtozLPtqU11lcm+ePDmR91DMT+3x9FmkqwhUHjnLIy
fB28I/2YMYwn38VHTcpHS+W0+c0ZsSYBUqZObHVrVwBBPCRRdl2Jy0s/pec+4Q/ehUUQJNQScZk6
nsRbZ54zz8GVNHTGFpFTJDz+ClSx7nXksu8+3/TpieZF4F4GV5KQYRts/fi7GSevHMC4zaHPiGNd
tb15KOD7/scA8f+1HfhoQ7xoGKAEQB3+/fEqQ8eIBqGTMUxdnXakQiiV3AuB5zicqA+SM0DPj5Zb
FiO8Q0QBDn28XG7O4BENNYVzlALUm2KAbNZ87cdeE3758S16AsQ3wKUgn5dP+V8BYURZSfPgaYSm
DzGjsXT6AIYYd5+v8sF+Fo4TjVOwxwC/T4IbfmAlWBfVhXZXDH+lm/n7INbH327F/PDzpT44D3D1
CDsWUQC6+sl5sIaBKRk+EKFu60hSV/OLJapq++VFPMxW4LcQQh0of8dPDYX6khQmgHgx13+ytAy2
k92dsxH6YCe47/HHOXDItuhLbvWvV+N06Loni5IBokj00207uSiLQO6/vhUTMhKZChBtvtfjVXxa
RJHX2+gaJXO2Qf+5vDBojnz9APjgG7zAsdD5YJZ+vErB/Y0KZDKF7VSZ96kh0FdsTVe7ygAPqDNH
YPnJ/84fCAk+XG/EUiA24hNy8uCsEnKJleJmTDav6CMBQtQ30DnN8SLuJ/WInHk5nLnyPnhZFC/c
OnxEtsdRP94gpzuXYE/GMMvc6cZIxBBmk+1/TYPhnwi/iBQYLpc32ZF5srUZiSc6v8xyFaj35r5m
AuXuVKuX+heR38sz5H8mrGyuN0gax/upRED3AnO70HNH9WPQne63QXn4liLCevn5CXwfHAzIUzDE
6KhBKnRP9kSHm04gHdFQ+I4VWhaUZFV2NVw4WlSfL/X+LVGJ+D4xFRK0ozsnwaEJolExEQvCAOu3
YoVN2o8iSKo/n6/yfkMwoRZXHOgANtnyySeFXUNbNt5khFGvZ6HAjAYNU9dd57Zon/+bpQgShDxs
kfSTwIrdw5zXkWOEtlb3myAVDImHXG08C+mrz5daPtHjr4pdoTnjw8uBsq9bxyeC7gVeJnZmhFVA
87dXBtT2AAHbnzIBiL5VVYd0OOCFiGHFmejx/rVRBPA1Q6tfCgPrZGkA9G4WmZERSisrHnFjmOhf
6eaXIyEYSy7CYKnbaJadnEPGnrozGrEXCjpB+3L2oivTlOcoPx/sZQno0Iz+Wed0FXt0gU4UCas4
kdrg2oOyK0yCL2dFXH9k3zaJIBnqqVYL+FJe16h7PLEULU99cI0JdXF0zs+civdnHbtiPlqH1IEr
UT8564B6i5axrB5ifpBt5GTnG3u0PPgoefnl98PFQeMCd1l0rnC/OT6A9VApr7QnZ5n9xhtpp+VO
7/XpzOXx/v3Y4G3h2BAgPCiNJ18U4/calqF0QnsZTcZTB7Ijscwzj+2jVSDwQMQyl5PmnYRXQxfA
7YLOCXsjG7bULb8jNFs2n3+x798NHRfkZqj2sPnzFw2yfycQWs5kPA5QWgS12t3GVulfWWiAU4kU
qAV9vtYHG4LruxD3CHt8oicvpxzTmokMfF59gYGuXTKXdCMtS335YC+010X9CqkSk1v+eE+pwiEd
VVI7NMU0rWbPAcgF0PTM61n+ynGsI7EDY0Inx2Nc557cE1YsetohNbuZfOeytVEKaVSCBVdbl/tK
H8+JZnzw9ByCqqm7SzpJ5Xa8K0tKG6KKbocYN7uwdPxFkBdV0c/f0ftdOfTiIKnRniLnOS1iCGvc
f0EGqFOWVXoYcGYp1yBwIn0N3H5SW6CnXX6mclp++vGjpN3m2AsymhhBTnG8NWH2ymcC74Tm2Bvy
AeXrnkY+4kM4MGXgTVZ+LNsqLCILTptPU92+E3Olzrk7L2/s9GeQoKEdxBQHOuLJG+0LXL28vnZC
gQLcBXgt49bRqmg35eN4bxtqvG2s5uv3Fo0IWCd85Nhi09E63nuT+8xV88IJM2iIawc8+tooh3MC
N//Q94/35rsWIZHuHB06pGeOl5mREkHGWG/DVA4AN6Xn1OMOCPFC8Sn96MZvq9xfIw4W2YuueDWH
gBwwY5G+ZhxcT4GhccvarNdO4iiJVhySeZu680ZEkMXYfe+6dBzXc267+B9aC2kmiPFoWksvg7Ch
nNlVB4MG7DmbyffvDEYglxf/0E+lEj7eV961jZMpu4MQ2MoN3ILLWJBRj96kHyi9/XUfT+mZZPT9
N8Kai0AONwCEVfsk/E/p2Lg1TM4wENn8QC6PDqw+BT8N4avfvuytM3XDB+uRJPLa6JPQkXu3XjVn
iTlpbdhT82966GE7hbb7dsIM58IHQ/n4eQx4fydwEbBDNkdnjgHp8TNNR1vkRWG3YSszcQAxPq0K
8MngKqNzDbn3W4NmzP1Dag8fH2W346VI6aGJagXHspHd36KMcVvoyvgmIj/apCjlfjk/oG9MVsVF
Z7g2/Yzj9XoPGQIr0mWYVrp7AefFDV0nRmDo8yf4PlYHeF1apPUeQiGefbKtgl7+nKaDDJ1uLJ5H
SDXYZMXZmbD5bhXXpHzAPp0uGh6Xp6pVRY1DmAlwO9TbKkZ/FlHtQBru4fO9vDsNrELKS5sBPbXF
D/v4kcHIWYa/rQqZohZ7SHLJPvBTkDSFcsPPl/poQ4wriAMUry78h+OlijmWrpGYKhwjx3xCCEk/
aI04p6D20SouYjmo3vlLLn96BlpgsrA8VRjpYLz8Xtnfx0bI/5W3/X/bgR8tw3iH5uaid0FsOt4M
iJbeqzW/D4EB4boZp/BC8AP8YrOeIsFC7ROdO30RCTBOYpGq8n4sETQP3biiVxs1auN3oBy+/mI8
igSbdUy0gU9fDPBwlN+DHtB8FT8C149X3TBlv76+CsfYIW3j5RCBjp/YZE+gJcGP0wxOGkBbsjVv
43Q8JxD4wYtZbnhnyXAWQZblv/+rZxbNGlndmKoQo/GxuihL4Y5XceqJevfl/aASQQygIqXDdDpJ
rbpoNkAm4m9q+fG1BoBnl43eeCbbXTL0o5udLj5jN7pzQEyJBKffJ0opvS+qPtTIuLNdbCX4HSSi
rMvrMa7MO5yOlXc9tEp30cZ06vjrH+1S7dNngg7ioFZ8/DhLBRtpgEYe9ljP3pgO7MQKw4Lt58/y
n3b26TaBnmFczkFc7t3jZeBQj6M7sc2qsLILM7bT73mpIfw2JzK5T8yR4abjJy8V6hFbiS3t1snT
4MyzXp7lyY+gd49oH/0zRJlOe+5KYaAr3HQInWiubpK2rXYA56ID9mULnchvhjsP0stwptT4IAQv
LSlyUvo3XJInHwb7jvgyAxWWpYqvcKqrN7qjtGtkC+V/sRS6JpS3vFSwICdVhiMCH1KRrsLEYX4F
0mVo3yZ4rFetiItzue9Hj5MuJepwy8nx7ZMQWU45Ws6Ggds8DvT7mYv4qpQTIgVmZ+D5lja86FYv
fn9+lD74/jlGtMKWNpHB/Xl8knxwnYzOlaJtKYz7LOqHbYkn3dcD81JUI3dMdk9n6uRBenk8Wo6M
h7DLB3BHtd5eJpCkz7yu5c2fHkg+B64YMsQlbB7vhW+hT3MpCf9jM+3JFHzcPkBNYKOEjWq8KbUy
/fv1xwd6B807Zvw+X/3xkqM1NXCJZhXqTZQ/MbE0NzAN3Jf/ZhWybBagtj4VoekYN6B3wCU9wTU+
BLPdbOKiiM9ElY+OAsOm/1vlJKikQpYWxDCF9hSaZ/gGt+t+MIPNV/di6QgZOUvoYuhwehRGIElg
MNM+ZNpabefaAs1q9OaZVd4HCYaoHAWSDSyZaJQfv5eC28GUjaVC5OnwWKz9zVSiZJDH+Zf7OIwB
bea2Op0p5p2niIcaG9AGZ1LeTZfkUGr77qCDi9h//tSWZ398tDGh5OtB7dFDkdU6CQ6FnJzWi3Kk
XsbZtYF4SrrXEGLxO4HiWL74kX4XCRVB0Ciq4csJDyKtaITxvihLuHSOH6aP6LwRJeQIXgt7OtZQ
augRez5z/N6hWFADOlrmJLBnExbttROrEEFWzJiqbIJURnenF9g4xXHmbPEDl+AkO8wa5zmBQQOw
GJFU+fr5w37/IVAWUX4TsIAmkR0d7zeVMYc3jfowj/C4gndu3wda5T59vsr7eM8q0M6oi0gmGX4c
r+LXYyD1fOpD+jlDfmNWGgoHU+MPr9wu42U2acrfSgfw8pl7+4PtMf13sUug2FzO1PHCrSxxrLf6
LlRD3Ny6XaTh55t7Z07s8pBOTuw/qmPsDkwS8fh4FaxRIqFX7ZIJjdhNJ/ByilGUIfhWeebkfLQU
Ew0wenTOGCCdLNUVsz2onLiPghV8Ba0TNIjB/ktl+F/tdtA3Yl4J2ohHCD7v5DvEelP19NxU2CXx
dZoDtNdG409Fqon0mHlmXx+8KJr3YA1IdRYB+eW//ys3H4BM0rox+3DMq3pXoJvYQ8lP2u+fH8QP
YgvzSjKppc6gTXzy3UHmyuLCpjabZhMlgCzBY36A7WkrzX5OppiysPbUhdaX6ZmZ6QcbdFxEq+kY
01xhTHu8QTrtbhlAKQgR66i3SpTTq5VlyDp9vsEPzgc1IeBNHiOjttNSqihmcHAouYVw/Kf0YGog
qrcmzOtmU8Hr+fH5asvjOjn4zPrApS0ypcu3fbwpR8hA4T+rwjbGzBIPOInns9dM+C7/g5QfVYpr
7lfXpAm+zOGIWcyDT7FwpdlmWsBAM8SxaVjR7JFhpPm/q7EdLuwxN84kWu/fG/kwAAifsT0AslP9
ygQnYNk09BkTB0XIdPaqi4re1ebzTX1Q5aDrvozKEJRmX/ryXv91/tNMG6XuUeWgrh6idvZTH2WG
P1H8J47drT2kv+zgf9g7z966kTTh/pXBfKfBHIDdBV7yZunKCpYcvhByYk7FYij++j1se9CW7LVe
L7DAftieQWN62hZ9ecmqp55wzsg4Ike+dRT9j49y69XJpK5Pzgqyf3p1R9OSiRiF9ZkZyK8iMPtL
KEzq7e8/5K9uJcVoE1Yjd9N63n0DzImRi5FXIKdgG7kyn7fY0eQfryS84WsNg3iIpPfzUnTdy6YX
oIr2vmYlF0AlgkM5GS+sjT+/ZrzMxEFg9shgUjZ5esMmEWS5rMFA0zGQRl3eOJ/7HNce9qn85vd3
7ed3bL0UpxbiR76e5+mkTMLh9fJB7OtFZD1msLl64/mtbh0cc/Ruq060j7+/4i8/XMBdJGSFzOs8
exqyXp8bSsJin7RefgfcvDEZLhhUu2EIopcvPPq/uBrLB3Utnyw+2dlnVzMY4UWe2fd7YTvInnUl
Nm7eqDDurfyP92mqtkR1lG/5LwHP02+tBVjhA58T+1wONt16Rn5PT+h8lHHykjjh54iHZjZ2aJi3
63v1vIY7wNRFWUDqfqSE0kaiqqW4NgpzyHZMHHX563o29c+THpfLC83Yv1hKSAtSBEWCQRafAPLp
p+w6I0e9QrBleK241vVuuJzyjaM9ZGOBP9waEWHQCB51/bhhDjn54/Mvl/e5wVx6DSzXLfiHlcxM
DRMtKdQrcKLpVvWxvs/S/IWN5+eHZr2I6zNMwgpPtP70IpLafNq7A+iNlCqhZKBmO+QBM9XdS3XR
nxctrkReZFUJUb82n13J8CdG1N0FiBe4rF3Sk2vv0Je9sKn96vMQOHKG410nZbg+Tj/cNMYqrapo
CX+UaayDlOuYYt4HUZCP+QtL1y8+EB3A1EJIGwP+fp45EJYGS99j/6SxqviQZYNzHKey2v61hvwf
3vifIHd/WE43j/LxH19qmUl19Vh9+fd/3mVfhHj8x+WXpv7yxPK2/rZviGPN0F+tIy9rD/yaSWHE
/l+MY0r4r+j8hqrLQ7cOU6wBXE1lHZdb8CrgL85Pq/4N1xfP0HfLm/uKrj9SdoQobN90nTv/fcgx
5ZGAhCM1R15hmlnIPD59FoViY4sX/ziUgfGoKpu1GDoBKAj8h8cfbs31t0jxv5a8/XUp2n4tztoU
38nGrK/FD499b7BUdd18FA5z/RNve0gvof/Cu/X0gf/XRXjmyR+v9f1nn8dszY6J6fnYGqC+HTOj
pSbvXuoMWv+kf0fC3y8SOGu6h2wc7r6nn2QeLH/pqunIzZWf0WTqh8a0ppsZDNUL6/vzj7N2JjrA
+ul6I+2PDPDpldxan9J4ao45zZlNqJGcTQgKmn7zZ1/Nt8uQDzUNzu3kHp5eRjJJ03oJBMNYWm+I
ouIIQqo8/P4i6w/58a5xvyjErWEUAzTkS58te3mwDLOa7INTTWo/TAwjhrQQyBLWpKEfldV2f1Q5
5cZxQZJXJiV8umnos3v6qcw+EAJ8xgEqVcUACN2kWiv+rLb9/SKE0+z8hDWO8+zg7MlmSvvKOoyZ
XUSmw5akT2A7bG0dMRTwf/78JrKSfL8cdYKnn6lkFHBcNIOJoMCBN2U6kWwr+TpdBnvHOtK9EI8+
6yj56+NRQqN3kFQj/RDP842Ly8bbzPWhZEj6Q9Pp2ccWN3sOSczIJcP0hsJ4XPkFxPDRTTZmDGmR
1MEg7vXET5aNsmkkYVK99N63lYFNzcM2oR3qghHkcEHqdt+Dgu0Zr0z7A+g/fXwsyszRbsRsmly2
78Hb/P4WPn97yTSy2K3NXKt3kz61p7dQBohzMyguKTCOvRdM4lwBlT8ohKgvREc/P/EeCx3Le8De
y+777LWKXZ+RVUUHaSL1LQcULxqEGr+opnGiUS7t/MLi96tPxmXo1cYnsqa7n36yslNG3ybiUGde
v4GsqvY+II5Dqc/Fm9/fw5/XJT4ZYjnUhiSHObM8vRLKeyjqQ3dwl2WJ+rrRkOFmL3WU/uIi6wrO
5seOwX7w7IsaitpVedwcrNnT9raHgidbiYu//yS/uGcUVskSkQDjXPx8VTKtjPIiLWijbNqomAHR
4p2fwrxzuhdisV9eiQswL0b+hIPJ03sGosa3tLk55GD3L+GqaTsw1u22nFLrj9JP60vL10IHIf/h
QWfBfXqlTukAq7UKsodG42oFTz/z0uGF7fxXH8ekfc5BlAMZ+blyE9pUp/decZhglZABcvt9Sj3v
mNWD/Ud53e8fh9CEGgFdNvQOPP04U5WoLlblQQsytW8m0NbCrl6yPz49w327CMEYITlbBkXKZ7uT
q4OKt2R+YKz90WlLdW5pEjxPFfhRmNTqs9HO7Qvnml9ekhwyAQRlFtqwnn6uVE8ck/6KQwFmLsqT
lC7myagOYCLrg1ISTKGmVU30++edUIsf+3QfJhZde4EDBn3Icz17rTxvkIkN06t3DSbOR3cCUNZk
LmAnXrZpQzFmRecqCbEJFO97Sxf5RwzsDup32oTElkhWvwI/ML1WE4SuMHYbcQIgKd6R7s3ryGcJ
0sOUP38eTojLdmNpLP42LfqA2UOSKSLqWvpDb/rUtK+cwhPDdT42Y7YD4Vv0t25W+2VI8UmHdrYI
iZwiNilGwdUY00cHuY1+a2Y2gtRsraRHbmfGr01h5F8zeKL9KVbc7q2IteYNh/K23Y2Ul/HKFdNB
XyRIAmtO9bNuDgCoobnQ1u1BmjtZ0HPhW9Cimmx7MAxbIygoSo5l71+RB4/fu5aCMloZQAnruYi/
drbT26SwpXpXDrYnYQsWWNLcLkfTWuc1ottBB7HoZB4S9MQYi02W6urSb2RjgHCJIdYxEUJCGgoE
2gjkTAW+uE4EIkrSFcDF6+UbUdIpFvEuH9W0KRZaXuBow8CJcs/NTHqenSndxt5ivxv11OCX9GP1
lQGd4kqwnAHFs2R813WK3t6ETMBOqaTocCzOxmcboRyG+N4d3+uJ0S5b+j/mc1/Kdfg+qNVnTbUC
oAzw6BxeVBXDd8/L7gKAgV5EirZhJ4y7Gl5cogaAXk0gOaDXmpOWG9zE6nYAXvUeFp38GPOC9ZvG
TnQX5IwY3+TKa24B1E9wiqe5ciy0GZrKNtJkiHIEbumABKCtND+ovipuFrtprPOSTtrWTQ2j2Qt/
Lo1oYaJxL9rujas1ZXzwFXseWLZW33UO8MMQzgiHeSieI5TJSd3SJwCw1ZK1dZJ+UTwox18+lEll
nP15Tt5ykJ6Lra3lBXximlFUKIa6epO4ktKgs3RgOpQPA9pjR8+iQUlOMq0ntGpn5vQ/8EDK/qOK
E8CQc2rAobZyN3sc0pyMocyUgfA+URDa26atLnKSAPghHIHbz5jm8mvS9ixrfQk+Z5PLKn1caO0x
jmPrxNl9q/Xc7cVxlR9OEj7XhraQ/M6ZQGiCugwCKFjS8hpK2wqEU6KjHcBkm2hoBvHnnhPPLBNg
nYqzUVJ3dJjGxszcji20PfFQom1gp2sPllfBsQEh5BZRM0NACRMh1bLztbj9kNIgzIsELGKfsqb1
W7AzMDn8MtONmwVMvL5JfVe8BR7TNAd3bkS8Uar0H8qumls0kGqxd4G9DOnWHYvgQQ36vKLFMrMI
m0S36TvWk0JuUqus7mka6SqyPUYPH51GgXkLlbv6VFDpuCuzxem3auJFv2o9r8L76laQX1UDEXbp
65a/V61QoRU7HfZCvgtI2hB6EapaBUtJ5tTxJ7en9zRSac7Eti6bsty1bm9aIObKvAo9F8bpxm7M
+RO+cDnTqeKNSySUqbJIwEdq4WE55fQwj63tBJu2GhvHioBT5vFljO9gwAOSQv0S4BvSs2v28tsO
/H9pl38CJvlhV/sp7UKY/PjpsXmScVl/x/eMi+sjlUKLQyMG6bxvCftvVinNDV4xXMH/zUGUbcpb
S6rfMy6G+cqCiLIqWyklkBAnPvuecjGMV/w4i0QJ1Vhcw9Tz/uPfnrSI9s/++UkeZN1gf9iA+dEM
+nDw4O/MDdPT83TfV5luM2K7QuJMU/u8ME9yVYhJthdjK/QD26+7aVyv3rWt7Ubgrd4vvplfjP3s
BZFF0nMJE9y/LERGsM360QK279KVb7SCcyd0TgQabS/u2HHEDuEMLJARWs/BSAPgIzWAnK/jqGfH
pR5jZ9v4TeSlVbaFiBa4Z5lmF4XwirDTsuW9b3eCfReqJ0DNftl4sKsPdmNU6x40gfadRsgRmzxR
TMdh3El2M4ifF47xz+KVtTRBbZpsLN3J6+T4szBpWKi4wxoxN9pQnrDhTtE0ug961mKiHqf2Wxv+
/8RLNX4REmD+P86Pbf8PwIafH2XW1P+2XupTQ1qYJmn5H0//kefk+59kfaif/MP2r7zizfBFqNsv
/VDyW789Yuuv/P/9l9+zk29US3by0wqzWX9awh/rycuylsL/a2nbXVM9lhl1pG+pzuPnfycPyu/4
9no5xitqlg4ZyL8gCH+poL69Xbb+CikbiR3KxLx89GH8/XLxBpH8JF+5Du1RyiUW/v5yacYrXggd
oRs9tMSjRH5/9HY9ebmY0aI+TTXEoFBNAZ7q49OXy214WDFBmqGXKvExmywA6YMOq/aHO3L97W39
8SV++lB+v8yqleQUHJDPenYZM8v7OAYHGbpl3l9qPsRnXmFjM+q0FaSeeok/w3jSkw+2DgDQ9cvc
I+8Bw/k/tcbGhVymGE512AVNrkuiS7XMeqjXFZ1maQVmWgs96j9Jt9oxCNh80KjdKXO9GPyVTXc/
pwy6oOWNsOvKxyIx28HOtkewdMzVpByLIuBaxSLITWixxqExyyfpbDI/INrZaHZq6fGGxo24tlD5
lGICsNVqwyj2MjNyG/47WShjjIQ1gO0BBUjkO12IsVDTJ2boRibwZxoMJonewvYCWJu6NSPDKQO8
K8uaEgaM8p4uHpVNG8aYENlEs77i9kNkfAG0eAbuPWFEZpD5VXCYgbfPq/CM9r53jprk8uB1Riks
oJdU3Q9SZPy6SMheT/a63blWjiZt8YIqrAuribMQRIqa9Y3jabPfRnpMUiMOm8ajGS10nLl0Ql+f
vOJYLmwXGx2iU21u07n0cIeaGc3KTsifJTAjX7NX95qdisHeFEVn+llo+6Umbjjs6+mpGkYtCMuC
Dx6D12pEdQHSp3wL9b9zj0keFNk2bxcD0mpF53zyoU/0qj8CdkEWEnqiMpuvKpfijVGxEh41wkrI
jPNiio3q6AUPsS9NQVR3lW++sckCzeTcknrYroeE/HOD20EAXtM8fc8914xwBh4gdkxoBuknbEO+
9aUGKdjQsygXYzV41VZ1ITsLIuxCosnCd1zbo/+xoO2qIBSiKRBiXKUKQbi0uKkWjYtlVFeZPXkO
g2dwci9mex6r2xZ1TXNiP9MAV1YAVWv8G0mnlZfWXA/D3XpadM+wQuvuVuWKCxYaCP+rctIn66Kh
Kb6IeifTgIOVhVnUYF7BXG4rv4eCjehsGm2LKFrPVsVRELsXrkw69/WMZmIwkNHULbLkvAkwO2SO
I+URyqUuSMCVVcPEBg1BrdjaCYq1ISxzE3JpWHal1+wSgZzgfTBaYDVDgW1Cv62KnrhYCh8zVVfx
tV1bzSq8Eols4dbCd6zutAzE8JXDoJ7xxha9CwjaBPF51OKFjAyFztBx2yBKIXUn23ok9G5Cd4rL
+oqCdZWdx0wlLjddIR7p0Bwk3Rlb1DRAyBf66nv2pkwvyewtrTpyRrHcU+7KRV0RXKd+yDiKa2ym
fhgRvjgJ7YScxbpuYlw/Ez1M0xbKsXjPQbmfbhKg46UFy1fU4x3HRRu8sw6nPcfsNJTFhwZyuLzQ
aIj37/OEJCerzwK3MN4MgCnb1fiAvmqI0sGuuuV2Gmenh57XDxxcxju7sjXG1sA9WVlwxZrFeSAS
k5mUww2qHI6+F11Lx6f/cZGddJYjQqRYvAFLx+H+rmtmuw3HzLLmDRmGltNcjvsr33buoqcth03R
9Vsvd3HA915OJICJwk3daDTayQLwyVIavIaDmJHPUDx8AUzpCvNM1Bd6AtFUs9pkRxNTLOj/lJ7+
OvByLT9BLtC0rdVLP94I34m1wyyTstuIXMsUd0cf2qPLwmHcawVW8n1dZh5cQt+L7VMhW3HBeBvu
68Lm6wg9jcwBsZJtKjp140UivV2Wtg7sA0DuZAxCS/Rzgt+pISeTvwdTolAijyoYk/ImqH0xxedk
rOIUSQQE5/Sl+eanOVZ2FXqAqMlYxL1g1ohxn22XZgb/3cc0aA1OAmkeOSdzgO6Svf39fvnL65Al
JOPOFCwDOU+vw76vY+oDj9QUYEMh/7bjHfjH4I+25e+bJO1+4AHYLekweXoZ8gU+bGcuo3Va4B6X
ar6AJn7shSMubYhX5u73H2v9eX+H8uvtI5XLWAyAOrpNKMo+vV7ceAl9y6hQrAXQ6kLyk6qG0zSb
2jMghVbrpCMDT4803P7ZuMhflyYmYBWhksFX9xOXBdKmGxc8Y9KJy20+QfeSoGh3ui6mze8/5c9f
3jphv85MM57CIelZxpDN2qlGh0uBoY1fKxSTl/Hgv0SI/Plerh+Ebr+1VZPT27NHZCBT0HsYKznD
LEC6AQfzYeLKeWfbTKf7sELDWuXpYSQ78O1r/J8I+tsv9Z0UX75Iov6nsf3/ylCfGugP3/VPJ+n/
V8tH8Ulmn55E+3/9pm/RPg/43+0K6//+flrWXP0VLXFUuBkNWOdf1uv8K6L3nVcr9YbJIhofKEDw
7/51mPkeWv/uvExF7i9Kyd/v2ToOxomZLgkCbpvG2udIv1bphdnmflCzL/GYCBjjRYHL1ceillgi
No3Z7yHCTsCVR/m19ZAdMjjAtIZ242pAMUntNpWoBKKSrqhsc9sUidVrZwv34Kyi0keA051Iqy52
fAX3Fo0Du2ec4hwDVCWtvShH/L6AjfHHaNtF64Z5PKFTxDBxlfg6YLbQZqzJB188EGgLurXt1w1i
yPmMEg4XDMD81DjkqVDis97LsdrSbhGoT5KwihN9IlW1zfEQtlsy0MLct3O5VAwuCpnkbSTjXotB
/7e8oQfl4JmBkI3nA19Myw7YAXpPLalvRlVhFEEws1yWydgVV/RW99mpz2htrUOMo13zqZ+tSr5d
mjm+XatHGwb7EBNhjZ/A1aPsC6a3Re9g8PGhq9jpFCBxSlTQca4hnX4TjE57zxXqxyDo2qtZS4HS
i1WKHQFIdpuDE3vq1BuLlZBFZnHcx0KOn8vA6uSFqlL3ul9gAmNA7cG7X9qLlu3xTPnjOxmU3ZFe
N2O79K79WEiRRFOm3JQN3Mpc2BR6E+znRNOjgQHjh3Echdpmnq2DaxbFlKgDN4uy9CwtiNA6pTV8
YAJvEkFif5KpaN5OVao2clBasSEg8y7mYMDBpy0ewsqJvD/DJ029QzIY61sjcWJ1yJ1eLvtZY5rO
vMM12RUPBDla/rVnDUznSGNuBGY9s6WvtTLF2d0RZ3ecgoDKHIm+h5xv2kqCC+GbXfFRJ1ba+9Iw
N3pWERGiprgYTbuLktkN7sZBL4MwT8nugGzIvE3nFtprGL3Zpjc5zPTK88DLc5hIyatfL2oi6aMX
afXBJ4+0m3HQ2JGRpHpINI+MUdccNncmyKkIWzNitjLW4l3hKes4YwN8a/ZdU5NGV0xGx6De74mr
p2s6bvMsdNole7OIeRzWxgk5f62NtpWAH5ppvKkdD6iy2Uz9605ZfJ1b9LtdE2+teorTbU0F4tCr
xMTYYM1VVBqWNC4NUWnbdIH5dh6r0uWBydnYLuqCH3GRCU+4ZPe1BNNEDEWo9BE7lL5st1VGeSES
mHEf3Abb7iPgJGunp/pyiCflpKdBS40lYhIqNr/wBlfbpJ7jU8VXp12mcWP3B1stI3JNvY+xmcAi
fqg8pLzXUEHnDf2b1pa9p99R+1jabdfa45fJaay3wZJVB9OR2rtxGFC1mEyEAroYm/IszQUCVWsv
UUwehpx5MKS7ZtF7Hs7BFMnGC5b+dUGNi28+re0pMocY1UBCUW0mPmHYejNNZI63AWYSFNFoaJeI
3grsbnXWW9thWPzDMjGPBBgZkVyMJ8o/262R6De6PkwZO3/pJZ9In4m3jMuW7YXfdP58IIjsi53S
PK3YDimmt026pMthMuvGiOZYM+PL2c7K8+j72S2VhwalR9LcS85Sb1Whgg1WPEffsEgkkSXMgiRk
0jBvHKkGjt22bmjdNQo9Pi3jbO8Xt0iux5Je3H0ygASJcj9pyhB7phYNueZfNu2cnwktXBmNeSDO
/RiMb/2p4S/yB5J8v5dSG/MsDOo8EMq78uwE/ZOI3XnXDIw10xvidxu78utmP5pWh1VBeXE0DkTv
oT8IH11fmeDlKKgEFA12HI5jtflB2MvIhLDqNGTPwEyCaOy19vU4Liii+tpbtoxrLy7Tc5SoOPDr
qBqzMWeOuhudh5hCHW6Oehl7UOr0auIFNfsz48gB3pU5np33pmjy66VNgoGy6QrWcprZcEKrlGN8
qcVzdde4qr/MRTzfUVgudmWvzdaGJm/jNu1S+3WtJfFDHVed9nVheKnYoGTA36E4XLr1mkdatkBB
ynjjxAVt9NWiHIlSqMrmgbHPsVniB5qPsi6yVaB31x19DkROORyd3TSZcrqhtyJ3D2Y9MbaRZc6H
pfHSNuIakx7ptAYEOzzf3aFOKcQYKG75xmsj3fgMHts1nDrNCsLMHMWsSDF42a0rZ+1iwcVYvI9Z
n05aXOGyCQiEUUjqcXPjOi0yAxIGklyY0m8aarR+VA4Os2aexkrutyp57zn1dN/FACkyhDklio7e
cN6lrEtd2Juge3EFlnt9fZmSIvCrXc/riSXNT03Oz5KHJMQglb9unbLVt/Gcp+dksOEJaRzNgu1o
erLdTM5SW4egKxv90DeenEI/E8wy8jtl87FzqbTtdVmx+5pFnhzMQrTGgQn6OePwOJAvCPh3LUav
2uFg3dGsy/be071YGjSJgKsM3gTdYIeY28ckFMKzoXOakkwLPjETGVKri7jaT5beLCfPc6bXfkb+
ehOXOBZ3s+sgsvUH1niYOzKlXFTr1cTKZ6XpBg+itSNOWnaDZIkgDWnsPNQtFQ4qPW+MHQ1Y48nv
+9nkXmluckyGVeYpTVnpH6eGAm23qSs2aPR9aawwZg3G9Vzpq6axT7zpNTGTYvnLy/20SO5WUmbE
PDl9m49j1dr+Hj8QQ9rADZgRRJGWGwerFhmeq6Dg3hRshHWUIRIt74OyCijPcTTuIznFdIeRRwl2
Dl/ZlTYhtqRKqjrs3ilTFNTOsqI+GmnO4YjwsZ/2bLkTDBCrqSJDs22q8g1fUwC0LMaxhrcC12ja
i1OH0FMeW2cBO9g5s/2pNhaRHBIvAEoQ5UqOtwOq9/JMIae4rgOWvdAykbUcat1qnLDxS/PGTNvW
iZyBOiQMJjt/a/KekygiP1jc46nW3+jtwh9tyO3gXhcLT69XlvVtmmb+h2kstfc56Yz2HI+jg1+a
pYrzvZyoNQM29vH1LOTy6Eocr7tpQZFjFJPlRb5XoJ0ukjT5WGUxdZ1YDrWI8Ekl9uWgmUN94dPX
J8NR0B9LIk93B+BKmvWZnxRwppyz+tZvnG7ez15CVEIPi/0Ot5CujyFe8y7ftJR8y61j6uCDoIOo
o9R0p6ZChL86SmmIc8MsmNoFZeaSW6HFLvehHbwcfFOfzNpuQl9Q3Y7oEzCnVjSO3ZFenD6DuFHv
lFGzQtbjLIddgRokQS7te3ooWkS9o4Y6Yd+ntMjck6SMUWo5S8Dj2y55sItXRcIuZ4rmkq+YSb9J
K9wDLhvnhkSe+Ti7bRtvSdIYelQMdEdHtl90/PmwSGJZoL1IowqPW5IH32MJz0hZu1u80aZFnJt7
7Um4zF9u6UIMmguhd5bW7S360lzMESBtIYq15tRvyBRNb9RgF597r++1yJtLbdP3PXKYsk59/FK2
2RKCT9K/G9E8Gad6timzF7TCNih/cgTm5OZ1i0RbTGhS9rhIcEz54tyUVPyJdce4P0vDbh4RTrrE
IHx8ymLogD8yxZnIa6dO0/gkHezCqpTxreDpcfYNcvf2sZNVhi6kGjA/UcbUu9vZHZbuhtTzwiK5
zIVmRKPpd/RXouFz7rtl6hM6TkV6gQHa86PRRSOzt4KZqkAs8F6HqedPHxlNcYzTzKm+jlpkMlk4
NGNwL9MggDBl1OalQ8hloSBN0OC4i4bV0ZjGtN/QOe120SSnxA9dtqS1iwWk55aUeXZQYxnMJ+bd
p31sOS2ydA+ZbR1187jcyrknMV9rNJZ3kMgx+9l6SUCJUYTODJsVn69jdC7jMjccHgtzwoI4Zu3X
rEQzHKL7c940644aBmgxrvIBiu97tCWGFZp2bc5b32lT87poF89Gvzp16cmrTf9jJcsGp6wTxyev
rHIw1kK2oMqa2c0i2jrSD1ZdT9oF267Vsu0Lr7/2M936gs6QzDLB83DuZs4JR68DTnChL1ryODdt
erGMwr2pck3DQ9rYNKj4/pSdOXZ2UctPR4jb9CavhWo4CFAvyAL70kQVZFyovGqtzdA32ufWBA5x
grihFx/p3qjHz3oSk3bOW2GJJmyoVr2FR1t9VDkt0mk3lhcj2M6TW6YpgVqSfESa1nWh7CvnrTX7
0t7mupY+wO1GZZm3DdIv1NQPfGYdPULLehBCY6T/va36sQshfiGo7OJG3o+6NONz6cjA27IqZUOU
aKKyzkagOYjf4PF0D5NFh8SbYrDGdOPSCljcMrBViVOlu1mzaSkqQLqoAUWXxzmZdP1ME0s2bFtI
73hfYnpAQkTN6Tsrb2C/w5RRb2zK2fq2NTQkRq7w8/HKnN34w2Byk7fjmJqSDqsBzPl+yUxsxFrj
5fOXSZetc49kzOz3FUB0umOccZ9B9rkdFk9/oBJo3lejOxwrPVvaB7vTlg1KFprX2J/8mxytO8ZF
OqV4pmlf2wx5wRh1TL90HvmyyQRthTTDHRMPz11Y+60dMdlYvcaKXBwQ3/p7WpLHbWxDawWMGJ+N
Oc6oFxXGg6ajcwpNmnMwlOH+Y9EZYBbmIyEchaUqGEKX4xs2NdeotyJbLBn6QNmWfZdlxbIt3JkW
mq6gRrV1cy84E+vSM5WN2HkHt2wOeqfUJQ0/gR8CMXICproG5I5EzxnqXF+4XhQP6JsiNkHe6Dpw
mvJtyrNQn1sHVybFMI68h6BaCC5gZOdvKhq61K5sbZOD8OSOESDBfB/XPUZozS8+NcT8mxh/1N2s
1zEm99kl0Z4FFFUmozvbhqw5QKDZ5kCudCt0Pb2KH32j5ORi1kn/unEng5qAn9UnvD/z1WTgvXvf
WCo5ObnfncxSeekF0oTxYij75fNilZ63pausuioTOB1zkLR5VDIO1Ud+Td5ns3gF2jI0MeMYphl9
hG4wy7tiztsgNHMIquFYIwyMZJr2nxcnFfcxbjv31IsmtZmY0LuJ46MX3LuxmdwNKQPMFqZwsjKL
TY9erIkh2Q92rR4dTRl32mQbD5nSEvyOi7ZsyyaV+8Y3Uf3OUzoR2lL1YZPPl6t+rvlGF18qMOYo
gYguXYawXZrK+EbcafX9zTlQ9TqlYZLK9D4YRRZsvIwGYC7Y+0eZztY2WMgdXA7m4MRRRoV24Ckx
izTiEGFEWS5G3KAGZka97XvE42msFe+cXOOL032mGjZ47XzzxuiIYq85VPvxl3rMk3fJ5HDmnHlK
T7hAmtvchITDkbxr6w1xoKxxQiYqCfO5DMytKXX9tFS0fO6JBdpPtK7a3jupja67wc3p2peMoLTr
UdU8F5xa51t2NOdDZ+X6kd47CtE4Oat3dYD36yQM0O4mPZk3zDiJGmG7KO78xezcbaHmxjkkvQYy
b8mm4cJRccrNnhrXPsarmmsh54yGWmTxdcLciBdmZc+Jh85WNreUHf+wBKN/Pwe8XNt+slV5UaSe
RJ6rPI32OVMbHynPWmfL1eK90XTWlY3d+dNi2225b8gpbRMZJHsvG5O3SRvrVTjQIGhGlpHACRsN
h/Jx0yywHZRzV00UWjNy/T09sVnbXxESIx0e4wAItptgTCq8pNplMdY1IlN7Fjd6m03dZhmERrta
XvPk0PE9ORNnu3Rib+5cZzimfc3sxkA2YXALK73LDMZHDR4x65HeEnGRYZdAr4hHzzsZtfLvLJ3Y
h7cl35tOUhypkMc3jub717CekmkzN0PlHjS9KDaS6tcpcPK6JXFgNrtZNcW9tqQVBpuhTcOFLncS
hZNnKfZlr/tQxX5pPOCDnswLqEINFkMeGOx+1iSP8IeWKkKkTjoiavPA51IiiPfslcEdPkpNrJ2h
AFqKoVxuYhSVH7TYYb1d0w1nEZcc/gO7KeVOwyfLL3a1EbtimXO7Jl97T0hVV0dGvevPLZsZ0wRD
m6COF5zWNU2cUhpT6WRE7UuiJA+a+NTVumcCME6NM/1Bo7PtnKadkI3TRCzuPUlB+XWxaPPytWmm
+RoqSa+ucgxCaeiCHonom6yvllhLx7d5rrcqatPJ3iiP8idwkhIBMlYPdxJbSvplf+XlFpNKHXnU
cyudqr630szuQtea/5Oj81iOG9fC8BOhijlsm52VJcuWvGHZGplgABMApqe/X9/NVM2UPQpNAuf8
kfSIHYdUtDISa6JI+5sa66H3ovG7b5XzW6ZjIo8ou+jSkIF29YQOoPbSl027SAZEDh/y3PWBMXu1
5uZYoMXwdsEmw5/0gsWPpEaH/m4MJ6ff0dbWQoWsur2nTDeRGRkTNKCBUv5XgbLUeyw803yc7eZU
uw5J6j1Dfn+OvKJdjyUo9ROv8vqu8nx+xQcNEjCWswzYyVGsolNYm6ML+3pa20QGQHHUUXM2TsUB
OUDwsSAKva9LezsFIzjezF15QA5zKuvk3PezLXYLONRy8UjF5P8n5+ZjKDxFWalIzLNPkdO7hNav
s3SDQb8k/goRPgR5+UPJadT0ftop3Y+bu9KjRsPldF9Kyhb7yXF+N7ougwOVU5VFEbxO8/uKVvv3
1CfqY+4cNCXSp9U2aCDYo9Ffr8JZQvCkYbbvkj5RFjpncNaDPyTJuYyCGrlyjiL9xHHadi95LVJU
s6uM65egSYHfRJFyeC/pkPypJHALClVTFpwCTf/k1f1MfnDf/t6GtrgXkVr3lRSW/sAebUwkU/Al
lPX+DgwkPJfSpR93BQsnu6WP6//soGhBDBJ5aqpBnBLfiPvWmuU8tTa8RKMbPk1d6vxGFjjd83P1
TwSPi/Mkt/Cu6lovPrXSFRiiVxF+t0nXtDt0p+vZrlF/wshUfJc6Cd7rYWvlQ7t0C13Z85r/olut
fSlaUZ1zY1qW65QIZFf7tLYXnpi7nZNuAdS5nuOR8b0EUPAbz1Bbv8jkyyeP5u9QC33xgWcvQxQz
bJdrWR39eq1+lkOwkQWczihgj9gvu98eYDyvUdy5L2MeyvIKpNkF1xL1WEUlraUsIG1LN9krU9FE
l0zusEfxUtPRSR2gfzTYOZtTE0ydBgfwtL9vhAy4/LtuZbbHo5reobSNfrVRLoJsCbYZ6M+rxL2t
/CH+BmhUmhs0IddYeE4+0RVpgZ5HTrMdBV4pbWLMvLhy+sdiaEh5B44t5uOwRgY8Qfgb1EEQDVAt
YuCVo5z7ZaqsIRgzaqf5AJMfoZi51YEzAXjNc7da+5GvXvGjHGRUcmxJiIhwnJNoH7ok3jwH0lb7
ZGLoQ7HZBwp0rZFl+Ty5c/wSYuMbH4NeKSQ0RFI5/zj38o8ttNFNQVMlD1M1eM8g7HwEvhLnseiI
TMPEjHujywPvGpZ91X/Gskn+2DBuHvKmi4lIrIePtO9rnW0pAcq7jQSms+srkgJGBk91nCgQJiFH
z3N75qAR92uNcGbnNrlZd5r8r6doS5qXZqFn/Uq1oQp2ZdQnf3xeb/fQhH7OLdM7y76kyPpIlnKy
h2jauMC1oOR6KltX7xB5RMuuRkvC3dIGXZJ166zrneaPL28mLuoTRrzwug6N/rMRf5XxlvqWetlI
JGi4BSEYqUiJPo1EeUfKaqf2cBj6t6QWuhuoGMXaQAWKN7qoL0x1ocpwRaA3j+uxx3r1bf0VOGWi
GRemfgSUYc22FHYro/CYeMH6N2HIuS8dfRNIiX55cqcm+Co82523QdhXzpVlPweNyo/5JPL7kMSd
5gBtPsiTrgYUcGhq2+oQ9rbK6mbtq9dtbqv4MPmz9o4DoS8TpselypbEad5Hm+u90n76z6mM80q0
a/erKTZ5rCpiJH6Vxp3ArJRQ9cHBIfGiE0HkHyCl828MovUB6Nzvrv7kMXdH7WoWTsMm6M5DWtQq
Y9HZ+ixdQd5egEYoRA0rWTzHPUacu2YlC/FO6knKC7OMefJT4SU/WtKhhueQ2p+cez8V0TOKgPQE
3OEnp7WM0fgYojDvDIGr066g5rM4JcXUZhX1uuNusSFdqSO0i2WtQiN/MgkvC4dwDt0V1SGWVWKm
/E9aXob40HjKLXfV5lGy3bkCjVnduNWtRTc01s+AKqI71HNqy0D4NNIkgEzDiLn2YfAwMyPTdp0M
5WMzTlikgz72nT37cNLhz+BB5Mir5a80GDQEjJjsm99XExqCRkR7Fkq2LkxEqF24TDARTXX1Jms5
u/tB1C4zb5VM+8gfpwM7Id3GuxBMbtuTwRqCSQu/Cj10Tg3Wif2CTTHdhSKdsUASn0xNcySH+TTz
9r9t6NANPfQT4PQ6tSP6LSMKnuTa+5v66CZ3t9aUD/6ufZW1319o0U1OcEv2z+YZ75eT6vVHUt1o
qiAfPFwefmFs5vX+FjAhLUuL/GvYmp/NnM7iPolbObyEQQHribbHiyDqIoxQdR+9RGM3tde6ClS7
3zYd36/TELD4x3nXv7QpsfjnPvc0fhDVo9WcSyxwn7nOve53UOhNfW962VYOopj1P3DLqj0O9FM3
L2g6aZvfZOqW3Pq1mf8b27Sfsi23QXKYF1tF2QKDB5sZQnVka57mX+BUwGUMLPOf3iDnP9PY1uxo
kJsf8rA28hF7B73NXDWgUlZabnhfU/eduGvYfEZ6iP54ZmU5Sxe3PnciH/92KxzKLqhsr/ud6eqt
uozA5MWFPdynyZdAlowAKEiO1hurPdat+KGJaAbM1GpDzTY9dU/wDY578ntQkR9cNPEIyhPFTcY3
WTKigGrYd5QH+XZ1pk6dwnVaokf0fyk0JX5sV6EFMv304HlllF5cEEZ9TGp9w9bBPd7LmgoqGh4n
+2/pvc276qnt5JUPNbiDbHCxPlH0bfcaIWawT5tQuT/wVnfLde6G4XYrr91nDjMPTvp/wP32nW6I
ADxrjss82/mt7ZR3QLOxfvSqZjFaS1/La8NpMV2WgeLhC14leYkGsUawdeAUfkJX0F/AdXGwae9h
C+p6Lzhh/a4fttAvF5ajHmuZNfHtU2CXHwFt7wShEa9rRKt6Ukveapy809lrhuBgHZJ2SqbObqcX
VoS8H2L9I4zzNTlYrMLiYRTu3FzcSCxZuEzuYW5c5w5Gtv+1mjrm7V0Qwa17tx7cB3ce3VdKB9xp
37E+MAeva0iwjVw0otxgrjMHLfC7WVDnbUjp8nDfwA7VXDZh8bF09XDHKA5xtqCxoyU66aPm3UtW
gres3Hh/UCz85N7L5S6FoVDl/dLRGeeeGW6c2dlFAVj0R9EoWR5V46Mu3diu2Oxj3a1HZGy2fGNT
jb1dHzP6nfMCTEftolRN22+tNz9c99BFfXlf2EXZA3NElUYHnUu2uHtlvWSuDsHYT0IfN7cdo/RU
dVGaf8YxQkPSfGptgr9Uy+NCY2ABg0EEnEwvDoYs+qcLS7DihSy9UsaglabfrsHoBprTvwhCeyeJ
bUu6Q1dg72svkjdz/qjDsvCeO4p0yo+oxF2LCECzgqqMNyNqs27zHPHoeWzWex0N1CCsXVisaJer
2jltrjMAeMPTpJ+etmlnMoQOrLzZ6jk9mRs21ShYSk0H85gDTB/nwPZIcOjl1m8DBAxOR15NWf1w
/brI0UTXGsz+2sle1EvWhWFgbnm6M7YwlMUNJaV7b2TeG04poLQEZ0XwfA7JklT6sa0wvv1teWqY
8tdl6w4lI4JhKI49sCQelyCc75ucaQGCCbKMFQEMe3hWSyiX56mWlRqyYWjyYi9nZDnxfiHCYsIq
qpsCKf3SA7OdaS+mH91dncbWp6JsXIbkBXDezRK1GgIFgKyXzAZTjYfGQ27/xMlhmKehdqEDlakr
F4+50t0cZvwadUjmKFY5b+fNc6P7Y9qauauvebP0nUB+b6b4uwviMX53k9Iv7llkB3WY24jG1roi
7ScrgbC3uyG3zU25m5PoxvsHvvyzEyh3D2ikm/YA2c/h1oZIRy6IL10yObGiL8fUjPN82WRicvK2
8zT9HhHtKL1HwYSG8YyxvPP39CytaZjJJbzJgbpCstYfIK/mGNNvjYoddY0AE4QmLlIGCbkkbOrL
2lSVf5ZxKfUdAjLj3QBpAvSLHfqR8r+xghu7DesUpnYMz7nywlOzODKcX3XdF+72lqK3D09IaeDi
mZRMQLUUaIzPNI7EhFCJdPAxJccbapesi9tqykwSGHu3iEESjp4j34ovsBemO8dpsawnE3WOfxjr
ZqqzYSxq4KjONGtycsYyGnN6+thO9XkkEs3stRigg5t6FfM3FEyDuclPLP0//HzheJEbWpKXeS4X
51+V5AJsm7ei/zsUmDHFPyrgES02QdsGkFgMy1uaFb5XdjdnYe8U3EROyA0qsgV8Q3yPy0A9eTL7
bX1q0JeMRyFXZwYSBgqGlAPX2/XF2thHvwn5jqU3yuU6JWskHivMvl22bG6dPqd+Sm32Tva1CPtM
93PVvQ0x8vd/QkflepZj73T3TamYUMPcbAuMcSm9P1WkHMiuCDTLvStqLTyo1HCM/2FJJeGRc7BV
Bw9wWSNt3jxc1EOz1PZh6oL2h+OxLGcjfrTmb7Wg8z6uhrqkWu/A3RuwJArl68LtLtuCEuGH9Y0i
CbCWIqwea8B67zgNEAUHchhK5yS6rk8PaMNs8dE1DEGXQGLk/n3jCKKL5sKOPzkee5Mlc9PXP3OB
hvxRIyUXaqe0W0xZ0vTFdpeqRd+MGq1HyqgtOeu4LWy1TLdlIvGOyVaUfXfIvURuZCljQN03Y7MK
rspNLn+SSBfepwEMDe8BohiedylGIuC8IBLNqWV5EMvJdXu9hVm06WprOLFiiGRYwTSFRXXQ+zQW
TMzpI8B8pZoRMYGTmPYYby6i8oNl7E2vYDmduWzMx9tHH7DXXim4tsJBSzUOOEuntV8u6HQ8rAA2
CJN//HNl0XKCuTOPVI9zLFyARljOFqzq80F5K08kq0+eVJe5UnTJlGBh+RFxYt28Op1TZMq2bAmc
iSLqgPrEMrFV+M2csMTk/GoeW+ir9FfUdsOaZjaaVn2d48JXV410ge56l7Oa2Bf+5Uw2+q2wvXL0
zXscDF3CjJVKFATPZuDCzLZgxE6xxzw75pdoLjp1JKexUW89DQb+K+cHoooTPPumXqta4VlYp9Jw
nOtGqfW+EMnkMHtPpaLnW8Wt/Rk0RnTfkyJF4ZvAU1u/ciJ3MFE9kQP7kbPGux+FGYIjQGVtfrKC
JcV5K0CY/sRjzqhyrD2wqSce8nl435Y+bY4F+UTj8mqlNMF94+KzPjBiwp+tKOLdekfg/Ko+1rKD
RV3JcS6262b7MjwGxqvdf0G89FOLlzh5CWECIlTuwVNcTJ5GYlKFfJNP1Ur6jM6YWYelvah4sssx
MsYZ2wNw4DD9mXrXIDFjhrE5z5N1+xridMWlfAcMIqcBBReZck/rlvA5YXZOeH+/6qTcpulpst3S
fHl5zFIIDFV2JsKQzNzv37tJHS5ML6BW5P0PdqQmwsE64WL1Fod6KixclOfWrjjgfg7MayCbrfdO
842ef/PqLunP0nKTosVZsKjLXYtrpPqMpi3vSdItZ9SaO3Qa07YcaweeBxeRgsh/KELXBo9sUXid
0Mog3Hju0PW5yD6QbhEgwrjc7BR3ePGRex6hEofeqLWA0p/IqLgQ4h8n1FgFli+aIqh7qSigjHY0
wztwLBHKOuIT1Ds5Wqu7Gzft/ydnOX5OpQ5elJAYR3wpzL0dekxcYRDpNmtHp0ofhS99BLsq4GBH
FWE2dcoTEgEOY6J8Vm0FAmgOkTPSgwV9McnX3PNH95jmplbfZgL2e0LL5c2f3i1QnvuHLMa4wI7C
nrejnTJSJySTlod2q123ZKV1gvXeXcbgcVEd6ZD5sGJrMQJRJ/kUInPcHLeKFqUAGXaD8bnVeXrO
kwEOfTSDPG8Egz4u6MLwsLnGZMCH3d7MdVFgXpq316Aqgiepoa2gYobqc6yr6FROmIRCPyoD8MzR
v7hkwH5GUcBfzwUIT7Tlxc/epvG+jKTzh3EzOOk6dO9cPo3MIYBgzRZuoqPtIP2iNgyuoxM2e7FV
G7yOLv3ndlLTk5RCeLtms066E3UeQSyu4WOxjO3e8zf/IV2xxux7MOhLl0zqzVkWomGXNn71PCl2
05Z2TQZU6w0s3SsCP06Iny2bMTafzX7EyIizrizbEy0uxb4fkjKb81lfBUknBjkbZiOWphbwTLgS
UjZt83vl4gTJeq+PMwDH5qOqWmjluF3+OXERrU9QOwUT2tgEZ1nn8j9NiaXJQp7x22kpva8m2MY1
IwGnOA3RasYjfx5xJwkdvBVh+ZhYv/qtCouyxR11+I5gFl1GsEZMB5P1L2PUJhkGHjpEb001hLgh
TPHmUvEJU/aXcb72iC07i4QmN6RTWOR7e9lX6mDDxjtX/9fmAqunAP8LgQxcCs4jxskl2s11Hj9L
Uu7irKvn8YdjQnS7fMPywa+XmQSXkgexGBv1UNfgMhcXNUmW+DcHZ1/HGx0cnfDmLBnHbZ+KdX2M
zIRSAr8HdfaOPLgtHsAdl4rHozEs/k4SOJ0h9CEwq52H6FSvSQHbFiPnTjV4IqwwUHfVwMtn0q9L
NvUFOXwopwDdLaDJaYxk8AmUVR99XS0novSSIywZYCHmUXCCuSovC5qMJ/rc2+uaSqb1aoo28ElU
rObe23hNWe7UWyMg7UEMki3cx0PYkEtSsu0ObbKTkpUxmyF3ASqlQuMV1day1dSQs3LcFoQEiWi3
Y+6BG2Vh4ekDTGHYPoJI+nezRy1eVhNavxden4g9yzw2utb3L6Vf6/Pk1BjeB8DZS87Zc7Fm7M/x
VpuLHEAlm1bZO4xV4wfi2faNHoPmPdkCfz8ZUGF2hkSeS+XPT8Ncl/c53tsHZ8tnZF9pWj+60wwG
7URR/CpViqTMDwV2sakT15wmvr8OCA+2yzSKe2r5PMzARx+Bwztlcc0PpzbdOw3X6dVbRu/QaBdi
1F234szUCquRTzKU98YmP+NmZsjcMK0Wxt3ue6CTeztXuoO+cd37uZT9Q4mc5SMZhtg7jKr2D9iH
CaS5GRySc2BSDJ2yCesr9gHeQtcq9TQ2BkFRwiUjSQgJd2px5f2InKU8mgZL1EIHpL0GKF4yBr+S
0sdxMY81jN5H6yPmX+KwO7MYt8dx3ToI1NQbvGwy7SfPc31X5rpYs4pp4zCKtH7omzwWO+iD6NFw
OaHthOfkloCTOt8y0gKAUZP/AIre7i0b+odxguYKqz0eOsSkxc7vQAcLwngymTfTc9on276p/JAY
lqU6hn4VPwaMqPdpsxEGsjVblZUug/Ozns0wYiEYqrcuTubnmM8h49b2iqPLmfO9omXtD97GbjUg
lfvD/JWu59ZrnX1XFeK1xdhxpqCa5XanIl1l27CUvyru2c+yWUvJfSN65iYHtg0L+sxS3UQ0qU6z
maDyo/CrH/P8TfYjjuKFwQWkRQ+pd/ZhPZps7fW0HIBCgnYfw209szjN7AOhetdohe/83k9/2MQz
4UWDZZ1svM3d04bMxd3NabC8F3nrPBbYXCAo+vTFBUO6EFM+XzqIhH4Hcp+4R0KFglMB3vyNADMM
n5dFmzcQSC2OBRF76d4yu868owXw5bZWQYFtvZn246Da79DdpouMQnHl/q/GH9QQ+ul+Kp2BvEuN
UPfQx33yI0aH6e26ZnFZI0op+apT6NE77QzRY+MFmkoXz9V/J/Ku3m+KiARjzCYvXS7VoSzqVp2c
IZXrqfByZ/tQhpxrMMmFv3/mF4/9FfwssP8Vi/Sg1ZoSHhBmH7WPsxCvSKY+WRlmRSt9EEFKxzF8
R0dJKwYMXbVPJsd6CkCZVvVLTjfL/zd8N4/iXWhX1sjcKVJszMk0B5zGsUJokK92ZjgS6FU04m5i
gpyg95Ahq60sLJFOKfJ3JsbFgJnhAy7vE745pAjwhDOEMX/6F0JyxbRS28HeMYGl+a63kf8cLrnt
XgTNHs6RArQxuXRAXAELJGfhlVtwyZbQogDJMZk7+6FIUqYnMS/ol20Bsi2KcGx+SkEvCsI65PO0
zcW44QmFtVj62f/QIqap/gzKmEUxwWV7FFXZm/8mlsKsSdvBXDm7xB+HUYOUktDy04uO4Ucj/OTl
GjhEdvUw1RYRZ7HGx6AKYnnOl3m7AvaXL4W6GUY2/MLBZ2+IjP2VyBJFwzaLVGVyFB7gqEggZLmn
GIFjQNryzqLPrHZEst+Uh4uXD8NdWZBb8kNidE9Oobelwz81TbVAOsDvn1l14Ng/p3SLxr/Baucj
YAaiVxXHqeQq6Zv6p14bBLfpDEu7N0VLJDQa3+ELT01vuK3XyH3tR0DCe8gX24IyLDp292rp4u6C
Qx5T08GxNKc1WbiOYXgBhRx/sJR6EtNH3V5JXKkl2nTH1c9yaQk72pGI1SGpGrj/f5pKxf6+X3Eq
fIXuCFxZx4oPZINBX0HQisDgTPfK9MwMInCgT5oTau/MHUWbu9jLMVCLGDyyxV+R43frD/Xiz/kT
7Kg4hmasv0a/aJCrO476U2x4jmHGwFDIVAjzER9V+xpP7ZKtpmqibK5bnZ6li9PeWqqB7gXgaw5/
QWLnAbOZnr+o/l2IHKMi5a5fgip+yZHffCNAnqtLZBSxU0vDBX2zx2G+6IriS+lA88NtNTDe4kRn
Gsuq70rQ7wC5FkVnkxKZhvr329FxwkFVxaXffm7LiIcO+Isw2WOETrXPioCedtgVWC8OvkFI5xGJ
VSczyS+w+Bo24tpOVsTat/u5gplFRbgqffZXmUdNNnS0AKuMlS51zjZglc2IjR2dIyVBuUAG400L
ezAWKqRZ1Pk25XM7wzefVLoZ9SFMv8LCEd621cdpicv1d0nNYryrGdv7TClvwq3lDXif67gz31uM
A3/nqZZcq5t3Hat4OG0IduQqOH4o/NpHmOk12944tl+948rlDl10jL+DOI5QvOP1SD3FMDNP6X89
5OP20NcGuc84l2hYViRg9YNsZdnunamoKyDLzdCv7ASgMAdiN3OCWgtyNeChUd4v53JUpIhlpKK2
f4fNAOZd5wVNZr6fI0/pa4h7Pifts3K62EEYQA2wCt8aot/W9S6KxQiKwthlN28/UNmEuh5Us10e
icdFGphBEAZDjITHBAEGHnDw1mahixoYpNNp9lG5rb8irXv95tuiqQ4R3n0eY6aXqCQ8TExjc6lr
E3xt/KYavpSDjf8QDokYP9sR2QEJbVD0I5J/H1HTGCcrwiUZ+/141HPfmoOchCImQKhgbZ/cLpj5
stYjUfDB2H4RL04nKcB8B6yqooOTjDI9lQHgOhtSYEbU0WvYUXqSSAxl9wUqZYIQGhyk6p+pScL/
clMJj3loBwS/zhTCq6BnfxkaVfhXFl83zLwYYOfF0z16VDKjnfluKfn1vI2A4cshQPlqdzmu7ktY
I4HaOd0NnxrmxTm6IwAp6vhFQVg2fXcReK7uOJOKLJngpq7o9FER9sX0VcMqEgO4Jv7eY2DC0zRX
15gcaec4pm1w9IfYve+QtU9/xt5wBh1oX8jHYyjt7KbHJQg0lyiuNPLv1miV86XvZSgyj++vxhch
ov/otcGOs4Vj9TsW5ta4tK3lyfNVHAIVAWTwkK5w680oo5tTVbjkGK7JtCur2R77xowLaA8fwCEM
rHkYG2yPHApd+4IENr96fdi9rUhjc7bJcXnEfj98GA01sO+8LthNtsDJC1Hbz0++GFHJrmPkIn9C
AWsv6C22u9r3MZWgxW3IfLNck0DEIATTblJpV50GZxz5T/VmLmMjq6c61SxhZvHKZ9D9qLsLunzi
yXfm8oXkdEmWRuysD96AJoUlGtrUhxKdMsA/7Ty1FiL1Rn2iWK/Zgl97d0owu96yaDY0eaToNURj
8mKTPXHxZeclB4UxZji2Efx8FucEWvSxV/6i3LPJ5tQmLjtMDZPWIDYXj9FGe3JjUbEdgjLvnH26
oIBHApM2WZmAtex0oov+2AautA+bDtjisLoR2TUHNVQURqKFH5fZLf1cpOh/EPmFgd/izuEcHHK9
XZQfTu6Jy2T+s3Z4DfDgoNLpm0m+e+nqdJljSLXk0oWfvJtQcGEE3dI9mZXltO8bKsIBe315JJeo
zXwhodsqaPCfEXElCeZiu37LEMfu3UD0z6uSc6gvcbhNP9yZLs+ImJ/qFPa57I400hG/omITnHVZ
eQvrs6uCJw2S8tzW5XAdgnkIH4fYjNeqwSkYSqZqo8bl4mxNepmNji5h1IRfhHbP4BMSeDwI6v6Z
7ZiPK6MCTZFjirPjK7ZFdVa4Mc+8KvLAtjIzgGlAt2u5sttdXGwhGDXrcUsf+hGR4HkQKGKOjr8y
vykp4EkFylbkMvkMsa5SSar0IMeDUzKncmlOw7cpFlZbdvgI5G+bt707lP1dBS7P29wb8ZlKaJs3
V6F12ueTBvAIsLTh35DQxtzTHktDa069iYlGmicN1WuKnqlpqr3q4IVICEALUnvprBvW+5Rx4G1M
K1Adf8jBv1RsGS97Ra0eDF361M06Z7zGaLkjYSV6Wd0KG9+yrO3hVs+97jor7HMuquq41UJd1ykf
D3MwoTuyZn1RmB8zMRaoDNtpNI9rU+Nr4bUb2DhJR9q7UzXuCUOnJlb58XBcQ089DTxzmQ/AuSfv
vqyvY+Plexddr0DnL9BuRoDmpJ4uxn+3HEwaJDUOTjIRyJvKcopu9HthQYB9ElAzgJ7OuYyJqcQ+
EkOKrMDm/WmD/roKpDnM3hYD8BE1DALnLa54fcu66zKFJRHrUkUs7E46Bj7Zs1G4nksE4vitZ5sw
ZXhBundhEM6GUN5jTWokrX1uLv7DKC5PaRPJ3+GIJne35Y5/8axGENPquIt3HmgiGIuf/w7wFf0M
amVFNqKauuIw644ytMPBCdq0+jSO67+FXliSr1nDUvwchLtc9BC4/rGFLWIzLD2CPXk6iAUIS9n8
J6yNnokAFM1ZYQF2stYXiIH7ev5S5GPuA0yPL+3a13tS9iEdpV7QNfRCUQEDQ3sZIHOfq3odn43x
m/y1hBV96i38C3KGiF2qRnAEkN/6cudNuggPLesfydsu8lntdCyAM4ljXxHJWfmftu3ye9gE3rK2
9WOfJaSIMGMDcZ1NhWqNAE9kp09WdabC9I4UQqwLlCGnQfVDDk5bnS0F3QcXTojhh7pMyOQFuAxx
dOXE+VsQuizABmsWQjC1lP/mURtnJyRY/67xCw5VzCtin1hMhnLwV+fooRt4W/NbWC+AmnMa9ZgU
HJudYsnBaPGVCKJoY2dKssEd9JNTuWV0KDqODcqdRAsKwsjxgMO4H/cgmPnjwuzycx4odNlFJpT8
gvLZIJcG4fJa5o3RNGE2R/X0ytIrk4fYmOKiutG/T7xxqa6kvqr0SKARTpFoooX06gTKG35Bk1QM
qLB042Xxx6U9YhxSyHihV6l4RbaKWAFHgPNAhFs7nFEe2D/oCJo7HZNcu6Mo2OLtTsN47+UkKB+j
oYzBCargEa0HkacyGEDTiqXT55lo3j+dr2iWBDZfyTUu/Ee/a9HM8ikK7xoDQLsPPXa1xzl15VX4
Wp2FifsPdtfW3K9DuqyXuZ9CEO6eWxQ3SUza126OhwKUnHyHq7ktq6ob8Hp12pmqi15mA/Ls1P9K
imqbXb+E478NhWqwQykzYHolxof7STSTd81dxoofc2wcBoUgLbrooPq8xBdQw2ypaUALgXSyOjcU
KzyLgDThk1I3t+XsztioXJx1w7smZbZ0dqtREeqy/5F0HsuN89wWfSJWMYBpqixZsi1ne8Jy+Jo5
gCABkk//L9077erqtiUSOGHvtevZ8bs/TFPyDsKHAkAdotveKGUDD6uQrFZbNNxUI7arB7nHwdaF
K5ADJcVgPYLur8YYTw2wkA23tnmgeO37DzwjOM8RqHntMaJ2ig6L0Olpma3pK1CMi+fOrlEJxclH
NeP4ud6GyOZDhsGMG40tL5jexC0/i5n5xYr2dXl1UNTwRLPjRb2Y0I/du1nt2JsSOwMiucDLD30d
utFOtIO+41eEvkCH0P+Dgpi8ussNk2uRM8rsNXcFix4HJgEizBLccOkO4Z7IanT4oAW69AYMZEiN
DRF9kU5ucrXMLJ8cjkSErujKvZTVBO5ZFu5sPA/phGN6H/vAmjceyLKLiRYb2oSqhKfERo4YIfaL
m/c/bjB21wFNAmS2SjB05FFg818hMr3CsoalXqlkjVFw3AzN7GytTndbzpdiM7sRWl3CnaLpxdfI
MfylGPZo6WL5FDV2mt1lYZZ1e48LoGDqWs7L0RDQjc1yxvMLRbh2ia9mS2XhjTm2XmZjeAvbmaGv
YXsTM/71FL8YdInxIUFqd0oZjP9aIGQ+CBfsBi4tnWBUjlDZ1HiNdra2b8dmBsuBhkO0bHxyaxco
XwWHqRB6i1uKU8dYbl/DOV6wk4CAwR+j7HxE9zvy2REqQGOImi7QPr90y3phM6ZEuVerJJrCmlEF
jB0L7zwV0x69xvwdJsoceqmBClDOwrcRNx9Ui+jhP15E6K7s6Id72kpQxWMkqqcYXeSfcSaf54lB
66pvKr1fWj1cULSw3FUmWbY4ArqHhRnM0Z9dvYcdWCHMHVsGfKnL8nLL52I9D2DYMkJoUasWERt/
RjtDu9VDwOda0QlsbdwJH3bKu/lvtjtlf1kzkkl3WBB6O3NOVY4vud4QhCYfMB1FR+XYDJFKPcR0
Uants+hKY4U6dpmY2QBzHdByP/f0NAclM003kzXFPmcijJjfnxGFdn1vWYcqdKgrpI9ff2dhgxug
2jETx14d8M36KvIpn8qFp4w/xt2iDB9fFdf3vW7UJeELP6MbwmBWJY7Pc9djKM7mGnOaTLGahNFQ
n2g3xRZLSPSnRh9Haq+Et0aF0ydbo2y2pAA3YlyAyiDgxGnw4te+170VXSZYKUWhWZVMVqqDH3YY
cctMVZwLEUZ5lsVN0ANy9PJ01zkCgABtjSlXIQuA6sXpBz9iocq3xyqeLcNBe6GKtk7YONUaQFsW
H2pGye22As+C9CVkq44XVgexdJBzmwx/ENRjm2WzX6X7zpK284jPdNSXET/JQ52V9L2RYcj/aIcK
BT8iSYGqgb3a3rHSnGEf37y1irCvSvgfw7QuimJ5SCej+CcCjDwYqt8nlmUv1JmIGYXIgvoOWXNu
zgDBSwR6ZnSLfd0NUbSDSm+pc+50sXPuF3J62Fa6iO6ToZUHn+HNO2LV4muKS92hLYwQx3IXda+9
RR9lc3fn6PjQ5am9aawM8oHj7/HIMnz02ZDife0mhIlQkcsxKT9zyHh/XiSCa5WSJXpZnNrkd/QD
CBm53ad6kzFLYPDK7Pm+gTXze0vqflB8nVck7MBNy7AC8s2acJoh+I/EQpNGnrveNUSL7G09d+hv
OO+kGaDMYGJYBwbNC8uLirWQTUcmV5rS2w1XrBs0CsOU0nQig4BiPSYpkn/wv6qGX8PW3IrTbZjm
I71A72BlLLIhjnZzTsWH6wWJyVs4IVffRwmCly3gvvg4j0W090TWPbSjzAHNFcBFNvw0A5YixHlH
1ZiZhGAArO9kMnT/gkiSLV3NAVbmJqBCW4XlOD+kLaKC9WQv4BJaFFDnMGDsdD+lC2k8iQcBlHye
no1yBNkdckSChP2yRKAIrbCrwou1eChZfB7acG+Re3RyF2vetrMTnCovSn7tCbEDp3Cgwju/RbJ2
gXlVkwJk2zLcIN+t2lNWDfZDlTf9hpVlcm3bSb2USIrVyk+QfN211BcRxKRFsKIrkfoFS49fah3X
BPWulrJmbpYy0zZf48gHVN2MnAkSd1/a9YEtvHlIiyQZcQLV7XYmF/3gj01xaYlgPEBdmt0PlvUR
uuqSyiEr0CVT1MGffLLo6MWarj+KjnPhLwe2WmT/wVUSz7MYk/gBcQQdHdEXUl1i/BcLYj7L29Qa
P4KaYnbhLhFe3slYttgVlouoam0lRM98Vs7kFS99o5qJvShxkAV2rNilPiYLCJEku34PI5fMnBfc
PBwMSBxc984Z4+i+TPS0UbkCLdgzW+HHFW3wjMQ/Hq+o80OadCfjGIiY4rGpgH8mr7HwF3mHX7TU
gh4HcwDfSl/+syntxKtXdxaB4yyRQPgO2o7ujEnh+7RZi6ICS/6gOGmjhBYxB8Dw5witdmFU2f7F
kgMqFbxQyscjMNYLa6wVMyLCxleQpFzkVrFnw6YNx/nCiyK3vq9gFFVTvKlcArnWuT2Si2wxUVzV
UkARary4JCQkV/6pmKnHXeKozjXGDkwVs5de8e126AscioSAvvNSJW7wbaJCNoJ6AZ/Ko2thKjkA
jMIxAPoAI3C7GpH1V5gp67bSlzKMAfeG+KD6jWbODvLBmU1+Hukgsn3tDYy8C834CzylRx6811r4
gYtBhueyb23zhU3G914l/qtv6fODZn3dFLtu5BDEBK0grEnj3C6cMCCbMhjDHXNcezkK5kWr2Rmq
4UTAG25HA5PuPHop8kpAO4I9RzPN/tc4mcA5pENIw43WiQ0HiZfcG3bRjPPfHJXdc8+CawYfZRRi
wnVDEhxbvqYsw3/V0LTFOwsIOz2gbCjq/1t8oxWRwSQQ6vtFv4s6j2639DshNqoa64j1eiiPgoqC
jbRL8sSy6xF08eoLnC1gj+v4jiZ40fyu0fId0Mqe2zHv3xO2UvljaPzwnuHQUm563Uc9PB62X90a
P4b1X2363kGfE/YnlpicZOwGrXMVLtMWiWeFYTRE4UyA2KFXZbABJtTC/kDAXqAibYX7ao012i9N
ys83gIJb42aKIi0+VexMLCVntG3jNFFQB7waadKyx4EvwxHiuviY39DUovwC08XRvIP7hEpUMr4N
t7FtlvEw+S4cqYrB8rtXNoxVGCxCyEYjnCBxqpdzyeQHrJdERbXhl2/x4SYxc5mxYPnd97x8WC6e
AMrme6XTugPAZhhLdI6x2qNW/J4rX6Y6hoODJfVhbGZ3uFpOmCCSDIIc1ajirwS5cxO+DOrKqzxd
YTE5p0LX1aNvTLisWjvxf5nwRxe04sOmmqJlxoVCZQm6DXn3DeWlgg9XjreJSH7bg2YLlrUTc+H8
0+tiOMxY6r37zmdfzuhkqkv/hwU/IqmE3dqqaEX54NUt2Si0IdMXFJL4kpboJ7cLdhMbl6Y97ydB
1bCfaisRQFo66W+rubDfFHp6BopCQOxL0QEPB160EDhcl+U12iREE/Vp8Y06y6LSL6S10K8aNnLV
HgaOKTeQhet+BbmpeVrol9ek2FT3PYvvaRUTA0BsTbSAi0CbFiIa3A+IdbYWrf5/vP64osg1pfpy
cIMCrBqj5NhN4xQdxlKyZcf4tbx2izbTnlgQSzyV/S3ONUW8Wq0JQYRZgJorYBwfgVH4xF6+8MKq
NIivqmCKRahO0L1H/OATsAubE66mpDgFQZbgjc0sBqBiUpDOdaSWT0T1wzdNQrmy5UAcnk4mCFKh
zwgxRa62W2gAn52sXJgXsFiwdwMGs2Jbs0a9kY2Qkyc7jxwVuSLaKLZZrGRoxrk4/d3AAdVduzTM
UZ7ZQbEja0teJofr74qFSbuX2KnESdSitunG2ZUdkbr33p3lBPCWYPe7XwWUisjBr910WBIsv+52
WSij7L5CJ118xATeHqWP8BOC1ahCCAy5Y5704NSvUUvNV8XpuGWvU3Z3JYzwgqgVODYzcClhv5us
nX6SugWSrFoXtrGZ56fK8sOBZbNq//k32e3aVH3vPmIs8KodRamFJhCUcbkSWZ7N2zSxunNFLXOB
nMDOIPaEkswJkUgeo3pMtmHCwAq6rcI4tRoiU3f7fqCZRJC/CKa1VmxfiZi6uXNnr+rQUZlJHBys
nqcalf0GflmX03xMy1EnpE3sEhSJyKRqnnU0uvHYHtNmig9eG+ePvo/2CCyX07y0SLJ/Yy+J1i7a
p3Peqf6/yS89B62thrGR2vaFi1SzvpTxu43VclplEjkST5cwF41w/USGDv63yFYYOFsmzo/sanAI
Ooad3CnOmE++zKIhzoZd4LjUX/Ni2btkwhFJiZ7Y/Nc2SKVt5nasN+iHEHRStLfdeUptuKW5wd8j
mXG42yiIl/eqHOs/ePvWyW5sFhxSCh+FWU9JGlvp7LGJMfFzznLiTAZR+ZrrEQExHz6UM58XAqSw
3W9qWEzhS6EslqCdCTz8ij5Sxpv/AuHAMITHhm20vErU8uhkw776g42AXSITE8NQAuNuB+XMdgxa
XfcDXry9Lvm8/GQ6FK9WbFnhGVZjY10Ym+S8LGwDPcYejWe2vo3G5tXkIuJyYrZyw6Lp6Y7FfUiq
T8mleKwJ4jmmTACD3VzIhexBHBmEGPlZyglfjA9cxZJNdhrXu6iqHSJtO6fYh2M1FrtCFvbZ1yX3
g0UdBNKRJ8oCsRg3P4yIIY7GGC8QQqjbDCwb1GFZYkaJtoYegd+yOvJiDujGPHnsUXuKVRXPibtN
GgRJoKt6rkL4Zlhl0mpog42CtJGxl/GKX5sw1y2S+/DOQwdAHS3A/rO/T9HD9QOhL7XEHMfDELIs
S2JM3RGg1BO08BCcDbCjBsMtphoKN3ZprIlAyIc73CLTuhER00sz5fq5aGSGi63DnXOtsoHSPJnn
YmePuNyD0R7dBzAMi7t3+lplx4UQQXSdcZC9dEyjQeM4vcwu1BrpRWeYWsCRUkRw3C/2SnRx3Dyy
Ml76B/iKKK8g4qnoPPUh+71mrqV3atmq8+yCXkTCZaVy3opBt/JumWdCZsiZavC2eTGG+YRd17xO
Aw8n9SAB3+KnQlm4QTs8eGuQGSgkYzt1m39yiZp7QPr+l1eo6GmyhD4Iy3AulRlCZsd2p4blb8ua
XiDsvy/aSnY7xDLRw+A7zdviF6XZdlqaZ+aJYfYU42UJ83Xd5Lb+TBcnJgPHjgjKQW8smWwMI5Z1
LZg7/IvytBZfglbjn6lmbKl9MYWfYevmBLP5aYQlvSd1S1Sjd/Uav/f5rc20vFAne7cbi4lNtUkD
tYSHigarew100vZ/lY7S/IcOI8feoJa0PEW3qLs1iyFu3pB934JQtorEroqI66KerqN/nfHjNz/N
AGiw6ebaR23Bc8GWVekXhoG8mdsBF8S9b2kneUByiBCRzIWZpfGcR/57EFXiSvxD2R60rOajJxoE
EO7cPotcI6yyBdkYnjLQo2ScdMPKzvv5VJDW99VJAFS/DU6Mn6bnGGWZGTT9r/HruLsnay/zjrAM
/QZlWUQvoDCDMuVo0Jh3X7R1cv7DQgUXH1uy+590XL9+DG+UD5tdgIceskmGZt+jFsIiHtFQrjxy
S04FJ+/FN7MK4ICE7rd2dXDwYg+RSdg10dZLAp5yNXbN2g5D46Dc8PotgAEasHaKMc0AwViOBaqo
6UOOIpCf8DbcgjpnTvWXcqUx3Mp58I7WwKgnnhSnfwMiKGFHTPEwROuJKSAG7rZ85IwAANObDOmH
YmQvg56oQGJb7iR1+AAAzQGIhd1tFIe6nOrsmBVu+g9Je9hsOKndRwrX8RS3C9lg8OuHn1LW3UdX
TJguijSVBxwew5MCFLDvor77JiMtupfoJtRzZKc56hXLjS/B4E5kvGSErq1K9JDAqqh6ih9m8cZJ
dmOBUAUjrRc1/DP57G/ZjvoJ2FYkf3xrXu2bv2TJPaDFLTLBcRMX4LU/Obn5LxcKpoTZTyLuZUbn
NFM5uaee/IIY8dNis3UxtpOTmQJv+q2E8VEyfCtAV2A2CcM1H6PzSbEXQmLJKlnAEsNSzBM9WWO2
CUEKm12RolP5wMRQIAK0tNBXm1hjqiwXZ013HjEBdptGzTBp/CFT+7gINQOzFs3QBvthnkPrUhix
RKQb59HPdUVBPjARbHuftmHJq4gkOiSEPuBW1bnt0faWxkf72k1/Q0M5fi6yiAGw7ov0POGD+M5j
du3pNmV1h0bNdtmheuBMJ+ATCeA0VS3ZlT4dJZTqS7ZhapquiQc826zxNdkHBqhsUBqsAN9t1KfL
c96IGu4ruo69J1k9scPj4IHkltgb48pZHjIuXYTLPNH18NWQdXspsKI0LA3b3P9Py6K2uVCTkrYN
USnPzA0KKZMrJqy2eq1zKI7bniqt2M0uSSKVC594lybdXGybvogbEBRlUv/amPecd6JSHCQMAkLh
64hvoXyP0CCwFkUzm2QnmJXuM0u/gmkLGZHb0g7jbtVydG2FSNhLOF3W7huPw7ajp6/PoZmwWOco
Xa+1o8jUCI3lPzL9TvJt6cCw/R3cbOQBgSQaDHtKG/wmEBdpeonPTChs3A1rJxR70dRn1saLR2wK
qI0wXpIatLJxeZKs0XRHqkprOSxuZFkvzQDGex+NWZrfdvZOel48C8SeV09C3inDfP8y8PTIfalU
TB0oGM9u0jQfzjy/yxugLVVxB3WIkeWA4qQNbIeViJPLn2zqR1LPvKYg4AX/IK9FJDy9t33gVdt5
dMwtbGTGXOHRqUMuauZjO9nFBKfMrbYxwm+GZ5g6joRnQUwPo5FdCvGxqPkqJ2m3vdemZ5YixXPt
dyhCCk/Ub3EFxIQOp82+2WalP1A9bSgkhuQ2Cw0n3y0skjWqSA/IlOWndY2GbfEr9VV2c6APxUS3
XwbMPrchuJ1dys4CD2wVQjeIffB+bzfMWUHtzNu87al1SBzx2IXyTLVuv0UWqjd4vqCQ4bOAu8SA
6baMhxgJ5KttlpWjg6h5YBCPwT+vGsbREcovdEG+TSCPQwTQuWFW4GP8hK258gizxeOgNBOVJJht
cjRd5pY8V/3sJJuoWEz02XEggW3tmGU8QxS08icyX+30mUUiFUHsgGc/UHXM2evCOZhu3TTDGEXT
dKzZJ0KfSfTez1p26aWYT0jxAb9BGT3MeH5JZRQFS43K0SHGmdubbNvQ6vdchrlvr1L0B5LBew+T
BeHIZH4iPsP5zBB2AdnmODjaUNs3ii3rwNPwvPDYlscBPQIuuAG3LHrZIHol9NJ8w0fxuncLQwVm
hoYfI2Woc2qCMDwXTGj+0VkmqBR7VbGPJ3T0rUjcxDsw3S7OGa0y/Wnp9ekj4hQXpcRsWE6nJr0w
L2JfVqQsdn18YCvG14IBnxbiOpCjxLfnTLiNBHPxLSeW/4FixnpqSxdlqFAC0i7Ykcs0Qj7JwLmy
Izdd+92C6LpTTa92tF24lYRduweNvuEly0DjXyL8zRvQEZYNnUzkYo3GpXrIZO8ueLDxD69Lx7D6
Z/dF/lIr53bLL6ifZ5rbF4Twgb0PsDzyMZmyYyw+laD//bA8KV+GpF13SfgQ6CFkqTmnaBCRF7jD
WxbX7a9xmEDjMe5b5Hl2kNzl4QxOhfWD++qxSG+OU72Y/kbxUfkB4gGpOIrLDzfcbX5GTCguotvb
ppyPNoRs+E0VKuIHQnyW/nlKxzK8i+BVLi9R3OfqswcZumu6GCht7LSl2LgLddXDwsR3Ezn9/OG6
eDtvy69/MA4RJtkSMG0TILFKxr77EvVMndE1o/LXeVeUZyjJwXj1Jo+JSUtxA/LKt9FU2n5/wFib
use+p9QYI8IUGZTyF1eVNfdfnbVMH5aF8RyklcSNNOg9UBE/4GmQzVFbbsM4z+dHZAs3R/I+jDR6
m0VWxcWJoNA8QcJwE5RggUtGMJDHFMErGhbylpfg0wZpccWvWQI7aWNGSYty6ReRWG9q6gW4OVY+
7sEV0NeDey7/y2JrYqWsy/TeDE09fcsiQmQ3BcEcQroZ1V44Y6XJdAYJvB4R5Xtr6t36UwYujNWO
lN6NqfzIWzGrEw/cEOFzRfeK8MTL8Hw0UfkDoFZeAHpPCve28h6hGBebOuec3lJJLM8ijMvN3IdW
s/dw828bkWAqTcjtwmMCiYWDyd7bFNuvmcGuThqmFp/DjP+bRpivaaKv3zgW/R69o5W/2SQTPONs
6B5xw3yjSTU/0OyzAwHC/L+6rE4VUpmDB0yQEbwgtnpUxj+GBMsmu/xmYSYGbrDJxWOVfOeoPPa2
g1WGjHoI+LkKEQXfSnJYo/zJ+kNVNyHwi9F9dxkmMCQapcvxMCTBgYhzFtvihvFBpsBPyag4+7fk
onzBpTr/gJm0oFv4iceOD/OKayOnRjOZxw+TsZtnxY/9Cbu2f6RCpRQT4IJwpdn5tdLG/y4Kt8Mg
EOr4Ets6mO9SLwvCPUZbbCuTNQV7k9P7oVCCkxXiyrkXTkPzRaWwFQR8J2tbgt+FuYpyVM/LxUVy
T6UJ8ZlVOhIzHWc1ays7XTbC9nRASl+Rv7eZzN4qun4OeRXfZ12lnrsuB5tFPVO+j+HwkfeVz8dV
ImhQymsuTpKIzxaQy2vmTTggw6HID8HETn8R81+XRWZfpIt/rbq+KA8RL97W49YbVr3vhg+y6ZHd
BJjuziOR7nJrhmDEuRXII2l4fKphN3xQf8zbHmfMzm3TePrx+9oOdhbMlV0LM6BYpTJnPYrsG5Ws
hUhO8W0RZBLr5GBNTUze6GA/R7Ew9/atyUI3wvObGTCUCIzjO7cukiebScKKS6raCLZe7DZIMDmp
zsuPTOm3syjNrs5C6iws5j2R3VkXnbSWI0gTcdVTBgBOzO3JGvP0bdbBM1Yra+fC57vYqJ4PTeNE
jyFm8v1StbM+Oi2QAM6ijn4BqXSzuYVDnXK+HwhGbA+clfCMYBMzOpQZomreZo5hMiCJgUX96Wfs
ePo8em/ZYy4HgUzjKrisDkWW2O/IH4iuQPTMUjUE+xH0y1hujCciQfc4fCPNVC9x0SIFqoLiHSEm
Qeg+DOJqdLWHCh80JBLv7JdNUbbNiSZd5WAyV4Hi52omWFbF6KCbpqnatKS6gcgKTQCA1zAOdn27
fMDYMG50FsVPGcsmWnqdp8jCrICNPfmSGTk90LsQVNT2AU2W+dNTN317hVNTzg5f6A2nrVuZCa1q
ncRvVpSgVkut63L7TRFBtjNRGLwjNwIMtos6DFgsgOAG1EsHS4wd9k59KInYWYOrc++QU9CIRuE0
3naehb2qpjY/hRht+FEXaLl1jozDdil1wJ6uCV7vmZFAb3RI0HhkQQUsmrlPMVEw9W7pcRymPYkI
qjuCPlDkvIyDeozT5cBnHW87uSAHDC3Wf1hqv12kAZve0dZpys0JSzXTyi4Yin+Rk6mVNbhcfopP
dYGuXD4vMwGsmzEw5J5APFBYmeSa9rPiQgPI9ZHS794KtrHvbyshykNUUo/kaESflvIvmS/1HbiA
1D3FqcOh6oCwvrdHZPwD1Kc17ngIpqhqLhRL1cWfbubzAKnFT9I5fN5+hQMpLqNgR1JI70Df4Im2
HOu/QoIHc/MZ0CI+gx1zF83KESlYJb2wWQMQ5SKOwvq5JHYTzmVZuceIafNnFMr2bgpHLOiUwz9U
7s1vXbcP1c1hyaubEA46EHa0sh3L+TJd9dAqmX5EcMxXAxvRhyQK6h1kdNLgTArWdV34sbYx2LRc
6rn4aSynunJhTSefSov0QLA8q7En2+cgPepniltIcl4ILoTYndsVWnFjvXmpDUCXWS6fYDwcmFLY
DCD5MRfJ7ELO+XxC2YPaOitwLyAKkZusCpkeUNuuKOnjdzmlWAlGIpmRAQHgKCostkUlX1SlaDYJ
BFKIj/wbMnUx+bYN/JxD5v/fiFpXfyyn4mYr5tS5l3pJXQwNzIyGdIA2Lz3YXCZvfiCuDN6Kx+8m
eJVD9koip3tPjkvxJFibbyo1RZDHqf+ntUQdEhJ5SNLypqrHjJY17VjPwmxYseHvb5VF9jsl7vBM
r//ZJV6yVwXYYxz1VAisSIkgqOUXi3iTU/h18k6rIhLrjC02bAAGdF8zlJ1sHfhdo+9sRcsvx/6P
6XCyUZFHJKyYxu4pJx4T6lSc34TnNQqgsLihRUeQ77jD3RffM4Ts+H1XfcnCyfYL6vt10QsG27DN
2v0Myewx7XX3RJfCWRLoTv+R6KFX3bggJdBNzail8/1szbkQErcD4GerliAbdje5wpqu0qy1BSyo
nWWysWoLfceUYkUkefQmtbcbthmBfXITZrs9Zq0NYmK1bXUuMTTUWFXtQhO1Oo0kQhRtJIdtvnSU
si3qKhK5us0IsJLjZH4DNof+0TPWsFYmxtpq3rssJXLWu4E6UDvBvkk/tMFXCkUvxuSLUjmbJg3P
nD17wHGGp8KxXtyZtY3n6fJsh577wYwm+9Sh3R3jIQ703qnKPYTIm/yo5PvBHu5mj0nDMGwXuvAX
e4lzZ03aGNKYpCeHx2DALnJ5BOtmHXMWj+3eGhgPCh0GzxWu7OfQ87NNjP+NXK4YBlqo3PdKKvvD
Atdm7avcLn5GLZDccGvVv6WvzCVHjRUDdyema+0y77/5xSn2SeCoOTnG/L4ZgupOmKhfSx0x6of7
gKED+E4yBLTLLXahHG28uOnYIZXmY3fIiwijQM6qqw5TgdJv+i+dEEbhljwVNsbyluoYRVXxweCF
/2yMr/XA5jQu6xMmgXjVRUa9F9Do8ahMM6P1pUzVK4nFL2lyqxEK3rS9QcuNEFj4mxmm0DYYouqI
8Sx9lKwcPovEu6Vu1CFj7duuwZ0yjk88TpRcQNf3LBmYakR2Tb6O3d33EeTPYi7li4FPsS5L7fVr
hAnOTaeYvdy0fm9YHub6lDD0oJpKs5ZAIBCv5wWM+pYgFPWDATvWLLPShgMuzlGC+aE307u5lrft
hmn6bWXB7nLkt/j1Tc6TldfJ2uocQP8OXp2vTpfmrmY64+0pgSLw3GzC8aLxgCO4zWsyezN0JXC5
f6FPTO/MT+x9VMW+JOhKedcxavvsWDqss3dqEQIjD0Y4vXKwaf1zHcFVNCEm3YyZPfzx+DrNvmZj
/+oWuWm+bK2bh6VfuscQ5sOjQXZCbydjB2d/ZMobph+EzRE1myBVKraB9RawOM1GQWPHyhO4fVA/
0TiKnmlHxw2OyLVwD6HX3Ch6SW3u9GSm+GukzwsRSincG6iWrOcF2e38J3NegSUMIc0ybUImQsg8
YMNFF81dPkfcvHyBRVFfQzNqIBxLV55yN8xg5rX5z+xmDrcq2mp/B5DGrx7xALhma8CJvZNGR62l
McDtsqBpDnSHaKSLsQkfHAN6LxpEQWNbLdFzlpY+QDmN2O/ZZvSbc2zAs6GaGD09bpE9NNtkcKz4
jALGDdZDVfvbvPDtrSEYGLvBDL+wzIn829G4ZozqkMh4cQdl0w+IUBNch6jw2/i8ZE1j7wc9if/Y
m7an0htyOkCCPRwU1K458xbekMeEEOyglqjfHLnmA1McsnzqWAj0womHNhOiAwvICGOR3uheMwGy
YRUw1sHmvx4FQ/WdH4XLJ5obX69CsQSvWlVzs0ntJpAPZsA8Skhdjxp3WFWDDy7Q7/PiRoZz6fSy
DVZXSVrhjAf14gHGa15YZFkz6pyb+/eLkOe4/cgE6gIkBh3LFHwV9P389c7FdupPVk3JRYKTWruK
qZREyZuq+UivwI+JOap4hmbCPGrNrsPhp2MfissrE2UARwrU6hq/T5NcvbTM0mKDuCqbJKUtA+j8
wNFgpQ4TUi/1nmI0FViG0Udmr3AUi+QtIeQ7/jSY5IeTNsj58a+0lkaoraHRtYbbiJxCd486YDCH
jHe1qNnxZNoCztEmdn5xk4TYci5BYaC5RWRAlMcyzcOJRKtlsQcylmQ/1URmDXlFCccfFajOAwc7
O+VGmmADow3R+T+2kXbwn6ngoBhAC3khOvQcVWDkU1YlMkFfQX9c+uDwYL/0O0bLYMC5eJYnZCHx
zb9CEuZTXNiWOsgEdBAhKlwnK5owB8tdZ8ebOpCkIqXoHFYYZZmLZVPKABmRtPos0+m2l6pcfaHD
TUCqQ76gAsNhIlZD78vyMNZmGXY6FvUnYRp2fbRKkgoc/EDjxi3ssjjQTZOdGMxmKe7h3BXhfpah
Fx0nOGsJks6GmhOgjHvS3kiPAqWHxZNP9/oMmgfy48oS3TDc1UPCBAdtftvA2Iry6QlfE8rhRge0
0C43+3hfDlPoH+q+ic0usvJFYrBr9afrjvB5VxRMkzjTvZiDwh2JHL/qw/65v9E6WucW1Yjm1aFx
vimBCV5MCGcHLd+pNT6PdNg5sLy+2nxEHCLAW3PX1L77GGb+fGNmDcibVEByyhFxWDQf+84Lsp3j
mqo+818GkkhRiSCX4yAg0tQa3nprDq8IoLR5IaNIPQShFvxSxNAAKvE8uW9U7QG1i5nIOK6k4feR
l1HQVrbhbM/aV4qFZvwdYf78ElCHG8plOR5hJ8PAf0Gi0L93VdaBtmXYfm2scfgXC/whBzyvSFor
JKX3zBG94kFIl8LHi6Ytj132jbsiVEeL6eoq6NLioeA4qPbaVFm5+x9HZ9YcK48t0V9EBGIQ8Frz
5Kk8+4Ww/R0zgxAghl/fq/qt40Z0Xx+7StrKnbmypvruR0p6cjYZGURqLpAuk0MB1y0lBprxc8If
rs4AwyRVVZaTeZulUM78hx4/XHXSNsM+mqkLhxhnk6mmQRGZ0e2ZoSVwDXuTJrI5Nl7e/NcBF0FX
si266bpltM82W7Yv8qTTdZ6U9cbXlvYn3EI0nIVDPgTHzo/F/cirxdvVwhTntIf9y3SmOOr5y+fe
zmsLNsQawYDIBrF/FhhtHt2VkNisTUIsg6ciJ5A4j+XSvJHQkYj+PJRwVQsnI9Ey0Qm9shzp8kii
oU3f04SQB1Q4KYwjpXTa75gSjovvy/g0+ETJubDHAu6NaIgTyo695SaoLfmyJMQ6+N8gBUJVaNKA
VxpEcKFPgayUtCAH3hI6qUHCK2W1wd3mF28VXPTxUA1D9WOVE+a0AW2Wz2w2CeJDAIp+vJyMKjl6
EQcvMMyLZ/6iNTsBXXYnaj+CD0G7uzogAjp4kDqD+Tirw2Gna+Vbu5A3cLNfXET2DckUXp+u7XnT
TmOBM+RcbQJ+HZnvz2wZY3UufejAJ0ywafKf1mmVb61+7JOtNbZteYyBM2aQYilhI2oxiWdA57ce
eHZ9tz5PBrWBEOBToIcWQUTEoliXJSPhauSXCSpUgRnnlhv7pxz/1tmGuJntBbfiNxWKvJnZ38or
UwlAU1PefuJ+sNEraqumDsfPS1Lx4xCxvQhtJge3zCe8xZXg3DaLcoI9ORfIzZyUpIs7Tt4nkgTV
h2h8Om/59BIoSAyMpA1NYZDYuBKph2g5iI4mybLkRc9Iz9sBfNawRj5wHzPAYc2m5d/wkhjoXJvJ
9ZI16FhxZ/WZTTYlWYpL09eMXh2ia/WpfUvrV+TU+mL1y5iQ3xpVduLZ521bkhr9HmWNzx7rsHoC
AQon0sOOf0GRs08i4dQQaWy+RRWWBGnKBe1TkKFjGzTDv7x95pL62LIvxD1DvZnAQkm6N9/Uo6Nf
AYbJ+T8nrigEWVUCCe87dw02BUZPVx4YCI1cddoWeKZhMafXvqj5bRSzGGk/8uQUQeOJUJKmqYm6
7TyS6F8JqKfjurQqM+/t0YrzvcnC0N33FnKY0/LZWamx7X9CwX57J0s1XgSmHPWt0JMLDA2J7o+o
41ZyURSKyr1rcimZoEogMiPiwrWc3BB3k2bkJlqaQ+WTpIYoNmHrBusETVbwq5YmGe0Da4E++2LD
O7R3niRvfnAcr/GvOWKzvbL1oJZD2XR0jLnNWPuH2dZ5eOS2GBHEsxvUtE94D8OicdiXujZI9bWt
VPBSE4ukbwooVPLdm6FWp4Tb/4+iFvY0/LH1s6Vxb246KCHLvZfU9h/O5OlhSEag0iqD7ELwQdiP
cwvNYDONUGNOunGCP3wMbOmkZ2fBOsD2GJ5oG1mCrxZ66GYIsUD1UAyZHqoyuw+0Z+yt4Sa2eBcR
hhPYetdzmQanJYzoQma0QoHLdQrUD+b7pqJeksOAimSxy232nc8uwLVjCRKH8WGsf6cAU/TK6B4P
ifHhOW9FUiMN9N4AILEu2/5Bww1hoqwMI3HWZv4L/6b4efJtsHDc2ZENZi6mzCkPw2Z4yrAKHvOF
Lf8NombfE39PL00rPuyWVe+mh9/4sIwT3BW68NqVD8Rl2zb2Qhzfck8hkMGEg1ridK/DWLyTR+3z
p3mwfQBV6OBrh3OXNYjlPATQhWySz5VECGusR4EH/ZKjpxbrCqFvp6ycQsJb74OuMW1tS2TyI3aJ
FNLIVEV7bGPs9d0orz6WypBvrVwqo/ajmaziomcXo5IREMP6NuJ3YeJ4EVtoaa1izxUvZYEzdiGO
1OTOv6IlE5VWEzdS09S3aSr8vLFi7vkZ2nsQbexSXTatCqtTWTirbGxgmdXV/CXdSgPeXUiq2IRT
Tp7jviRI3du4Cm/UKiNOOKegNjRV9AE/5j9YRx4YVjM+4jfk+58PC18CdFv/YeIRdQUbPHHgoaju
MD0mb73Ve/si5GNYjHNKz0WVCRj6Kc8AX7nlHRQDvE5z1P9Tfl+camVL1q4FVs1tlBXVJXLi4tCV
uXxrwpI7kEU2uSMNKXg1tiTGcQuGab7iTgi2mY8tGfBQHK3aPnKAphEg2qcDjdQ4wcnN9YumBrwY
m+AuE2ScQWpgXjOEZdikQClxvWXrxx43KTCD+6xI5UOK8e0SCqqGUKehFwVIpngtVfszMG0MG+a2
+cUsLhgkJvHI+26QV11GXv5h68l1kKYaLguEMrUv+QjYO5zrccNvr+XumLsWAk+tiklve2fIpiPr
XDvemLLqAc8yWZCD4bvxzNeaukWk5ULtTJAO9ibwWlV8F7Nhj+BbE0duDngLoEBFReFLhjMKv40y
sMnwRssUeAeFbyAIcI8dgfT6iNST3XjtTgi+fhseH9X80dkqrddi6UL9MFlJP17QWgh2SBJ7Hp/9
CGfDKomJpO4T68a55CSAWqUQUtx16Yw4AhB9ImyUthftPWXKG8OWlh+ul8S/h05xW6P16b8oIVEG
O0DNtwIgThBaEDHNg/1wYtpIdqzPKbrFL1EBKovoQePNPXAku7VtaMtDNKPNrqvwyJhZBvzjBa/P
m46MXWmdpVU7cxtVYkC+gniGwxzD9KZ2kuAZmhabNP7f5+9t3XCczWGkvtyYNd8a7lHEDUKGV107
crb8eSeqObcT3l3yXsSRiaWSlwUdEgbdsMNu6T1DI4tYzeHcSPD55SrbpwUjz5YzmxVl3qdRCDE3
xlkfcB/xNaePGapnakZYjCnooI1XO958IBs0mrWup97dk1F1or0L4ujYRABeMHakxiCdtG1+IR3R
tvu+YMeyFZ2ijSKSnQKTElrdgzfc+jFC2uffKkvh5OuJjVxbr4AtC1IQW3BuwmzmJFG2vadGBiWR
TxKdsxmNxO5Z063oEOWqdfoLqgMMcx3O8ZcNxgy7Sd9m7SaPypLtkxvrF5tSwt9l7gBo0+vEfY9h
t+GBH3ji9rOZMHhbkp7sD1NnSaJOQ8E9tXOX0SJIAZ+7a+aFviCeIh4vJofJja8rfXQ7QJP9ssER
yxMRezJjIO2+ZtnA7Xbg87n5OB0UYIs/hz/sV43sG97Vc25NZw5N4tG0wnkE7nhgPfH1Js8aTDpk
ZxVR98JEEGUWRTXyxgfAufAU4XWGPhez1+HzZBfHsQWHtTbdHH1asWM56yC/ZYZwstY+bNNZO6wa
OvWJvRRQGxOCvRt4UlCE4+BGoNpaR/3Ow+OE4dMN5wYHxtCF6E28Z7Z948FrckpQUashLGFomNZJ
i3OHOOIjfDd+dmDjZtlH35E4+EysKqCGxoThdlI9HyF4JHJYs+JqXPY2VXf1cyzyt/ToaAPL4/Dj
THExFdd5zfNWMOOHG9ZZnDilEJToJOQcJfxp+nC3/B6aAjJNrLwj5hU3efZCrHUPrNo7Cjb8xp8+
feE27Q7YpzPsizJ0ojXmEemzl8WORflW2H2nXCTdBlRAcJNcKdpbp/iOn6espBiSDF/v7xNpjf6W
IVy7rxl4fvtF8OSyIEQHWUR4gc/nBiNKWVwGbIDgkBiET4W09O/k9jeUeTXVewbB5HkICIxsVSPI
lUOmmcKLLUUWVjCpTQmnwTf1vJVTA282wA/Icr6/uVSZSOUfzGGWeUwOfniaKyf+m/whp5OqdLPf
ORXqUlFejZQC5YW/++KVMf2h2CmxBEV4gTRbVZYscMY+seE1HTKuA/OIqCt2tTSxLEgZQfaNZmAM
Sq3CpxS38lQlWLMIVKj5mf9b8BRhvFXbxcVJt0sRop01ofruh0XsZG0YVVp/M1hpNzwg2xYpm/S+
BsIqRp/XZIcr6c5Jwsr/sGJCPMe5yBF4PG0oeIcGORTrKc6HixlJ+G9mbCf1FolJteuEpN8VTwSv
31xD6LNS33srZ38+azz6HRhZFTxCaqaahu6Ntj/OzKYctJplCygtbIVQJ4f0QFtB92cPTf5jdRmz
8Nhhozw6BIzFwee2fplBV/6BKYrbx9ohKLtSTrXcDwwxD7rL/fs6UawjYg5TYDZjYz0ls2qsS9W1
5XdKM/w/r08oAGsV5liEAUUtA/2f3gZ+v8SSZzoKJSNtQVUztvtzMw/ydbWy/F6yUPwPrpH4xaNe
P4bJjDktJ+y3x+0EtdZOXBrEWFhBgtN0jZD9y25grSiQA2s0t2Be84RgmCUF6r5T3NLna0Zn76ls
AZxvi1riWFOWx2pTKxBfz7AzHbXRmA1/lM27nCIKW70JSseCNeUYWbfTYccyJ9eoQDfPWXQlh01b
ly/yhKg4eVUoJBneOsLCxg42wZymrFVJI/Sqir7jNtNoKHCVFndmpGv5CVtWNbtMSXkvrc57hZF5
LZr5BRDjY5nl06M1zZQ36Elc8JbB+tFp8kBedr7XfKQy0NZTcSwx4h6lY7Bc4FZOj53p5I5bpjhg
xm6fafiZr2zzly0vPGoqp8D6wsBonynp5Xx2BrlVHZ1dOeCpnQi7+T2R/ctYeyO+hTxfu6kbnCei
Q3ey7vA9F6F1qsPJ3tid/7nwQdnGfv/cAqzZ1ID38CbQbIeTp2Y5i/LIPrYlRBMFqfkgqPDOwj78
LYk6PVk9pALm++yQ4qSk97mMvpQElZQIw+JMId6u4qYsOVWHbjdHnvzygSq9W2l9o1cNTvVYi8C+
c8c0XmPn+opDymnARQYKy6qCAIEU0l6IO70s3PirnnQAdC1Lbwhr5LQaTtlvY0OXm+fBOhXUpTxV
OYQGu9TzI+ZB2jG0RaNQGOozPuzqXBRD/qNUAvwjr/KDphPwwTLD8i75Um54xgYkhPzliyf7fOT+
JNqQgh19nzKSi+j6/r9A2f0ZptINdqnj35xJfpOEiz5HbdheHNJIBOa7+oCJa3gbsIix2O3ah6gN
eF1raJGWHfQvmqo4MBokTkDrzPy76p88DaJ1ryvn1cY0uQ596RxhcLsHz/TuW5wn8t9Axm2vHdqB
sCCIR0d0xavv5+2H64e8752G9LHDEltpq3ymJ6zdL61NoIGU9NYCiSJVm+9Fpf5RvlJvwUgg4pVI
Emdj4ILHDc5o37geai8Wrn0MN4H4i9dRz0O90X4uMccyquANc7GhbUxRiLuyNdkbTKASszSDI56S
YTcI2R98WY93IF1h+g4SAYAuIoTECHWRdB+7C2STI/SDGeNLPoaseKZwxbgcPXKzyAqu9Rzcj174
PJAsuSvSpZWcyt14dGyr/MaPeyU/oj7dgRxOlA7YZJvpSD9T/NYU0c5CRPv0eQ6d565y9g2GCAKm
qLXk57oDH6BH0sIfWcflLEpr+CMGSGaVN2PpTd0jZ9xnUC/Ze+F74wY4LVKUAwOqpmIRSnOHuo7G
9TZlkOvTmvQP07+/d7yWcwHCIGlVtwvcdUx70rUEI2UAaVRb0UTlAXRw+0j3GEnQagyOC9mgXSn6
I2E7G9eIivINrd882vrOf53xhHzypxhpXLCeFdG8T6vgyYB5or5QDEdLjYenBojfQJiopur5oJzU
O/ig2Kj3hlTIkrlGtknG5bcS6Yz1vze7RbTEqMbhXVg2rnHaZCXb2AQyQjwO6JQ8BLjexmx+llSD
U4FrJe9St/F6prLvpTAphaCL3wY/UFDGh8JlC7mq9UJEgUwcijw+Uecn6Tp/I+E5iZWv+hzaf+Kq
r0VVT6nywQp08tICG8VqU9GQwf9GQWastdcUtPbveVqbZ/4mcsV9HewFqXcEZt/8Z3t29BGMGCHT
Cdp92/qVt10SzPwJFDG4v5hmNvWSiBd3bglx+A4hT6em9pQi7KvIG1zYOQy5BSNnkL/yBlH70Kmm
TbmUsPEwmqujTACWlwq3gtegwEpcDC1wzIfSt1mHds3yaU/0gEwxhnyWhc6Z9Wy/9UZaCYWD4SKA
tn5s4+hj9IH697yerlkSZn+InvgnVMb73y6afBdkMtiQMCDrwUwYo7mq/scJEK2ZeOm3QZmnwacN
QP01LlajjkGVcIAgKEq/ECYItcDvbdtTmOK7KWTE2w/le63jqD0kY/X/BymZDN5E79lgmw9ifszu
LKyaE6dx+lUm0jlrbf7ZBncCfLSvzBPuuXWoxh4pBtjFQOfWoncMhI86uWeFRRTUZWe+wa1Frr+0
553d9/U9WRXwE4VmkdKl5EWbXNYtUWlWc+D12u8+z727PDTxg/CnHIugla7twX8DBZu8IcCwgsbx
9mBZZfY5Ii08TUKTJKxgxLewKO+oHXigtcB9LE0g9nqeskfXEubdKTHj9oXob1jSG+rVUuG5DXO9
jyKgvQyCLnkvkBL3BEtI/srBrNF4mpfGs3HDFmO7baLYWcN1Mjv0NvmY8Z1gWk6pQcSyTXpuCbq/
IgYChs1ndK9sZ2KC5EYcWoTBjVP28XUpQ1ANCe14+BTjOxNQL8xzmnYkjF7uNxkwYjXT1DEmegOn
FenMM5QVqDe4NKY3UGpNspERL86Vb7Nq6xPXu8xzpu5IL7LLF4mzWRDd761EiQuUye48TWF7IkvR
vgeaB6QUQbtFCZ6/dJI+AYnESZuEj+Bxv2zPV/hQEetWlUNER6a1c43BXux6f+7OrqO4fbgGd1IO
7lHM5fUWDt5SZAWhvnAsdif9uJ8jfiFjUA7tWo0JL7PQ76KVwQH2kBGnPBn8Dc+B34vXvtcSarwN
4nAbk/bsV7XkAXyWuS8PYVfbR0Z3cZhm3dKTwfP+yJvJZuxonE+5uPGxIOl/aheePhFrho2OpdkO
GDoENmWtn+am6g91Nk3vJPbrQ9jXQN34xQYQBlmIPk+tWu4izUrdnqz0rKPGfcmdkJ827PIIWYk/
8A2oMTxYurDWhZW+TBmsQ2oDAINKeEneerQpiDAGxuxEYAvba5iw1PeQIkGzeul328XNRoxx/GHs
/h58mP/kZDeOWRXE8dntZPpQNkP1SmoNG2wJzDQa6J9lZTs0X3WOSMO20f4tHMpV6r4ZNjpoS4jQ
DT0X1hBfqfRgowj1+Ifabe8bost+5OFKigfexkWIat7XcEp4KGKRrtEeB3fTzdS4nfKOPdUNub/J
4sxNN+yPqG7EqomB0WpmbNix42Vsoatla5d9so8nhFA+Ofm6zoU747vkVolb5gJ3kc1vmpp+7099
8NZPJvvFHoy/AqTXxidI/jfXAhsAZ4Ze9dQF77PAfe9Hwq2raPbHcUPavLwikxTwwn3benZIonwO
tTE4JHwr3snGj++zUab4vHkmbCk3fkv7tqcyQ3qP+Jsgj3GCF0x8U01LgEcWI6dig1gOG5qPmCKF
F56keOHcPtngTgx3uvKtfVIJ8RflI5iPG3CdJoCU2Tz2Xzzq3QkBOe0z9mUNXTCeAVrQyJ1VU08b
MB09rA3Lgcl11FfCMssTMDWL1/0coOyVpTlmkIeY6OaALgcVbmgWjHFwJsO371b2rnFVfW0yGWXc
IHa6SYRg8ZuE1B00ccN4oLMUKnMkj9RcR/dt3uvvnqvoMpZB8EoEa9jMSc9SgIe3T8OTyweh1UsR
rRCTm3WMev1dKNrjWUVNF4GYfMjIl1zzlI7Ejeva9WfOWvWXVGW6owCTNVth94+dAsPgFGn2qxwX
F5Q13MqzYu+MXS+/X6KJ0srZ8t5qvK+bpq+GXRKJ4Gb/U+E7hg79ymoyPrpuFb/N7XDfNEt/6nMg
/jWlNz8JD+ctSQ+OjblzVinQjBsoRYDaCWmBFoXVn7BGdv+Czgw7/nvxixXaPIdbn9q5Abb+Ccay
v3N465PuCuaLjMV0rBPu7bFibYME6fT3GXORojz2RuMy1X/jXA/3NQS/O98nPYbZE6q6PRExLKv8
l40/p3uWWjeOrmm/h4kSWQS90wQsawXyOfmHklU88AxQn/NkaKZpjahfF+O8EaZDvejoHlyrnmE7
UsHwEEE7Lm7J8BpxyPPfjYXPjlB+MFK14MuTXtA2Tcw9Ww9VcnWUae/ztjcA6qe2WtG/Nj6BUDQ7
vqI2xQtWeEJZj/p9gNKEmeH/ebbWWbrrFCbm1IMc6U60JA4H+mWqOw0HdCVHnlkrwLg9FLKytjh3
s+Sz8AcKkQmiyVWZTOUuGxNemEjCb36nawK0OXtaKK3XAnTnnsqxEDKUTf8ooZAJ8yncI0PcgszI
ygE99//uCZIcrqEHF2sreTImBx7l+IeqNI4PuAyj6UrfySAvWIiKDa0S8TOUDcGkDzGpAcN/6yXT
6xKo9E5LV1MLEd4KWcKcPmjhdP8B4cwe6Mnysy8zh3zcJt4JfP9fOyfjR9Ju/8E6pNiU/LLKtbeE
cpv7XIsJMvN7CNiUgtApaVajJRl1e2zdyEqjp9AUhHuYZK32UyS6n5RL/f+7k/ALj6BHgTrwSI6Q
YbsQcqmOi9XqDLU2YmnFfob6R+YbVWw1+8anmKTRb6xhoRZtLGHiVd5f4g8aQQZJ/MKpE1krn28O
iZWuPQZk7OVOT8EX2FJI883sUjYEUubgUq/HJyplbGPXQDhOzba1gFaFNCmBIf8DnqLEXa4IT6wB
AOnzQlfO89iDhSBvlp6jbGr/pVp31ziqCyK5rf7MOJVOpGnNJqGo9Zn6j/wYEeq9sELt95ZkHsoq
HyPm7Fn1NnT67FDaWlfbyFP6Kiy5vFlVIs9zYfkhxjycg5gbKtx5SCmSP0ln7+DEp5t+8rOT61T4
y6apv+IKtY8RSvRH0ebOljBdgbJdd/59mVs9xk4mM/moXKv9yFhUcmghoajYm4mTLCo7TFgvP7sk
mX+kUy6PbdgXD7NafM4Eei3C1hYPopP0RJuqfveoU930sfcffKuOXgqQpl3VWd/WSPnN5JrsEMAS
u5n2689uctDvbx0VcZVKpCs//SkwfrAJqJ2zpNBxNRo3I4tP4gxeRxKANANf8RinOKZWYCPlMTHS
BedT5083ANfKpNRKyZFPdi4UeA1iVh2zplOGj+Sn+xfiyvqu5o1Hn2exUyM23sE9gIVx9wteB0Qj
b76jgdJ8L11uwY5YUPvzyBC5wG9a1x2jFCJjQtB8CuujzWVG3j+KU/duUFiibMR/bJylfDO8mqIV
OLV3QhGkqS3SJp9xrMw9eeXxaUmT/lhztdWkYSkN8SSpcheWBg5fsA4sXcZwSz/DshsqWe6zKB5f
gaj0Z0qvq6u49Y+A4vCwvLLcZZMISApNrRPR1fJxd8BtxpqYkxK4+hVpZSpmeHkTtzZ5v6Py1P9i
kBqnXT30dAXiRxZnid9b7ByLdTt8A0ZpzSJvPygoydzZ3gdSbU4AOjMjSNBwpnTCc8LLPE4BII0p
81Hfu2z4BaAhHKxhMuX3jhdvq5sMF080SQowbhmSnYdL6r2+0e6fEJyF3IKHc074zdgBIUNXPrV/
vm9H24wR6YVdI8pTXwVs/7KcsrYfQovjEwp4InZpM7ZqPeI+mc5u2uHppbIuyR9x3jg0KPG++XWl
sN11VbJIucPz3zWAh9P8EyUSzxNlpOmyIu6DoVkUk1+tK8UvA8FNlo8m00Qu5rxyCa0VIzxEhHEs
+HyP8SVTMYRPOeJx2C+TdWfKG14GlywGM83NRg9TUDwXkdejZomsYjdTmDylkyfFx1BFOnkacSNd
YShhkEgLiyg0fJYt5ECG/sB164PC2sGEUtZhhz9PaNZ7EZikY2WJGz8ziJZ/BBfIDYVLP560WcRy
gmWpXgAxA4TTLKuBJzS3SSwPRBw+Anll80uKitvSS2ENASkrLP7a/kh+MuJ1hfZVk2U8OwRd+TJk
fUWFUZj05cEABQN/PwEFIwGqwL5BaLf3o+wIqOR18TFiUmUsJDQnb55kOuFMo6Lzkmn+KpntLED6
4P6uIfE5SGds73HQ8gQOqoidp/FSSB+tBdtiO82h/a/oLKpQyErZ5wwkAG/NRgGn5B9J0qbLZgEf
r/L90zgOQXBPUkfxvVeCImXbCqzzLEwVbx0p6mqjQaOocyWi4EAlm90ex6KEghdMmfi+0U2Zfo1u
/lx/DHaVpApjlbNfeGH12i1U0UBN2LVUqI3nTNjen20Gni5lGqo7IBDeAx0twXvCYc4TFh30pYt5
JG0F1mNqfYGV7f2qAWYTcbtC7rQ+gZ3aR/i0BqHVqZpwh+lShNugYqG6QfbCkUHP0X5sy/HZQW/9
tfrilZpg8C1JhJZKlp1Egwc5xczfoIVPmG7xZMeFM2OrbadnSCvhmScNg0fC0/wd8zwFDtSjoqqB
mY8Ls42Aca5Kx33n5YjAYCprz6QdvWV6+pvdPNvRncJjTw5o614VHVps9owSxBxQv/v0Cd8F1as4
ENJ/7oCvgy8D4Gr5M3NcvwN1OvnESFcTVduNOz7S6LCufRLiwOEeCUlew1tcMWKIJHf7Ljsf7+I0
ajrN4eJuK3xWGzFIYnswD6lbTJwdDipCrlLlB6frSiwh4bB3KEUESynbezItwaPqkeDXMa1coAvm
cUfO5AOD43iHbm2f80QFR9sPxYfX9/EJTh4NV6EVNZ+LaqO7wty8UrH3Ug4Y2wc7yv6bedjvbTLW
5GpBjTQYbMqIhbRnVk4RXsLJme4ExMF12dgScigJNjwN6UvLwsxfeT3+UBiIV+Rl8YYgGN6h1zW/
SSzMY9jchpT4DuwQAEscHOE5KIV6YAII9W2UWg79zalfMJVOjgifUuivYKLgJlQiwLqiVUWsfvGg
VZTAroBEv1eh/ovYq+8A28RfMxilfzFd3LyMjffoAzXcFbGaVm5oHdiGIXtXIRe2TTjnMkhB5Ex2
XDxZ3bwmlv80MGIeBWyVnaYn8h6oQ8E6lSOKPdchKUiVdFFs7WonVascwVpvJqDyd7XxqzOPWTS4
8MqOMMNb0cozlOCYMGxqp8yF47NYytlbhRp+cTlSZFpz4mxRlNk54NTbYzDhucjuCr1jwJE4+5+a
VMSqH9y3kN3SlrVOtSK+/hCoKL63JucuJzS3Gshc7wAl8avqyn4zL4HZzVOkNijB9Xax4IgOfqd+
QPj1O+ys/a7zvPd0Jg5JKfuaOR6wJPhiJlgWC5EdhBe8pfLkG+zHWlChpWP8dkaTenZM9FImMOOo
EYYII38W4o9AHU3tngOM1Mc6TeU7K/Gzv2AUFzrLaEj20VQH8TnP5j+nLe46GAhdaxwXCdVuz25c
5Xs3kEfcqt5Ghn6DphOnB6zJ5TbRKSpi48+7ptfOI5J/ePaz+QxUD605Hl8A6njMQsvWpN58xmf5
lYohIHajgWPjVt7hefoGAsmCLaFPEhsnuAhKvm72woRg6OIk4+Ngo6WUVL5zStgn2jhw9Uwq2OjJ
E2Ts3NlrV0Fat58Cz/FubBvowO2Ia/hMTWcg1ybgbuCbAZRViNUUYuFlwePvYSI5T+3N28D4yjg7
l962M4Anxhsnj+MJF7Vu5H2L9xM/ukg3Nn24yGr0lDOtbgQpaNzwTn8gLIY1bRRmlZryX+Xy8enD
xbpqpsBTaOvuAMxlXOsway6x279G7B6fE+0iNeVYHA29o13s7lXgTj/C9nlOeOElQAHjDQYyCMSF
3sFcA6pFWO8A9ai476DG7FVv/RjgxStqtXpMwmQtQik7mjI4ig5BpoMf6gVxiRTl2FBFT+zVNuyf
ykiYewxkdwSW6Rn3bbY44Vw3W9eb42MZWLx2mZyzU1oPyBsAAvZjYAtWGIQYKkoAIEfmLf21NBV4
5Gypzs4FdYeW/CTV3fcY00ofnkYgBh7j2DFXsL16AqQiu28hDu0AS7WbNlLZayqsH2Dtw3gKMwt0
JunoP+zGNjgZuNV7PP8NvumMkm+rnvzdoimvRTgdpyNzNfdg4w5naDbWIQ8G9UgXS/7Jgx5/VNZ6
/C7R2zI1N49UQQQXxzW7aP71msxDI9LkY2+AMUAUC9nDhpiilI48mgjdIreH4jEsXX8VhY515brB
uDJ+txhv8v2EQPjpub38zwwh3hmRzPPa5EnnHFn/8qzPPofOix8kt9IZXXGHmSC8I+Vw8d2ArtW8
9pJhw87gvTYY8blhwVP1PBMyOn+qqcSG3QxESPnssyT7L+sCHOVRW2z4D9HJThc1n8VSJ++ZRW91
GDvBGoEupBdIfs/u/K8djXlqU2rMPWAkSAbljx3G+D7S5RLSYPDQKrxedlJd2qrVbEWdAvNyYW8r
6nrWC86PcuX7odrN4xC+shYmzVEOPCkHGkz2uaO5ldoguoS3JfuQoT7SrgSUI0lscVaT5gJUfvXC
foXOWb7Wk2c3cDvS4pXnFQcSGzeibBz/XoMckPvsmMCOyip4YIf/kNzGRvBw5V2xDO3JrXtnhym/
eaaaO6bomlqmjWNT3i4TApYV49oXfirayof+VVuY4qo6lHT7NfCSVMAsZbNlbqMbbYTt83US5mQP
03vYJruox2JVE65ZJneCu14rttBO9V/izkrR7WFBXAkYCVGx7/osD96KheKWac4fbF9yZbXaP9Vj
vCt18dNZJYgbKP8RKEE588ckZUawKfmvs5bhTKIH7tLIeQ3Xxdx7UeQi02d6P6f97WfokgfppLfL
T7r+xQqTbp+IrHvhKp239tgAAvGqvvwIpJS/9iTyX/xlEFXSrNnSUdf8xUH8mGWEYbbD0H907vJg
ZI64MLHFWvcUA6SL7K7SUfuhh1sS6J8EL/KaVVVOYGqyD+P/KDqTJTeRBYp+ERFMScJWEppVqlKN
XRvCLtvMkEzJ8PV92Lxe9Gu3uyxB5h3OFZW+Yo6tA9Ir0CXHrhkTHQqijFteIb85wZ1Bkk6neuFB
41LLPtntTGdk6uN007WMsA1alSESbHUQg+nTIxtWv0O94wK9em0e0QiJu0tuVvl7t+DDDFIz4IlK
qnEO6/y9dniuSiOm6gr59zj4wQEc+1+07gWUdRcWMMcuaU6+MgXufeJr4t5qIzlMM+2v0amibNch
gu/ayoZonQ6jgQ2MryHUe0sWZ4NvDlbF4tA7mSWQTsFuT+6uW+rFIp5o2I0m12ao0FH3X6D0EQxH
ibtS1qBmguc8o44lIxIYlHnY5ZJzemI5L7tw/IoPE6GJq66+iPIQwx7eDKbKPOgiitYREQVU9AW2
ySGWtc/Bu+o0S20QRg2Ie4dhJG5YjfnR7Bpr30i3fNH0BcM6XbXCrGQBqis4DJfePXazo0WBj2rp
1P0iv98cHNeY96z9cfi2Jay+YVA3vSQPHzoNRxKIziU8Z7XK4LYl6t90lNOfLu9e+QJZrHYW01vl
EnjHZRU/XNNZaHCoVT9yVbQ3my4iK6NIx7Y/fLdCUHbZaCt9JKNNitoL4lXd5BCVA9yEro1Q46Xq
GvT6TobwRVmEnmdWCzcwS34HuqovYGjqsJ8TTot6XR3PMY4vraGaU++lwW6KaSDKinNbGv+ey5aX
ozu5e4Iab4lV3ZVqeZUijU5AOGJ5HDkOPQbcTHpCEylkfKhiTP1Dp6XxSt1xFW/xqW0Cuut33/pw
VjxdFnDMIaJZHA2RvCzYOyRx8noXk51+MaL+ucih7HKoMEO0GjNUfpP9MckR8Jjhi9uLID9MCFgh
T5AWYhMRpZCZS8ECvTG8pMOgmfmhtbEh9JvFJInW0b7US7+UoLPChNc66t1c4hkrEwzAXvP7VMqV
ewol3PRiMLxcgIFv79rUrY5tlkBwimDMeP6/qEuuLllqyKf4M7n/i+uAd1qgjxzs0RE3yaP9YGQ0
gCc+F1XEyxGCiRWS2eVKi1jaj3sV+eObL+J6lwo/e2P74Nzg5twc2Th/6dVg1Q1Z9OVQ1V1RezDg
1OCHeGofsW8OtGy5FPl0b+aJtE69oKgH4zxif5EG3pnroWNnRJxaKeYzpR0H8RkE8VNguCMqOyyY
3GEq4bzQi74V8PPPcgGdyCdXye+glN2jNZwnBc0Aiwtp/kTin3xiEvTpJfEh8tscODZk2rP7kuOb
DAOrAhnfjveoLdPtpKzua8GiQ/5ggBsqTXpOhzj2TqUgpVqjh3CWRxMDHw2oD3YP1027SJwDzapi
x3etPgA6aGm0wPVzmZoDzywJK3PuZDEJCCk/lGky7jDs+MmIwvjiFAoMn+rYlpjk00qNxIm1y7Mi
E0m7ZObVeLHlVL66U9y/60Y0T3Uem/suWcY3izUA9DvkonPnoVOIcr4UmkGd2i45G7IP/A+IdcBx
clw7VZJhpx2xQABYZZwOxZ6dJfXUqM7ZD531Kw+qs/D78Udzh7tQALR49lJ+mXC7nO5fwg+6OOSl
65ErbBq4AGm2RP2BdYcRdzWKnolvD5dYx172KBBr3P0oUINOntXx2FdcmSl4okJsEtV1FtZMLT8a
2hOhy1z0s0wRpI2lJ+lN4LFyeQfk3YuU/o81pAlaVescCnha4eTNZJJzOxBwmb0pdLl67RcOEofa
53tTDhKC0kSJKGb7h/x6s/p15gQMh9YtgXU3X/7oPm1+zaX8M1eddyh0m4f430lOjrDku4zadlxA
x7xkojS+fVVHTEit/XXiw1RMfZs9XmjHDRfTYtgAl/0Du5d+pc3bZqWrbXMWOA9cnPpt0zMmw28e
Gkay3uu5y9fnro4V3XqK5W7MRhsR6t7eLkF2ElVKWK5pNZHYubnyyIRFQFqcKLY5zJ/dYNcAhmhR
8bBk5rJ4GxysyrMcx4zYRlvxMYVuRVixT/AEERjYh0n5iewJ7HjyADmgOxUVEaGtR4DsQHKtxdZM
y/aDVRiqvTBlXHEuIR/U45MknoXnaww6Wc9jBCc0ldc6JYhnDteF+DLgFU+KcCmj/zhtLw+XHrW5
oaRuH5Go9GkAr/BGaVkCFyEU+NFIDaefKGL5MPU4HvIkIHLZ84+bZhf/gz85hAFTmGcq8d80N6rj
QoB9DdOxCFuuu+zGDE10D0GlqUJH1u6D03t/ySfIY4SvEPACbcX3yGu9MA34XBJ1J6ChRrRaO/ti
J6Y7JxoDnwtuC7ZUYodRsh/OJrxRzHR0SIx/7AWc8oQYInN8rGVgYf+mQ0ZX1kl8ewNqirkstht9
WiyIaygmGzSH/IDx4GRhYRHcIMyfWO92rj+yuUKGnGcYN9T+HUJ7ovnXJSWYTyClqO52OMr5nrOz
uxkSYkZ8f3ZTNfhPZG28W0tSF4gxkMbGxfidBZtKvA/+pM5g7aNyTnDAxo/YdkC5wpmDJMMd7tQs
y0AEROURqpyW45lt+mWTLrpYaT+WdRnMRN46DsJHqiEO2zyQScHVM6XTAAAjvDaeJyulp4UZFBYM
sy9OvaAiHM0GF6AKkuTY+w1t6xTCt1t0wa5FhyFmypP3m9MVYfaod9+jxP7kp7oq4GRzN7GRXZdI
Lp+VC7+w7kYiba3NnOaSVs9WburQ1zN56qx5sEOKaR+BdV4XL6x/MfoHLMDVzkHfsyjGQ6LgX7Ia
DIjmvKmAesJkkTx9+fTM7c5vifAos+aklLFXxuJbwDpfU11YIRkYpYx8jKUuD7P1JBpBK2QaY/JR
WojZ72jGbmon4xQZjKxGQQq/q0z+mxf/b0+Rn0INZJLeYPOKhFJB2rJ3CYEuzLOHvZA2dydB9hM+
ISzONKv3tl+tyZml4hdcxDsdNGbcPeml//EieaHkyb6CRYkdWDkHfka9FnwM1qejxwwThMbC3E9P
vH+bl4lm5nyicu5QpeIvMxmDmacGGmDPZIz7nNnWuSf5ekRULY9Z1jMRYjPSh4MX7PAHamxOi6iu
HWeXiXjGww+mXQJX+CBNB/u7MH8vsXHQTcuKZQFlsRkL9K3EDl7mkV0FOTE6Uszq5Cu2qAiBGV8x
Y74gH1sz4tvkLZADG+u76oZE7VkXBRsyQgqtPNEfOIS253Ih6sU0prr77Wwf23RcKQ6MxQW2pkbg
BHg8WXbBnQqes8B4jI5d71wouORjDTTcYrQnBoAaYu7t2IGP6VnU9Ffc6vyt2F0Duc+A/aUvoa2s
lQj/u3a0mMMpm5fyYsI8f5VItfWZsAB6hW67ky7rEZhp60dPuudre8fQrYtwqnNID8lcDuNeeAu1
2B2+X9VRuynty9SuD+9GN69TPj0y2xQ7u9G/KRVNajtr0pboQ5z81MIOJNBzSrFtDHOHjFRMkE2A
HthN3AyPZRrwBziZ4s/UB+ocodMRa0T6a/3i3TBoHsYzOrpJHCwBnb5pKbzHVHInHO1pitEmC8I9
uZkTtzAL2EQRdWDUmtYqLv7CvquYi/GauwXUN0vGzbZQfsnbNhtNe0tYgTHuebQ/eKzXfzkFLJ+K
y+UUtoucXtFa9au7QB/PqGEfLRTJc2GYHyshO2Reogtj0w7eiD/3VH2SkXC403dYlKY6e2bjnzhM
gLzIJxkSN0ewsxlpeYaoMBd0kpuMPnQcXQVvpfxuONoaL3jA8xmyikd0y1f9kZjFGGB1EGDKuKce
pR6jm2UtUKV7mX/NZeH9UowJPdylcD5YdsUVaErtb2zQ0HyLNNNBW8yqmI5IxA52iSQQADgANqnc
9j3jF/5silrtB+2GqBWsJS4Udff8Fm2OZVpQguYpHi1nT0bpIwXGdht9IGZoYpC0QERm0z6dJwor
5Sjy7Sx198evceU72SA/8aTa+x6X7JrPrlGmcxKCmwD83tBHO4Kwa/gMcsVjt5ZEM7OyWboDHkUU
OvXnnUlN5JiWgXyql/w/6OJxuFAnphonm3PitU9lt7zVoKpsjWUElIl5GmNp//Yx6mEga7LY3gjt
23Ml/mJZGBvPKxuQEIkY1n/XW1SlxU9JFCQMmqEhh5UGCyVWI98PbeQeTfjOZDaL+nPxsoObls9e
kv7LPR4CFPBpY/cZ5QRsCN5famzWWQwhmQhPjWwbJzCTsgHsbgwPNKw6BDQKfl35oXsvxysDv40O
ywO2Jcu0N7j2n0zt5LdF07bvUJ9RbjCKVBQcOyJkx5xbgqThNr8OrL0/M5tc86GZUYGHRu/ToBcX
5BuuzrIcDjVt5msMYOhvClMAmDDQJ+TkgOtHYdd3Oc/BEVfaJoFFCX2ZGrnvpP9XMvh9YQSIIweE
9QOPHAitIuOHwNd4LyfOCCRaF1pgXv2lcBJ8ZkgX5md6LbaiHaxj7dvvVjAVNZ2WovlvIp5DfxeS
VLIvUmm/kCx/YcTBOXcrLiGy/SdfGeKJjCBuJsYyO7VWDrQ+iV4SXModw5a23JGk71kCGZwghAU5
vzdDb/2OPULAtk8/ashq664Gi/NNA9XZPFZB6+1EW5f3MsimnUOz6QHQUAT7mb9dbTrH0XCyCTld
MDnVhyNk0+61TsbXXBf205JFfFydNDvSjCzOnAVxSDybgjjwytVX53CLdcS+82iQSfCaotePUQr1
q29j9z/OMf05j2fjoLSVXYKk7z30DsM9ANmyfhDxk7/mbBF4RyQv5q66yam4ja6+1xhJVOkDKuNj
kRaPpRryPXse69YKpadtMHoOLF6D8WrGqk4lN17+x63ATrMkjavAMEfd/E1TcEB2y2MdIZYXHnV5
XMIKOWezVBWQ2NF6tM3EL8J3lvX24svKumY/clvJtqbJ1r1wZbQfp4oZMRY8YHMELBvifJ6SBhYo
6lW9zLCMMKSP1WTFEZWO3jFOBk9zOmB1Mz46uzEmNBgrujZNZQ/HrOfP4nUBXASWM/e4GbsApxns
YTRTw9rYsT1KQiWSOO4uNJmDAB55sLqI2O4ieC40I/wywSgZqrimGcpqsGf9JLiWdwAJjH0rfhT/
ErkUp6EYpYG3w+OuMtkHCUeacHefFNkFWlWw5xNYPM+l+KNp/YWRBQs5EWAMaRW0m5FvWzZSnp49
zaI6+InibyAok9EZwYbv0ZD+ZSpGEO+tYjx0wjjaoiyo71UvDncLkvBUGhB0GGyIVULmBVQYloCF
CWJ5hn1wVMMPhebUK6h1OrtsBqGOqgkUFcbmnsgeII2pIuHtaW+6LfR10YIaESHgIvkRSkQxdfwA
Ulbl1ce4xj4gN+0Ey5vou8QL21Z231qZZcFWQzmnu2giBLulEceXjnDEoD+AKRG2cevBvEpWtM9B
lhvBK2tsXiitBhxrBT4lZC/a/mdRBn7x3DjSm4no0k4TLPhKOph7mzxxnVsTzT3La4S+91mQLtGB
hHvVogGVet0cxKXPpx79ZLK7Pn3lAjg5IVhM5Oyq8ctdZ0zZl0jsfO9wi/C+uY+Pw8nQasz2rtkx
RQpPi4Sax1P7Ys9p81K34KmgH0fyG/69LJ8TBEz3tRMuvhKQhzp50bwM6jCIAlXdgW0Lrn3sSA/q
rCl/TnstMkOsIlpy7VKmHNWYZs4rvibVFseM/W4DCYUNwi33kHifRhSWkWkYkkYYsxmIVktxpSfq
MGZdGT5n/EnMekTMYOAXpwoB41S6MkfxIBVJvLfWULRSNpl95Woq2QV3sI1Uy9ReZs+2itcJdItx
6FM5mtHG0k2NHkJKi52s5Vdbsk53cYEX/aKiau+LSsTLndxl1oZt1MXzO0c1Cvzo7Gn147udeOHQ
V8pD4foR1cYBAakrRfdkFGZusfSej94XveZa3R1lieWAHUC6ZbNYaIPbOYG1ojaITQPkwxz0Z2RE
lMFS2+WNV7MCprbG5BYTX78eqZrrlsnZi8BuwLp57ZyoKopfrpsxa06MTex4RbD7GmXW8JRiJBbX
GFwtSRqCYacla0v3yarB8d7YSqgeXP5yceQCNPLYzSd6w5EFZnSTJPzeN7kPtwpyzAD7ceR1MSMn
8LYMgrLg2+razAwMslbWjqdO+sXx0GFS0VTl+9zmQ/MJ4E5m/AkSjwdLoA9tlGG8N4zPRmc2xEzr
VCZ9PF0x2mfB3i/XrS1w/eSzLtta7sZooMKi+cFfy1S445nMWdVBknP8IxGwzv6g3sumqct06MHj
bPyTsdDxgRnSiJ90ctPrKHpOqAIPNQTekp9h2PT3YrSqo7mWSWqTNaqNoZDYETS8NdoPJOcDRS1n
iLKScfRdc2IdXzzSxzzDWJd2SsNlyqXuqvW6Ww50mLwuSsd/E4XneleJRDZ7AjhT/7swdBD/zlg5
H8+mPdr5tejlcNIeiilLQm2xdtHHlkyyEUdnReLIfBDNnh4UEoEBtp1mH9srF6D2DOEk3H6eCC/Z
xN9SHheTkxL/WoQ7pNeKDlz2ZJY2+43xbGdnh8i4gk6TuLhk3JV1gYDIhsOxMjOCvlYT56RknPgR
64BlAlG09O2HsmAlss/mq0GIu8dwFumnsVQo7W7FOvK9cSKDAKwDRMtj7VvesmnxP4eB7PDGmBiN
j5DgPxqlxK6aIvPh16o6idTrf8V24En4JrawCFfSC7sEC5TZNIVvC/Vu1tXAoiuKB3pxVqcHRDHm
+UYdm8nBdig48GCnbsATh2WXvo3IbJNnrr8dLx4cTgqZpvQ34dWfVGyOPwxEDV9LjqKZUHkrhimE
HI4e2sZwb9bYhRWpU9Q1NpGuoltIhJuNWZ8zsBwAVvN4QGxj6KWcsF1gSoMMoirvLPby2xpEP36w
PhF3+2yqszXmkaRseDRT6meHdjTdW8tVfHk4FjG4HMKRrDb0bgS9f3Z5mDbSqnlOZrYYyJEx2rex
BoPln6pCBAo1Xi0aLNp+f+mMfnARNGPpP5lQ+SPAEqn9X81lBtIiPDvrkLCsdW7QtCcyprbxDlQN
FgFjHYMP73XlKSfb1sKu5hrX2UBkz35OSL9BQsoY1C6ymFiBGdXruLVVwcFzYAYTU+DVPfVt85Y3
8BXEGvD9UEPrBP805eDhTt+0hicvNGUXA3OTKMyTNXcmcmZtykKcfbZc93VEanLbDtCrruk42JpN
BadKTsrnhHAc8PlDEov9u9OmgNFUXHN5XYM2J+lCbCCxC+CHISv5w/G/C9l+I1QUA9d8Dmysy4uy
iO49em9NGPZzbcMlbbE2yfaxBPQ0WIVP5zqlAc5aFlNTbAhMpe3UtO90QHq5qJqTttZgoLkmafaZ
CpJ/LGRY/hNypVc+Ebd0SYEGlt9QBrZQ3pEiMyEpc2Ujrx6ZmL21d/A85d0J4gRnBbti5yywVncc
UvP5OvW8YJ/NukX1ImjUXGQ51h/0OyaOSpXRfRam3YR5Wirri3NbeUo5neA8i9gD+kJYu3tXVMsT
jBfH25ktjuTBjiMoXF7in7Kyjf5IUP1o6IO6gMmOzow2j1eZWiWkHH4HLovGndMS7+ypfWT4e5BC
BXGCjosYZhd/AYrnJAW8AKmJx3N1TPaE6btp5yYCMCAZKpf4mONiwNJWTMLYoih8qcogWRcv+mHx
L55rw+AaB7orPZ8Fym+1GIpDB30Ak6iS5rtfreBmIFhIi/aSlmGOS1lug2YGl0/jkntcwVNlm+lG
FqzVtc424ez8kQ4yuPOfia9HcndYY6ZzcpeYW/bGHpw+OXDw7ggRM7oh7i053ZPhY8xSNJ/IHII8
JesWN8LEsnDmD8dyvQ870dZLPuTY5uO6SHDzW6ftbyZbJ9WtR4KJfkocPp4ctuR5Co+OYasjV0wU
R7QmVppimRZGuguoUcYFrwk+v0djTB1eOYRS3uKplFcp+9HINozXGMVtNrnzQKdKAMNPPPfVpisN
+cXJ1DJeTBOb9MuEKHog6lR8DBTqxh9CuZDPeJ87yZfsOZ4cyLGr8VFlc8L8yyTJ8nizmnetYgyE
1Vvp0tGR9YsDqHamWc3ddeexoMMfW0294rKUmSb/tTJbPwejzUIuxerBZyLSV5p69hvbIyyQm1wa
TinuqsTTFvEXtal+3pGQC/hq8UceXSI4kjQ5VROCARkYRhoNuXW6qXJxmWyReE9Cc0E6g2EsxbIB
pzKTh2ridAVIOHT/3xE2YuLaDnr8HAUUYM2k/ONZPr+sTQgyxM8aHTJfHKGP0WwHJ9D3PRY/X5PQ
nIcmvjgT9+ltTs6+vGeNB/sBKYuzbzE2HrjD3sbGs80czkctvc4g4SWEpFPn23RwZUcmF/pl4IXs
OHjTdwCe9Mmw+NOzdyjH48dQ9YZT7Vi+6r5gZbMZ3igOIg6diu4S9408IxAk2ZYkxCoWeC4fODdz
WxqJFsxJf2P5rp2ehOtZwanKUplvbYM3xgYNljhiIr0xpN61XJGAl6+4s8z2MMyNh/TSzowBDQtT
VnTTxi3hPfdaAcyD8yeSKtvl7IYuFHijzvgg7RmdfNlKHoZgq5xHbVfN9JLS96yzbQGdiJ5Y3sS+
2Fu9pdqXMplHrAtIqJQIBBFUPgSNBkPi6BN6rL4SyLKZTJ5hixhCXCX8l2BHVFlAqMjqzvpuQMt7
u6Hl1LzNYJPMxFWsNChAUMlqPFvB6lHViS1Us6uhiwRco+Uo5mGXjXwmcb/YnS5Y4ebrwP1rTykw
3sXTIH5ntO5vPp/SI8PcsmfYb6mnh2uY6MHNGAFC72mgABQuMpd6fYsg7znB1O7EDFeuaBsytaSq
x9+YREny4yv2hm+0pAuKpzbrgHsbITMihZl1ef+SuANmutP7VXGA/WOJBxo59PpROtUhaSIDTaCJ
SqpxTNgpTVn+6Jm0S8OszuoLAYIi1I0pj/FE7HRX1uhPwyRgTskqkStzMubHvLQ3hog5S8di7LqQ
YJ2zR0ofyVzhBDZwcbKhfOsnP8+vuemPNQH3xfwTJI31B6EGom9tOIHFPw588LvhCyN2SwvIJp56
cOGb1CuxlvvCfafJ6e6oTAzgxCrjYlJ45lCHNlgbO1X4VgUTrigggUQgF8jx2FX0a5m6MdRQOgYX
HFm8QO7sK8M+N7Frrj1F/O2BOtq7VxjK+2V2SXsjEL4AXVL1gXgC6yfYSJlD7mce9lDGJsz+ekC3
gRboJvw8MnsIQQy23GpU1+9FQ0Qd1dIfH5zgsvoddhupA96yWtId7DnVKDHzFmi07/nbyiW7OdcT
uXKI//G2Zj2TDLMy5vyF4ejFP+iBo9qp691IHP06ttRbsTaLkN5ByPya9DzBBKwgTWVrclqp8wKi
jDq4NO2BO8ESpy+kwlv3BYDWSB/M1T6X8SAxYNUwaK3G8QxXMWlZ56s49rzBjuMetbO9FYRZB4YI
hZcOeK0Lb8eOa43Kkme/Z4RwM2iyhDkR67ymN2diQTEVwiRlFyo59n/dYvXBM+SZcyt9ODdcSZm9
svvmvU7j4JAKy2n2sW0lPkEu4b6VUxe89kPev1ltkPydgCqY3wI4w4p6960/xA5HUua50M8c2hOQ
JMlEICEXzciLPAHv0/KrdEGNcGr0cfJmDLPxHyLR/AjizI0YmvDh24Ltg/x1jeDJvURc1v82ZoBY
xLPAewOHzRpSkY/DfC8Ao99U0PMfDzTBYXHV1WUcuqpxbbZQG/afBi+p27C0KIZuXauYL0aGvcgK
qaXfpqRNfgUksKw9GfekfPaVSaEkCmhlhWjHPNXMiXNETPr4DTylIc6z6w8T554CMDdcK1FXoL5z
BlJwPvDqzCEIbnRdlGLYtWE0qPSQyi4lEdyCaVVmNmmdJK4VDux2XGyFAQ3AjY1tvDzeeyFxwGh6
phQUfNEEKd6xpEcdtrjXJ1l6MP4BAj0WG+vlzJXUK88xzufvxGz1h29q/0ajwZiRMPyZLWwbSGgQ
W2P/zaplM6rL0qAJ1YSoeFc9pRrnj7VgQ+n/GLkhoEKIZ8EyAzMYUbkMTMJjYG4XBDIe6xDOfQIx
bm00l4n13HqLMY8VlAzdiC/IUBVzvsL3WmjD5POmJ20F+q6bXj7ZaV2+erAMo7sx5ezT2pGeWE1W
sg+sXWWpjnNfpII6tKFeJqD2m/SYDkp8JC5bdSdMetm9dZxeKJ0XdmLtAjZkJFdpBT13Qw9yBDFj
gOq3mBY8Rq2b/haJ1bwLtwVwk2nzp8iK4EwMpvnXp2Z/zVLfvagijouDHWgGkgLKEch1Y5n+Kedu
xbY6S6wZ3DG8Jxlhbj11SZQE3A05El9mYbb2lcxz1xwdzX8xiS3IRkFSUdKqJz9toCHbnvPt6t44
UbLvxg86aYGJ7M6FFIh7S+v4b+3z8r+XbonWiyux1MEf4XZudivGIUNhssF7MSTAK4WgXeRMvF8s
3v27ivlgaxMAHjtqvaT6xrWDNDX9eK4IU5aBMGTIVC0MBy+cNE+el5GJHWcVsHM+6/jRUjQbwmG2
clDiS+I4d8IuxkAklSP/eWIyg3/HnFGWiRx/fNK8Hl5sucx35oM99czeUPFfVcVIqmMQexAfUpVS
QFv/7ADUklSqaDLvOuovxsO1AV5URytmOAS0+9wG6sVwAzDIRiYA5200zxy7XmeBM/DzIglAeshI
1KRS5cgtYYNxOhrQO5SYYHvx+z1HkE6ZbxBqKPWngSOYOFvRK+phyFHpFB/RmsFF286yOr8uI6dX
s+HpQ4QRQQ4ZaU4+YqByinZ5vbQ7fHU64Egpk3x3mUSDCE50JLu6QSf7FF4g0Bm14ZUVtFeB5fTp
RRMojx5GRIFSUsdc8suZmdQMpgPYiMmt6TgDgOdmKUTOWkhPHdP6LMu2B9sy6yQ2b1wje6J7BW1N
THSndnM6EhRHiMr57mKgxtOMxbdCGzpx3p344XW1dyytiqZG3E4Gg3i+ODmezDvwIZxKoMECPvFe
19qx+gsqtzzEo1AHp+HK/VeK9UMyMNBxkoGNM6lVWv5MmWNnXO6tZaeZOpc7drz5NI5Dg9CaDMyv
/V5GGqzHoub68ZQaUtV32zaGZt8SDYu3lq7c4mR0k+lRv3YrccvjnMAka3wUT9jsOU58/sFiOqNn
/nWJ5BcHmmw8NjOu9hdvjKHopnnR3MFW8yqPcjXdahwDM9i0fdx4bwWFS/eV9kJZxBvCT0ZItI0Y
oYJkReAvGD9xAmExpIFJTB7FKCbLoQz7VnD0frc4g5QvS1alrx6KLXc3dOMfhjo42vlu3L5YXZvV
O7YV/EvF9/o/6o4LzGT6uyEXMsQivExryjeCq8cESb0uvUtax/wNKPewBVld8AF1dkarnrDXUtin
yeI03odnyfkImsClLVsxUoiY52wGmUH4rfLm1DkqN+4ddyAiHJYjpnvN8xRHFEuhXHZTJ2OP1Evg
vKWgAElEpUFVnFO8821AMHlQu7HM7PZGmjYt/6sS0rPfrufpgRFDQu9bL+r6cZunphE9JwYFIZx1
lxMCfdja9r5qkB7S2MTwx+xPSkCYZIS6gvxE+Ejd7MkFaoPXIH4FLMRFVJJYPmbkh6eRdzAWxIuS
Ww7i/c2wojz6G9ToVrDKeCiD1f1W/Il6R75Wbc9yQWlazc3pWEL+0AIBfJ8NtrIoYZpShthRNOfi
flxCWghsD0t8KHAvvbvIqz9DPgBPschbxcaKxAaakT6CsEDPwb8BbPmG3pWQX8MH5RDiU8mnCeVw
iaopQch8OGc+kaETD7TFezDn3cTAUYyo48ys8BELZvuce7E41VZFFpFGDoxJ5b93qFTc1FUppz/I
58RYuXnOpBaQG1WODMkk1qT/OgH/hVvLTdEogmno3vIiqdxtiRr0NfMsxg41vKTkBDZPbx2H6+di
0QbfrKT5hKPjHhtlDcu1EZpraQrude+BXYjfXcucEDMWK/f+cMdwKa9hb9mvRdL4nwsTEXG8t+0F
iMfE0x/sh7RyuFhulL1VdR1H94GO/p7JDIDpXb68Dhb0vXWjWcfDuzsVVhIGeoadymRZU/UvvHYy
As9lWdWfdhPz9aQFk/zHI8b/6uZRIrgUC1O07JC7z5YhApMyQqM1ilqxEJgoXfdl5n5gnnqmMb5r
f/DTTwJGEMwm0eYsSPuR89B1ZNMTanKuRMnoftkM1Z/pIdOp5bwq4rceXpf/wjgpty2+OcGvWU/6
EDgWJeVJlZfWWiP3iKTFJwfY+Yj8S4vSd7w+ZKwZVCJg/x4SGLGB+VaKuf2kKJFOr7lfjHO7qbXN
/3NVSBEdOdr+9HjZa3LfY/UKRg3kpEFRrKvKVoYLN2YKLzF3we3SB076NwI4eZ1mlhrPVhbUeHV5
76mDPSwcQKHyqUOSDhmmTNvAd7E5tFKjxfVix3fy3G01dv4T89AcuWmA4Ozmden/h+WsXgbX1hA2
RKk7HfLjN8xrFcix/c+C72O8j5TEje1C42ureEi7J0taLfyvWhqaPQZHJ38k59Pi1Gp4ETZ7GPKK
mK3bo0NBWe+AzJVko4IuV3c/8EfacNy0DPEP/UlQ7DYgLahHQWa6Di0p6SOCxYSQTb14xF4VRhE/
OwZ0NzOd2HoIjaVr/EectVRKOcNEWyxOwB+gu8BWpXTmjJDfn1Q3NZo1+WOfJzN7CtAJ64hr/S5a
hP+zYCkx1cy34D0Gu0HOIoe7TJ/CYDiTU6FdbLulHIMddyLb+R1UFHi3sJNxieH+mDOHYbL5eE0Q
DIAL0QRELsAie3V6g5mKBhcU7qOHTTnaZSjAdA14SpJ7ADAuMid2sjJqpdn/z9mZNbmNnGv6rzh8
PYhJIAEkMDFnLkgWF5RKS5X2G4QsqbHvO379PNC5EUEGGXXsDrfD7e5kJnL5lneBikJlN9gPEpJ2
j4Cp3Eq6cR/ByItkHxOdLB1yMTk/cgRnkbUKjSrf05T2IbBiBeuNQ5F/ytq6puERd1MAsnKR7SS7
BdG3DwlQYfh2iKogqRek3ztusPGdk7hG8qjHXdQ2ezGVSvtSIrulvpWdiy5jG/DueKhugc6rdP47
RTzKpx9ROEgJjAme3xljJ5J5Y0pgXL+FsGPWjYvFRZAYXbb5CJy/dRBi4RN/LRHAnr/AFrADlHTi
LOxeClwDX+jdjgEWCk7wDwLbXfKhqhwTeW+QCodUYw2JihV4J8w8Lfc7fk86HgQymn5MLf7GYRrQ
ZYUWKjfOFIDBViIghaBBsegmBUH8VHZB8Tv1HZcCgG7xn9AN7L3t9NSalvb35AHvtuovdTT6v2nh
OcWPgYcC00hw3YRHml/XH3OkGVCOpwb47FsVpYEEgSDeD8OZfyRaWEKKI7CD2IcnOZ41JZeO1QFL
fbJHMRzTWZSPdTj47UfAPqN8XkQC6kNrtEgW7MqumnAT6XzuETOEMf+CXVEWvtBiMhhTJHBOpYZb
zQGzCvs3zkQkorHThrSW4m5fuY56V5l9cjJUUj1Ueiz+o6D1waUHmQ8cDV+b6o09G/hUURYDoDVz
JPfwFIQARBXNB73ISYI6zoYzSo3yjulTUqHghKCGsOYPtQbMamdm1vA1D7LRPSQYV05oN/kungky
phqxRZI9x4qQywN5BlT8fWOcv+Y0wQCK6vkcT9AgeNu39KTsRfySCGPTG5ZTfqRB58ynAAJoQtIz
OUiucS9Wx9Dqa1pHU/lEOzKvoeRYufzZhXb5ydE63US4ZxqsGeCNxt/Y5lP/3s7r7g0gHnXEMUeD
u5MYAC7yASmCyVXuUvLPkXh1837+ItsyQsRKjMMXAR/aosIEPVT0GVs4Yl3NI8FSgClh7r7QYGKN
M82JNS4y14LeiS+XBSc3i/XiJXDLDMM9rjigkl1BfO2jjeKBQKW6GKCQnT4Qbs3gMFyzlNsEFG5+
KDq6oAEYZBN9dPCFx8werYRz39fWN9CVRdxSbYgr6gLzDHBSHk3oBowQTyJ0PoCAjZ7mJksLhA2c
Xnvfz86AoVnl2uLdWOmt8LjLIBGShdXfa7xv3idCK/3Pquw0a5GcMOpT6BvGvoKI4WGxO701zYme
rBbZTxOpVfO1t+nBbqnEGb+oshTRJ9wY5k+VpojayAXVtnBY1g+4I0afGro4W3CwpfWL3sNcenhn
uo9Zh6/OFs1Tlz5UjBERVGKcDR6R3E/e8y5ATSIlkNpDpCqX7nWcwWvcN5maobAMEUd09Cok8xAB
Nqn84nyHJypO0rqNuQNSqO4Qb/WU6MEA6NLDoDwmrbBVvAs4n4S6mdWpl3ggs9w13TyQ3ctJe186
kwbPOFsK2m9m4OTBYYhh6mCj5Fr9dx3ZxeTj1IxJgASdaChLWIMLTQaiFdXkAK2pca/1eG2KrcTO
INM2nVnSh6kcvEAQsy8Nf+qfIQMEc/WPEnXXQ1vsywkaJbSodqRuWYBby6ddX4V5K17Qy43x//Y1
WvvNx0gilfe5dYp+fAKoo5XBL5dgO/b39M84YGC+R+DyB6cDb4zDWgal9y253owNh6mEG6QIWSAE
ccRPBOqDNZF9vqWm78y7rjCK71GtF/0hNrWKBpJeSbM7xDxkHXS9EYJQvlUZEE55pF0Uht/C3uTG
Ok54h07lXs/Bx1ntP//+1//+f//35/h/gt/F+yKdsDL6F/JX7wGBtM1//VvX//0vrvXlfz79+q9/
k4agUmkpFF2I2lyLChd//eeP5wiPN/7f/0smQdbCvip/+HZbVTsyn+GQilT/YhvkE7D94GlDnMeU
uxHuRPZSO3Tux4S+VgQ86favUec/xlAUufGKcOF02u7SQT3/MXTvJnvg3f+W6MA9drpZul91OC3t
g9FnU3bASAU6cJWEhBSvHBlSvmUZQklbotovzfORDZMekBZqwxdixeRQZxO2LDbgOKXs4A3kyJ+6
j8DV7TF193y6EsE56egmNXM04BTm7ueDApuilKTAe2MAMjRPjuxshCNb08o29GNpPW0Gjg1Xc9lY
+nvLgHeKEL7lprzOUlEWKumm7nB9LcTRpkwbU8SqO4ICDDYXfKKG3XUyxmX/Muid73hBRmLz5vYk
Vp9MClciKexYrmmYIK1c53wOBgs0W0Evniel98CTyvE76nn9Q2MIpLokQc3XyTCC0+1Rl3/qX7tW
6obQMVihislGsXRz2dV/7dpibpLQ8u3iBalHTCzK3Mne9AnMQmjEc7ulHKzoL+M4ewod3DnubFPr
yujSVCa71eBPwjgfvQMrWzeNKF78Ymifk0xaL0GzwHTRR7wz1LLj1xOVjmVIgHm2a5rLFvproo0h
NRoCZvHStGSWOcCPLWSiet8l7rivlXA+3V7Y9efUDZMNCd7QsdiXhlh9TgvBnmqE/vCM6yS8hdBd
2izUMRCWi/IjBX/6Rjbh8e1RLxeUUS0K+KZuEIRb4nyW1DiYKM235yIhRN/Mmv2fsKGCTddMm3++
eiy2KZUxx9LRPV3fMezNSlBi859pnctPBIrolkBHi5ZqFGy624NdWU5TmrpyDN2k0apWO8WEBG5T
ul6MgRY6P+p1P6aFjYMUkAF/jWQdW8k00qeH2+Pql/vGZGDH5ityj7py+WF/7RtLAzxquKn/DPrK
KzVZp/taosUbUGvBYrtBoj4a5vpHZutfzMWjZ5s0LT4DPooVNbetDfFhIJ9z0X95j2TJR9ftzTuH
+MpvtEk4qULbFB2FWP3GKiyDoUG84nkycSbZhJlNWQ6+tPmYN/g+RmlRfbm9LOsLl92tDO4p9hlL
whVyvioh2fLshJr5bHC2AQbCH2gpCoCPtlFwlqhIHU1bo3sP/aTdRxjkbm//gCsbnftS53dQ3dJt
udroSa9DE+kC9Wx3o3FKzYZKUpn6gHH77s5Q65edO9JcIEHcswDakMuQ55MN4tHvnKy0nxG0c3cl
vNo98HtyQtr5hzwuH0sivw38V7nTdR+VjaIAHFDP2fH2nC/vasvVXYsfI5i5sFavXIuZCzj+0XrW
BtdA73Z09FOZpl9h0xPpF0ix9qmYdnBkozsjX35uniWHQR2HJ51lOF8Bdx5q1ypN8xnIBx1QzRrV
bqT+tHfmxHpDU+pdCtZo73f2Ag5xysfbE7/82BbPE0+jrhNSgLY4H54XyoEz0OjPRkwkq8dDMSL6
FM47GTX9f26PdXmWbKUERnWmwbGn1XY+FobT+G40jv8sgDPuReMuCV1oHYBIt9tcjPHh9nj6xVdV
YCul4pKBkSyQkjofMANx0Tsio8sXaHr5iLlhLI89HU9Kw5Fv1Xu7HcQpw+YGEakpwOZOzbY8TZja
ze8bJCf/UwC2l5vcbOQba06Gr5HFK46kUQ3xvCzD+K0bWu672z97tUy2DaidA6FswX9K3V3txb6Z
OlRj9fzRmPP5iGhYfSy0TN/RkUufg1DcO4SX40lh2HwXtHtdyrar8QS4IzzRk4oWpYtNbT7AXkdJ
1Efsn64FEuPO/vYE/1xhfwUMzBDQknAUkl4OV4C7ulR7QBMFKKbqkWZy+8k1texgmka+tUMxniI5
y6/aYCaYwY1gQsqsTQ4z7eudIIl5sAxjvPOyr2+h//49irCBXYm4obs6g3qKqEpnoKkEaCbPQow9
a/lriEs//Mcv6cOd6nBchH5EGh9yUDMoDSOP+mLiUuR4EsvTT3cWaJXw/PlB4JAcKbkTaa2sTiX9
Oh3MZMsnCbK036IKDVLBxKyJHWrF4h0ekiCJqc6iaIRd4yT3VqeJf9LSiMJdn5m0G2//oit7RFeu
61qOMJxlu5yfJFdoA5H/2IIIsNO9G+vTCwJT04Hig/wtdKpGt8dbndxlAXgUdNe2gTsbwljtyaTD
A6ej1vFYIRuNdjBSTsOTkdh0uCsJMP/oVLU9vq0pb3/EYrOv72xRY7kaVluUYJann/XXCcRWwXvT
pdjGNGHzGI7pdGrxqUMdVIyf3ah+S8RvoqUVvlvMa39lS8OGHFjyOFXUzG3cU4/4JaEwTnNn3CiA
UCgD684/QY/KUmAP8cYP7ehlkkodI5kCB8koM4Kb/XF7EdcfzSFv5oOhCGnyxlBfPf9ojYmgIal7
eir56Vje2BYKNip6xxuotjqeBc+3x1u9Jbbj2KZrwY8WBh1xV18d69CoQ4UguHZyHLcXMD2pQI80
G6sAwtsmzSZe8Dv7cvlH/v2ZHIeUlHdbMk9d6Pbq5NoQFCj4O61ntqI8Ksre+H5MiBa1ZrO1rWp8
QHCxuLM5Vk8283SURTKg24a1yDmuNieWeVMG5hNTAkc5tA8zKGrWOzulZ3KsRFlPe1S/NO00NnrZ
0rUH3LCNO9o/dyYvL3+IK9AdMXhQLYfQYfWBcwG+p4b45WHvI4Y3NNvC9jkDU57xfNtd89XsdBtu
b0fVbycDlHoyxNbacfqo+shq3rR0XcVnyrsWVRKkhEX0bZCLZQ6IXmQ338Yg/ZLnClkOfydorrk/
GxP1zQcd3D4XT9jV4rlEuTUkja3Ay6FqgZI92Og2JEwrpwi36GgodXFq0AfC3SczRxqnU1xoSyIa
icgbuqzrMXGMgNhvIUtpwUc5oM78KQZgn74nvkaTcBzGsTM2mEigzX17z16cERJ015ISvRpyOsNe
lvivHMQAs4cnAjglu8npkCb+YG9oMSKJY8zlLworzp2PtmyO8x3LgJwQnT8cvtxy8fw1YNLA38aP
LPPEMLYfEMwtXzBGDe6McvGkccQYhtza4FDw0q7mVSLhEgM6zzwAG3g5Uzk81abErcXsJZbPpXHS
MoQWMQEP4T7hWZKWWbNV4ZTcCTDXNzk/hLzSAiOjU4JxzdWlMCYS0UssArzANYdPZpVG+xxvai/H
ja9HZX7RgYyK0iPlre4swpXjYVCasikXKJKL9VLrqPMVZaTjGwK9cGvnefQuQ8voYVh24Qix4wTm
R2EWiQlxSknm/e2tdeVLk9RI9hVhvSn/PDF/fekwa4x5ykBTBrkO7BVMaPZLi7Lo9TvYANgmeCbB
8Qp7FSv0Q9Ep3Mj50jP0RORNR/tJOv5k7YN4CL4A58cB4PbMrhwavqhCK5GYCfGY1eaKm3AswywM
vcbEFsfsm0cYhMDqO9BlloEnxu3hrm1mNJh1AQqcP9jO52emFsnU0hILvcFOeUbHpOZ+87k8xjHZ
I/WAVUpaorMxxeWbwKdFMDmt/k7U1c/bP+QiKmAzUyKn7qTspQy8Dkt6cwRBUAeZh4yqgb/6qEbH
g6wzJl9NDEvnTYVvlfw+NiD3tmRQRrSzCyrGm9mxtOBXokZRvvM7A8lV5Frq2dY2tDcsuat1NzDk
piCWjL04mofy7QwsqX9X6Qq6vysQOmq2md+58ljkZg0KB1gtAp23J3jxgvOYSkrthJ6EwtJcpf4o
RWIibVCNcUCs/14UYw9t3yPxCngIA8Dbg63rP7yjrCZ/WOCIqaysEw+QDbkT8UignJfKfB+iLfQT
nidS2Ykz2UcuNUVKignnvDfADlSLO1f/scSSJ33D35q/GABi/K1ymugJ12y93GPka/yMiWH1O1vw
yo4nJ6PurjhhNmXA1Q6cCgGxt4k89DBnCVgbv1ozUM0nazac4qmls/HP7dW5cm/arArLQgoojfWe
H+3YoN6uJd4wuf0ObyELWKyKvJhrbF9Ko3nTyACvwzKIP90e+WITYAou0VLl2uaBovNyPtcm1XFm
qiL2oY3VLFQeI8hAf3bRYwbU++n2YFcuSQJ8i+QLmp+kvHo+mLRgBOhlhZWedMZTC8lyq0/J/+AR
4p6ifaRMwyaxWkXzAy4PfQTr2WvmhJImKGcApELXMPJEWAk1hQ7XoQkwnJ9mD7cneO07EpoJW3Bf
LhXr8wnOgHPc1ixiD0ehlBqeURxadId3ocPwWQNzFY6UuQ2MeTjcHvkyNqbvsNzTbFjeB311mAGy
y6Fzk8RrHbNQ70KNGtADzijhixEYdHZH7BrxtyhG//Vbd4mllveeLB/yzvmU69KUU635sVfi8fKQ
DKW2mYC0vxnH2P494kOHHUZQQGyh4FreefMvNu9SLadCL+gWUlWTy+f469EFPx5ETjcbng2Tblvw
//owGz56gLHI7qRXF+tLhkNLUqcXyCQ5oudDWQA7copEhoenswEND2MnBe58E9jN+DChv0ffV2Sv
vYhY1GVUXiFA/sSt54PWKZj9SUjlpQh4PJJmIWWFMdAmn9vo0NIAubOel28vTwKJju1QRBM2T8P5
gIbKMNBJMosnD/4A9EgcxOP4n8rGiwALk2mTRxmzL3MU3EPoHtAdjX0xIlzzyt28PE26ovZAp4Bt
tdpUph0nph/4pte0lXtoWuCdaFPkO7NWcgNcV3zMIandmf3F4V0G5Z1azg9DuqvVjnx0MUfhSy9t
YjsEwdvNIGYG4vWNS+juoXKIJLWyMnWswa++NrJjdPqVRBoG4Q938fnSm0Kvud1jC9kluvFfaoWD
ABIgRfEWYFaCUEbQQDh4/TLTBLK5I+nkUZ87H3PW8HHMgp5gDuswWClV/OBrhfvOwfHkECx6b6Bi
s/jOrr5yat0lkqTdZRo6X3c1qk6XYwha05tEJgWSVE2DulPgU5HVQ8C0t+e4bJWzFGxZVzQhOUI8
5jw/56NlqepiTctNzyy5GdpQ5Vs69/o+CqcfEkVD7/Zw1yZHHkC4SODBg77auR10tggFKIlqxJRt
WyPCLE8AasmRKLiTclzbr0ttVRqEy0TKq8C80qthNumyeGmHVYSQnXvUkOze5yqXpxbc+6c20vUd
5UvUEW/PUr86TYfbiZyLhHPdyKjRP0BENnQ9ifp65gBxnstiizzOWG8quCX+gxuBRXvAb0NgsIuB
r4lVROBOLvWvVtoI9fvQ9jf8vTFCmWjtTWI/5whPfAJi4Rt3MAHXNoFCTIHbjRor1/j5JvBb3w/q
CEbw7IBE7EGAIpehsmMek9JMYaLdWZ+LQIdNt8An2HCkTa5a5TAzSPyymgIUxrO2/YWpY32AlZq9
vf0Vrn0Exxa6Y4NVZCestrbZOmMlRG16bVG1L7gsZY9ti8RT1MzmnbvxciiqF7qkSEkIT4CzmhD2
BJaGNIUiQO3F1g9b46GrTASfo17euQiXbXt+YJdCiYB67Oj2JfAlCaymhhKowO87YK4CtJCVEbWf
QYn3e58I/AE4vb+bZAlJRqDMcntRLx96hlc0yMEeAU3+s/P/iikkiksIT+SuN4XO/CYtzaekRO2W
EpuPHT3YQyNERuD2mJcnmTGBFyn2KJGxswobUWTEFHBaRCso1T2LeUTLTA0Sk0aVv7UKvJaboYeF
XWg/bw98uU+X2Imds3QkF7DR+blonKGsKiBBnh1ntvlUmg0q6WgmV8nn2wNd2z9LNr8kVZQR1niK
XrP6apLcFyEiER7+3eWbyA4/1YKlvT3Ste3DMppL1ZYPuM4zk7AV0WQEjleGtQaMzW6xpIzq+FEf
BnTjkrzqPySpyr4NnYh/W7yNH27/gGtrugQRFGhsgyRg9QKQu5aalk22h3zU/M5HIxA3I/L9198x
5GuEhw4nhW7NGnHUx8rUFMIJnhXGcY+8aVs5h4Ty4qtvGcbh/QSTR9GZJsn5HqF8OztzqXC3BGv6
XZlz/gifqCaHE79ur9yVY0Cw69gG6L/lX8sm+uvoKTM0AVG7ljeWk/bgCz3bU+Met31f4bANAI0Y
G+tli1bpnW92bWRCP64cW0k+3vLX/xqZPs+CEefOgTeefUM3Kd65eQvVg/cU3dpYZQe0/bodwLJ7
zacrJ4PaJO0vGpIgMNYno4h6SKVhp7zQzeFiaXS3pjZNdt3gRIfb63v5ChJuuTA9uWwEBZXVexHG
Wv+HfOlBIKaN5U/RcMxMiirUiRFc0bALvD3glbuUaTk0iHh3+fd6WTWUqcoy5nrRAwSVe+vUWS4C
J5HERnEo6p1C++P2kNfmqLhkdLYqu8iS51+SvGGoEGeTntsjtB2Aon00DQgMQhUmQjOJe+e6ufb5
wDlQprTJQcHQnI+HLPYsJllJT5oGEAN+EUpkM64kg/P6u5quLMmupCJ1WdaI2mmsStFLby4s94ve
h/3Oscbizmm/dhLQ+7AoCnGlqHWPzWh0lACRYPHKCgnlys20zxgC5LugL0C4W43RbJFj/B4p/5W4
TS4W6hBSOQ5gPxO43ypGQ8M+waWPQF0H/Jtv4MLan5vC/WLoAK3NEXJEvaRlr94uBuEgmplLkiDt
5TL/++AXrQrLPqEGSsHq0AZJsDPdwv/YoUyyqyBoRnciwyv700ASkcq9y4cEfHQ+IBIFsLgHksy+
bUxMrqP+ZOSGf8KdiFa71Xy6Pb8L9MWyqqi9klCiBgzkb3UeRFxPVuR20kPZp91aQYzODXjDXTQM
cBNGYoNNH0lUN3pTkSr09VOxMH0Ger/oO4TNcGfBrzzPBgUGmkQ8XhzP1VcecVucCnuQHr62DV1z
B4P3DZgUeKo25pDHenDLfQOZ4VgBx3p27Djd316SKyeWnHNBoiCeA6pu+UJ/fXLTnx0/6moDP5zB
P0R0072xqpuHsCqCO5O9cv9JHfQqLUcH4IuxejrREJSolHaGF2eOeIRpgixq19mfi3iOfk8qnp5a
2Ys7t/yVFQY5DgCAjGC5dVeXbutaqlejZXq5QM0XWXG3mzGHQMhlk1bYym56dAXfBi3aN1sE2tWj
MoewuzPz5dysgnjeU3A8Fv0wzvLqM6M/GaPcRwI0Ybn4LWoG/8Pch8b8+tMEbsai3Lq06VGaOf+W
RTogw1fo0tN9Rd+lQ9S0KBsDej60PJnT6X393nG5fUGq8DW5qs7Hw6Z4wEGW7let6dmvUTNtDxN5
7W0B/+DO23llmy6NfmPJ7gkl18hQJPwCrTZT0xNUbrcovo64V7aIKAdGiID57XlduZUIPoDgLCkI
CPrlc/51JtwknntZ8mpmoNU/uj1Z3QYSIFZLEiMHvF5dx78z5JX5sTnJsTiEvGnrbQotJuY5cwwP
Apd4UxdWSbGvQcLPRuP09uyunAhKmRbV6f9uPax2SRPh7ObHPl5P+oLRsZDfGDYB1uA76HPwvGU/
ftPkYO8HhA1IMSfr+fYPuHIPQJRzaLZxGoBgri7hKUpVHvkl/MpwmDU48nKBvqF8g/aGMeqIFIHc
Sbaws5zqzgm5UtLltoXnBPKapIiM9vzTQmSumqoIU8IgS01wBX3U5oSNBdOMgTYOXpqDSF8UJm8H
Q4+3vYOftzOHzm+zVfbD7XW4civQSiXFBerMxv5DP/lrmyWjJsiqRfI4a4n+m52Rbcs0tl4fzP89
yrqS2iNH1CGRnzxaIvZ3hjuaeH8gDd06WfFZWe7zHJW110X5PTD3tc/Mw6I4SXS44IKcL7WZA+R0
Ya4/DvDCzMepRsvhoxtY+gtNy/R7Owq0AJWeqvFO0HblLC3NH8olJPIIbq3embjVDBt1yvgRHYj6
6OSNcYhjHeOKILr3fv9pJK1udsf5E+k6Co7QOoBpB/6axO7iUdWpiaMKqFase6Isw+SiK7u2PGHh
1/n7AK9IzH3HHKz3sapgHc/4R0MruvOcX15d4Cbp/iw1e4NrcvWcE/Qksz9l2WNM3F/hE1pP0VYQ
832YSmt417X5ParP5Wov0G0uS9gaC559dZ1AjQosocX40oZjdshTET1UVtbslGHei1Uud5S0XMoz
CxkLHLW7+rD4tLZYDcFti+2q+RHqUY6cJ0cUWZ+8hXgeGtlOTC7SibcP6pUpLkBCXnDwPNBnVpdG
b5ddjJms742o0tW8pHX21EVhXmzLJKFlf3u0y5yDSg3tYPauDrt2PZqEuIr3COha1G2dtyl6aA9+
2WEYg9M3ErpT17Vbo1zA6pS7/Z+3B7/cP7TzFkYC81VUF1Z3cwG9Qw2YUHpWlFHhS7tpU1tlD9He
djdpEFV3QojLO3DJbuj0U2LkNbigN8oMDTucebzWryiiWqlxGECxPNye1eUH5Gm1KQwvcSAMptWp
GJSBji9G5t5EUP2+aJz5rQaR3Evb3L2X0lwbi2dNULah1E1kf37tqUilJXinyUNoaAF2ZGhRIwEO
WTm5V5y9MhSJ0wKZ5zCB9VrFXzF29u2AqLg3dSr6geFW+j6PtXSnzXN8Z1NeHwpJPTqB4E7X9xy2
HKVA8aqHh1GM75EVyY9GYeYPaIvfwz9f2YLwJBbICUHs0vQ8X0Cn6THsc7PB65H8Ojg1EtpZNID5
KFAJnIe2uzO1P1SI8zvcom2+AHIUTXukH88HhE4swsH2ew9TwQzHTceKTlM4+i+FWVnfRO3rhyCc
+nhTZ5RO7IB3bFdmxnA0UhxnuMpL/Ghx3r29Zy8vO4sLh8wFMBI1uHUlLKsxiDNibK8QPEBaw5iC
B9X5iRciKIMax3hAIPSVjC+KDhAIQS9TKF6u83VA32XmkKeoc3oSFd+vGojmz2MVIp+JJMReb3Cs
uz3HK7tqCQ0AEMD1srl2VivvjujrZFHnNYhFezmiyCdq/PNRqUY//A+GghADcIFcmy7d+VCR3o19
mOqth1hXSrod+CepBeY+JDG70167NiuuGXMpoyy1xdV+woa7Q/0qbr2xj5r3jqa7BwJe/SOFDufO
Al7ZJIpCNIUTciJlrZueEUobpahU64lqRHZeq93joLBVVWE8PNXVhGDVXLw+pabgxtcihgblQsZ5
vpSB29SOykTtFcMM3GSH5okPFC3FuzHDozpEcRkXtDE80LpHEKtwZer/Qp2lbO60fK/cFMRevMs6
oEQqE6t4oOtSvI7rAgw4Kr/ThxbPg/CU1xWKdCQ5GkKonemn21dvJEdyMS2gJsZdP8+qmSg0zGbj
KZmNhwnvrX2EEszR1FBPuj3UtfktS0wa6hJduqtnC2uuMcE8iuh8Ud3xhfsrnyP/AdzdhI6B1u9v
D3cZeFh0vXgdaUrRQV+jaY2uJ20MrdpzOflI8kNznzDNOJZ58QGToejYLH5daPw0d87m1XkSBpAA
U0S4AF6gWJhPGg693thY0UfkPdKvg20FOyQYFm3Fsn64PdErWSAV6uXUEPkCCVg/MTFhRlm1Ze9Z
sLAAoMUJbuUplmLbaWjRmmlqbEqCKXLQl8zmkYQpC/6T1FryfdST5nT711xeF5wlqEVLvRWk2vq6
CCdUzdGkmam7VUOww4ltfuv2STUdRKMX9/bU5UdeTi4qDgu9dtlb54e3D+t4MtNKeHpV4GcWJ4jB
77Crk58mhMQ/uja621hPxcmu7pLyDuLx8rqiLfCnm829yHu7OrBAjfQJfSXh0SOptqqJy+/6UEe/
i1xDWsZd/IKtNnZ+vHqBgaITUFNagU+1xlnGCLaa1oA1b6CjLGfGrfMuz4xm5wRNdmcnX/mWFDgB
LlGqIgJcQ4icxqpC06I4NRSJ/J6rcTqhnIICoUCB7/aslrU6j1rgqy8cLZP6ueBjnn/IgDdyEdaf
vADE9J62qoV+c24dU9B/R4xvAQY0GhiYuByRmijzO2foykwV8Hc+J28B2cLqEXDQ5M0WZqlHyFQc
GlKRzYA5yQZpuXsB2pWhQA/RDQEgBQ1v3VRqhCaJPZPKKwHDP+julL5keCRhg1pHd67AKxuUohB9
QYpTpAzrfllN+Qd76JFZIY8KvH/UGg/Me4aFPVLRX7KSg/xYc1yKVz9l9FuRVtDJLyG3O8sa/FUL
Ah8bTWGIA6TEIwT4UqAmRXCt5nnXIpj3s3TrIX0l2RasM3gZW5qE9AuRajVmizGhwBY79zJ3KLPD
XAk321dhgrRjZnc4oRRUfe9cdtcWGHzW0nRd9B3WGE7qgmUPqTvz5gTPVL+yfkRoRm+cDj6gYZe/
cs29B4G4fF2YJmoSwB+Wl3TdSdPHxYLI9TOvrmTzZM9NuW9HI4OEVWWHQWvuaQisxwNuvFT1FlYV
RT1nHZXoHZq69uiYp0lPiwCJeomVJSa3YdC9jVuRdvlmaVGJOztofR8sw9JaWNrmi2DQOscVRZGH
8KXlCbOrpj+WE2q120zWNorYHdqxeaBDhMssZxfSwH8YnHF4uH0jXTyrbH7EHilAgTXhSlijgusK
K945C4wTBkItxdxqzIePtQV+ae/OUSXej9h22ntfc31/X6Idgn9WWibB01BSY38IUaiP7sTiFwU6
fhMFG7nAZ+FCQZc8P1hhYAeAWMvplJaVtSmCoH4c6axuLWgzQClC3G5guG4dfKWo4SXBocRn7bUp
7fIjeGqXEA6mEhiV8x+h88JrEWyS0wBM50E5DIij+Ogp1f4UOBrfCVHXb/wyHIV1Uo+FT0+Yej5c
aE6YHGVGfwrtYazfJ5mbwk4KJ+zA9w3bJFYbFGwT3JuxfosmWp5YI9zZjsuU/n6e+A3AxihNcMgF
yL/V84RsfYSThtmf8Mkz/rHnKf2c1mH6tm7C/s501zUkhqIAyc4D5UCBc81JnbH7E81gdSjl5QrH
iap5sEnA7jwNl8eaUgv9wyWO4AJbx4xuZuV04of+1Pfl9FSn0HrRq8CaJh3FxkHibnP7NF35iIv2
Co/skopT9zz/iG4MPzPX5+4k+XrDxz4piMe7TE5jhuVhZqceFDfDxyYR9+JNkLamuNM5WN/VtOSJ
lghlIDYDhhOrbWSXiUJ6PGhObLIYo4LYzKd0D70OMklSKeSvci3q8KHMJEbe95SVLghny/BMnSeK
8gyBzrJAfz2JXe72Cmf2+YQbV2C4x74msU82DiZQ6R5N7dp5dOj9iU+5iV4e5XSnLd1hW8+id751
2K3ob4fZceQhtY1I+6ahslfuZY8G+oMmkC84NBDMgnobjJQLfoZ+Hafv9S5WGHQUCxHqu+Nix/zc
4F+OmGYUIsX52i8MqoRnQqc/wzFZh1Bm5EbgfQN6X1H1MQ87/KBbnG0aLYVN0ff5Y6eMdi/1SLsT
pV4eGAked4HjcUMsWfz5yiYS5+rRnvyTECBJY3KvbWhP2edXT49R6AybJHXsntX3q7EOLgyz808Y
1xnxJmi6RTDK7Aeqhp1VOgfHBhz+oMbEMMGSZsHLa8cHUAJ/gzAD3CweKOezDFWRj1Cs3NOsfLih
3FT1puvpOc1h4v/AIzDYJUHauQh22e09fvrlbYGsDekMpTuohIST54Mjy1cibzO7p7HXMQkSVvYm
rpzsfa+j+lg5jHp7slfGoxCDKN/C+4G9sPz1vw6Li9JtH8ajOjVJhbFxIWWP42kNuawpNRKAJqju
RI9XXlZEcwg4SEMWTMP6UbNtnwC8ytUpmNuFCoLl+VyQfoiJHrmqfImEZRUWNDIA00QRwfMUwVYd
9DB7Sho3ze8cp2tLALacAjWnc9FWOl+COkUPgCY9S4APhacF40ckw6sHvxfJU1Zq0Z1o58pwdEhs
iGMAWxfKwflwQx6rFgso6xSMMbI4LcSQIpjsBz3Qx80k6C7c/sKX8R1AN4oWpO/GUl1cvQejyVpi
TRN4XYGfwWYuDTxJocHrP+zCz99UvWVj9DWZ/Sdk4LEmcvEsyY+3f8Pli8BrwPgQFlG5uLg4MptG
si8b8FmjXhy7Bsv2JApTnBookuQBMocp190r27nUUGnnov7In5d0c7nN/traGU0uigRD4CGp5+4y
eqYHt1D5HmL/PXWLy6CFoZb0ZMlP6IGtvqkU1J0xjgk8HMU1Y48SZVA8WAKe5kOfNu5rwa7MjLrl
ksCjOLL0cc5nppdJiaGRgUGz0poThpfaJs/s5BvexvcKE9dOK6AgykvUu9ix1up0lL7ERFTv8G2z
rHkvE1w8cxu/slJHQ7weBnMbj8ijoimHqTlMJGx43XB/e/tcWV5eHNJqEoQFBruar59qgSh71z21
XVfsh8H64Exz/MYHgfL6u4CIgeCFi5/VXZd8otS1ZgsZm1PPehycLBflppYYJGzzPq23aZBFrxSd
5NZBt4dHleovSTzZ5vnHjGYTgf5BQztt1I0nEA8WzHy9OsIoa/8/Z+fVG7cR7v1PRIC93C63ryTL
clHsGyKJE/Y27Pz072+Ug/d4ucISOrlIDATwLMmZZ57yLyu6Eu98TNnAo83EDFwexsU+1cMh10LM
FE5z1dAnqOtG/Seoau0Pu0/xR6nhTZ/NqR0xep469XE2leQVO0BzJSTdhsA3ChmbGGgW5Y0MWb+d
zKqcWwPacn0aK8WlUduimyXS9NEthThpVPiH+/vnTeX1uqiAskbKQiHFqJgq+3rBssXpEB+T6uRh
X4NkiZ3lSnlGmNyxv854UvDARpCjUi61aQ6tZ9bKy4grSv1gDWpa/xvUymSd7XhS7JcBh1QMbEST
G386SWeH2PMMRhT7ZtDF+WnUp6rbe9pQoNIcC8yMNomuY+aJ+yDuvpuRca4ab6Yw9IzXyHNw8Dlo
om6ivWWmPXh9uBT6DxXbuL/R2MJn0UUr3NllQxKmz25R5t0mDkSh7O6/otsIjYwxu4KrAsIF6eX1
GyqMUudF8PvjpgoO3ji/MDEdjwxG8n0zgedVx2BcyT1ujzWputTwo+cpp1CLNRXFxO3aTtFyxc1x
Gws8nNXCsvG4ogn50ccDLkVaBfGCSo/h9+LxkikvIiXPTmM96d9NLCzCbZu6zegHjt6Nh6ofwSjP
gni6svJtOcZMH8IOk0rONvjV65VzL8yFwDnjZKMANMJZD1XQJ0qIiwvNkHTvmjHmkXWPgetMjFuJ
nLeflQoQqgKNHRpndEGvV4f1VQuurfFk9bmBPDdcQjoJ466ns/NYZO78uZBE7Psv+53v6jGSYLJG
8xXG6OLK6IBKM3PHjNrRx6g+9gW0waOqlxEK2c3H70Ik1hwD9U059Wbedf2EcYgFxKQ1/UmtVWtn
N5iGk+B4mzkx1vpUNy/zDRSmow3gUBYw7LpeykG5eRrLqD1VYC2x08zqHWZ/w9MYqtq5SLIUS9V0
DVN68zIl9oTeD9MtUGKM9ReLUleaQxk3pzYI0b6nHWY9OfXkVeinVeG3+19OboerOInCEhk5aCUA
pXy+xRPGU4LvJu4sp64ZvN3IfOspHypvEyJRtptgLm6nlOzR7Qrp1F2bK7fv7f0kCy+JpJAte9wD
FvdTGgOLwvOoPpUGhHVk8b2DWQwZqtOziD6hapz5E3Mnk1+Aq/gWQ+Jax1vkw+B2knPwf3TzmR+w
k5eaNalXYqPsauKUzwYqFG1nYX+AG/gmQ9L26/13fnMZyrWkeojBZJie2yIKdpaOxiZKvCdrMkCy
FjhnJpuiRcl0T0Sx9mZUB9rKCX1vTTDlZDoM1RCfXoYFE4UNYQf1qW6sKjpWuRaN32yh4Gpd0hZ6
caDNf3TwI9+pyaiSSCRHxUvV1MDJRiXtrJrGXlf+Y8Oh8u05tL9NHRof91/pbUOZtUgu2MjkVmTe
i3daJXFgW3knTgpfOOmYzlZFFvqZaBtatkowaUcSAi/fuVXlfSNRr6xdlMZ686LgYhokm8aoy3Yl
Fr/z0kksgVyBepdd1sWPQlWkbbG2zk8J5m6vQBL7n9T3kbIBttcf6EuFzcc/M01sCk2pSyTP9XXs
qIrZcpTSyE9dltcN0+lRi7cRDm3zz8BMze9Gi3XkSo6pyzN6HUNgu9B+hDRhsKWXxYmaDkZs0SY7
zQA7cmczc3DiyrdwLZwQMZFtMj3Kqik6GwZ+RZ9tu0iGfY1Lm/U01TpiNq01DeXfGk47hl9ZWhu+
uS0mOPx0Nl0QLw5Vr9sNkeehOYcP2GBtogrbsq+qM47iWM921R7u76h3vp0UxCWHcG1AR8sJRVQa
jVOMdQYqt4yPhWLpx1QR406vrG+VGyUr0wdZmi7eIe1iSlap9U1BuYiDVZ6XWhUnzUllvndOx7a5
FM601kd8k0RdLAO9D/AEVxo39bLXLiIPha25Hk5Yr/TOiQq3QIpFxWJkX7sOQ+5AActvb0cFp4Sv
NXqp2jkkV0NO2siK9Ec6YzfyjFP0EHynPeNFnxITD7hpa3mFoe8wFAzx+0vJlKVv61hhzIZ5pn2y
hpGYDh/URRl+qjNjZ8Vp0B5A2cfKEcooHbdCFDVMQCAH+jGuzF7DDLpyrE06Z5PzGVlbFYWcIPPm
n22JUy1OmFh7/VUomhrt8kA3q6fI0+J4lyHYMfhxgzPQNnPrefyemSaSL7Gu9//iQZFPT3Ohtd0l
myLFQKbWiGaN/DwqCuUsvBq5oY2mI6uRbsB1WN4TkoeBSz9yworo/ia7veoZfJArSu1lCNNLQAdY
Fn4DRcCpRUx3PDaVPuLUHUZx5kOZaf65v9pNYgpIGMgBuTDqcGyDRWIBgzycPIbWp9HOnDraoilu
1s/41TvOoZjGOP2nrcOk07YuxmXOLh4xWHm5/xPeeWBg2RA+YSrTWVjGJ2UQGXDkqaa3MBavBpSK
V4HxDNan2Kv8H5aSJ4mJD0yO5Y3nFbkz2XEhTi2y0NrrDGFi+KGkZKj/juh0mZ/vL3ebKvJq4SbS
UnzTF1z0sIeuTiqAAPYJS7jmMRc4wsFwPWWa6B4xXs02oAetlcj7zpqycUxZT9yFzLUIGmYCRhVn
KqxhxVR0W71rdeHbipl/68NG8RGn6b5EHtY39x/15iNK6hjYB0nJwTpmWcyT1tgMjh0bIFthPjqY
Xp9jptWYWrZr9/pNFH5bCh1BiLWSm7fYsiKJggYBDfvYREr9p9l4s9jhtZk+64ihnHJj7ldO5LsL
EvSl0DvN+CVM0iijhj69Yh9tc/4rQO36ccCya6u5869cV+Nv99/kbfqLhCABH0YI3xAogLwWfuuL
4E4z4zHpmMdSVdLPWmepP8yOZGKXpIUdIZ9clJglJ0MbnHTFabWNGiAatcV/Vt/d/yk3hYDBeIdW
G/BQSDhc5de/RHWDJnQbRz8OPW67/yhTNDXOLnfdIWkfqtFKQqlHlqlPcwLIxbdrQH/7JDXy4fX+
D7ndXR5FM6oactblwPu5/iFe1zDAjPFcHeYm3IRGpB50qykOPVia04eXonyUzj1sZxV07PVS+N/i
ZV9hB4rrrVvStokyw/6ii9AeX0nTXO/r/fVuAjAqSlL6B4Qm8xf22PV6CTPjaVSV7mAn9rBrcjv6
a2pxlKL1Iw6RWUHXdtvwYppVvL2/8u2IlCOEnwBQC5REtJuRR1bMrkDipj1EToN5G6IiLzGWvxfF
CKodr6jawnFF4UdzWoDOmoNkYjk/NI0an+yuxE3ORD8UYEK+RZ8OMa+8Kk8Zys4UZl6N5WnfWZ+t
aghP6oDTYRYI/cnUEmcl4N2cTvkU2FtBAIftzij0+gXGwFVCE9PDA+/JvkR1XZ+yUk38BBuIPbZm
a6qxN4B/EiAwIYiqUosDTViGOpIBuxiqBFCXaUbVHjX3iBG6EXQZcpPzXOvhlxGl0e4snCANP3Ug
7TMyBeA8Dy42HepXb4xc5YC5Jq22jYKYkrlW2b1lolc5Hb+R8IGUAmUWUONFjFTQCLbasROHBo+G
s9ZM+kaISGyaOi79aFDiv+xcN3bqPBiPYxlQZKLzsG3rBH/bKkkOWqe6W80McaSKouQzNtzmvrGs
etvMZXpCzT99wIMQK1C0kr95baXvPRFbfkZwPFVRY28szFX3QEaUI6bB08rOvYlL8um4vl0wSwiu
LWXIEPpDQKhUxCEPnWILvSp7eHMNLyuhb4O0ax9HNKO2atu1DwzDoo+GCLk87SbEd+QAfnkBpUJD
lniMmkNeTkBO69g9RKKe/d421uqo2+gAuJSpgEHKQimwJJxqcPzGyjaSU52rnui3Wpo4wX6wxJjs
jbkMyidXtxPjZxBGxfznLGj/qSsv+yahgIXE6TKY/ZDIgNFanC8rHdRMFPyENBsvUVg2Pu6hzaM1
5PW5sTnoSjvPx/ux6d1FeWBIXTLgL8XFBwRchWuH6ckTetvHvmhRGkdZ3C6do4rHyPx3qut5kvpF
aopmTWn85rpBCIjdJccjoH7JFa8feRpEpZeaGhyVAS2wznLAd/dOuqPPlK683dul6CQyw6OJYxNQ
lhIhEcWMHeeTdywbOzvSQtQ/o6Dh+DN2vCu3+U2g5JKh8U2hJ/v79KKvnyqccEFWncA7jmkc7tUc
kTi31+0LfIDvItXTj453WI5eMzM0kiM5D71eLh1LzJbw4T1mEOV3KmrqfoaY2lGJsMpSKgSK728Z
Y/EqmaGDKCDjfRtfUJ8ssm36mGpgGoPyYAITyUGHlvXwkGM4k+6jrndr2oe5gyAv7bRQbISjVsUf
eP4O6iHFJdK+uIOpoi6LPwlCszAW1T15dDf/qChK/6WkxKo1mS0wyzPla7Iz7dSeDhbQgLnZYjyV
PoxDqtp7bazSaOOh/F/7QTuOE65XczAqTx7s5WdUSczumEzwFX2EuJl4mAHIhqOTVNa4nas6CA9x
Gzg5JXiuzcYa0mMRUGDYgu+QlgcSuSPL/euv0ltYz9P5CR/UzAgOQojvfWvZX41gdHzH7Oxt0jvg
eaZ+re+1ONEsTIFJ/gYtlUzDNBcLa1Sxb31lpMpChDRU7U84NsquTlv9pEXmcJRiHvv7W+KdNRHk
JEYbcuMj3nL9sBgmx5U1u/XDGLr2MYzRKyi6yr2IxJwQGQ/TLfC7NZrxW1b8292LBDhCqywpAZuI
Vy4L+LDnereENV9o4Jjqru/dWceWp81KZmjaFP0qRTD8UaeKgaly2WSm76JH/hJicYyAQwLP3q9r
u2k2E3qhT2ZdF2If5JHjPIZV6H63ZqGHr2WSK1lLJAbMh7x3FhnYlOfRVGPnxquoNl6IvfITOllt
su2n1nG/qrXmFttaLdvqs+FWs/ZdDGWfPzjYhqW0VIIpLf0iA0OdI4rrdexEKRgfIg8ocK3A2GEA
dfpCZw+9Dl+t7QqIjlN5Y73VwqYQ2w6/oUvTwF3bc4+kr32FTN2GuflwQoZ+Vncx1+anESrdrxRz
u388CIrupsES+2ORji/AbOZNxo2RG6FucWWVXjR4M5LWl9zTBDpj2p/TFMRPJuyc4xQnxkoGerPN
WI6kkGQAJSJK0sVyAhxcMAJpRDDSSi5N0JsMZ/EFD2hb7efO+lV44Qe5lvIRgWNwlMC8AxpYKvN5
zIOaEa7tperE9GJVc/lHq3fiYhvMaz0p1nf/KN0EVzQApVECOHH8W6jGro+ShfBoHJIaPtWRNR0Q
Vkse5jkqD4Ce58MHl+K+J1BgbogpjmTDXC81p0FdQA4OHmrq7S+qGKcN9kXtj2wc1wgbb/pEv59V
4Cx8NdRE3gR+ANtdr5Xmbq1RWjYXYmVJDWaYbX629EH5aSiJWW2AeIKDHxLDewFfNXS+ghiPdxB4
sr64GP9K9h4+KMfWpZMNAwrRj3rqtNd2arU1XPbi/pZxRaosEbwlHpLk5Pq3zmFJY7vujUtdmtOP
AmrO3yQWxsukF38qiahWemXy0X9/NfSPoJKQ6FqQ3OgNL4JnkTZ2PhTmfAGO018GfIofh9auV0L0
7UPJMoVTI70sYQLJs/Vbs6PsKnwq02q4AK1IsWaY1PhJq6z2eYwnzMC5UlY28rsLkpgwJKZ5xH10
vWAy9aBDZr2/mMM8oSBSaZ7fp651QDA33BeitNf0fW/DA28S0hyFGCECqMv1iuNUzKVSkDs7Ua2q
fmWgdB4HRpz7Y95On9QQ06F+8tKVN3tzYrE5lgk0QUmOqZdRSdGQqoeipl0aa+63SmrbG0qqf9vZ
W1OFfmclxiHyqDKChyS3OEQttMu0yLr2YgVIH22mHhKOZVIjbjQ7EivR4Q0qsdiXMvoxruQjMhJf
vE4VgpXdZmF7CRIl2HY697uvCNBpf3SG04qNjsdlu3GHKfrRt2ZfblqvMz1EWfXA2MhMQfsaMgjr
j3XX9vXW7KwU0w5deeUe9Mpd3lrdefZabMtsLQ4RVBNCMx8crNMZWTEQSHZO3nd/mYWtpj4SPOVn
BFD1dK+a01ShhNwJJiZOM66dx9u3DIufmgRfRgD9MHyutxEcvtHSaqFeLLzbDjlCopveCfonZhfD
Sip9e0YIZnTI0e9BswFBmOulRNNr1kT3/1I6/b9FTbEfDNxgklyfbKxKLf/+YMSnmAchgoaR1J0h
tF2vFwDrG+xoQFMy081/R7yHdn2r1+N+csJpTep10TyQe4cLTNqGAsAkyC0ijjMZQSxKz7xYKD1v
q8JENYBjf7HK0EGDv5+SPd6eAqyxns0Ho4rWREtu3y4tCybOb6obXHLyQ/8W8nKm0uWEae/FDN3x
LLrOrHwv1edfri2sT2Yh4mDle95uHe4NBiuARVEuhA9xvaKX5kmGvbt9Cepu3kWY4ZzCbnB34RjP
K1HnNtjhV4W8rU7e7ago914vFVq9a4Ya1ZQRpNpORTP02Jkjt2KF7IWKGc5PV8GS9v7+efPH+z0m
yGucPiqkQA4H6YN85b+90kSUQeh6QXUhY84SEIzOkPs9Os/zThjKXD2g+Ob8AUMsUEH/BvV8qNRQ
N32kvvNyG09mlW7EXLrGUxINzr5SYeNvaOc5+j6pi1g9ZIEu+t39X73cB/JHQy3DrhQshIR/Xv9o
PUeBwJ5glMXkh8nnoktdbdtAH/uriqKqeh7Cwfrg7ERautIQhN9HUS7x54sgMruj1ff2VF/itM/+
Iudx860i2urRS5Ku2XtBP/386FNyB0kABr102BxLMJEDBzabxqC5iL4uH/VmVo80wcVrEqodAo7G
mnzGssDlCYF9ELOQygXJv1SM5nv2epnjtxmCcw+pwLW43YaukQenUuCEtbFRCP1mz5XiD3o3v374
aQEYokKASiMtj6UYjGsVdKcGrb5kw2ibu96sLNf3usqLHsehVHdJZvFDPrymZDgBe2NUQy9lEdCk
6XUeOBZWYlNWfo9HvUaTu3XVjaU1+efYVZqX+wsuwwl3pJzByBYsCfFNWd2YNteirkwXSYk9Zkzf
98IDStllzVotcHtGKASAQxFJ6Bnc4PqqwNMbtELGy1Bpxq42zdIvJ089hEX490xXcqWSe+/JSGFY
DZCdpP1eH0mJ7xgMuOmXAtHLyBdQ4rvtEJntT6uKPyq4iSu6TDckEFtO2HDivF6t96bYdAFeH7Jx
HnaOnr8OMMu2PZJ6D2nfmStjzDf1tt+jJOvBaSLBYW4qaTeLzMklXRiAnNaHUhsiaMRUNflT27le
uwF9lUGj0uPqMFY4Sm7CojDeYGhhDLC5tf/tIhXtdVQowGkNzVg+u1rqvtaKaPRNgOjpF7XxlMIv
cmVk3gyr0fWxi852YYK8JzhppduFBXxxGkyiiPwpRFPPj5wq/3Z/cy6v97eHlJ1yCZ6A/beIcKR0
eLb2tTgMnSKewiaJgC+r9Z4BWMFMCNud0aazqxVmdnC8YFq5aq+XR01G6kKimE1rjQEMgf36mxZa
1uou86f9NNrpMdBz/TwpQ7Iz6LW020FRKjTY4gJshVX9CFN1TSV8AXr77wcAGoGsQaiH/rjYwo5V
e2EK3m9vNNipFjpk5USb1ZcIxO8WG+T5cdRd61Or5/1JaE24q0F5bhNbqVYu5etA/N8PwXyHPpik
0PFrrt9EXked4s2uilV4AAaAhhXSkSHCuV3ddOcAovRz3TnhHlaHebi/B+Rf/b8bnVAhm5ukH5Jn
KzXUFu9gxn0boEWkH1LHDr+mwRw8NOTvK5/6Oli8rcIgkMuNvj3Nn2V3MYvLWe3M2Ti4JkU5RpXa
izbpYuslwVqf4joM/s9SDOBJypkTU2pdv8sAIFXpRKZxiJ1O/xQrLZeX0MYfQTi6+3kO1hKqm0ej
Y0+hgdoVwzU0thYv0FX61hM0oA5x0UOAUaG74D+q7AdaBv79b7WISjwbKp9clqQHfC0Y9osTY4Xc
4hgE6gdhte3z3HXBVlNcdwPDVDuobfIrzaPqRH08fsP3cN6EVuQ+qm6cfrULjJbI7poD+xBghFG6
24l06zzZ2J3rThI/xVGuvMx2CnJpQMVZwC489KGbw36W3pLIGOwKu6s/33+mxYj4f55JKmMQiGRR
vHgmzWomesydfqjRSf3C7ZwgEeDMRyM1BN1nwNOqWfRHvReKH2Wzc8wKWzCDVcTONSa0DFxEVe//
ppstxGuW4EUmWrIGWL5mtYo0o2e8dHCN1PqE8PLndmqmoyhQdC3L+d/7qy0Pv/yo5AdcanREeQmL
w1/a88jk1DAOsHG8r6mHfhl7gEa12qiHaja1TQ1p7EdSERo/vDJzJxJAhOjoAS/L5DQiP4NPYhwq
juY50sDKJEYUbBynmr6oRqxcombWT4HSrA2gbp8ZrgONECiOxDumHdeH1LACQY90Co8ZbeKt1nb9
3khw8CvNjMLSFeUuy3LsejtjTZP59tuSW/O4UkXboqhYvO2+sgoBsC09zh60pqp0yl1pGdFj6pKf
ocm1RhNarMckTdomyLyFMoLot1gvG03EZsIKYpBRQZvfD6lCTpZT2LkeesfjjMopndX+eP/T3i5L
QwviGvc6mwoS4PULFk6MqLIttGMeGArmjxh14Zn+y6yHcR/P4Rrsa3GV85Sy0+3yUS34qnQLr5eD
49CFJorSR1zIxLbxnG6Xlr3xahRx9NNSvPaYjq695U2rm5yvvZLWL7bT2/JIxbn/+ZTzh+vlbbyh
ugmNhmPGfX7uAClu2lgZDnWVfIrzVt1lcfoD9qKxv/+Wryt4uj00CcC2kJlyAxCdF+uGhRp7TWhq
x6wO4lcXV0jfTIfwGckz/TAbZHdMffOV3PTdRWmNgrmSLj/L6KTHCOG5Xq4fR2EZeyW3XZQYCJhm
E0G+p5Db1q22ZjD6zgdGcYbjQn0KCeJGAwuorz3npn6MQJUdcCUMNomm1QcjQY7CpqzyvaBrjkFZ
WluIOfq/91/07Xamsa4ZlMZQwlCoWlwSA1Kvejw71hHt53GXdVbu686QHNzISjazGn3MKlB+WH4k
tEESf7qHN+j1KdaNdKhT+5gwufDt0nWfIjAcsDxr9CZXrvX3Hg7xIm51vAJlIX69e5G9KJS57+xj
yh4+YucsnvRBgiYHc/iec3BWUr4F4eC/p4PZB7eCyEvDe3Fa63IekUKJneMMqWBTJ8b8UA1D/kUv
A9kT1oyDiOzioGcmxm5gJQ8Td+AmoWY99Hk7PySB3r80Cabq1Ajls1EV+XPrQBGpNC3ygQLloFBU
UqIhCIf8Y6mk/DRUZpRk/BdsxhLfSHO1N8ogwblZG/Jnq8st39DQ461FtyZ3cxtWCNvSvERF64As
Xb/+MHMfaEXj9PaxLt3k6OkQYjRQKM9DY4M8gBHrl1ns7uMascb7+32RVL49JBw2riiAjtKh9npl
u+GGjFwAPBinWH/MHj9gUxs1mjuFpn29v9Y728/8fa3F2aoQa8VtvHWOTqjhFO7AUp+czj7bUAh8
YfbO8f56C2sYtp9kpgMFAxnG+aJVcf1w8Vx1dsDk/cjV1L0oVf9caF261Zuo/ToIL/pVe8lF7yrr
1CMaskGZbdyTqEj+qVJv7/+YmxcN3hwMOHk7tyWKBIuz5/QYQqtwqo+jo9g+ws7WGZrmY+Q1xpeP
rkSSK5VjgWHjR7dU4AV5ZjoK2S3pOfIGSjIru6Fy9FOc6vYHAwqDM5aAWsHLZfSzfKjObeeyLjzt
pNt1fina6E/FrX7F2Zi/aLk67T72YHJMRworSYh0S2+0FfD3qZ0wM0w4R7bpi8ZLHrwCs8asz9eM
xJZXH0tRJHDlSRAYU8LFfduLSWAxw8aI1WbaVFNryz0x+3kbaLtoMv4SuemsFCjL4/G2JpWQNA+E
EKYudog1JUwkzcY6Rejv7/Wm1LZ4ihZ+bIt418502e6/zmXQketJJhM9EQBABMvr09FkSPwXVCUn
4OT1ttMqw1dHsIPbiTbp372CGr065t4MN6/nqN5fXP7lv3UD0DqQi7M2WGeugOWIWQ0Kp+tHywJD
Was/jKpSt10gcMW6v8x735GuA0UH5D7+WYScMq+sznMH64RRm7K3p+mbocDcSRxkqdFUCR/r0KlX
br33viNzD5o9qEDdUmdslG+rNo3tU2K44QXx+P5zYnspIXwqfT0f1L/uP+MysshX+dt6yz6EWVS6
ndJJOpVj+U0VQ/+ASuH0Tx877hra4b2lKDN4OBnB2DbXW4aeEkQ7McBjqelUZW2ZPzlcVFtJxliJ
Yu+9Rajq4MRAK0oFl+ulEnUoAhcIwMkN+jTZBHbo+nWcpeQNiFttersoVtLd9x6Oux6yHY0qKY52
vWIeNqaRqZF9wgxCHAg0ymOnB9YpBZf64aXQc5JzF5cgrVEVXy81TUZnJSJyTlqc/8oyY3pSE6yz
qqAaV17j7UMxE5B5BYM4yqU3XstvQ7iuH9ymdDrnxPQg+gRN3sCqZJDCjPXHIBXUuBBnme2AKZSd
Tiru64dKu6ScgtBwTobene1MuiW7QwtAzQWs5kDLNyJ7/nZ/79/uEuY6UCShwUgcx9JvZ+pmTAnd
OTi1odA3NnTWsyo0Sf5vzAPgzY/JrL09oxShoQEHuQHDs8W9kAf9ODZkCGfuUns7FSJ8dszUWGkL
vanmXEdHT86OSJ2ZntKyWSxjaGFmTeYY4hTo5Qcnyxq/mbP+JVamaTMkef9U1YwMnCSIXmozTnxS
1CHyUS+Pdwn/2jRNrx8h4nTMLvXeWYmqb1i9m99H7si8EjWeG4MYsx9R5so05ZTYfbhpAAj8wv6p
fxDd8D0rET5SMtvYQ6o2tkZbOb6VF97BsopmOwWRfu6HsT0WY2oe9aQxpKzMcz3OIELrLERc3zV8
ZpPiDwu3Qh8TPQJ3hoieotjhzrYS+1eaDPYjYlnprjLN4VExB+dUjPl47KvG21oCEPWQOOHKffnO
UWJYDxBZdpQ4totDW9p5Q6LeKSeQouM5ixBLnJLCOrdUiSsv+P2lJMqdoQCjr8XVXKaiMa1yUk4W
F/QT/HPkpsHynMO+ECtL3dyQtkQ9MKRkIgAw3FtstQyhtxQNlPjs9E20jRNFP3lRo26cqFFOhguN
zzTRj7p/bG+ej0UBJTFsY0FpNXQdKuAFEkaMMTmjPNYc4s5qDoYb94fCTNZu4/eWouUptYIZ6tHS
vl7KUeC7RHaQnJW2xIhmtMfHQR9bf2zyYoUafhOMeKrfl1rcjl3WW5M1ugmqZm63EZFW7KbIiLa8
/7/CkAHm/Ze4wEkSjOR6rkRccY2QLy42pDdBl3Vq9AD7rrT8QinLbZhG1U4fZyx+nCJ8GCxQHlbh
OPtJMTpA/8oMbhj5BD3Rik8eWjtfp7Cv0IGhMCmrLPxoSssvdLC+A3bC7uIjXL/8wCkqLTFQXyH8
55+SznoddS38kbHm3jOz8mP6hf+9EaYVwCMZqrLBjOv1MHgJB6TwUwxW+mKfFLN4SooOjZLCUTbo
F9TKZtCj2p9J3YrNaDbJxcYJbiUBXJBF334G5BxAWlBVwPstUX66W6tF0ajp2TNmhBsVFX3csRpn
82nW0xjTpUx4f9pNH7d0fPL570YPGLB4cO/rj8YsCTN8EwKn+w3FZLElgdOj81q56blTwRvOIfJW
kPfzvcXpXllq2bhjNzJoJo2A0kH1uURZiLbskxIbvnOVZvpTmGfOxgJ2vos0Z3gcg9r2XdwQniM7
Ui9BiM/X/dPwzuF7I2NZwPDeLK6vP/2IoGDZIiF2LrR+3LuNGp3LRG121VROXyyGmivrvfuRaRBx
JYA0lyr2iwWHOZirvM/OvT0abPB0ALsyt/Vm8OyIcbwXWf4MByD056zT/XJENodDuWZ/+N5rBwct
ZxykQNYyJQ8q4fVoEWZnZ3TGLyMgsH2Ia9rZzLrv/J/h1VC8zLenJvbtFmOelevjnfAqs0qwCxTM
1Dvys/yWX7ZzHU5BNWdns8sCmkaN+9TYVXwGPLFmzHf7hdnCVP50SkHR0ke5XqrqIe73o5eflTqa
NuXgDLSHPeVPtDq/6l2crqk137SPJP4ckDW4RJIxOJuL6AXZDNSs5jXnsXRcX00QWWwQEYayFJUb
pSgQUMlhAaqdl+16w+gOSNO4nxk/Wq9Ob67NZG82HKkH/Ui2nJTJA7i8eNV10drZpIzjMXWy1tvU
QESOGUN1n61WoQ0y508x7+E0Vb35gzF/fYhj5e+PnTJaobJPiSYErwO+kn79DVyRWOVQQhjrDG8E
E95nG8spowtSHONldOq19vgyO6E1zuVBh4DLg7JsmShgZEyyVVja2TMLa2uCft8auug2+BLpaHHo
mZ+Ghb0Sv2XK81t2C0RFSj4CAiX74iJZyiGZddCWAN+VB3cqjXMxOtGz0qo9Ev8dY9m2t45jiUlH
XhRrDfp3V5Y6GJInjNLfIlyPY0h7aIItp6WWei5Dzz3gENic+hLpaIFM4qZVtYjCBue++x920Y/h
mRFkooFHF09G0GWzO0FPJOqZ5jw24KK2aa8F+2QQH5xRylU4VOAAKUcpE5ey7lbjNK1XzPnjOGrd
MVJbYxO2Y/QoGnX2U21WTvefahGd3tajX2FQHkoA7DK5zcH7DKE15Y+Z6yRb2xLhUYwtNuCzvjbu
fWcp1MjoicDlA4i3xBjBP4/7PHPzR6pcvlNVBo6zyQf0Sr06cdcKRJm1Xm9R72q1xTkEID0rTY5n
JYMQw/FjAQe2G+yMMX75hUTeeOaGrr9WpvAeERQzNjg5ayv55yIey5cr+wpcLgQmcE2L8Dhg2JJm
kZM/lsLMw22OYJUPT9P4IgzzYio5cpj3v+YyIP+3ogRy0JuV7YxFrTK1PLIz8Y6tcJ4uqTU94jPl
/Vt0Sn3u8M/77GpkuVXivbaeE6h+aNHpQAi34MdVa9zJBb6ZyCSfnxKdehC9E66I61jYRU3TYHlc
PKazpTD5FZnt93Vjwr9OAbS1CV8j18ODPji5rwRZG240KKaPQIqbnRWZiEsbdAnDyrW/dyUikw7i
AMY2yCdtt/Li3tsuGn0mTh2HgY92/VPbQWNsrqjFY99jYJlCpEX5P7R9JzDVh1ghU2nBx/2s3cb8
1pSJsQvd3u1XPt8ilr+9L1liosouW17qImHKZLbsJnbxiF/WDCJisHqG53Z1sOo+3QRJq2wcPf3g
PPm/VWFxO1JKi1JpsUsDJXd6N+crhanhPAFc/aMY9RKQyzTvepCkfmlG/5S16n6bRT+vnNP3ggJX
5f9ffHFlD0E9oi7RFI8Vg7ynFgG/LdQ8+xzr1Y/7n/i9w0j6pXM4IIghWXL9hd1KCaKymorHqQ6K
nwCS052TdgM9IC7qTU4ltL+/4O1VhQgASDtmWkh83EwrhJ1UHY2f4lHEdfVJRNicBbHdHYapfUan
PEbM1B2/9nzplZj+3jYC68JMT6W4YkJz/aSqMUyNmnjFo4K1zCFW63hrDZBktdyJLqqDUv4cggq5
/7TvLgoA2UGYkVn2kryKAjIzkCksH6O4m78ktlM9GCE+hI7IrX1ghuJzXNlr2shL2Ojb3qW+kDKJ
gMO4N68ftczUIEz/H3tn0hw3kqbpv1KWd2RjX9q6+wAgFq4iKSm1XGCUSGGHwwE4tl8/DyhVlxjM
EUdjNocx60uZqZgRHgAc7p+/37vMLdMnq+z7BR/+IzvXsutl0d/1hvONVFX32u+1DxIJ+xXBHR0g
smu9pp7+u6vH1wOBAoXR1oN7/juS2SiwcZHNVV0Fxt5eXPWgZwGd6anKP8+Bk1wuSk2vPOenB3my
x22QFFROQCKciE8eNKQEv1wWYH6zw76dPHXtrVQOun6/mN9bi64PUSr19b62K2cP8Sg7eHmw8EiE
OEsS0e5p9maXPLjXcJ6/uR14VQP/stFzEjktxFuXxqpy6+yKXg4GS8pfYs/prJ3X4Yq4GH5yWJZq
OvzmDNw2GcpRXjeYIi+an4nWpnVJAs9VP2YpQVdQqkNdCUIaKAbq63FS2Mc4nfvKU3hxrQxL2c3/
wDyi5j95CG1qaw6C8OyqGgzjW0WC9Bl0lfK8aqaP+baoWfPyWi16MiY0BMS/oCdMNlorWFU8n27t
3JfWVMnmTUu0S37oEn/yqxBWrXBERDvPG270ZFDVPjCHxf09yIrBN2wXhxF4Tyh1T9PWizWrAaw8
9UbIVVxwjvsLhAv10twbId4m8yub4sm6DRWSwyVNIHgfmxbMOoEnVTu6jrCdASXzcOgU+sjJKbF7
J+DmCHfRuvn1LAq4dT+9UwwHFR8i5qbDodAPTnbDTnh2E1iTfacTlxbNJieYusAEwMWhjUJxmXeT
3pG4nlXNZSkm7e2vhz/ZNH4Mz5TiJL9tUyezCQ4BWm4rt+96ay12wTiPZ1rd6dAhlyAuZvOdM/lu
hIS7i3898PbFL6/7XwOfXLfVp9aQpa195xeliHusr24L0/Tf/XqU04n7/e6iieFFwbzxFH5MCXmw
Zdvbd0VQah+7ESmjxklzv/heehSyCi7qzhpfubSXM4hHiu8RCAXmR7Bsn78tXdCXqZ6u9t06iGlP
XJwbuwOMZiLQnLAOktc4H6e70tNDfPL1xkeDN/XUQ6bKvbxxV9e+k2OrosZwZUT6GTb0llhi5ELp
3i26Yl9h6vFO4GgbmZne3Up8W16B4E6qq+2HPCUzWFSUW2zC9tB/wp7K3l+MMi+cu8xNm52jZH5u
9ui4VyFec2j5m5tMcBb6FVRPUMdPza3ctJKwwSbnbh7VjfRG49xKHedzNZYwpbxZvib2/ZuZROMH
GJVTK4zXU95CY/ZBsnbKuVtQVR+bWgXf2AC0eMKYY5fYS0AMoP2aduJv3k4LCxrkj1vGG2vf8/tJ
aJ1VlKZy74jPg1AaFMNZMCsER2Kwr9YEPUUpxJ2tz8treY6ne/32KEHrKSM3UGlj2z0fOpmI/lKN
4dy1CxLYypW0cG081RMYk/sl0QmuLNN853jEDdEqV3sBByjMsKZ9kwyFu8uaVj/2afcacf35c4A3
wkZP6bVR1jnhcTB5/ruMoswysBr3YRNKBBeAnZV5keR6J4M4sSwIv2MzFONftRKp83tm/U+DMyyq
aHhPyExO6WvZZIGukl72MLdevi9JYTjnJmZx6XqvyZ+f7wvfh6JPgfiUTEUPztzz67QLKhbfmv2H
BZraofKMbj+Z1XIMXIX1guah7A9KXX/vkwAWFuSW/tauCyTK4NDVNrANbgkKqefjO5UxK+Dt4lHM
CEaOAe6K+k0vs9H9UMrMmJJQwzVgfWXpPAEUtmEBF3GmA7Vl18dE+vmwZi6bZbCl+bj2tYZCLsjc
cocRlSvPvKprxz6GQKSrtxZyQ/8GGqheXC99nfWhbSZQ3jGQSHZDwgn6lbLr+XrDL9pyjXHpBu6m
w4c/1PMfRsUFZc/N9UdYkshr7LI09kXSDGPs9LX86Dft+JoE//lqCo6N9h3xKGj+xrt+QZb0Ndz7
Rs/JvgF39CRlz9N70gjn0Kjr7OF39skfQ22FyBZ5QzF7snBng+KFI8n+G2K93LosAgXXDXmTX70z
zMK7WcaMCELeNc955Ymf3ldmOiR6RBIAdJhwnPoMgG2TNRXMRRqWo6cucr+xDguu/laYe652xHKg
ec3p/cV9hdaLFxC4B9GPrKwnj3JMSIOqg4zYWM2jza6lgxO1Kau60kV6+PWNfb6Cc2Mxo9mWbrAO
un68VM+njcYa5mmD7NKwcNzkKJqavn4lpnBpjfzNtHr2GyzTyjDz1vr466FfXCYU2w2WY9JuThin
Q3frCE6ILyRJ47a/XKfBkuxqzixvTEkT8DfH2uj5AUIu1FMwcU4b332uKUgtTcJlqqT4jN1h64aw
xdRlvfZB/0qJ/uLK8D0CLUUYBdzH/56sjaVRAJqv5ZTRMIZmCMuorMO+qIIgnNikXhntxSPk9ENv
h9QpliYcJk9G01c7XVOzcrNQT219YjTcQsPOyRKb/kfllBuZF1VC4Cziylps/+Ov7+1Jm4k5xJ39
7twAWkhP9+TlnEBuK2u0kiykC2LqmAlbxRK3U+1X52IOyPXqRFoQ2q13/kPmY/IflkOgfxyGfvi9
zC9+y5bzu3n702LckpBPfktGtbx6weRlofKs/KDMargYRDvyyL2GRKL1NSuGF3ef7iJoFsFtCLdY
H05eIHNU6QwwiVihmYb+jk6q2mMupYV2VSVnWSnUbepaU+xQhLzyAp2WGvgbb8E8vL1cNvjotkX/
VM0Sa+J1fj0y9GwV9aelbu8IX7bei0ane+yZy1mJ3fwrC8aTDdC/DkZ0mqi5qPawEQUehbd3sgOO
Sc4mJCw9C21q+P6tLtGRx91cL03Ev+13lpvN4jhXs/nJHer81qpN1dy7lTFe9vgxTqEjyuW9oze5
Ec5evbSXedHYHyHtOVeG1883ncoQreepM2mHHsHl/JnVcLocdCTH0UDx1t14Zlqq74eDf/s6/3v6
KG6+X0P/X//Bv78CbHZ5mg0n//yvq/xrJ3rxbfiP7WP//Z89/9B/vRkfu0F1j/+4um/7f+xV83A/
5KI5/cyzr2CkH78kvh/un/1j1wz5sNyqRyzeHntVDU/D8Zu3//L/9I//eHz6lndL+/iff3wVqhm2
b0v5WX/8+NPZw3/+Ab3np5d7+/4ff7y+r/ncWd/dP1YvPvB43w//+Yfl/EnLnmkG3XWLGN3UXdPj
01/sPykDwdyQam8YyKahbkQ3ZHzI+hPgnhYwCzCLA6SDP/7RC7X9yQz+hICJUIzGJQQMeM9//PPC
nz2sfz28fzSqvhF5M/RcyRMS8a+JSSH6YyXiq/gpVNfPXwc7q/vc8zg9CnysC/wCq/Vjl9TdrT+b
68dEqMTaW8nYPy6e1f7FHkuOcTrRa7n1Mox/I0u4RrZbynq24pXm3F5mWl9GblI71wa+ebFeBvW7
sch1eue4cbW7uSqav7CYOHgT58l4GEHjYsdO9CocraE3d7gbS7GvNV+6oe0taooHS8z6ZUqe1Rqn
koDiGBtXzdjnvl9d2IbozyqvMK/WplPN0aF65ARn10UWjQk4/a7ThHy0e6sfQqcG570YbFvLwtrs
7OCgDRDWYmnUtnhrWomZnk0ia6vd0gfDla6yBJSzDxrjaJjM7j38g2GJ0jxQqLEbwx+iAdJTGpKV
riWhKF0arpYmVHk2q8L343oq5JfZVZvv2dxgweIIinAqE7/R49Gp3PPSHYf8jMDkUka5rSdEYrek
h5FU7at6Z9ROiY9kW423spNJRuZyPh0KtwIEWJskUNGsFKSTotAxsYDNbVzJpG/+6tvGqw/tEiyf
IUl5U9Rbs4rGfNXX0PRr5xKvxKnZBzqeH1eJpe6LzBumo56QMBDOtdP5HAV8L4vdIg/aqNebAFvx
zoIjPhF9kt8OjVk9BJq33gHkYY2Vt0VyTFNpOmiOc/+S+JYKo1ghkjFS89CK0FoS/2LshsYNB6Lu
C3jYedDFMiv6NdRyF59u1IaJCudyrNfYnJh3qAJRCIZsgsvC8FwqOKwSWrR2efCIa5Foo6VLTSQj
RSoe6Ls5/m6gPfoZAhU0icoTCz6NQ1aEleeXV3VgjRB48bD+GgxZ3+2yXundMQhq2z70q+N/hNXR
nk/FWIzEvk8pCmqvaJobleL/2EOXZ2YqTGojPBIhGemJoX1bFltcqmE2lgNRs8scDopoI50glWDs
jjZimvFY+47I3lRCWqzXqwgmHGvIxJrCJiGr4mOpS+XH/mjJ5FwG5dqHrtOgK25JYHYPTTkpzEPc
LC1D00BuFdXpOp+PTq4Xd4U1C1XgHthovDRDtkBCa6rsaJrCQ+UHGtcUR0MrrSLqJj+deXcIZ4oK
Jw/uamk19XHCKWMF8l3Ntrm0Sj/tHyAK5DFrp3PMJRaLziQFyNOw+GbsttKARVAY8p1gEpAGM+eX
ksU6o96dukOp2mC/SsuM4EXVr1APnxeJ23KFyJHTE+smhH79lGZaC8gc2mjNkQj6fjdPGRzsYFlD
Xr4ffff/Fztb+9i8HbrHx4Gt7f+D/QxB96/2s7fq4f7Z/vf03//Yzvw/OV/hK0uNDj+Kw8E/tzPT
+JPWFUmPG/dk25mo+X5sZ6b5J6ckiiAa4/5mSsKffmxn7GZonn2+h4oMmi2I329sZ5CN2a5+2s4o
Jm1aligkoMGSKPdCpOPjqbwO7se+W5X7LpOjhFKWSlbH7tJvsMx/THXSfLN4aNa+7T7bw6TR6UsT
nASPi5UbOtprkexdfQ7KNpZ17aOArewgW4NDb69VHiUtgJRJQ0YujblPcl9lBGU4hY1ROnB1fyxr
nOYikU9FE2vJ4PbFlRLQAOI+mS3zuphzl69WWt5MJCoJXXjlXroE0GE53PvulzTJioVYTLE0/bCf
aKCUaDnLDdKWPatYCOk/c3daKgM7ambyEEOW6EAXB1+4YoJBZ86YnCtnqdIuWlOsuctQwzyfrUZL
VQWSslm1dCnhtzkrJM8Srl/rOA/Q7H39ijA2R+2XZcmNNkwyu8n3Hg19JzTIzNBDqeaijUTTGazX
BQgJJ1FVi8gTnTHELTOEhqHfDlcsGYhtfGda0FnXfVG23ywh8JyzVqeG2qdbiMK+FGrN5LWbpqJr
QsSWTROtS4cnsyQhS5GCBaRVhrXEtDn07Nn3z4Yez+ZvCza5ZhPmZhqoC72vVbnTpu34v5hVOWJ2
aYgPiQHrKSQ+djzLkoagCnIqZ0wtq0reKDn6bjgHtqLduTrqfe/lA/6yGiDQEkJnJhyCHTiPZbmy
0OPImFwUKu3dSKpGG/Zluk78PHwS0X0I1svuUDWN+eAMHkTQ1u+6age7zCRIRGWYog8YUTfntd6T
iw1l3XxIE6vxIpkIy4+8pchF2JRWqs4dd9I/+Pqo+7hUmXwyx3d9sHB5qL1bkSVPodMBAUqNcMt5
jPTB52Y2E16rYTCsXLAhF67SGzGy/mBUKChjrR+8dueX1uiE1aqZ2K03qZEpqoxZZn5YV0kqQ7x1
q1GSJGcq/43blrlTRKavWXNc1iJ/mBIrmw6e23B2PxsNZ7bu06mU1ke9FfjzhqMEOy+iAIt486yB
vWgVh7GckimmOyHMUBHmK6I5bS0zVmluvWmwz6Y6W31C7Iwi3Tzgc9jxUEXY+0IzT8ibXuqgXQ6l
T95cOGdFdqMwmHmwVVeBgBT+MoSw92AILFarKyLQ3HwIjXRMb3hj57+YtdxG2sdNGhLt6TgRiN8A
jaLkq82M5l1YEG0d7MRIvbcPlNV+om8n+51Ak3aYtLG2Y1y8hs+ki+tvvWS1P6/65P3Vyq7uwnG2
msuqSwU+GV6VTpcqy5QXEluW4+1N+uQUZwT22bwhBZOtagkyDZ2OqIIwIK9pxZDcD4COBix9cG11
xZntVOhBB30e7/w66D5WhFNS8izZZEStt/Crm6RkqniZO36SNktM6Ol0wY8tFqzislu1de9hneh/
nqH9iSpEbJfMbwbw/SEy25SSJjQxPsjCavb75nxwc1ftWaoWKy6E6QxvBS3F6qpJQSXCclpFHURp
2zjaGBK2YRcqLEVdTH3k0FZZPwxloGV32kBURx5pckrmghdwWRHtdLMt7avU4jU1wt7sEhlTXss8
GtfWga4V9JlnMEvBu8fYnnSyRjFOC+p4GiFs7fLakO6Flmr2cFYKh9CNRREdc8F7m3nnky0aX8ZT
IPHk0Dyhu5FmgpSsMKzGhhC7yh1F+hXsIRuhTiSdCInoUxSygTC0D40/FvjZxlXb5SPWttq8TH2Y
2V5rfNniA9byrCm01KxdApc6Ha+AqXDT96veYx9EnHEfDqlnv5/IDKwuUxxDrIPpjsgZ20rNult/
NOXIQhbAfLKWOsqMdcn0ty7kT4iwSOHzhApKlcOHoi8hwI7KbNVdk7tGe5ZlPcZsLi9M9rbORqtj
Q6oaYoasfJahJQJSmpH0q2BfpZaZ7UxAIesurXvdo5eUDJDz8CSOOkUmT2jWWjEfgqVNklgWU30N
n8H04wbS472vV1m3xw+V6G+TkOvrnspLcONWavw02KaknjuCMs7rpYz6Cfe7K0dOoDQFAsUh1KRV
1lGZVeX1aBkrm2nvDLkKXWCfN0NfJctBalU9HfolS24SkXOywGV4Ws6E3eki0t1BPsL0bj+6RPYs
+yAovCuCmNqrlL1pmxq6fl6nNUagU64HxRF3dNx1sgkfzbPc7dk9BfsuqTcGi8qenE83Je2icrF1
gMK+ZPt1GcZ7DXXyQxrMVP9aZ0p3X6imlRDhArePKDENA5Ursr6wSntckk24eufTIoouzgUbgAjL
uk9k2FtaU4ZSisAPh4CTbphOvpPH9JyNi9wCZg9R50yfUbm7czhje1Dtk6btgpDtG7lCNlapHmFu
lZfRYiblOecCew6XdZXEcjBdj8B7/bRPi9b5PLdZqnFkKb1W7ohjGtpoJvNnPep9Nax3LmHpbhSA
wR9GlbvinAk1q1gGs7tGHcLht74uWzSKs549uEkl/Ujj2HpuVknjx21n+mKPFnzsrhXHj/PUSu7I
lRF8ZT1VZHWM/rI5gTT3terbd5PWu/5uHknLLUPXzBvrSjopcyznALy8X9xMy+K2zxPtmPSm+Qah
7EzUqiyM4k1FW0WcFQNxpgTxpdktK4n1yeJ8nB+BufNHh6fMDYU7a37E99hW7xtwFHXQ3EI0UacF
aCz80R71Q+ONUh6bwVtZg4KtOeTZ0jF2g1vLVrudndYaHnL65OaEBMPD1WXSg/Uq6XLzSybn9K20
bMFBMzP0r8mcJTUuSrjQYgAma7VbuNd35mhhhptMHZ5lpp9171wYnQ+drdSIziz1eK66tX5F3Wuw
zDp1jbUZ5LyBg0/j3Zeb7VdIHWcQgUL390IfHIgsOI01Y6hRxUy7rSd45tTcCKxYyZoPi9wer7LU
6DHc7Fr9PeGPxhR6AvvdMC0G6kQ83gjjnGiJprtm7HOW46Hix2NsKL/UXeoNdG+z4T4wxHDudlb2
QRsbcWdknKd33lIClqARHq9y4Xh6yFSkzLKD1G12+TDIIW7YYc842NbfRsfJLntvSL7186h/VJR+
7WEBnjm4la7KqMvXSYbCRwJMhuSoP05qdEEjHZn8pedT/y1z8Bf+ILvCKtnZ2nqGelJm5qe5wnDx
nQDQ95oozVTjHfDEMfRYqzgrWN8RyWeA5M+Y1vPeEw0ZdCscUWgoQ5yEHbIdEX4CeIlyc9Dv1kGY
ScxweRJtVe0QmfS3uVcOtBTk2L2WOfZiTASrnDpMXMg4mNKIej4mhtDO6AOkhZ5R1he21SIoKLV5
tyTzuiur8bVEig2kfnbMYbxNnAI8yIDu6XiONhdsCoYbEsJ167LfRtxjtTOKNdil2gBiNhtjDIIc
7CxqxFcO4Vs74GR0UtVchOhPRiGnvZO1lMuQGSXVM4EBu8AdkHmazcNPZ86b71/382M8OenTGt28
AxGTwolDd+mfMG2LoW2Q/hKVrI22G7WLK23WYN3cpeUo7v9vxsLM5SlQBG+Q548vMQo4DTlMBxJg
g3hItfqDnAL9UnUYQ7/SeDqRkzI/twggBsLbgcbTCz6/ZshprWY6aRwTN8WY11C31vp67CQms/VQ
TbuWqhsqXCHPvdryv2j0FHaZJSk425R1YfLtD6RhDPctHhjnq9Z2rzm5vnzC/EZ64k8+A7TktibK
T+/QiIxWlBM3vwBh26kxr8g2LZL9023/H4TlD2CIn2bgi47BO9Xkfc4k/d5+2HoMT5/4jrEYxp9Q
BgNwFGym4V5vMoLvLQPvTxpmNLB8HXIh9CiWmX92DPjTxl+ip4lqHlEVn+m/dwwsHfTlifGD0gmS
PPTm34BYTlYeQBqkxvTZoWijc8Dk7PnMKGZ7nfWl5qhu6PVnIoQzIsHyIM4SNb6dtKpC+LzON16j
T9jCdv3hp/v0+qrA8PB/4Gr525KKR8DWWPxpYhI5PeBOYrcY6brGtWhW9SUHVnk7eNSyvzkU9ceG
cTkkRFNKnSqNai2hjJm8JrSaonqHzsTFWgb9sCSY8JWrenFTt+YQzZ6N4k9f9FQ8YWFE2nVzUIW6
0+fhYGi5RokzArlkqyMAU43qnYu8wtgvaRY89lO/WGe/vtoTahjkd65yw+4MpA1MvFMJc5+rFE4q
LXcYaIU4TsGUccgj2sSJ/TW3A1CFttt3S7ue9xxEPzn4Q+p0bMr2L6siaGuvSW99cDk7m7tm6trX
bOJOliR+n7ex1mCVPCmPT2Ut+eJXBrH2Zdh4a3/VasV4rtWyfkVJ8sSq/Glv24ahDmLybrovGMMn
E0yqog2kkZVhqWG1Ebr+vDgh7XGSHzm465+8Oc3f1GrrcdlNPa0HfWyDlJ5IbT9MddJlt4jEsluC
y8YyknIU2s5P866KVV3obwtMYqZI8dV5NInKw7847a/rwEOh500DqZ5duZjWHj+DscDIr7W//vox
nxQqSNQxnSU7moBflhdobM/fH9jC9cJLVoemKsu9W+r+XvK6AZzUBPAO2XTz6/FOd7ttQHQcWLTC
44fwqJ8MmAaFmnyx1qFBbjHoBg0My43x94g5A31Gd/pWkD9UyD4MhP1p0t1zkpfjxh8ODRKmdLuJ
PfDdr38Vi+HPBcz3H4WBP5gzKybpIM/vgoeODECDcMKsc/K3LSvZrk4W2GmlfzGDXkUVQGv06zFP
5y+9XjhDDLm94bztJ/XMOmbNnNoBjZrSF2dAT+WeFNnXfFv/bhSiRxiIZvMmQnt+ZSp3/J6wH+ZO
1TaRNQ1WlLj9a2qFvxuFXcDmwaJSAdF9Psoy224yNtsoHGrPDAfbNkEq22+FcG2sGI89Dloojgpb
HPXJ1JEk1uOnL3gVc4n6xJo+G7KzH155LCfmmQzjUco+ZenqrPUvxLKz4WIBNzpfu0Cx2OsZwoCj
m69B++galRONpKV86NO50o8pbWMzrsrVc3apMcITllNbTdeK/rR57eS5XYRKLz1xbdXO0B97tyCF
Y4YwLs8Ge8BZq5i7IY/MuQcfzHuvcm7rETeeC9OFFnqZmimftRUQyHmWOLi0Ib+h1zb2SaGOvVU0
Zdx02QC2mzX2G1iruAKtVavXcaKy4piWXRAcyGwBtBh5IDJcamcsQfqL+cvgkJ8bd8PUYHpad0XK
i0U+9Zt2TK3jvHRz9YEz6uJFg/C0/rLKarXeKUuu+vtEZKkJ0tAN624KjO5rMGtauu+6GptYfXCL
+ujlFYc+uLPZyIlSn+xQkukgY3rrrRZ3Y7/Ue1oMfnpY7LX7gEMjydkK3dUAAtU6bxrZlfpu6Xwf
e/y1Hde4bBzYikMFGnZlt3BUY/xkaHo7ue31BIca2TvfXZUeDk6GWkpbOBCGhr0kUyQLrEEOtOsb
L05QzSpaDRI3SAEyZuwmo1Jp1I+GddSNXu/26VoJ6wxWFPenhKJw5peexmf6VP8sllpgf5TbKgnb
0tHk3piHrI5TIn3SyKnqatgtrpPeEnbKloc22bleONySYMothTjXDn7Pw1i0Erh6HT/NS1s+dpPF
kdBLixLkmV//vhs7JkFl23fGQFTtG76MCI4yMdx619ENnw9mO7fLDiL2+qE080UnubrIhp0xNzq4
9TI3+8Wum+TM7FmEz02A8YnGh1VWN9rYS/zVCblFwVdkpaTAUNpHowvEstNajAHDturqT7411l+S
HJwqpCbNcySOcwrSXLhzcW2IVX4Cla5gNPjUtscu90Heer2WDzStVRkGZj4ec6OsFigaLu3kqa/6
M7ESGsaNd5o5Yi4huU1sjY7a6BMqFo2STgw1RN0NlI3IASOaydYXRwhf22UDyCZUBA1uWObNRnXR
GuUIOFJMxfmkqfKLXNi1IrGmBuos1+6xmvHkUEap0ATrXtOzSefCS+8Xj1bZ0ZWV3e3qRTO/+HM5
4/WlC8D2rka0Had6PVzXcm68s9ZKm+68SOQy3jhVQPinhFdhRmZpJibNxM6f6bFVhhV7I/rnPUij
mxPw0QI8OU5JU8okYWe4xpHYngm7UKt3o8YeYhddtvYm6Zc0eW8MoLTnGsjsWVqbRhmpdsxlhMED
ASF9OeMhmk9I3CHNaPMnAHetj0qEPCImrdYY9/Avm89LkE+3VlZlZgpu6fnDzp+kM4R9mTjF3u4H
1921Y2vQsxILWZVZiVI9yst1qA5mVjrEPwE9ybADx7aOfqNokQWL357laV82l6vjzZRAmzg18v2s
t0OhUotj/xqg/MS+z7+QbT+aNMHqgLadGpvrCvdjEXc2DjXhPNX2emP6yi9D35T2g15YiXGw5yXP
EK/MGd0pIUgFTErcTK3BuzJB/sWOVg77sIIEuTPIldSipvDbC5d+wDt+UnKVFL1Px0sQZhR2ZdVb
8VwBDeYYaPLaFh0pLaPTuG9zqyO4ze9ow7iwY67K1mumUBIwDN+zacs0Ju1lXCM9b4Nzc3PNvUKe
RzVUZFZnnZl6m7y1vZUrHmsrfQhSZVxr9urJs5rm7BTZftXrMed9tR5KkoDa2HLaSd6MybC6Zw7+
BGnUOPjURK67VElYu7287xx/udBrA0tlW5SeEY349f5lzDX5ey2rFU4UjUEcTcOBf58Hfq8ip6jr
CJAW3oy3Gm/WOc/TXas5/RRlK5zOEPehmk6TbZzzbtbWpRto2kUj8cnhRgTtLZF/hPS1DYR7kpWn
qYpWz6zoBBVGmseFXwwu7RpT+8a70H9coPPfixa8OZzgcTihV+MmFI3zMOiUcTT7Qs9P5BhOc0qK
ZFZqHAdbl5ZBpAcgxiE6CudzYJeGGWUZuNieKL2B8Dz8gJtIS2sN5rkmCBAkEkaPVsb8ajdTn+yl
LaA3alhFqajPUaztJlISzN1gWenHgs2pObdTMzMiB0aXE3bC1d6kSR0Eca0W8TZxc5NevJFnTJxK
5e/KYfbfB3ObfEPZU/Q0qKSpX3Kamv3QKrcomjVr02+9P2b2GTyr+q+FCo7WI0w1FWdzsxShS1yl
F0otJZYjIVb4ipCO/lLjpabtDj5/47buRMWYjOb7iuYsdAO99j+tg2xvHa1q3ouyt42opNvo0G4w
Wxk5cE1RGCT4pO4wpbP8W68tqvloqNkuD8u0dNphuyHXNIjFdJ71MhjjzO/AYB0aMF/r0W54Eq4u
S3ZPraXBVEqMlVuscyxE6CM2ngPGW/VYjz5jBiwjpqF07WhR9bNNKaavFSYa0vVooCXyjuyE7amO
eFZd26vR5DFOqnNDzzbvaFJU3QLbbm51L72xUruZ32qGXdCMRCo/eOeC/4+u1GKkC/3Uxlt4y8zK
RVgQY5ak/DPZCwdkQMCvY5VdeotEJRuR/iyhwdW7HhdXHGeeCrv/AZeAisAP/u2fGM5LcOm+We+b
U3SJj3xHl2z9T4ANVEBoccikg1z6T3QJaqlF/BF+HxyLNouafxFSNf1PbKcB1YGlMJWxDU4w/w0w
aQBWBE6xzuFaxOmNL/kdhOn54QI3X2BHjAcgpoL0IOc4OVyM+Geng0YMl0qTYt4VSa1DQuPw9Aro
8hxg3saBAshyjuYMCP2Foxf14iLpfsJcLFriWiGXqq/2uooPtOdf89R6eU1I2LnZJAm7AAyn6WOl
SbElxVSE+pxtUABcv5X+7O8ZIz5dEbAcR3vSDrBMOel8ZD2ZZkgruCJqnFunlyDLlGXZm9JnnQsx
a/vxkv1vey0v7iFeIhCIgbI5oRnf6Vg/wXGlafe+7ABlCsIqSI3M8znOrMLOuanpfPxpGr+K/fHA
TgY7PQ/qyzotVk8T1vAX1HMUC+/L1NKh6Mzpa9nML54YjaPNPAWQEVo08+T5ETcbdL1RHJ6g3krt
tqByiNPJ+T2M8emS6BltCASOlqCZ2/396f4Z9eIOZkb17LdLcVFSAwEAeWvU48vzW/jDj6G2sRDA
AxGf+gYaHNAUYjNESUNrnDlcTMQL/Zp9wt/dNs7rKAvRJzHVT17e/8XeeTTXjaRZ9L/MPjvgzRbm
OXrRiOIGQVIivMmEx6+f86p6pltURSl61hMVUZsq6ZF4QCLzfveeW9WjXeEco1G0s3SsoF4V6uxF
f6PS/cEB+ZdK9+cvQx4JJwZq+NmH+PN1MwSnB00rq6BMmahHql84QHMRu4x2YHsiTOtuw4RMONny
NVWiWC/LsZH6fpEdVuCaA7B6gN/JMaXpfdnsGJ8nHMknLA4rru4p0IdkxBjAtDMNh2VwGILithpD
mhuAfySu1opAzXr6Mfe5meBQ39oqtOlHJ7NB5i7YGjPf2P3V/Re/0KQ85vm24bwYW/dbymTvd9Cm
82/8+Ypwo2p8wWjkv3C8WQ3SPsO7xv69ZKdir46GH6Gt7kgclF+cCTBnNYz6rl80ewxskfv/0VDw
j6/EhEEK+RVd6HyD/fyVDP0EsxrthBG58PAYcQSGIfM7+uVfLDhniv4fMG+mg5+XuHTbxORCn0H/
H9fQmAz7gnTwFLEVct7/frn5WSr94xdiOMdAhV+LvN/nGWvhYGZhIl6RClXNd3eZSiLatrl1mHPM
/L6xE8P+jxSvf34kTycRuHM78+d4tuiWvM09PlInER2M1jLt8txbf/Oa+PyMwlynlIzJKrlQVELt
0zeVc3DLTT05P6NCh2dm5z2nYHeevOjvr+CvHwRemLfC+YWE7Gl9Wt1UibKWiQKXA13oMLZtPD1W
/zv0+l99yp8bBo/ZKh6ln2+8dmlklglMNJ6/mME4dkVkelP+Hy6fWAHP5WZ8MXwKbK9PC1s96xZm
97EO1tmpL1qsRsE2VeL276/Yz8L0+WoxguF1Y5NFZyf2eRBU+Pko0xwZ0u+37i4nExyRwVy/6/V3
43ywajIj/vtPhKL2aeXgPYcizWbrj491Pmegm8UhM8bJlCG0QiQj6QH8OqsbSks9rCfN0Rt956s1
TXjIjETWSCB/HORQu+V+q7vxHM+ojOqQ8foaY3r2ei+S9AjgE1OSCEuOdOvFpH+HCVtavb71vj67
gKQMhX2sVeXHJufKiiZnUEbkYQ4rdjRQFUvgkwdSnN2btDrZpUUDgtkVSEA6/VQYTwpD3OC/bbqw
IXI74AE153vbX6yXtD97wcC8GBJbV6LqYMHWeVBG45hBOyhko0aoRMUV86ofq97NWyhmw1nDZJ5b
RY6XjEvo69OcBwsvTQ1SOnN7EitV9lwRTNpi3e+KAglAdm1USV2Nce9l9YJ2oOOcXI0Zj4+vTL08
bUzW/JCWQ8d9qZCbqaiYvE7bIf3aMgSMnO3wbyntytss983qViEffW300CGG2Uo5qLWcA9tQ6Q0m
8wgQ57idqDRv20DauMe/GsATMn7ChTXX3Zq8C/NVt7t9hgTQBmm1zOgmdV+HVu3M8GmndU5whs6N
1+MR8fAagLcFvoPraHEPaW9mWBe7xnw3uQmqSHiT84bomc1PeOmSV7ed0IkGwaMdkN1av/iVI74v
pY4/aqxr+TCNhSXeOkfbHuDaG3k49NKrDyTF5vvUs6f02BUz1hyryGpKykGoikfpNYuN6SzXn3HM
Zy8oY1gEO9/ovsn0DL0P+sHt06iYZ+zyllF2WSgbt6dS1qhnK5R4AD1EJcSwLDTkKM1TOa0TKtgo
ppeB/pruxS3rwYrxkyTZrqg4GuzHrTPXnXAqi9qsfjLFTvQpAh4IekyYAqXR2FukCIzA14T7IlCQ
x6BxEHIxI6fc535pml9os8gdRCpHDt+tnDzBRX9u6Tt6tsynQGpVOoSUBA7VrsRMfst114uvREYx
oqkKYOEjrPC+P4wIE/jO6F3W4fev7nO6NIkTpVNX3NcU55pHGk+4sI1fyelYr0lpBXQUpNrO1ubS
DCUpPOSPPu/cD6fWalzwvWkV78wZFnE9tVrhYqpGYTt5vhyKSzmOqR5aOIm7N+RFAlQBAbpN+vgh
s+1g88R33/Fx5Qz70xneDUrmshF10/PubmU+3MTEJgTmNKxmNkpThmhS6pVTB81oKR0D1mj1kVxr
+agbqSUju+rq5sJfJtrmOn9z09iGUuQFakrZA7dWl9dXZ/RnD/8tL+smhtpGP9i+N+vZsaOeA60g
+pO3KHaYa6sFRby1rSbiSgPLwipVF1HKUa/HJLe1L+uUGse6QIO4ZcnJ+h2lozpQ4ybrbCyZXpHY
6lvvEukbfqh85CCjB4C87daNF8dPvfKQqSbfyicCBzqTnHnJb6apKtpA7wpra8H341tP/XjDEzXP
wWRAox8uNqcG6LBUW/WacFm9wO3UuMRdZ/gPfno2naf5uJyHroN8WrxJMj+ul9SGqGNWza6dq0kP
ZstReO5qC2CGxTHBDyxh6nj3bEBdgZ8pOn17XWhz6DG0MA54sG1FDXkFNW7e1FqF5iTH/oKKHESx
hl2qtl+XKU2urJR9aoy9f4WQIHH+RkQLcITjidasw+IILY+1qS+uxdLyyrbh8cxxMaQ2urDXY+Gj
vAzNyZhN/7YiRk9MZtD56ekPZM3u+qK+Hxbbm79oTsoxRrbgGfeOnTDjHQ0LsxgjELmETtdpd6LS
tuTUNXPS8aB06S3JxvqGEzl12jap6Xv+Duy0xN80RkIq78uLllEZp4q1bxNSHs7shXPhZfpx6zWm
IHrXevdcKaMOTDHXzxjk3CTUW6f6MUjp5gQlDBTyakv8PGTRafITJJTk7LFaR6yxPXsIswBSEYL+
6N6EMbpFMDA2eTD1Yhh3Sz5J7TjoumyDhCHylZghT+yHPk8nTiNecn5Yar/aUT9WPQ3uoHURkrTx
sDBaaKJOnzK8pDLlKNHXFGPF27o5rx2vzi6oNSPHIiyM9qVuB70NNlOXcG3zlvwJHZxUp4mR1drV
9e1JuOzGd8aQURKZO8N8cS4HkEGhNd2VVTC/CdSojVq8GUlvh5kmU9yCHQW44aLqnl9ysNPHsejJ
RNT4NWSoLWdEZ97yjDzyY9rtUdXY27mBREFlXbY63cVQa2ecRz/UXVhTilDFI5HbJhwbI0teLP7Y
GDFQcLuj3utziqfV2+bId0aLQWo2AEAtpGak9widdhabNfJf6CoDc7CdVKV21ZeC4R6WfDIxzICm
nhu0NNqTVzWtG2odg6a4NaQY9z6KirbbMpz0xxVyxHTZlK1ZXADm0vN4May1iNvEX+0X28hLC+fr
ZJfzsVa8k3euj137adRAUMcSATSJZ1nbyTWW1aEpQ7NslHbp964kTOM3hLLu7BT3yxvsT0d9zEUy
Yk+gSrhmJIy1OGhZmPPD1uvon3PZGUYgWFt0YqUye1Rlmki+VWdew633Eqpwqf+wAhuoeoWHes1Z
UueMJAt29TENpOUQ7hG5svtTAX+bhMdg+Ej9Y54mAXONhhcqeyfzIdfM0WSa3IAVaCrO/ocGGBwG
IjFtZlgb9mgci1nzuLqinEmPZfNMRoxqrpCKQ/ZqjVPyDuOQTKUFld7pdMLBy3KfL2zKaAi1tzBr
/JksFvrftcrtpIjRlBfFCIj31n4s24Lo8eK2HyvLrBd6eZY+uvi+uCdZKZILsBPK2fHskykQWtf6
EW86H1+HYzBWQyiS4azXMDf01SkeM02fiZGbvU3AoirrnFqB8Xx9Kyme6nrjGfGqCnt1YVd/BF3S
TYVVLuy9pQYJKlQkdexneJbjdl5M8s5MtJ/GfhI3RBjoqzV85Xx4fGlaYEvGvjETsgS4VGIkmH0S
RIPlAwO5/S0RmjM9LNlCtRElamkVisyjFGhKbaVAgxTFV5Mh23tuax0Iv46sN7WlDZNBxwTVeDLn
hjICqxHlvnXmdgxqOwd549PVhohfZTYuIEp0HgtFWWhQ+RmOr37JtedidIUfurxK2X8uyqh3wHMZ
NUDaNO+tujbVMSUCOQa9gsQaVcrlUO+CEqEfaNpsOxh6/INBK0aedCLH9kOFk/7NchPaVWWabChM
rKha2DIFtEjnCceN6VZeGEI06Do7J51699puCt6BekmJmwnzPwubypCnLV+yMWjNVn9w4IOk2NPK
5nUa3IbrMyz+Hy9iar1LQ1IT1VP8wSFTqRK6Ue81OVsEaX4fpXKNoMHF1zBNqnUz6Me2e1ZzuWyB
U527E/KmhDCae4rEhe5sds4JI+NVxPGfNvPG9fq70eQmjwCJrFroNZmOy73XKTCduCeNwHZ666kb
tdQP2a1VFxNnG29n9x2QgYFapYZCkHy9+/ujlPlZMeAgRZ3OuTnRcfCSfEYEajabU33DYg4baK1P
Fg9Hhj8iSdbLNlWJs8uzQfh7Zr7WFrn5LPNgLLf1diOmyF6+xOuyW2FTrFHWVJu995baSgPL6Yb2
tsKz1nyxpp6JDhw+OhI8EiLGMSXI9G2g0XCKif7lyR1HbVqL4YoQhAPO4HyD/ZK5D/rmmkeb7L0b
eWOXPllGsTwVm5n4N2tF7HVflNwXe5EkAue8sBwylwqD/7e/v0a/XiKo9DjleVkhqxAW/vmwnoEQ
StLGbgKP3tNHKoiTQ+KTcgxs7HGPlbWOD3//gZ8FI/BeALDIormUSRtU5Pz8gdNauFq5nltoKq16
3wTUTQ4d7JPbbfhdCuAvPgvPFf4uvNN84OdCg9Ixp6GySOfZSrNiLIDersLgd9ycsvnNsf3XQzvm
e9qkSB2cTaPGJw3Hb5K8t+uUfK7XPft5uV6tXq5+c+1+/RDou6R12Dmcpz6fmysL6dfSmYiS1tlY
fNSFkd2quvsdgPivPgWeEwMpnhnH/azf1J7iaMMhJ8h8OAl6XuahrjW/hTz/+uWc/34kFfivkPTd
TzcCpunSt3vVYeYcWPh7BOSFLaLuEEzqlS1Cb9R6eQuoZzMeSwxO0z0lXdDLObIPLW2Iq2Vc8maS
znEd9dU9ZnoKlRIzweJHf3/P/tUV8XTyKzreunPB0s/3rOl3wuIwzXV3hy9mR/9bL6gO/j98iEEY
H8svSvpnFVCf/MkYuhU1s+cYwr62U160dh3Rr7//oF8uPNxG3mt8kMPADRzdz79Nec5tqSGVgSAo
siOjPZRBLj0QHhZUid/IdL9+GMPN86jtPIKAr/h5BLaNCFc2KUEEJBVvFa6ZavSelNFqv/mSfpHq
WL8sqGg4hUmRInj//GsZlnJzqa1jwM07BoRv5yNvM+rpyaBf4UTwg2H0tf/0sT8vmlhqUdnPI5zP
7uQUD4DRewwP8rpLIgJk7c6g3+vPT/n/0fl/AQ/5t5v3l9E5PKf87dPk/Pwn/pycGzbAJsYB2J2g
X5wLy/9ncn4egAO9QLJBtLXOlo3/DWawgPyD4QFaDiorAzHgJf8anBse/40UEPkmBu/0h9r/yeD8
873PUJ9/GInhlyWe+3koRlGjr68G9RcOKsddvwwvvW63sVN6xu7frspfTGL/LAT693ETdx+QmPNu
h+rM8zvi57sfR6EOdgfyhFadSUHjLHezxkcXFW46kEgJYp5dEROX1uhca1OVxZ2zzPdunTSv0Aya
61abOeuMWX2ERlQeJouhTmHUa4Cb7YcvHOvQdcvXHODLqR97cZuPxhDxqjJuyyqxvplr6mEdb68z
nQ2Lvdh+3NvTD/qk22BuUvMdPpQeekn6nPgbZgIHV1/gWHWZUoYBFQo1xUO0SyZnuunr4XYy5PAj
MROKbwH0v3k0t+1z3+qx6QowpHQoVtOKqbDF0o97ilS8GpWFAAbnjKoUhwVH48w1qc6MIGfIeyWB
OkQUZ0ISHtfEhehTD+mPLS23JTJJEewyuqej0rQHzeB55vCiBnQ+HwJ/TG8yysg9nFQz06kMrPMW
JdAcbauSSL/C2IbdtLSrO5/cxRPzM9ALVRCNLlAhAPmZ9o0iYHQ7lfpIXJWiBr6j2srDSmvM135B
LY1TbbSOoGLBZFntsKIO9IP45ierc7fVSft9ZIv8RR9X38Ogl0/o83o/DWExc6amj8zxj6h5to8U
ZXDNqYXz05Odme7z2ja+OBezoJI2s7acRqFQ43UFKpNwSU/1yayXAYpi7pysrZdlpEutWAMrU0zX
Vh9AabDqWv7VaPtiOJG1WDVkbPyRQSpr1z+10A4cTGg+YBNFiBc7Ni05BLD54BaLtC0xudYA93ad
TDNK4zo6xcVaJHNQbqp5sp12HYjVOMNDoWHQCyzwW1qQayOnQ/j3oLWqCWdqOnAoCXUvM5sgsWoQ
AWyjnSSwtN6wzuZsWufw8Jlf+2LKWuYFOWLR+Q30Y6JYtQ5UXhnfvY5G8z0heupyzDMqrDR8znxm
kfkinHxUDmLsyj9tcw4MsnYtCFgA+W3eXOJ857am0b4XtV7dAAeTKsL8uEggDy7GXTW3vAzY0cjv
WwmILZjcpGxj0bjSieayGlUE5ExOu0n565De9cO8si6wKK1d/6NUnpVFGqmPb1YlEBrOhvtTBz9l
i+ERcpryesdo0C4qun6ZBTTZSdqI1Qd3GOpXh5zv86oywi2ViS16t+pkxGGhmxqh9bJP/cBLStia
wsmXJFKJm96ZduG9c0/k1rHrE42LC9ubVcQtvJQFY1nfFGlyKx4w21a7wmJUGeMiYDXh9qm/lZsm
7kHXll4002Rxs+kWufu8NysvtIplM/Z+yz2DsprOWOtzxw3y3OFEOVQMOILVMoenoh2BvYBqcY9D
Ww4AUZSH3tBTYYqqP9v5oeHEzgFh0fofjaN3ONvyHLGk8cf1MNQTJkoBokTGpjYZxa02LfN31+zV
EmbteUictTA6OEMJcZvqMn/WlmRMn83CN78vuj2+69VQfVEJBQhRO1sbrcICLluAuy7Rkanq1NpJ
28wEIXo3qzajLmK5Ov1twpTKCfpuzGSs23W+HbDjqi/YZjxYaoCHDUJj2BnxMcLwLmoByGxTsluo
fC+mMlZDZWaxVoMLu4EWQjeQj94Ft4UpAw4UMx+zncpy1cbGLDOEyGRyjZPfbgi/kkEWRT6M+FC1
Bhvivl4UxvNYeYZJH6M/wS6yOIoLSSEnUB5LSy9XRDYmvv68OvHWaAPEeEOT4sEwVfo+lMlMkzS2
Yi9wFn/C/FIPSdym5vzswRyrDjqVIl5ASUGCi9sQ6Vkkr3vva08hVR2Sc3IubbhK4Mn5YRUPbzU9
URRdMZ/U9HW4wrldpy8tuvrww2N2Vn/A5NiWtzYxijpCopAgZSpdnxUOjcXy7jApig2PJqE3lB6M
q6YNFqDT5ntfzGl+zZFaJ5U1Q4FhUlJTuglPMMmaqQtx97jkofE5CnM/qrWYb7jObNxrT8C9CBCT
OpdhmeC8i9RTjheQWCx+pQXg6eQGYAcT86MQmDMPg4nTBH1nmAQu59a1VxcMO2J2ExTUtHC2FyPZ
/wiTXMKKpLmyfySsfG6e3Eqsp0/uuhYQEWHxyC8djBgz8lbD2A7NarfWPulNt4pnkxR8VAyJweIn
UdpOaa53zsGmY9qlhq+o8NfORss7lBft+AzVoGwhwRqQTvDMlXqYJue4yypdzUdMgamR4zydpfWl
5LBiHZpS0YYO/gMuQVCv0H2/m7Mu/a9r74BzbxR1NlXUYaYp3rdpMIaHbnQm42qt3YXiMbvTZYT8
sSq0xrl1s8uu5wvdJ1NXJ49aaVCzShB/yvYG45qanx7iV4wTeb6ZMYkRl/aqPLti/Z3nH8OmMRea
SlAid8xyzcslY329wNyMKNqXGTwib3WW5kvp+2I4ZVnivHe6la6RaMmvxXlfkSQZtj4bb8fVNN5s
tO3xQ8GWzF5xctTjFbWcMr1sncI1jiWn10ILWg3CYDizjGpusDarhOM3dUsxxZ2yFLOXjNmJddK2
9fti1xZzZnx0NM/U145ABQ/YpdRGROCSzFjtb/ZhrLpsDIu6Z1berrSRG2ZfBRB32HEkdnqwreWh
MJzmG1AmRkoQOLs4h1gG3SyrrtkzLB92q0G2HFi2Au7OfoePeONJ5sxXq6W5If6Z7YxRGh3TD5s1
V3RWPE2zPAJ8qfbAL5idJdKO3GHtjsAWt6emZOAdjDptht4gGb32HO9WrDNNgM1JXDX64u0VGjVG
anz4mB+uyTYHTee6B7Mz50tdB3qC5Pi9W8vpQOiDujSNlQTVvNsxx013xbB830Yx7B2jwpGcQJwJ
kFS/ymJpbv2FQtjCzfSDcqziuZmz5NtS1gpFqdUykoZeg3kaSIevgmQzzuGMlU2mqOw5SF1XMjK2
D1aVGjEFRMMa9fVocEN3kHwZoABtSyyGOZq7AYxMnDduk/52sXQREldg2qKs8UqZ4wwAQRgYNLwK
pKQ5brdrW5URK193ko6092TkxDv5sUsvW6idEWUd1ZspbhLHyJhxUC5duKu6nxwKDsLcHfHFp5oq
9l6ffYyNNUbs5pgCaTR3R6mf29fDgs7K2e+pZISMEx/P1dzP2pcuEVOE/8c9gidvcSM09X2XLOtV
onvyCg6wOjaVzean1pyIeJq2y8BUsZyyfRrapDutPXcMB15lIsZq+aU+GPfL4KexDhY1MlNmOFjO
m1j2+ODwiKfPPLwqctNx+KYZjRbmYjGuFmV3H027JnfJ2rtBZ1qIsrp5m/nNI5RJLcgKIQ4VrBFr
ZYwy+wzK2RlH/M25IrjUjrRMaetTBUBD7jLferHZ4qLuOsuxaUzUBEur4Fx4Gw91NAjPeR39xL01
F17rrt/bVw4vzn2nz0/uQrhpnWzeH+VonqrFLVmqZPtd+sYUAoVtT8ZWVccmq+6J/q5hNvODR0OS
KYJycxMXJgFd8giWmENCi49+Du0ysLqs/aG3yMuxCVz5w+iNHLCRgUlmtJlzeMSpG5I4hIMXy8wj
RJ1hjOgLIncLkXP4sQEXiuivFrGc2J7iqHwuStvljFPZkShLG7kWhH4wmLMG5WkdPwqKGtI/BZP/
P+v/F07rfzvV/nLWf8nrt9e3+cdPEIbzH/kn6NL8xzkqTSXJuS6Fr4Uj/Z8QhrMMQAodvxSllJjo
zmUl/6QwCN3+B3yCP9zQmFNJkiN2/RPDIKBgog7jnD8b4qDEkL3+Hw//P4/cf3K1/5rcDGmFI/a/
juDnAzgoiLMOAT1TMzz9k67G7Npb/WkmCNI69nhYQTUPzT2sNuKiV1hbC7HPVF7oV0XSOzupmy0j
Yl09LE3rBxCtMO8w1dvlsmjDOsnnlhYaTV3kHYn/ZugYUOea/mV1va9QPy/c3lj2fQd7WHo2ztIE
K5znSXqtwFJdNFk6HWYIjeno24R5rDZyu/6B9Iq3G8flSYOZFyo4ReLOg9OLEYDZ6hR01tq8m9pY
HVcUFFZwAG1WtjXHgh//0PG/3HeWl45sV1rvwmiFswfPpfMOAkvWpHZ7xi7PQUVZb4R75NnSh7fR
zi5Mp77jKwVPMHoqqLwSMvPI1sqzkumCD70dC53QZHPnKu9amvi4TAj0F+6aFpTWrmWDsS1jJPhh
wrrADZSewbv4DciucSo4ttrWDyellc5lPur2q5zYhxWcG8NFs+6xGYvjvJbzngk7m9HZ8+OGCpNd
RoSYA6JO/sYe3R0KSrNTM/Nu0qAAoow83y3b9F57w3zXGWt3I1eURbYu/rVjzU7kldsYawy7grJP
HmGZr2cPRdGxbttgckBDhlXW327+0MFnMpcjQ7P+hhMI76V+ai+EsJ1wXMBM6+aQHovzeiTBQD5g
x2naoKNi5x1L87ab815/3kgZXcD2Ml8q5Yt9Xaj6kHH9jt4w1nyBObs48lag9rqh6aLBIp7mJ5YR
ocIDQ57R88t6w7qRqF2pZ2epiJ3ZAU5pBwwTsoEKSzxRoU3Y92Em7BV6Q9ufmNcQivYyccA0k0cL
mkfcZV154Z1P6BC1rH1ajVxDhxR1aMNDfW+9pX32yMgdSo+TwdYtxtEC7v9QTO6yqzfemzC2YdrV
ZXsiyawueJPrR8ISDN34ra89OOIEFizG63MH2+08+BS7MdOty7nVxIVT+DoVNWk/w3BcbX2fqKp9
Xed52q+gBPbwQ+ELGtvsHEzpabxUCo5Vs6+ssPKT9NIkOH00MjlzX3sYWPoV2STjyJewgWUGMZnv
2STe9NXfu82aQMnrZ/HkV3oTtbwC2HC3/iuNKfJRWJl1z42zcae4ZdTDF7uDf27vlh4zEgTv/p09
pThp6EBfqEAVoa3yrw0I0L3d2IxuNa8PtWxhA7VN2eWMDhT2SW3uEEj0mPCP2tmpJuKF7PUQaFqf
0TphZu6HnKXc+35jXbjFepfWHF0MziLg3Jb9tIgb2gf8varbQy/s+npRzqkbanWJkHoYZtncu5vR
7bkNrhkB3dMq+toaQBRzqQ6zMxBLZz/IBZteVsMXV1ubMum03jYocwFeQrXP5Fqhr5jlPWqfC0o8
16850z27kAiefF8vdmajjQe0jsPk1q9lYmg7o2n166WqzLAQ27sJBPZtnqqbMvEf2rbddysBNBTb
CI3wJtu2x9rvORyVd0QJX2cjfV4n9xEQftQ3ot55Q0MOslVx7/Sx42p7m1c+em560Wr2MyLGu2vQ
k4LhMgFwn74BurzxtC17yW0XZW2rXA6/S/YjcbovfuZe920tL7DlfSXwuMO5RA6hyjC45Rf1kh8h
6j2LaXZvDUtgccvl1wl4gJPTd21Cimu77DZz5cnsXLFrGu2EMtPhidQvIWntGRHjnjC7ncjTs3Jg
sly47jntb907g9Hvq2JlaXT1LX9YpG1/dJasdnRP3ZtWgnjqrBdexfXLMDYBW/ev08ESHGAYmrub
vQWIjnZs6YsTNHTextvoxV793QIEszNlDrHVya68FQQBk+TqtDqtcaot49pPM/aBAucfwBRgV5V9
iZlvC4atei/85Ue+ib3NwA2RNrvyQV/lBXDTxRLQDuzsPR2KE8CDB+ieB0djc5pZS5x7yZXZooll
M++UQbk/EpKPZGedO6wuD9SoXiw8GYE7GWgVgudpzIsbXE39YclIp7qZcTcbZswO+LZiSvZBnATD
Wzk4u2zwcSQqcV1Qv7krnDJFptEbRMP67PFozyWoiJIMkePBQrWEZYjVcwLqb2zuRbFMeJ2z7VGr
XXjDdPjytm2wTtPScJ9JNeJV3l7GXp/ipPCqHwSJqy++4EszFX82NNpmoftmGPY6FIV3IsxLAFTA
CnBJqe8bTo8IQXjY+4aQe3gNnotNdM6Ki5kAvH83ug43+LYNiDjW4M87SE7JdQuWlao3jr56KKu5
ehuHCfqJ5N+RAhk/hl42TvOBKG2xw/Fzdy4/iMXoE0I/W7dGH00gw+UCR7JPQh+QXlxPRZjjxr2s
B+h31paIqPTRmR2bUA1ftn1dnFEMggdONHILdYPMqrMqN8bzsLxKDZAmMoSpxZpCNiHtLsFeOGtn
LCc67F0RTXk/LQ+1w2vwhEWplDFU1gH2iLOMortditwIJrSpupNdiP+i3hWNyZk9yQ/QYwJYGK/2
mMWchnD/tBFvltDtym8a7Gs0Hi2lSx2aWjEORy7MrYZXzpUct1ptDDM0vjkvY+S768QqI78qcMZj
m4TFu0xaaOX6hVatb920Xjq2PxDN1+66Ym1DipJudT0HTqDxZh2SdA63ia49heWjTcr6w9NWHWJ2
DlBTb5aIr1BDEd98tLp1XuglrV4LWi457Toom3B82QyB81Q4RhrjQeGX5CqZglWlrXZUvryt7VLc
OG2v9uivz2C2WTl7Pz2rWWkozJngQus85nK9yqpkOPjSPGtLhJsqAaI00eouTiruUqtEtp3LdYsS
e52OpZebhzqHDxBqdrJGpZXOVyX8ygvdm8tD5atyP61QQ0AsfzPhz26hO+MgxbOe496ah+Sytbzk
2oK5jUtXFE847baLafKH+4mUuJtJucMoIS7XafiQNSR0yY+icUui5UxHtmHOS9HrbuwX1tAHm5r7
PcgMpgntvnex4Q8eJ6bla0nl+66aqaWGHZthgKdJTzjPtlX3sZauxUNd88CrVku4BVoCUo7FSxCD
9tsok/yER5kou4OfPMSHM71K8K8DgU42NwPKad12zRo7mdEQM5tyo2Pk5PKlimGruQBtOzoHoojC
jTnWihoBdSmZNDUpXv47XbKbxo5a4feMLKvb1EU7LFCQzFVf1ERaU1ZrWA5rLjdi6e3i7eYlq9ed
kY7P2APXMcZrb6qohn9cX3lwaKdg0kw9PbqQQO60AhtwWFvYGHZwBHOQH+lq6i+9qS1HSRi1p0sq
B2TyRNNGoaFc1GV2rXealsNy+G/2zmS5dSXdzu/iOSrQN0MTINiIFNVR3QQh7S0BSPRINAk8vT/W
rRv2vRF2xB144AhPanJOae8jEsg/17/Wt+zF+2nrdFZGaGUWAkBQQqLadYWc/zZQjictQncRAeUi
WCHfdFY5v8pILTRQlfeUWPEUiVvKwiyx0pKND6Lbkro9ysRlJNSg79zVup513+3g0+WioMwY+zVf
M4E1WFvza8twe2zdUYWFxvuMXqYuy/eJsGQIcNk+9km5AA9XaryT/ZQ423qRc/Lp8gfc5Tr7mnRT
zhMwWzpfCnnX0yX5ggkeSAwFFltpY8W7W5YpZxGVl8Zm6S2/35u4GxvQG0HFf/Fo5xz7TU0pzMof
8YUXuOgmTFTITxu3cwtkqrUVgLinKjHvHXeZuJmYWj8dLD2pXoLCcb4DUQH4XVyDQGK7uuiG1tKB
by/XRRLEHe31tpolYWw+0C6SZuhngm/ZrFoIMUNWy8960XC5N66fa5gqUSD3y5i35vucSs07Qm9w
eR/VJt2cNMbahUTxEX27T8l9aE8Fy7M5rFTnyxtJGqXV8CQvbMtbcj3WS5RNYK6DjnThjjPuQmzF
Q7kRHG3QU8w016J66jttVzdNXTMCDKl79sBUWEdlAMeAeJRTPGZqhcsUzJuj/8veaeb0ybQZBbtU
zqmwkpVzLwnwlw218TX4NxQR65D+6uflUkUcDdW8T/rkSR+w0UXr4uXqPDur3OeqWY2/vgUvYkf1
qY7SgcuaK8umW8blbgVKd68NHII7HjF3PjZD4hGn9jVBQqP3p1cY93ithcBo/aADZuKwrRaux5bA
CVcOrfRCW5N09LEVB2mZvEN3dp9yvagOeVk54XA7c3qwE9xmiY/1kyoitxbBVohFQV+6Xe9Mczz4
q6U/eJ1ePAAcn8JyDvhc+zapvA2b3O4jmBMDWdK2P5Isu3Jv4vsJfIGlUVbT32Py8IWjEVTv8+SK
i5FP480kqLHyrHuKJ33DTdghLUr/IldjL5Hu61gkW28I9h2z+Bs3vgGkUqc8eWxLWrOjbF3GO9A1
wMpN2cVBogYzdDsjaUAI9UNwZMtYI7a7U/HiqvRrKEwXHnDQx10C2mX07fvVnMZtyQdQp+OZBduM
cigeZWqHmU88/lh5oyq5y7KFhCb1u3RCIvk1RRAvoKrDmcbLbdeBipjQlhuWSf74pdn2/8W2sf/H
OlmQl/73SIf//ptmIB3k8PUfeln4//ybWOXZ/6BDxXdsG4SkYxJS/HexytX/4VBvHKAVUbX+TzTD
v4tVlk+TGKa7W+wcMyYq1r+UqhsHwsNBRREgK65//qP/glBlECr9D0qVC0/Cublhkarwx+KM/M9Q
ujZlrNK0BJrPLE6a5f8sWWpF+jqf7ByQOVr8kUBSdqQZNT1qU/YBtVqP/ckJdROKtdH3zblxFWcN
73wHR7Qx8kIlM+SFTXLrhkTmCR5QVZJ0KyeKszfzkM7lQyEcOW27jGWtzk/pTFpUEGpwCP/BC2z3
fx2nV3eUFUjtjahZk/JwDRUccm86D7b3jbd6fAS+z3XJCFgCbUj4zVWIlXCbjhggMEFEkz0kRaTD
h3nMbF7gxm1xTAZjbtIg4RXdMF6VA60TpwCdYd3ndhXidy4JqbbjsSUOh5W7NI7EIyD9dLMKBy1/
8KCsQoiREwz+7r66HbPg9u+grH4uvduAkLDNdmNwAh/tqTpJBz/1BhAWjnDAYFFt9u4Oqj72aaOm
48q6o+xD7IhYdDKeuttlNtCRFYil1UaF/91pXuUqNzWV01IaDZ2EItU2k40/UF+t6mTQq8FxDdK7
r4JIdmnpXqoB2QSS0e+oLWfWUoT7wMf04yJTkhQQJTfYMPvXvifrACD0LPmRtAPghjUOtIjy52Kg
yC5s+tmQ2gDnfuQyERRhG9LOMRTNgIwnoREz4pIwMY5L51UjUSLDOU1XWrx0UptKJGFtmuiMDYU3
8+uyGNnzSHD0riev2OUzSzXiJxXBIF3ERD7aO4df24Mu2sPYUSc3tQ9NPUJxMzrYfqZnRimJBWOS
X0WDaOQYkss+BZigxguJhjf2uymYwRmVBqAg/GCX2rs5UIipIA+1fGWm4zw42UPqpxmdzoU1z4c2
K5erJ8GuREve0rTg7enTPjbpvGYxZykvSjSCNtlyiOM7gVVAFWcuKB8T/nxOkvJAip/xN7Ob+YZz
ytbs2GZGjoJh+TOiTTl7PXQ3JhsOOXSyEnUFQg/JDfKl7LQpt9lJLT2MismJvQdLpkxO4dSPE6ew
ozAU0A+mbH19VqVDtYmmZp002fhiJKt3EeOEAspLo6Ekm5I/6fomGDkghPRYc0khAsT2mI1qOkZD
6+txbVNWwdD5CRHvFxQCm5jmmLbDCWE3qorg2y0sFQPkgl7fByfPyJNXm93dZgHAGhMEI03n1EMh
eY7yliui2yTDrkFqqn5MHqaY7/TCQFeIVoWkAo4uxUFxVtT1MxMWnhAyf+N5VUgNNycGdQvN1IEl
1pkGyHXeCg7AKcL+ylPCGYA59UitQh4pEame6t7zntNJP7nmLX6TtBqdav10xzVO3DUWQtym6YKy
2VDuQuI3d4mZxHNjeyFoI7SUFQ/Kzs+HqWaVp2csTsXaf2F9GOydZQcEcVepLDaOuXKOIyTWRyRw
SYADe/I5bRputBLd+YFNLOMT4L9M2w2eY3xPKZ7j2OtnrhM023lOiJEntFPbj4VWpb+rwGph9MsQ
ERTBbjEX7qMGMtjaUMTxG8wsSMsAftVuAvO3GbORPKHWC8Y3jDoK21CWPyVq+mKpGhw7diMsTo2K
G1FWwO2yrJeizHCckcva4YCydlWeYiLgJqiFTUdoY6stQ38gVxPo+y5oP+1Vk8dg6cw7r13SZeMV
OKow05ViN7SJozZ231kzbpcy4NU3EF82qwxPe8tus5znr4H4021Dl8b8Yvma5YD8m4l49qqa6Q7u
OYWM2OUgWlIl2a8YiIz12IxedS881gHCk9Tm9Oh6xZgxacPh3buN/2IBVcsi5bzQxY3VjP4Wen5J
T19BGl/K1iGqNPl7V7Bi2WSsr9kRvfN+7Y8Q/qcT0JTQ1qdC7tOlPXsVjedcf27WUJqTdKUtG9zO
CZzETgxxr6AMbchnRiBExlO2ej06/HxxAlSgjY9dUoYYy8EBV5D+3X2LXekRG0N7tGRef0xs16/r
CD5605nmhxV0j5jpqH7K2pmVfXvlW86FdPIeMWbgLDPsRxd5WN/QqXVOAueHIrG/JoJdgXql+xHl
jvp9ycyPVp/WihdF1awtM2k/OuFMGeBe+PYTR5R/zOvSgxxqqzO5zOoF8QosgO1XW0vTuxN2o5vU
XoLaW5Oe4mAxmivQuD6ahoqMlzFGTksr5ECEB29OJY/4A9m9I0BsQUlhjSumibhlb3WhZqcgy1Cg
3aikYGlbBcgsiZxP8MLOumqfkoFUTTxLmGguT1tCxwTUSzvKRUVypHaDONHqHYmZIOwwCu3BEBXk
wnNj/FyNqX4Zcl875INZg0xliYQeDAoHikfe02EyBuUaun39knj57R6brbw1g7qQzaNmsL8QukW2
mnosKY6IaeJrGVpwfNVgZf3Ozr0FPxqgBvYHLmsRLgh/cE2NXWx3gVOz1e30VyRSrsYE97aLI5g0
QI92x2HI76EPcbCsEl+iB3AYlU4/Ud3GRnnOTsonCbZxMrhKQji1tkGdGD4KxFAjxJNu+DAgk+rB
XUYLHyrplvNQoIzdwV9QiIeqPQWdOX14UGHNk5LmvdEX4kGWzQ6zThGJsv5TC52w5UScNoEgV4Rm
3Q0va16QjKCD8URTfZVsdEbEYkuojXQWGfEdRXLiaEoreLFGpZzQT2/uV5PgsuCopA/uVgeZWU95
AvkRHE2FXS2VVfCQ6Xw4cZ4wrnJdRH9MjQGjE4tvgQF2bfsBKVEmuKlagpZRjjtNbUBM9dzDwA21
u0G5I8A6X4f1wG6rTl/SAfWirKfHROgDkWRMGcvBbpmsIj7BwSRSubTNq916LZ1ASMF9HFS+92Xm
s35uyWADIWAoTe4zEBmQMSk7HaGhsnTZ+KPGbgtrW+LuRZ9rdEyOuTbH7DZkt5swA/wKwyOgpvXa
K0Z8whN8lfaa1M3YZUBRpMDqyYql07iXyeShJXsLU1BgjINvepRc4+K8md76DHR9S5metvAyxeFD
jC2JgrzGEsQ3LSoU7rySSxgPCqoCH1XTvqkCdi5ig64MJCX9QRrJqW7MJW5pUL1LKnOKtcSnl6f2
x0LtqAzV9CjNKiwJqsoGvH350kYAKNJy0/XrenD9Jqf2NDMJwiTdfhjNGawAjzzgqJ8yx2YnCsoL
c733zsmCJYiWPigbGw3s6b3OUfrteEa/tdZSnoHCsq1wZSS8VjxmqsLL6rtLerQt+84pDHPHp8zQ
blX2ebGcbBeM2nOv9DyNJi+Xx1xrEDtFfzVTl8Kztcj+ED/ec1OvI11J+erNNUr2JHzrm5o2FGu/
MX75YNFCSuHugll75MqhAoKEeY0xhlaaofUU/jAr+Ow6Q5/iDAbzEc3cn6+8uaEOD1liHhenn7dN
NfvXjHMav4neSmwyRTp/T8Tir1ZSVp/zOk9Y3mB1JVOJrYRCO+0QEN3/yqyiCAcdTyx5baP9sza1
QQeu4fzCOaCPqWatUWij3WwW+kba3aroaDyNlsebUhDQXiN6xsr3VU3V39LypuU4rSA/dvU8rsHB
11ptayQUiKAvsX9F+x2LF/KRU8BSpuLf881qrG8iuKw2QB/c9OybZELPmWOP6bYpasRcuMX1dgos
NYdL3dk10mxKGl8svK42mQtUJJl9OUT8e5P1rLxADAe7D4S4sYKhEMxpMFvmZiEPiloZDOayIx/Q
EknuCFsi9E8hvkQRmb5yvwVp4YcyW7C0ZiAq1LxNecbqBa9P3q/PwSSd9rMvPeZru+sPvAlmWKJB
145fK01Ixp7M81KcJL2A+KqFFur4wDZe7xTdI+Yk9bdghZNvyo4A62ZJbOdlYBHDYDl6mN/aruTg
XTA/VZ1tyxfOkWrkqCaLudWa8tnIzbI5Dmm2TjHr5FvMa0RuVVtEE/kXV2kwxvPcXoK53XlWVl31
fpHvJPJAfWkywxhhTrzZyfCChhG67C+t1xR3SZI731XdWFhrg8H+mOyyHrbZTHY4phu0BnktGaiq
vn/okeBZBWXBV15yPQoZiB8xPBk4PQlLbSV2ijKaRgdN3qpBFhN8TkzmzkCbnG1VCuTFtmlzDYNa
Lih+1Pnsd8BAUjxaNgCafChEum/WxHJDcx1cL6a/TczwOYDSptpc2PHArdH9VJPsbJqKwMZHejvY
r4lWuSy0Smqpt4uJkoZi7rKZLxrOtixV+Xgi641kPqETwtHPb09qVVW/feK4ZYxv0rgywfR9KO3p
Nialxb6eWLYnVdp8K2wlHfbCXH9zNXAXYgMePzjpdtE84GF2yl0ukpopzmriGmbSFCfYPMXZ4aYW
UCcmDA5+2br6exCUGQBro9XOZZ66+6mZkvteZ/eJeTpvrjVG2zxe0mF6LKkD/e5dKl5bcq+/ssYX
X5A7x6Kc6TXfFsU0W/atdSn1eWpjBeMh5X89DAuEasW9jjI9PzkzTa+pcUOttqsDeyxp9IHS6Typ
KXoNUPGZST2GyC6T4KWTEcgEWKG1FnEB+qnbOglmiXhE1nxTbYv7GBQkiGH8/3tr4iXw3gSJnhxr
bnaSud4vm4ioCH4J4ZhnT1vtJ7uYjrTJFTujZapBoVbmwxS00ODhxoxyl6FQj5uFTjN1rnEgEFuA
kgaZoc7fBBn36hhMuJAP0tB1ht6MbU9Rrml6IljEJQh2m4VnfkbKJgnR59mzXy5Y4lSH5+pi2fmC
ccKY3flAC5in9ign7XDOVi5pDzIVgYg0Mr39ceS29QeWNp3ZRaYnbKhpvoU71A4fgZ0UGgk5zb1T
wje3mC8Ya/pSaI9LVt5I3j4sKobMJxcueDz6UB4TdsyMQrl9bwIlP6DEyIe+JD3ARoTeQs2t30G5
pCdGEP8QcF/BKWFlnyXOdIaG0jdYrpjUCZRWApMMDgfivt+w/Qx9U804wivzNLWGzphTEZsya0nU
Zlkvuc3nkKn8fsh0HKyo/lHC6yCCzrNgaAB3OexNQzOW51vB529m4ci9Y39QVvsAS/eemJTH0j6Z
oLqMfM37qAZqUj/4Q74GRVhi30JBHjxVB9+3TR2bQAb94pPQenvqO567iwftGZdkrlGNhwl03NuJ
v9WtOSFg1D+LtnmmrvFNBM5fbUz0t5lS301mdC+qaRFwtP6hdvhRevk46ylV5Ab/4YlYLiARB9yh
iOKa55wTHFKO72sd0+7rUHDu1c6xAwrP0Pqlie4xkO1Tbxo/lSFO5kjfZCGqbSPVF8uUPLK94QBf
ADN9SfZRll9dRZIdN9CbZvE0Apl46P2Gesrqw+nt51zXLlC/HKLxqOIu4SmMA80FGDT1rPPdDN9q
0xvrF2yKD2DiOkWLuRNXbYubiVc1hDLnD5sZ828JcYgXXYCrqE+/lAkhpC5OGnguuAroKKWnQoe+
WVobZYdoBBLM1wbKTblSbwxqKsPKEvuqzV/0CgxKszJ18m3/mS2+JcZkPmWiee0lNyKHnnocvXjz
dfbPaV7I/qC13HP2utAbKAV+U87ONajblbgM6Ar+Cp7b2+m1WC22v2t/4oC+T5aeM84C+BGs6uJ0
wT5b3SdEnXNj1Ie5dre+QPcoHd5bBncKZwH6vhb44XR5mHELRSQYYk9Xd5qs7y1m+KQQ7mZ1J1qD
VmDjJc4el01h3WJDX7zmQv6OucQdPmguXGMwOiMkqjw4mDioN/CxLwxc0LHRBDKnnrfgad2tPgzX
YPEeeiNoLoTnTg03KbYyrAw9enuv3eD8Anm2TsZi+8d54pqLaNPdaUW33huuumfWoiAamzdGHXQ0
vAjCTX7S2nawtq9fbAw+YKFl27ksDk2u5SfZpA+E2nazMu+nYbGfrNKduX4sPdmYMTjWfJsPJCzq
vV1zNrktCpU3+taGe097x+YjP9hieQ8yLW5b/oKc/hsG1yM8kDlMVty7RuftcATd94ajMNmIp8aR
XsQlMuHL1+WnBqa6tbVun3nCHRUL3De7FHtjUnpFCOhm6i/BHVUCy7VZquHg2fXF0MTzWpXISFO7
XAKoY9/S9g9umryOmDzyZjxWhEd3AMcvqAkdVAbryWB611egMSDK8l1Vc+VrDWcvDNs44TuTt+YO
i6X6OvI9m9aLo8x2P3vtjk7SacMxxNeJt3dIs6J85o+h3Hnl8bhdqPdeb3x1JdMv9lUCby3WKixM
+t6VRo/WbJ5rcx4vPoraZmyLl96tnhyRfIx+1kYBJzjTBsKAnvyUyDB49M5uxWSa5PnA7xWDjxiD
Rwmb49jQDc40Qo0sjdf5KLczDspIZpbD2lrHeteJy5D5n1bS3VEB8QkGft56pFdvc9GINy6lo6K2
PqSG+y/N13vfw+O3GPKUspT8DDJCS7adH+htOOpD57MVK4bgQov7zD1SuGayzTsbq6Ac09LZo/Mj
lNaOm2Iqrc2u/NsHxoyTswhOeWusz5KyARx/mH76zLdeXAo5TlONR7Nv9Te6U4ttRv1yOIpGi9jc
E4yc5TLv57KUb8rh06+nxdt6ee/FhFGXJ5lkKyashPqVVWEYZPe70c3e+yYCSPQR9OHUMhZlghTi
hp6XZ5hAVdzbKg39Krvz5rk4pNhFY+9mdRpaxDeRH5uiefGr9dHyrJeUOZ+QbOfdTT0F9WIZ9yUD
qWmbO6a5c23RfqzzWEXw0qaNEyzuDYGHI9aC+FEMoOZvUcM6N427jiFl7+OtQJGkagQFCMYKX8a1
e+v1VRwKNp97EqorVxexRuSVqq1BxsyqhjPpNsrti/wyAukgyEINbdtGNvLZXZG13Y+2MgWk483N
xeUp8nv7BO3G2SwZbv1gPMwebp6qSnAnj8spTYVBYKCwDimA0E1iFfK9dWokw1Xcm5a3BwtYnK1y
Hra9ORWnfBrcD4BFf2x/dTYJLAOin8N1hej2wiqI/WfXFvHs90eFQ2aXZvKl9ypii715JPe1aUF2
oZNX9ZuZgyhUY/Odaul3K+toTrjRVw6RjKCcfwsekqZgxUY8pKliuJW3D3ZbcJ200De4kvJTC3Pi
URplSv+yTUPC7Nlkz/q/YtY+vWV4KHsDH5sjD7ld/uWCwwGPRdTsCHb52bvyk9AxlmtaUamMWn51
7db9SNfUivnu8Zf3ZXrrjS7OFAB+r/7s/GU7vsuU95nk9dvIL9Q3DP7OXWfu6JI52IV7UEVynpL1
x9SnLKy6uSIdmVvQxkw1pgcWYlUox4BVEqK5jeG7aOJOLbTBNHWTRmzXEpwRzfiKE/tdDA4tIh0p
skR8cDv5tdbxUqh8jTtzuGcuXEIaYVF0IE8ZiCNRnaHY8DOfffeWJUz46Pp+JRbFC2gUnffQwWuk
Wf48Wf6AnGDY5lcp2HJjOrJUEqf+MFEs0qUMfdNEbKgab/0+PffbXLkDL5aiCW56m3cBHcGnCaaO
r2jmnG7Ukq0atB0KjLelGK8Bzdm454BP+a+jJ/IL+8C7vspZBpveWyCnIQ/Ii8MeSmPh6CR5xG4v
uGfiqq39CuDUPCR2ryqMS/wKwoTt+SsdBWgYQsSQ5ObjRM0LnD7fW6++pWNYm8vZGFhIkXEdKWFt
g4qDr5yay4SqQLmG4xCm9jd20wziaVo7hfcAWKiIuUnN2VOlmQ7c6IF1zUKF7LHn1fFbIOGf9XEW
P6Y7YAEfZiNXV4ceWZ03glfv/c6SxwK/R0nyalZOcea/zssuWWfnzrFEoY0rtC34TMVg7VDN8DaV
BfS5NCe9k/ufS1WdCwyUFegCDtISzBmO87AR8JF6YtNmXWBCynVU96mT7b3mO2eS+9qfnO/agyGp
h7bQd3pzmWL8DkjNN9jQqh/xNyaxkWpwI4f7erW2pTcAbvRTnGqQ0qKpASWVJMJGQAiKrSD599cx
5yzi0bEjBST/veNmwxpovnSJyHCPpLi11sDftVZFFpPquGpoYzgjqcPKpHc09KXfDNaoJk7E0g0T
10plNTMzhZXGhUhKwAJ4zCXTQC0trFMa7tbQ8Yo1HpFF07i1MYO0a1F8C622pw17ZwW8sm7c7eiW
IaGB6J/L+/+fuflvEDH+Dy6Gvvr5T70U/Pv/aqVw/wEYzdJ9AjIuvulbcd2/xW1si74Kz0Fk5qLj
0weB6+FfcRvb+AcwDsNkx+nZEGY8aC//8jBgbvBtnXAOYjCuCGwM/5WwDdfeGzjmf6ZtMKn9E7pC
bsfz0adh8/DP/xdSP6LvsGjeKLYMPnmcyjbDdoh9t10zfEW2SxlYR6pik3vDlTucv8Ol+oneGYm8
OGeYpkLlvVacsyyN3qzFPcosvfO4VBe9sR+Y2pq2289zzoNhKTtWNtVGaV29FghNd2w5OZ9ZEFZB
Elo9KFYjyMtPqwqGez2VsVeujzjLiZ7VlnlUhcHaJP0yIH9uHZIJmqHG22RP6NNT32nSYFfWUpb/
Hb1R6FrPnU91lyCnso7yFdJsGtotW+vOEeZD1hsSD9v6NAzOLp1Scc7t2n+i9G18nAXpdb0bStrh
pbFXfTcQ9sckn2jNZWyeZdJcb/YMi530o8nyb1N3YkQSIfujkmDeMHMckKiaWCQgFnC4BVept3T6
tA5CfXHfjtbAiJy28aqs8ltOeswqQBwmb2SvS9dQaJC1J4OUH2axfLAjcwi3lBgHK3WaTIAIo4GG
YuBTKnNcjRy/ABo4d3EJ0peT+Fdpa4yt1YBJXlzVYvb7ypqMR1OO7jaw0N0mxFFz0Rj2PhqAwpte
UdvO0E4vVuBF+rAchtV7azX5Y5njhAIamGD+HDvCyBzNDOCoQztnZoMIqhfg3fqZ3JYRVclL9yb/
wJQfn82cyhyvliQ2VdNfgQCBEdW4R/sARN811xq4qerXwL8Ac7snwBtBbnyv2+AJU+AxMNDA8WWe
3AH/qo1UtEmBXlPFI8JhYa9hz8RvuAANrxS4BfcSxnfM7eOzMob5225Mua+18jr13hMU2WylcGp9
qHC9bRsfC0nlZkiLzFYbTquTKdUSWR4JYjRW3PuJdyrJgBFhnxpK0LQHIxE/IIp3xaKKsK3co9Vw
iaVjamXTUNwnOosu9HtU9fFb6K9NL157v2A3iMngO6tnHAE5lkTVs+yzyVNcyMYzfeqVFhfaLPce
6e1XPMfWEXvTQngyFXFfFE+c2VrY+WX6YNVVFhH+wUqiF/jW3Tn5yUu+MXmirmCjrG0ueuveskoV
em7AIIZ4FPn1au7hHEOqsZPl6SbVbahyUnHK0WmEiZtyEfRzcRd0qvtT4CU6TwZL/DVnNY0NfkoO
XrcE55IUBw9peYXe6oa8v8KSvX/mpcMjTqP2vVZQIkviq1dvQr/NGoMvJzSFcCl9vihOFZJvrSJH
G5+mnsyuk6Z1tHhd9eiYyze+z/ns20TeJ8UAqxsiR5gf8L47YCVYOLsrcgjHZxnptdedc4cyCkyr
8jrmNhca6rOOnufUb4VjBg8SXy4J/wzHy9y0C8Ej+BQ3B/Oe0Z0C0R7Q5pld+/rIG1NEuTEw5VCJ
Jq6GlhgXgnLeFEGiNgc6NUbz9oVxFVZUoS6gBuc7bCn1k8d+lxDH4tPgXgQdy5GcVXyItZ2ELc77
dTetprOdO29GO6H0HRZHYn9q4AyPY9v17aaYah6kMV2DyKn7yuTJ7K2vHIfNW++1pRWjQYB08+mn
NBZRhQvC+B6nKt9621fVQd4IExTG6cHWUDJ7JeMtIoY4Cj50XTu58B7cjZXwq89F7pyJLMwPypzW
P7ASYKWWajwAoRy+Rdfkm6Iekjlexjo4sAjgDaN1xbc90uQ2eD3Sh9JG9OLbggN92E2IhxOqXx2U
YTJ+LowKgydVkssawxS2BWHtFTREtdpYlCgi3dTzukaW1Rt3/SiriIufedC7TD1aq3KfVEdG04Yf
+tMF9FCQxJyz7dJTJ489G49R3t7Ch6aqQg+6CY41gKJhpwEpklm3171xOPV4luPKoLTM1vwg1jLR
3dWGhhDCq/jedDT//UYM2Go19t4cmFK6aWcnxSoiqiak6y/56rp0MTesnKZPMbv+xaSyCXeqIR/h
b8xcZaZyl/CKC82OiEE6Gm2cuVl5pbxI246rMR5cZ1bHtS2SuOBc3fXAC+pQLcYEbaUanB9MAMZp
xNDziQ1frJvKyPOoKp3uqlEJGBaTSckIBBl+OFm6jJWS3tbuafCVPCdSAxFQAf/lLV2b/mFBwAgB
mZDeMJHHnWzgSmVC/iuI0uN6yit0AejH0agBAmiaVZ6aIgPJMmXuHYT98c0nrveYOnrxmCcYaJPM
iNMFZqFR4rhCmKpjRVAtkjRqcCVpvHc8M/J70XLxklr+gjHeNO9wY/LT7bmDkKDmNh5dpwUjOKY8
+9xy9jQxtzE365uBf8TQtk7zPY7Aq4P5DpEdUnPrJdyqXbt6vAEbowHg6E5RfRA1FW+7sp06em4W
oBAFTsBsXr29TkV61IMh2UMBNeMUSPLnwuIwxELHosIa/NjSMFT46fJr00p4Gk00AqsPHjVVTVdH
o0dGShkra94azQAYl2O7XYKMDyOmBFgdpkQ/9Nb0nObWdsG6z6pGR53zv3u2Xiv7qyLxwMLX343y
jqqi2ISbcUSYw9zQ4hohT5Hsq/AT2+nt9gf6hZW6eQPROrtsct9ZQ0IAdqfkzF8+9J3xXd4EUVuR
0gEHsPcBFv1Mci2e6IMUr4NCOB5lLt8T1+MXptUXWpYwUAnDOhcYwuPSs/M3X03B08JtF6UrcLZA
egPyPEgnrJn0IzPEk402X8zMW7lj7aCDbA0PtIIS3qWysxiebLjyMEbFjF2rydyYEoQnt+qTjQKC
AkH1Y9G14d1JxQdUJePklF2+zxm02nFvJRBHHPAb3O4OJX3XreVTFrTMZTywabu1dR3YTvzSahJl
GQcyTQcF/gO6ILhu4+6SAGxtsbeHqcKLh8m9sdETAE3kZPG6F13X272n0SPiFMm2WNgJVy0WoqX7
AQXDfbJ7UtXz6M0kot0PrAYwK6wbpQ3DpZtuvXVBYKAdIfgLY+wJgG+17aix3AS89KOJ/UTXz/eZ
396PDF1jjilo1qcHyUlaiKmM01qSdlG7oUPKtiy1dUfTiwD9e3c47ePiRk2EZ37V1tXA9LL86rIZ
tpNb4kWYbBWZrGyYUP8He2eyIzeybdlfKdScF6SxMw5q4i29i76fEBEpBfvG2JNfX4t5Hx5ScVUh
vHlNEkoIkDvppNmxc/ZeO+H0bLmvqIv3sne2BVX0kfCIDbLHTxUK/nK4r3qccytXVOrKMsWussdP
FFePnW7PGzQyM7URYPkw/Lslg0krDxC8VASG9A12UccBFKmEt7djGPnsfdqL3hrxHpMT200T7ufC
2ZeTvZk9bJQWgApf02f7TsbuqWqgfjRWcFsKug4YLnV93w42ThULOUpslNehLYuj3XC7ior5dTxZ
J1WDv88jFnQZrTV32IhJGuXWUNnDjIEbp1g53cPwAwnmdBRvUXjOXPSuWgJBTI8/2zG1N6HonUNb
JJgys1LitypQZ4zGwNbhzM+hN0qcsm53QfCKTHrmHAI0EDdUIn04Hu7J7nMUcylkouehZpwejvlw
sGuZHfnqM13mzjyUdU0WfV1oa55dgDsBmuA+89zrDj3SmjiE8sjhP9p4YtRWMmbyUIEowswNYSjM
GKSrMromJItWWdaKG4OB9cV0vf5n3XXqLijs6MVie9uJVp9PWU4DDB2QzOnAY3bAZzQ9oMxT1Ral
ak4KCNICpNvzunLcfj2aAZEzy0DOGmiZNBj41lZNMQp/nXx5x036nwO6l0XnxPxVzTdqVqm+MUVh
XJXQ5bYutvnjIAMDNWcQrCuC8tbtoItnRGzpmeZoclNQY22Mom2vKiY821aj/VvZU3LrlkuMhplp
LywB8o1ATftEIy5ce67VnWTL7RkE6HEwAu+BSQns5MvEwlWaH6oBLE37Iw9p4ThBt+4q40lWxT6J
4q0r9iC58AM7Rzl/BghsTCk+hR4PdIZRBHSC1m2Xn+s28EUSXiA30dxHxZGUwV4ioEg1+QCd7CfV
NrnLRgR6yxpeayuId3XSXkfpzWTMvuFQT/XltCfxYXlNpyUUHDzYvh6QqwZylofAy5Y5AftqP6T9
tdNBSzbw9YhW3WRt35rbEKTi1qnDwberMXwps7g9DvkcbjHpSIC59k0do+l2rZRtGY03sqZSe+iD
LCFOWDrhDx2B3rZrWubODu45qvC04gSTu1tS07JbSGTOdaz1D3ZRZuaqJvjCWtXCVK+dQAG9ytux
Wgdk/n50JmMHr9BzUkEa9dIQswLVtwyKfQVOfZ81Xb1F9TH8FDnkvaaoAp6DaWjOlsZ3Sys7uGhV
Mu6Q+JRPVepmZ6HKx1RP2nuR0q+C5cCcugjHBhe/x2ZBN+rYkWUEktyB+4L60eNgPlnuROS30rGi
oSV+j5tOB1MRoRFSRrVkZuvlzlGD/Bylpe1kZ9HErukZ+qmbN/vaHbytXaXJHq9bfS7idFiNdtXt
sRsUB7eNyieN8+3KSEr3njhbEp7nvvfTvu33LbiHXRIHga9QbH6gwA1PYaHXd6IkBm8QlnECZRjV
x97Os73DukE2Q2L66VSpgxqcF8Zde8br3DbdZBpmD1m1arRabpWXDC996ZR3rVPOWywHCAXNuiF2
eDA6Zo3YkN9nOtb1htBC8ypKsAbYpjuxMqf9c8NKsdPqBjZE0gc7KOiMT/O+INPMaeFRthSTWRVL
DKLoQ9fzUNUYsrNnjBX98oYarxpz+ZwGoINkG71as65RuXIoQ170iCcDVpGVdcdI5vqPhUfC8KVl
TCjYok/5bMOeD+qQ4BsdFzOWM2va1oxKjvmYXZzJrX4yIfppkeOOqRSJQcpfrs3MLS4x0OtjUzOT
Q6RNJNRMrvQmtstph61Ce/CsLPmME5BAxOHO+yKQ9ivjAjYDrc1usVGLk9CbeNsB2HxMhNU7q852
GERHSc9rnjfEj4BFbPYe3BAYfHPnvOYA3VgBhyK5dRg5qBV5m1s6Rz1F9iDpN6VDdiRvYDiVY2sj
EzGHt0pHwUt3YUJzxo1q3yJR/Uz1TtyowQz3gEfVxSMNcDsycHkF9Z7NbERWzIMQDRdIAdPGm6Z3
Ec6vvR3chDFzb/o2pzZrNhNN+H9joP9/0/N/A/L5puu5eicd4v3Hzyb6hTT0394tT/wLexZxfGzC
BqBgh7/5d+dTyn/B9aECcy3dBSxlg5j+r86noF1Ki5vK1JDUNVCJ/7vzKYx/GTRJJQdynWkxaKD/
SedzoVj/o+0JTxfoBx8N0J6eJ8rsX9ueeShQZWge4SZJaREeOSXM10yX1LIi24cm+rF/3Jv/whz9
LyafN8SItM3/WRrGv3weqZ2mbluAk1xyLKX35fMKMJNNXxShPwV0SSyjCR5gpOSHCf8niPtIZ3dm
+P79h/4KTgbWz4fSdjYMGsl0mA1+gX/2diFqD11fWqHfKls7N1kasfM75krjj3+4vl+tcH9/lKUL
c/Ho6bCTnS/QJhy201w5grk/csazN1vaBpkhXIcFC4YsgVli67IhLH+KpD48fn+lXz5ecpGSM7au
kxJq/GcXmww9ZkY29ue0pTQcMsgvbTlrNyJq8C2oEg8FFYwF9EKqDwRozf77zze+3Gq+ABkZMLK5
E+5Cw/4So0gKjY3YzVB+0C0/cjqKR8x38VvKkHITTfE8sGhH1qkSAC4z1e0REdntOhwFTbW+bYx7
F6P4Xhrd8DJMZhb+ezTz/ww0/vK8//39BC+OZwmbwBz9y/cjTazF5awrX8HCWGXM8YHsjI4vs37c
tkt78w83ZPE+/uMFWz4QIJg0bFJZmFXYXx54rW6Zf7Zd48P6xUdiGZ0g+wuCJfquoOQgWarkLkEC
n+pRsM2laAPsYe50Hss0bbfffxvx5fWTtsUm//eKYzDmtr6+fqz6ZY2CLPV7BIf0P+rQK1f4GZqj
Eku8n1lHCRo5Jq1xV/1weMf3QJHmbZNNwECJ0I3uzDnQ3+gpg6pAnRDSHTFj6ylsu+pQL01F5NKu
QRHfGpyaBskLV7K+nPNCQUuN5EDPiB4SrYUyWOzn+tv3l2guv+A/b/hyiUtYNb/y8h5+fQPhORis
TWgdbBrGBjm9qjE3bVuNj1m9RDO61fhUeopyn5gH70rP0BYoTijnurMwEgV2e8AV0Xz0hq3doKXM
7jO7099GtBeLmCe7B45avUpk+Ae36aCegvtFVNaK927WFhggXTUdn0pvPlk04qm0ixm1V95jVA29
7P77y13GUv9xtTCVHKpRQydm+telDYhQwEEvyvy5m5n0dla6hj71p1Ter28N99TQl6GZQdQDw65l
2fnHcEzaKfZwvpfPIS180ZbOWdA2h76e7Z9ycZN8f1FfF5G/P86WMEWXhdsRX/zE7tioCOJWhjaF
rIUU4wJfbOTQO/Z/WA5+8z6wMSxbLI8MgP/lm/zjwvJRgJJvmsxHvB1CFC7Gx8TRs/tZU82xM+Ps
HjBufPf95X1dpJfLoxJYQgM8liDx5W4SEOvpWVsgGKE/9EGPT3JiTRVvIhpo4pJcqPBPE7K917Rd
Wg813ur191/hd3eYgaoDKJ7YDnaKX69bG5ZDtL6cySDTUPvqJc8NiF8il2mhXL7/sN88PfyS0sBI
5JC5bnz5sB4SOpCVsPYrzc3urXhgpY0Hd19SbayirG3/+v7z/iYjfnkpSGkSpBcwI+YGf3kpSltP
YrJtSl9Xap7XFpMi9PluicHWasseX5tGTKfhMnch4zQIUXjL+MxskLYJCGyZHEqGJ5clg+ejc+ru
IxcVGhaAWdhAY0c7B1ZbvX7/pX/7i5ArZXmszJgJv8yfmSanoGJxuDCdtTnrU5kEblacvNBSD99/
1O8eek7hHtRLYAIoQH798QsZq4aY34pyqA4uBk6WS9eMA95YJbHwpMUpMnvH//5Df3N9Jj+HcD1B
Gxxy5q8fOg9QqEVBp2Q0C2vnmkVw4Zju+MRsa3/Iv/7N+wUhwbMdPsy0IXj++lFlBG9nxhaGBZsM
013uJMk5J1F421uque1aYzpgJGuZ6HelfR5kHv7hgf/dtfLpxJECF0Xu+KXe7PTZHTS3LfzcQt0D
9lxDRFt514iwvD8kii/X8vVRJy3Gkh4Hb/c/SlsKdNxq0Zz7FnvWcSzQDTUOkv4VcDrzCVyIm2wk
846jpv74k/7mPiPJQHBDUgil7gKl+OfiqSSeApKlK5+cnH4PXC6+g+OH4XN0s+CSzBNrVzwIYIQY
pnj3Mmygm++fqt89ykAnbNdGtWH8x089E7fYI8SqfCvSHT+k4XsASaVvaRbdErFhAP8Xfwzx/s3P
y4ppCyoMyKyY4n+9bolwU1cNi2eYWN4VPGYqOhcBYLTBu5rsvr/C5SZ++YENmgGAYKVckLBfFs+K
E5JMB8nwiFrtCozmYw+w8A9V6m8+RCwHM1izLAqQU3+9IohiNTK2iBUhHBFQYLaBSa6FdFi+v5jf
3Dmhs+8Inliu6uudy+hq4XEbKn90lPWUxgyeVhWe6nWfmjBGv/+w37wagr2Uk5TrcY7+ehSpS5qb
49hiCeeK93nkxQKkPBXtTCP6RKK8dgMhA3fIoDnv33/07+6nhSYJEjCqJVaAX+8neaoEUYxF7Wep
A8oH1CVR0+P2+w/5zbNvQp3j4YcT/J97uIdN2x11N/eVZvMYzhQNM33MIxZ8AA6povcUe+Gfipff
bOa861jVuTK2qq8HqNmKxmjKgpw84sKCDj9pN5KG1oM0y8RPnPxPb/jSbPn6ApicZE2PvA/hUQ7+
ei9D2zHybHZKPzHN3PHHqQ/gssda9MnL4D6yMBBG03ne8DhXMrjxisGDo4HxFuC4nSjol0Z2T843
p4C6mNw9YgoTL+8QfdhWTO2f2u1grikLmM5I5WEPiFTvl0o0DxQu1fP3P9pv3gBLpxiyl72X/s2X
vcl09KYFyl/6oiKBDiuyY25cFWjPjC/76//xZy0LIxuD4Lfi7PnrnYMARNibSCluHS3ctMYw7+Za
oy+59CL+5x/lmexABmNpKvcvO96ERgy0zJT5f3c8Gkxjax178oYk9sT//qOW1teXB4LmuaDNwIrv
mFQxv14WTAptIHKFl2sMOVG3jknoreFUe6PO9LeixRGLvNgu5+s2m9h8ukk6P/Qoze4bMjYQyvKc
3Uyyn8+tW+WPWD+Q+fGTxMS7aOXH999WLJvBr+u3xRpEpU27jkXP+fIjKGtq7Amrlk+nPzxVg1m9
Z26mEXcxRtCD4jj86PSofmhtFTLvwf67LmuBFgFy4nUyW+E6MvT2ti5bZHA4Hu/KrOs3EUqwI9Ac
eTvIYtwzREIEEDj5aUCm/IdFmwPXr0sp/QJKKeHots3J2uauf1nPkqbuU/J6Kh93DrCZoe5eAyGs
fNFkVDnDOcXIom+c/GOgHuCWp2HM+XrJ31jT2cu9lRqlxIdXQZDdgnSxxnUtvYioU6lZTxFAPBAf
lii9dVk6br6PXbPawjOlcCFBZcSCiAoo2LUWdkm0hEkIZWJK6/fIktiuU31BUXBw67AZo7Yh9rY8
pURN3+ppVBwVM+rLZI0IDPoadqQNtvsaQN+MkKhxgZbWeJHhng9t+WFHWBQX9moMHpIBnCTFBUFh
4h4DL3UfDSbyK7ezUNtZpbfV1OgHwmi2BG4FLZ5cTMdxhjoawgGDDFJW+p9uM9+RovupGyXspQmk
ZYT6OJ5Sr1tXBKhzlO7md32stQMWFAuzU+leZUKbuf6+eiDr8AfBB/HFhKzt01DA+k1gofWICwch
mJlFzkF4TX8hcXHu9gBSGPAVSXYdRipDIzXxcwxFoD0oIkVeJqGEzUwhdvzIHrVPWzQ4izAxYx4g
L74923HmPcTKDK4LBu88r1ZBXJCsJYkhLaLNtmrseavhWt8kXYVSMnD79oJMilhqpwtAyygz1Xc9
M4j1WA1vOGTtDx6Eclq1dj691ohxDk1CwjfWnibdd4GJlEfWDtRHaId3VM0Zmtesf2XtzP8yxhZD
BD11NIhZ9eSFPbZXu2svzt+211SkcFLkEL3nVnDfuP2Tl2c59mdr9iySE3ELrBLUsdfNAL0vGcGZ
QoyYu36F+98zycTOSvIx9AZlUpxC9iXOXpZ6eaMRc3SO2cGfcbRicqyD+CgZ3h80swB+lFvyMnk5
BIeibOWrY2lQcZpFT6I5iPKH/sWtcMIyGY6OiWn/SOre3gUwQf2coSLSECLsx/LdbdvcL9gJ7ts+
rR9s7NB+M3MI7UQ5mquSfParHKRVik6RZKfGcHqgS0p8cGRpboERqBVArfRIK4+gYOUsqj1D286c
ZM96EG3BeTwQyJZARR7aI/3aGlkJduxNkQhgH8YMC8HDChg3AbitMh0VN8nxYmKiEH7sAkNhIpJL
clcY0c6GEtx33bYF2cIAywUguZYT8cdrCUphzSa2N1pNfowqTjnqwCxiKDav0zFA10SCM65sCe1i
zsJzNyOscd2ov0QIUwAdxFm/CUkvOKAYmVxSh3R5IlJEWxex1WHStCVu2YTFmrH/pqg6hME848Yh
B72sreze1J7kFF1Qq87PNdP6/TjGxs+YEfhnENrhI2nf5cesbgPNRQjSsnLuDa8Ld0FlJddknVdn
t4iJxEoXzPGaEw+R6o7i/90BkQriGnBPQ3Xleob+AbZ+9AlEGI/DrOl3DeEyb52hiW2fMcydqnE+
MhN0V15tsw0OldHfKRJ5fjJnxyJJ93XT6ISp2YV4bnSTLjngZIYR9djOTOQjfTqlDPYjEBIVt6ss
q44YAAWrfNC6ZyvlmBcWjt1v7ckuchx7eu/Dg5z+khiMGbOOVDPpoKuMGSuSm1WeLJnz4WReT7Zk
ySaKaLwtCE187mJh+HYxis3odn11E5uohFedGkHVJxPDdV1EDCn7/KmKInkacdGsVc2ztkFGMm4K
M6jTNUQCOK59kbb7qIiTbTBqsW9RzBxt8HgPmh3Z9QoKuWnzEIvqxi5IPkOR2hvdKiUYfhfqLYGI
RoPvZWUPqo931EPeeYTcutM7xG1xWJkPduVBROZ3Tg/8eEJBg6v6fZjm+Q+Hw8p9j0fgoyk+xyFl
xDBb2U96kyZePvcE3BVnMHFSiWXfNiaL7+gG7jpCkLPOMt29V0bundq2kysX2zYKjqFnMY9MFbw7
feNdt1VSgDfqYfpUlhaAK9e7F2fIx4uRk2Zk99HJJpfMz0fgu4VhpjuzNrL1hHQTR2qt9ry23c7V
RLedZ4trtUW3GbNe2xkQgw9qapcdhBribXBAD6LmHJx7FAZe+pJpGJNSV7S+YQ3YljpSLlaqnX7a
WtVdtDGzDlM2Va+24zI0AQF4Kyq73jfSre4zYWP1dbXox2QV81MFeWRLZvW+FSK77VzrqanxDura
MGzmYYQVFYlxYvUiBqNZA17jSgOO169WZlmXTtohNtfOwdSWkv0wIg462BOIPry7pgG7ZgbJV2Hr
giRVkP5YNxrQ8N7C5jM5dXnsWtsW6Ad1eyPCEaf8GGXh7Wwli5YaLX6ulexstofuXNfs+EEMrr4L
QnN8qEtN7oNI9ltpM0RCC3alWT1wPmT2dLrJQZf3s1s604amZqCtMqeSD5E75rcgZCu1roQWxfuh
NahOG9f8Gel1uLMys9E3hHbFt45hRxvc2cpYEflDrtbkVQfbTssNdz87W7rmT4wbPiC7eQc0kwmd
DMvu905AAsQm6uvs3E9z8yMKVBSRTmGH8yazVMUMZOB4tgldbBojMoB1HmbFZ0a621XlRPZj7xUk
1LVGH577LDazFSxg7Ehe2Xcb7AmVg9Hd6W5xRwh/lmV5EOio8A/E4kRop7sKGd1eVZO5PNrdfKpz
LlMjxUThO8Cp2jjYgWEqvDecA9ZSy4r1pDXBwinSia5yMmQtys7vdAvVqmVHgPasSs0nFqyfkekV
25lq5dQUofLLpC/e+zHkgXdDQt20/tC2HslyUvXnMGboYCZmdq1aN9zSB57WJHYs2agmgJihhikN
Ci6ZO+MlbhCqAvZ9MvDrrmWqxIouko7bX3fNQzzCZZrKPF2TxZj4zlxG27Af4K4XtubHw+RtwF2a
54ASQQxDiU+Do+M6ZPUDP8C+rzG5QWqronvGaPk+CevoMrdof/jrvoB535vXKXlwd2Y6zFdaNQ2s
Xx4ZJZ2L0wJQwn3NPK7FA4qBpcx1Rqj6JA88++VzRMLEph3q4GlMVHOrDWUCUKp0y12+3KLGTSff
xuOwcWOn9t16CLdm+sLuxypeiNB4sEhYpOyfHDY0XedgYoRFfAkbB71OER7xgr/LSNQrs0GzK5pU
940C2A5KMUToWo3ihwLnE99/+dbPRX3qo/q5g2r36tbeR1NNlNouayDQFX9IbcTUtfEW6FAZTNaF
bRHm852btgiNgmCXCC2+jTrC41YVxfQ+JPVgBQEOgH/nDJsOERpFCAfr2mvzi+403tZyWrUNVF6f
pAfoJiozb4dSZ53DqD5YbhxfOITs0XpDbgkgn6MwncPnWgKlBBF2Z5n5QzbhQO+bltjKQpvQZQfF
2TNB9vAOEJoWWB8dzhBquxFvjuA/FJtE61Txa1xgg4koHjfGkjKbyLncqDmSWy1pNJBdGCVHh8ze
Ih6brYBLQaFZX6akw35Tt0+e3kMaM+0O4IeODUI3ArmG349WGfCpp+/cAN0ofufHZMpnPKiagrbj
GhWILuwb6wZo/rYAZnJJMjL/jLns932uaXu8IRgz+tzFUzDm12NiV39VBaJStxjvuzKwd0YyE7XR
xflzN4T9fuDos4Uk+qC8UTDkqeynhWZ3qcNw2DbpkF5CGCAbHSmxVUzHTK/0g8gGHewqWrAIEL1v
qFCSfitjYuaq5jjnhCFjB9Z3rZM061ARW+eRqPpoWRMhxkClyEOwMIVgeUJja77FmY3MGbXQloA1
nnAjqGkJlH6dJzMImphd0cjAb4GpLa68oa22aW13WzEo61oCPToYUfaX0cTtUxsoy2dF748AlWgb
4sPaWsCMPgY4eCtHFRFzUDN9asC6vaOGK2+92IlfMFhj/LGLfZdL89QOQbNBKVKvhO31R603Cs+P
C3oJpTVW26kyG367bPEpRX3xiYEvRuEHJQTJbNTRZo51Xxd1dOU5kYKVyaara4G21aJOHWsCNVdR
H/Q71yAhnp8sI7tBqynBW4MgZbk3uacrNgeJRAP/lmratRan9taGUZiQrE3xiR9KmzLY+0NKkFTj
VXdjmoWgHFkLhzyttxXTceShrD0OZxjIe3l5cdIRZ7kuW23txWmxM1qCEDQEBkjmQpOIYQp7EDxJ
2l8mlOM3rtM7J3o09W4i2p7n1DnWWGoKggGHEor4wqGlAvQ1qrqDTOHkTS0nYki94R2URvxjrRo2
EHtRPINlilZylH6mQUQZ9cpgUVE6TJj5nJXxB/GLzlWm0DFjWLzqCwp8Eup+WDCa1y7+bhkXoG8H
IT7LCMd5p4rpdnbtbCdIXHwx40k7ZZgogISNHRYM3ekeg14UZzTB0wYf4lXb92/MBLAhNvpzkSIy
1boy23TQ51aictp1o6MtzYCzcJZt09uqL9m3aYKj8DPerawyhxWCvu4IniXmYK6CvQ5EmLd9hOFg
Bd7TYIhkmyXxX6k9zGfV0K/E3Ty7a+gNZPeBFwHqG+U/emqrXYuq4WCIKrkZkrLcCMGa6+oUK6u6
Zvy4VuDD3qw+1VdDnmnbAH7lo9Y0wUk2jtylARrBcMLQDgkaYfsYTuA6nA8ZVtOmm2NMiHXkfqSq
Ktecm8jPjSzrgYxAsjRzp9oYpDsBo8mh/cZO5rJ9JPOb2/FrQXeaSdGMw8fS885G2mF2cAcAKWS7
X2VyLh7zoi3YUMoAXoOZHgdm4dvGmZCcZ8J5wDOxn8qhOXhWhI7d6+v3tgvbrV6PV2WGrxFuUrnC
mVTdOsQo/qVn6kkQlwAUw8XTPwGXmOUYH708IALHRRyaOjH2ntFpunMdlM39lLbDuss5P66HjPDL
VTXG6ckM8JuHYfQ560xYOpS3Wxg9+nqe+vyoB/RVyRyuxh0ITbHDYTdvkjzxgd9gp5X0sQToGJLk
GuKzki71hW3NnyMV6VkLXGM7zGh2Y7O9N6HH7BgxIYtBDrchJKT8YQb4Wk2lNVQHvHm0kGxQeAxI
bohfxllGkHX4TObAsLet6tilkbqCFC6QyI5vXlr/jOLE3QFQKf3BridMkp4OTnDIjyNCWGuVVU7/
U0NeVcDDLfvHxJui50wmkMTVZ1K7nDWJHfVFUBC8XTiYsMScv4bAcTfCdLpj3Q/WEV1xfzOLiS1k
cPDICCTExF0YEtsYMLU9SG1rPS5nedD65Y6+XXAXDixeQThnfoyC957dFVdqVQSbJFxgb1U6Eorl
WuUuK1veJBLHJwwjqqFgLNPqLciH0e8UAcsjxqRt28X44+BQHNHkf9QYJY714AX7FEn1E51p93oq
Ri9HsaqfbdMLiUHLEhwneuntalgPOid0IE27iBOGsaKMxv8JYQraGYG9ab91FFj2rW1NkNKMsNZD
vpCqhk0jJkV1zAiuIfp6RtJtDw/lMBa7kk71wU3Tm8h2TVKgKcGjWWZra0qzdZJiVdLLOT2gGQLP
pWT1NOclimuKWWAqHPBAtOIamXZOW6cj0O7OwG1HMu22i+M7elZMBNB7t9VEOei6KYxRbySAxcGA
EhJ9tONjhqtANsEeQ2V3NcJTXYsIGG2Wu2sDJRbmGigLXfxOhnRHFxFHFimh8Q5nw1bNDjC7QKc9
obzuNJheAKbFugF8VtOlwSjB2al61HurxJE6QiUNQIluyyEYnxmOwP61OUmXuqM+gSSSjcb2eJto
/bQGYkXCfFxFe0yD5oXMP/FSOKALCLNzcQPluUh+VmFo7BfHpFdVOHG8gpBclKMHQ0+zA6FVp7C0
n4tGoiTPUWPHqnsk1zk9ZZbZ+x5ugY2tLAKUPNm+9k7nyP0UwF6pLIv1t4HXtCfy2r5H1p8S9N6p
vVll3WVElHaskGXvImFFMH54Ele4Z+VGNQD/RBY0W4JY408h4/hK6xUEB4GByqHiO3Y8pScqgxLb
u+v5jRVq67p1rGOezzo1bGs+0lLw3l1ZCkDuTnOx+9G98byQgc3g8RSWkjq8m8g9cxpeWY5TmNtA
Mt3OQezcjBOouDmio2OHdbfUYvapGXuLoi01u3f8pNjiobxaBIxzD+/11oy1lT6Fzo+YqS7i/iYG
miZGNoyaGKSWuuFIDFRzYbNG+C0D96Rah2j4xTjpd4IQkcX5LVauor+j7CZ4md2oPCRurx9kGRpP
ZPQ4u3ROgXWSg9mxtPYzR2SULm91gMIwieHBGjqJaiAESCYkqgQsSuEmz7o063ujttRV2NXU3FkC
Z30NnRC3uDdr9cJyTsGfhQn0hbCc+Ldrhxj5zSTDEXhT7W7Aso5/tWTu8vLAI08nA2JxUM7D9axp
9S2RVOKUBUX1kAAYp5ooJs6CPR4NFTlEs+MwS9Zh0na4VWfPheWRGsaPAST2OQmH/EPPHVrzkTMm
N/0UgTtc0FYOmWBYqldSlckZby7T/lQBmdq4YyyeLaA8n02XAv3F9FmcRCLZmJHuSw2mrAhuiiHu
2Ho5cZ91oCjqUruFJtbGYDu+Urr7Y4pR0M6si5/hVIbyRB3m+IZpsa+OmkEYZucZhHTZaV2cKgeX
/SZuNPVAdpVFtmLe/kVKw8IJDsJEsoYxIx1Yqt66BqQj5C++bpdAJQs79F6p5ZpPAEvUJ7QJ/Y0f
2V2R9+vV20FopHSBeIKdRVQp1iuYNTiYTQ0ZEOJCKM0c6ejfp8IPSBq/r0DzX02RbhIDmseki4YC
OE7U5MyqBr0llUxHuW9uom6RBXvh+FjMEsEk4QvodK2/v5cZ9Pa6ge6W7Cgw1WszjTCVsQvw36pl
xcNfz5UYrncNvim4EIBW0x7xosCfRnd8LAOR6fshnzzgpfOsVsLpUnUJCxf3FVqfuIEpSJplGOhY
59ycMSmY6Ki575MqNXZWnlg7aKxFBM/FzO5NvQjTAz7GKF63vayJ9khr2NpzXpgQKT2LzgboZ16g
hBSrpmEoxIYQIZrMJ/RsngxyYFhNdq+gBOyrLgeS07odN6QhS4KTGHIj8ibJhLd2PKVktzIwo7LI
G0a3gLq531VId2MdAJK9p6URvtCG5wTtkV++64xBfysb0nLonydgJZLsSR8TsuE8TMfQmUpAvsXU
/tUMXXtlgIslTCDp4pPHuPeKhiz/PPANnHTLxFK2Hs8pJ3oydsmIy9cI9BHieV31St5GcAGUG16g
wCLPUn3iy8BhjFvARfswtDA54yBD09CjCe63tUPjaZ1EHJC2KU3Lfl0RGV9u9H4q7928GonWa1JS
kzDd8zSGgFV/6I3kj7UZxJijTfOJjgDseFjCNYtFBoqx9Gz1kAxEuWK6EeQySRN4o0CWaZemeqCr
qXG4IwtuE8sUQi0K5+Gx1s36GbsPkaxGIZ84MzhwLUN4XlnqXcraoT5QcA3Y5AsNXmrDesXYlHo8
EItqIqvCbkdgEGqxxhZrfQQDvGpZSK94D+ByjzRnU7hxGRpG04AbvRFVwPCgMyVOFXyo+kuVpbGE
lIACkA4WT1bdJ9aTpENPAIMy+SFUQvikA8SSHxMgyqmPkeeaU90Edygs2HdpBufXpPNpG9VLMiQz
L7vx2iLIdmRYWEC9Rl56UA8lDdAcuAUKhik6IhCzn0yV8xA0TvWaidb54ZhRco6qUNCGnAaWB71F
9dhqFrxwWMNAE4mYSCZmDDovT1YuOpWkmolptzPbe4hw/zKM/b+0ndlu5Eq6nV/F8D0POA+AfZPM
OSWlxtJwQ0glifMYDJIRT++P3efA6GMYti8MNBrYu2pryGRG/MNa64t4AslM5k1oJJujvSAkoNhO
hedgxCHU5k86RVZ9ZEY1vxgESxxJdecDy8IALzX4QQgI5gfXQnKbBX71pLygfy6jMCMgm9jCb5qd
maj9aeSzkY9IkCkINCm4kdFSmY3I6Q7U0YRjtC6ZwbFmjvhWKZIWTkHb2eKEIyV75Crqib4YyqQ4
kRlbHIcwSIeblM9HHc+sOD4gnvB8s726a0o+ncpryz34Gk7dUqVvbKd4OQPLVs11FqGi6MhSTTZh
olfaCotriQDtF69Si/U9mTjufczO+EOL9fNNKrfs74gEZTFP0vB+FbPALBFNA/WH3DU75pvwRSM1
v1ZOxFh4juzhacTCxyoqAbBQrCdzwwWwJ0xzuTE9ghWjpu1goDULmyNrXHYU9dxApc8fM3EmjI0E
6lvfDAdeA3S/98RNtN5HWQ2Q7ykafYaozNXXCRVvEtQhwCPEUnCr1jU0RmUXfnXNxmU69GPfnkyj
A52NcfU86oz3gkuu82HShAy5g0E4e2/h/4F0kbDHCZ8n18ojuWGba4dzzktaDhGzNxwAZsIEztr1
Wy81sseB5/var9luM/aU3Zh509EgdzjuwO8NMeAGXiRl5/V4CSaYwtugaZi0NlA3jbOqAVNu2pYH
zoZO4saTwuNp2+xcScbvKbZNpqQAwl19w8JUh5vCKTlJGmjjBRvTCnnzKPtnKHR8FtdgnuvUQWzg
dfCPSR8RDOmQlrqdh3ZgIyK8c8s+gTShEFmRbXXes8vTfSiJdkypy1rvs+JCoUrG6HaE7nJb1IOY
bliFcmWRSw18zkX9R/FQHIHeO0dZLN6+SD0elYkNbQxUpoxxOnNfmJmaX1xz9KkbBy4pj2y/o+uo
6olCyyg2lD08vCM5xNSmXWiTehJUXJhUh/aFNl5eVT9hjewyeGWZEMj4i8W6Z0Z1laTTEUmJd9OH
YBMbxoIEuluMs5SzODOa4LfxMicB2oFV6LhgUc43dTBxxhuNIMEuGT03/adQ7f+Dc+7w0959gkn6
b+vX/ktgy5Cn2fgPeNf//KfntuZ///mv/Mt/AYj+33+67ef4+S//sIOZOKoH+TOoxx8hq39+dZj1
69/8v/3D//Lzj6/yrLqf//5f/7a0LetXS/P2X/Bmqzvlf58mdqs+m/pz+BdTHf/BP+PEcCP8G1oa
H9Wnb5kOkpT/MNVhtwNDhqweieF6nq5alf8w1YX/hhZwlYRzZ6NzNFEp/XucWPRvEctPb0Ws4TpA
Tuf/v5jq1u/+L6If0yfgLECCjBaKnXD4n/SUmSebwHVb1M0hAZxbmlC6D1xndvB/EufYvvO/iA0D
lqfIvAKbxaOPMPVf9VAus1NkkA1xkalmHSNsbeu9YU+EMNR6qK+RRFW3lxVOvzO2sTHdVTz3jEAz
TQyznZtuHDDIH8mY6OxHlQXDq2sy8osLqtC/5uwOb1ySHXlHIXkazNNXMkzWdNyJw8Q8fR8QC+9s
+86t8q2epFqN6VkgY4QxrFEsahdGvcr2iL0ugVpte8LW37I2IEyMSEE+kPg62jXw2bUOdTuRvdMr
NA+DN6YsGmldmmPF9oIIl6YlkouurCXeoKySG5cf5rPOHHQoxtDRDLSzMn74iWcDlVLVP2GzmH9o
vAhQCIuOoBjsBsmB72rdLJXjD/sEfc+nNVbLPlSlX+9x35KoKLTK5FazjAyI/oAsulnKzJzJL6dW
3raudP8SHRORR4Y1aFO6sz3EleloKh5iC6/D0q0BroTeUX/xng8In7r0HSbeyhCioSCZJx2wmAvI
Mm1c9M302uVJj5fKzvznwUSbs0GmRkY7aTTDC8gR8ccGWfoL2Z3qdNBOQHxAtRCLDp6cHylzLU2m
8QSnockJQ9wEweJBlze75cvATSY2tZM4jHJsl2yWWdbttc3ngel2MEB3YZ3KKV/Vg9HEts/oALt+
SW3klaxpgB7V373jLnB+hkBbGxjz3ZtPJfnstb0EP76EfRr7YVHcah/7wnUKmIPSXSUG9JfU9L7V
0BJXpopAfomhN988s+vvldLY4GcGhVksKsGKnIpH/gYWH/dNCnaTNapQ+akaXDGfQ+KkvJNKHGP5
8XprTb3V5CcsU2Gdqtxv0abZVmXEoxeMaOFmW/3oWVWAdGVfAqgbl9UaPg3+JXEm3SK9Khprp9jL
4hQrDZNLMZSEgOTTEnZoskhdQEXqmyelRvFXYKmH5MMMiOsgibJoP3Kx4Pty6ZhQSneTEaOMDdGc
1qVz7VOrZ/9pmPLRD2XxNg6FXZ+hFhSv/uKX4S6ZCJ/deLUIgZR3pI8yCqwh3ZE5zve1LaJSYpVA
tTrYKZbie1IUwMF6c1dUMcpc2d3qoF7ao5eCOmlctP2UiKGHgDDvlkclmEWzvlrnYDzUzQNKKLDp
LeTfv0GBy2vHIpQPrjRXXDvZ6yxX0DewOiiXAQ1DV5DgyAZfs571Vq4TZGqw9dvRqecvZ6oI4ltq
g4WhNWYkt6ohXAXw5rpMymcw4cxJzO/WsbPbIKRlUVXN4s5n80Csx7q/2LYyRfBVDapa4BSC3qUn
tkfjzmDwfOdnARkbOmR/sCVgEJHbDDKeICGL/VDMei452I6j3tOhRSpU9UHyDyaeoFCPiJRrfRak
iVgDQoULfklhm7swrwhfSREHotgEzCoYZHnWTWq47rkjI+k5ql0405hSch0nbm9AOGDl/DLOq9aB
gFiGkGQBsSdBpDPdwSQmPkuNtvgWC0O5EwBbaI1paeq3pCxJswoU5ek2Wmbjpa/8JTlEGfv1feqz
qCLlgLiFPSfnMh4Hnshl66N/euXb8pqSBNN2W1he2UHyZjLxZFzFkNeWNs1pOA8PKceN8TJlrRSb
NVaX9C4WyPWOoi64RlbEFm9oe4aYYA7COc6ITnhAKaRYjnVIwzaKNpvEiiSvJwYbMkDQ0hDosAHJ
i37I8yXBwqbqQF+CPc5fQnhrFL2iG7/AaDC4MjvDxx0wCHh4ruwE2FzhdSi5gu4LrRrP9ehXqDWy
ukUFU/eCNbqaI7vfyFFwzaRFZ1Un0tk5pDOK1w9dJom1Gx1Z3NYBkz0i4f3iUMyda+77fIqqE4UZ
coogtPTfcBLtfaPqoGPD57DOG6oaxOHEmab3oYOicp+vNf6+QLMabYCRZOKE6Iy8Ax/7ZbsRvd05
Gwc2wwN1/oxsx56XV1cjGd5YWB/fAzI2bTjDjkcgBYV7QXLcwsEtSKcmpYTKY2EpyJOBVGZqGxjH
dv0Y+nWXbmuOXZuSs1iB7qlV+GyLvOyjXCLxltcNCWhj5ns9ASbLdAVaTi49nCf7U+eMNzjxvRG4
0RjRURZFNv1ioxfsEMLFg/Y0yvqEj79yznmad9Gl4b2Ltu0CC2jnIYW+GVunYKdJUhttdAeJebMM
lRvsfc9DqJi2KYowQs871FEW1MRQhqg+XS1czLja7/D8Gx1z8ATwUbAVYEjQURU185YSECW4DMxO
MTsAT6N7i/jJtbTNx9YoyfrwWyaXxKSZ5c3ScXJuO7mgxe0TlRSxy7GPD5e8wAenjewmhtjNziRw
x8+26e3p0sC/lse560NJnVT1oFqWlGMNowjd5MKZu0P9UvwxVWIi7W+oTYir9FPj6jrZrM5E6jSI
9qqEmaCTJsZXigc3Q6uR1EwcZqQRO595sNxxNQxk6dnhF0ycvtxpJlxXj8rIPJGmjWK5svPB34F3
83llRJH8+n7u2MyR9Hx0yyHi/atk/8QgKAUMjajMRqwVUfCIMPeIyJl7mR90O08E72gmtUxTZzKx
HWHDo0sXVXHLUMrtRGqHEwNmK/yaUONwL0dkgxfCqc9J4wYkPJf5RbkGQCQLng8e4l6rH8am6qUt
OY7NtvvyRxcTy3A7CptQqolWfohVGw7vCCaMd8EqeRcQ8Z6LAawd6SWdV2QntDZmLPNh3yjwnG4b
0LGiH2f7Hh3DrjqVoTuepY+CZoP2jj8da8v88XxyZEmuCpDp2P+IdUvbYFOyMHNZe6Xlr4aREUuW
S9vZm9nvMYTZVk3ilWQB6gnMFlczHyNDejcWTJ3qmA0tl7JfkM4Ya/JVYw57/8VRwbGW0X050YxD
8wl20mydLcObq9EFJqumkVB237mvTU8wzpeUQBvZSAXgL8wIeh4wn4XZaNCyjX5Ej8eEvs6WhCm+
xTnXN7b/6Gqr/NOh1gGowbMQW/5Myz3ApqR3YPLNJny3FCt5hTD92I5y6wsHlhczAV6cHXFAWDSJ
9CPoKPDfw7rhUGdlXLtcFCzsenpytefh6uEp9RYvD25H9M+kV80BYC9nQSOWRvZrbSCQFU2Zw7DQ
ZvI22wR9LkFwgu8yLccaiFWxKT3T/WHuUd/1hOcdLWOa1oXFP95a7tstAD1M9HM5xI4k2k7kLvmS
CfTDW52tvMxoAdPip2n0Marx3AcGwNmJCxU5812PAx/ecZTceZrQepMBGbqFICbdzyUAizb6iN/f
OJRZO4AtQ/ff5aPeB0x3H3Q5Gsc2xWY0kGVY649oLPqnXqblRU6IG1hHiDjP+8dCj85AJVhOzLCD
covdmDDXoeq3WdIQwoAyJSB2S7evLbrSDQP4bYv0GgWOqO0/YsBWT02E3ltiEbg1YRg+O9q56Tup
+YtBTd+Oc4AzlIw12f9J5uokSZp40HR7LJEavz0pszAOnVtuF9arW9ki/nBGA8uZ5+9ILLrDjsMD
palNlomD19GCkQBpQBtde78MsUgElqN6nIX1QQEP6MZkGHakN5kOwmBvPqcNLz2RKOPW05O5pdyW
L4tZVw/EKFDdlV20l06RHEeDQ0BafffrjQCV3YFo8tZMCKCYZUt0J45cTmwUBn4fDrupnRAupDUq
MgMuC0dwyfi7yYoN7cF8bOt+V4Q1GYyC8yU1UAN2zoHsOsJXB4pRk7yPGG0M+VQNxwObUhQdHsif
TF9DmXdxhsj4gk/pkSXHg4XGmwR+x90Ihww1X9XGYUpYOkrr1Ynyc5MO3wI4qwYvtKlYyu1yy3cP
xlTsXSWrs8rUc8nHChODuFjYW9CEKLb2xXvU26fWgfLj2l+AP3zYZqXRUWvwoXR6BIqYc0iZ61Dt
ZL3368wzAzgCdHe1Rx7UyBN4S8hmtQvded7b66YcuSvNR1AJMLLWSqQIIba0wQyafo3qrrjSI0ZK
srmhurNPna+a/Vy1FoKWcj+59R+MBPNp8jNGvVKR1KAdgqOGkdH2RPxiqlscu6iJN8TLu4d88tcx
kf5ymVDmIEEhQJfDlSPpIwumZ18yf4zTjKH/VuWNQ/Y1A8pb8KKs7wV6s5pylED6qsMH42oSpVB+
NeWT7IL7MbcemoF4PZM2RexkXyd3eeDfE3Fs7Ee7oNTiLOB5c+wfDSSHnUloRsBqmw9Ri0tgCl7r
ko9XlJuvDiui3WInOg4wzFwMax4/GIR850E0HCQmDnRPDbllaX7DZyfZkPf6HhpE1kXTfeuHZJuJ
8aah5xMe/PUK+u5gE8VLhMzajE1oKlypn9wgfWMXSffUJ84xtIt5n1tG9ClBfNSQzAvJgnSaqlMl
0GDQH0CPkaUf8Hs142stohukFbTATrhnTvejuUwyMsEGsfVb4yQ79zxpuyctNLyn4Eu3TcBQtiPM
NAhGGi+LHFlG49vBcW/9qFyDpN1ThRz1jNXuJwdGyY6Mf+XVvkkWWNjuBtm+aaipBUYNoG/IQBPr
3bay1TcYnvu5PS1O4O8qaSzUDtRJl5IArj2I2GjrAIPcGajT0aACeveaKmaQ7B/Ggbcc7sphRgyV
w9aKAvJ1O/8CxuI9WRYUsYH/d1wRFOb8HfmBuvTdeA1tAviI5oyii2FYD3DgitteIa8i72ZPvwA3
JjxabZ3FuV0G5KWo/M5OncOAJ3HTo/JDZRSGV+ptQXdPaVuMxpvd8Ev5czXswhwLR2lWjypIXa6i
0n1zKM4o9qpjosxn6FoPWpHqOBi8ktgbCQMbejduUcajpfpN9XxDsEl6sHF0KK4yAvC9WdGOp8sx
VxXMmXyg2fPdhSVsjULZJdI6tLv5Bi2hs2209apGme2o1yzqVyMhhxA3jjgiQAAK2pIyTxbV/GFD
bo5RBALkTul3vFZOp8wpRBJPQ6oBe9O1bCOEFte6MpubOpvrtwIJxEeaTQqWkyjfeZrkmxRBz8on
vw8bJ5aNIOI9raM7TYbF5HZQU0WqJw5xPdwpqFHkO9bTXo1tAX55oKwmrtp8qLLp26q9bR2ZegMa
BiIN8iVe0WzbOykJ4uMXGc/yMFvGbUdY5JY1Z/vWZd6DnBE28gDfkNBBZhzEt5vOR07QRqV+y8FI
/dja4ZEgTM9lmvAAxmgTCcXRRGo3gbglfpV9sTjmTykxAcwVucL2eHUW2tBQz6yHrfBdm2VwDGzM
OllBKHIS9HuQPeMbm6fFo4vw+3Mbof632kOI+vPStxNS8vG21OnTWBT8+gk4U9nNGzT4BzDYX8nQ
3C9YH4sSL0ljtfeIQLw3f1mzkc361ar6Z8ckdHJBXbtFcPnb4yi89SDYAk8hMxUO8KbO5Q+c6fFs
MG/B+EJ0eneeLfetNMbDZLvewXMUY5JWoCT1eFpFuzrtyLcsyqW8zjI0XiKd3RmsW7YhIyaCpgdv
3882b8s0hsjHaxBaZIXRGi8pTFLbIA7dM1M2xfQZGWoMgEjJOzV3uRmz/MFZI5dtmb2alqwoa80Q
RneJJU6dh1AeDWv1JHZk50+wEpFJjHeJnD/q3vhhSgtwTwyEnM6Uaw0r7q1RT4oXLMy55abmK81Q
brI/v4VzujUio6F37pg2YCYddy5wrGcRIkYHAA4VNaeTApIT/pYzK7moEQli4nzdQqKBVsHMzobp
DCM8QuFR//Y39KGfXJsBa3njg/uuiT3Bt+a3ce0bk+9NWmoX7FrLvI6gTzdJM9WrdyJ3NholJZpO
FndRj9wRC4COaosuHWUXH/kja7J2n6De4TgY0uyCu4RbzRA7ssm3FFjPZYByCmx6MKUXUA/6Ma2c
E5n1GfQGGeWx5yw/gd/PeyPkVyNR5C4ZQGcRW3OyveUZy2MC1Xjogq3lTXin2mOtedW04zFHVro5
TA0xvUjhQf1k/f1sS8fYTANSlmGNSw3Yt4LMBdC3htRBrHZLe09KC3fsmK4/foNXsnV2iAvc7WQl
3nOnOaCWbLRiNwJ1m3VCb8M8NVFok3l9a3b5Te9NT6RAgz5eDi2U8tbx1Q+gB/JtwDvWG1RN4S5l
1L0Z6gXooE/twVY35UVlrbDjQCA0O/WosGYmXduZ8TrjwEYx/pqmtvhQPTj63VBrrquF56yYh/5o
SPaCABIy5KxCbnvTq5hP1ubZd9Jzl5JDD3Xh12zYdNoMDaV7UNH4KhjT3XplarzomeDWefgzudNf
7Ie7KOEkXdtGTiVAcTMTQeLcQt4TTBnJ8+CFj2w3QjQIVs8StCW8CEfjTPx5Jz+mEOFcZJTMIBYA
bgeZRpdwjmiVRpf5R7Iiaf1CooQT9CZopWPhZARg2v4n0cL60jbzL5rCfdOu+jxCek4yCjHDVONP
Y3VYJefyOWqrw7S0rzrKvjDzaBTU3TGhZfxUNuVUjdJg6KwSm9Eg9nhQ9Tk0gxd4caehUOcSPivr
ucaOoYps55JhpZGt+mQCwp8BJDRxRT3odi6T+fKNw4F5XWq98U6qnR1YV+Jh40rRaC4OqfUtbI4N
ky6XEUBxsEdxgcKAsqgoEImPDvMpAA8mvk4owFbf6EtkZ865RHx+7pvhF7QRq0Mc529V+o9DL50G
kGSIg0uVf9ClmbtJ2ROOXXVTz+KN8DKCNacMI02VhQBzu/m24VYZIIUBn4suxNKj4OgsoABYdyg7
/atmbPDUDuoi2X/fkehBYm5lySvekCdsZnyKe0JyVyVxKrnLG7CoJmcqq/t7xoTXHBrWJseOeljj
Lv4kgfkri+ZYeAspxOZVRczciB3807eAjziA7diT8tXpIkRdUf0ahFNwGiasTRyhJisKCPGDKFAS
lm/K5awZ6ZiimYziKQXx6fN2OFE7vwRTx6iK9RtyMB8dEypWpOrPfl/ZdNk4VTCblo/AzMUzjUSP
L1NbRytVYj/0zgNJ3+EllHN/DTrrLPuieqk9t/0WgwMuxEZzRH5uuc+jvqU3LD1GpP4n13ODO5WA
9NhsVY0QgXTsXhRXV87jvu1Notw8TsG6a0GFYd5jlOvVXn81EgqqvV1G3yHmYbpU4+gtYXo3m4PF
2DSKdjX7E6gsOQoh/BvgAbS16y32FAlL950eWxyyxdIfGE7CRqtndMg9vG4vyrdROH+rdolu/MWW
HiPNFHNzNX7UHaJXILYh0L9RTmzDk+nAmIB8XZVA4ah+HL9CvDAfo2j4Wkrm3L0vxJ8eX1gZGyFd
DKnANuHargihbTeJY+4yDNTISiBLxDyQJSLdsVSvtBAEWvg1r1ifUmt6xmJoEsaNEKaFv9pqWpJN
wH1bX8o08ZIVBI0vaHDjWfbqCeUTQViW57kXBiyM5pD0NG+uT8+ddGb/V/tzSpYtWOUNo3MTnx7l
30xrhQBRz6eBZpenSHX7hHz0tdIvWduByZgfuf9k3M1Decit+qkNmygumuxTlQ6oSHIg8IW4LjCE
bcSqKI/9Uex8eCuIq3rC8npgCNS1QAS0meY8Z42+cbk1t0pQbA7eUP3aOnwrLMsBsOsACpP6G6Iv
H6vFiZ0M+p72x/oZlgfYTlJ5j1mBhDzVYjy7WZRuJ7hj37gcvMOQMeYjvGJ8TDs9brFZz3eLi7iP
dlPulrGGHBYk6X6AhPEKXTIWVv4VpSHhx2T5ppa1Yx/PCncx/DvMIdaxlzy0k5E0J6sOxcYKiRne
qcYSTFix9+0nAJxPXSncd2uofrI5/1RN+lASOrgb80EAK0uPg5ksMeiLDt0CDMclyH91jcyoS+a/
ftJ+4Xoo9mYaPqH8abcdpsbnVCTpR2Jlz6wHr9AHHqqi8gHQKrmtSj1iXOn/sCTkjTT0CUj5dVrQ
dqfoczuQLPZr2zivDN7ElvnmX431mbdYHPyetnGT9+FnViCF6zG+coHhf/KWHnj3orgfwQQzWPPL
W2tm6wfpiClOLz+wa/U74ti+6tKSP2bXeX0sIZicmtn6DPOk5MNLuIaX4w3pIa37fkPrFGU3aYil
QdQFoegkOImieBzYAm5xpdr04fbqrgJpEtguPmyHD+iGSHWFAtE37ppphDxnNheY8HvMAftSMgmt
zb0ry3uJM+Y+WCTDxFyX+2BxzlhUYFiZMzFYzO8Er9GJwu80Cf+Kow12Ljn5Pfmo+fJnRjy/8YI5
OjQRsXHwKtq4CTGHtsr143LoCPbmSt97yXDpicrZYH38XYrs0bBslgG9S1i3S9WWho908t4mnCjY
HOFnkMbr8GK1xmGJCOAP5KUnlDyJjQSnAkLqoSAvfnqWJXY/c8xPeO4lpie43SSuuw/5ShTN9LHo
iv6IQ4dVDQKjMxoxB0gZ3NJSlsy5AAlvItRGjyRuwMac5ll9VCyk71C082XXgPp0ZSMt5VdNSc12
Yf5Tsk9Bf58737PnsOSKAoGySnbh2Qx65ySiBtn+dPJBDJwLv7XfcAUUmDLNhtTScNUWgSJo8Aoy
UEB5MeBY9rN3J+2yW8aI82PTDXR/CTUaw1wb3ANasOGRn1V+w5y3MPb13t7JAhulYyiaL8DZRrgh
PphCxmdX2OxSZIhs0dUY0aZ0lCV9MLMbSBD6AEmAUYUb0Bx+TKtsZvrItYfPDeaTWZmwSe9CGm+y
vQ98QpezUm11Z9hsq7mNGcsJFx1u6wqsQ+TTbbQQ7q/XcXoxdPhEx7hikVzzDnkXKTpdaQTPY9+Z
BoeF5RzKJQ0eFtHm3CO+cL+cIScwJFBB/TcS7XRkzcYEp+YDCMQBWzVxizEslmDbNu5N5y7GZcyb
v6P2QNE6E5DdFriT71FzhnndP2m7eI3AQsVZFWQ7O/KOLAK5PZ2UgtWsYXzUUUn5usDChu0IX7bp
XvD6L+8Gyqy3wV3e9ewCxoL3nmELtL1zU2uKOKRRnP1ToZAQ+IWX3Q66azvqLmQHGzispDqUlQGO
za4CwGiLmP4IhfkeqtvwhlkUfVXf4oDDy5P2rDxc99FobYY0NovpYAvad8pY6RThR1DmNYvcqtPP
vCocN8vENB0kFWWt1REIHLeT37z3vcvYcEoKnz41U5hR2uFvsB4+Ui+HvMApLUy+nNm7u1KzL7Tx
zhw1Zqzn0uX52dJrGDCxqij/zswlDznW4MOkyXLnCWnsRtSgce2I7gwN2n1l54TKV6jXZhD1VQPL
4Wecc05Ex7mZihR7iNGGvEvV6GzssfLevAbWGDkFgo3Lop+7dMkwFJv9FuEem++EmwzSSikekkKm
99If/iRJw1EysATGQuKX+a1LTKy5s8vZO5pWJg9I7Hgwe/T0vj1Z5E1G6ZoNLJaBIauZnWBe4gAw
Wg3ic04ujgLdXs8a6xF92G1PnlMFGC0WJBGe3JCnr8AnCK6rLG+MMegZwJbJMzISUoZLlelT4ff9
rYU45Yw7ce8KF6PlRB3FYZ0f7ZKwoU1qyZeg6iz270R0eNxuoHOMr0Jax2E2f4s0kVvHSB+yyRwY
6K3cQRNr/hZVbvcxLBiHeXzX2UQd0GtWMn3Cc1NsqVAqrFO2+VRaUYJR25jEe2kg5a8acelyZd/Z
fEJ/sHOnb9T6IXJzuxG8All9MIVNanczkfcwh1SjXp0jpEz8uX3BBDZuG6PMTmRLEoUwg4C1YQ4H
Y4j3FSMwkySV3g0aZZHNwswb6xvDYC3mchbPu1Dq9scZpRGzQp+wHYBGsCqmk07vyQvt+RRbqIwp
zNh1+2O2F3apXkrMboBhZzVsk6VS207n837AJHMNg3D+W9issbyMzdAQJWvDniSblLiGrx7/IKYV
Z34NC98B/iOWGOVu9pbiTntlKl98S9v05E3RBzoWmbU8o47xzkVJzOEaQpT9gVi7HJcA33LfLuGB
xOH2JcxdXWw9Ahdi9Dslv3tkAobOaqAqM6g91AiMC+5lCewF5iKb6YJ2kZmDQQpa9EGDPCiOOGU+
kmJUokvIf5vS5f1qCKLdFU6iNw6BFrGzENQHRaCMJQTc36az5OekquxYUuttAnLI7oqZJIhEoV5y
x2ejHoNb3OCQf5hG4GIsqClCDU8budKiWKgrJLS5GIudtjApouX1jDuQKe5zhHLnxXBzFq6GWoiE
IKWEu0Bb6JYSd7xb5JLVLJkT+0+WrNj20jYF9L7JLq+GlSs+9wggLhQ32qS0W1h/5lpzXdVtA+Fo
zoz5bLqz9+7raF1XDSDm7DIrz0ui8zjPOD5iwuHRc03ZhCPHV5r9IAlY2WWsx+5pEC0tV7hESIlT
syBwClm5Qf5Eo7dj2qNFtxY0ySxCm2zv0af7vtGf0SbkZuwIh+rVF19Vt8zXrLWWF5XwkWjGNLox
SNHb+XgScKvP4V+rmKYL4YbQ6WdZsWIldGSTuTZOMJtBdN8wK7bTV3NW4+2QMI1IZXiPhiLCwcYM
jTbUUGRxWLJx+X10tEvJ7rkpib0nY2hcV6hF28eFb7eoR5b5ZLcpuvFavNGyDbC+sfApN+fqHvxz
J13Wh8wisZQAuk/KRyx3/dlmMoRkzG8Y2rlXRERbHIKgLhLDd7GTZgEu2KB9NE2md7ZPvDYmWJDL
nM7hfDT6VnH/4HnYMPtzNslEO2Uxy42HRkJM8WAGO8w4YhKuPwT+WuRaNvIWWrY/rCDEITF1+JuE
EWgRt0WctwkNktx4wsv0M6PzYYgSVi7upOy5cEf8DREblbhMkDGs8x6spRXcko1SAO6zqfMurFlr
7F5uBz9QBcs2z6S5p/akBkRmggVDA9v2sD++klVBfTUvTkm7jALt2UjEckb2jHRgXJVCfZHfmyiX
DgMsgE/infNX3++NVwuFhBv7kY7e2fcWd6aLYZuzwoz+MMOlHbKH6S4bU4uZRbUGM1mja2XMyNB1
5MnsnEVYWa/ZYmeP4HPcjeGac0dugzC+GXEOl9Qq/Wu1RN+NKV7yHPEDrKCfErX8cUYFh3miqTaj
ia2ssMSfAPILnid766Mq6/YWGy1kH075BSbqpWfZxMzXeaQfvYyyuCE7i7Xs6lrbRArYMh0pNJhQ
fKdu9NQxNj9pUhimIc/u5oBRUpB+42WZPghs+nasMbrPx47bDbOR3Jpo91iSNbspK3ZuUqgDOuI3
irPgUU+98RFBzuPiWwmJJOmGROIbDVkKYZE8d0jcd66dpMdGaHoUR4Rk4xB0RaQwD6mDM0zFeLpK
ErWLrxIk6XmejHddO781F9eJfKSOtBW1lnzPyonkFTZPe+lm7xwuiN6wIZ9mAXAmt50MoWwG0ta7
wzXXvwbKuxhkeOVyOcOLZYihcHphKEEkh+yYCACscciEWEbSB9qdfUMzqpx4KBUTE0bJDAIWl3Sk
2VrpWqY4ehGLiagrb1QBCGdZ6ke1ZE9EZy3bsY0ORIWD/iOLlQ9yQni2E1MmNJ+LO+v7Eisruvkr
d3rzXQoreedgQT9DwFTxODMyPRVp1z1AHuIntmvLb5m3EwIWhXjzbcsZGSSVTh7cu5jk6gMzdRtw
bsW1s9IgZ30um8SkBeFTsTH/B3XnsWQ3kmXbf6k5yiDcIQY9eFfg3lAMBsmgyAmMElo75Nf3QmZb
NQOdLFq72TN7z2pa6UTg4rg4vvfahIq+H6QDgqYrjOSZ3UJxG9Xdj76WSehGpYFz1yyc7LDBs5ND
69nLY+rVOIHpX31EtFM9unNiiYM5daQPDbQ/18OQgjoDnMehlyI35YNqMd3Z7PReTU6Vv2vtdMvC
cyXzb9mWyITbmcA5VJeKjoLR3qVJf0rRpxr1R6fZfCeyMSDscTJpOENka/NaNdMrcF3ntR3w1A1I
AhtnXkhPK+VtPHld84C4eYYnEljddLTnOqERAVCjJ7p+W88SI1oUDYAM+0SvCkBLTKpcX8VFNH5N
jZkDl0+KVfqloT+/snpg1eenh1hR/miMggTklNMFZ7pxNcfXMvFUR2Si0zy3BM0+ZUye8g+nKeu3
wZSqZ5Kv0v4Uj8nqECFv8zuMiwcgHotg157xaVdP/SgGA3hAVFXfwLMkxTbluuldOprA9ew8Nceb
NEcHEUJTWKObqm9s8xzUC6cKzmDYjkU2w/oDsY/hpstmLwCz0ajy5KLtrEIjdW0HU0cQ1A9VLyws
fSp37ZtxLrH3JCv5LQ/OXNEEK8ArkHLcWYn/HmGY+41ev8FS34qan6TtlndIBrnSII8Tr3yQ5L36
XrIysV4aXLvRDgPQiB9/XC2anK5dhu5S2/6pS0fp30H0wUJvjL43/rH2LN8PTV4Ub5XtD2/TvOOa
3yesGUlVxCX/SXDqtu7cIo2WM/J223kHL4YMJMQRZC9ii1fBcYm5MboSKGwFT7QoFGcKuvT4xBOF
dA53CWVhoBmHUUVsnyQPimS/a+rHuf0tdQz5HikmeWV2tWkk88gySTaL0HeeOnqAJhbxfFm41BOc
WpyYnJbjHA/BJxdpT/qQxxxpeGJRfnOmpH3weisxEbsaYgqHmCDmO0LRnB9Fhi4SVYWfv65NmqOU
6eq413xSKZ/cumAnaOgXFbdB1/3ZMYAwhKRzkZx484HDJlQ4ewmXFI3SNTWbWB1cRH/mtUw6bwl9
mkkd3uLcbB/ntrQ+SJM0ssM6Z2TB1CCPaHsMQDAuQDiW4shHhF2ImaL3wcEpvPLs3xCVOqnVgFMh
iLbH2ZOCDjwGYCJQJKVu7J6aaVXpj6braBF5ykG2VSb95L7L6qylTWo56X3RDLZ7kHwG9k1fN+Dh
uGla0YM7C1Faeb6Ww126irw5NZzc3MeKCwTjsUjXpb8GdrE254n70obJpsZ53k4il1cErzOUqzZx
+uw6OTbBmynXkDQXyeRF+tS2wQfljB5Ga9916ru0jVtWZtSHAtQW3oA7hKMTrlRsJWy72fB+xL9a
0qHLLLyQBfdaNh2BIhcXJ007dRPkriSJy4N9e1glPqZvQUn00cDxp8vEA9zUuPvgEG20fFJw+iKU
R118H+XxnN4gb1znt2wAanbjWeQPmw90LNm5eejBT7EoXYmP0ZRzaLBm2peRV5a9gh858PEalnJJ
ZnVVc1+DifnSTINlhYSBA+ac0s7AgFsjiSMtkmiTB7fmioflFSHakd0pFpAmW7riRJs6/pQEKJkR
QHIr/sxnNj1FUdEUAEeafIWRgK73VZZlYrl3OaBOTKd5/AeNkwpTbh1AC3JU7f0YfWsWH/yu8xo2
WW1RPyUt4b43udmZW08bSSaWOsGvIOHMgmNlNeLTTJFUQXKApI3Kt85EK95uODDjggHSwX/ZNkCL
IG6QcIpFJOZ6GNNPfOY+r0wei4S5gSZxLYcPTQH6/kSzxZ5vu4LA5zeNg5KPFZbbRzaHM+pdWjtc
Q3xcXBDSzw3St+makWtfPIhKoFaRmKzTcECFKfkN0L9e5tIlhRiNdYBH2Y/7b5LouvnUmy035MaU
jMCEU793buKuEdOJdvX0hDh67s4EPgavxlj08yua1ANxpxbBGBiFUVp9H6d4ru8s0FXvkHJzeca7
ZANjmC5pMUmcRsHTNK5zcfFWidqSJGU2xGOadMmFdlK+nBV8AThnTstRCgm++jwPYCZ4s5sINYXf
huQH/ZR/28URorKgVfJ9wyYpvs6moVwa5R5J2UnfeeI84tgYr7JpWMZcAjarRxsN/0T6Yj3wgbDk
usdMdcunBI0rSeqJmTtIH7OR0HvIvEMoa/KcbjOigEQIN7Fg92HIiCARPAe0OLgs/s75FBVUNcyq
OaqgscqzY8brVxfhbsI6DZb1JNTsPwdGMDzUtoWUsihaq321DL5j3/Ad52mo+tr9LGTpFGcrK3rF
Xq+wSNvlKP2V1zS33I/m/pd6cdKvAooOcmFhyNfIfgS1zL+1PgZp31+mYCLquJBpWjymBUbhM63v
YYANHBceIsGZMwhqSdt5w46cWfUfm4ft/4LX77H5Xr1V3ffv6uFz8/+Bm2/zpf3azXdIBvX5hftv
+///ZebbLHu2cAWIcroElnTx5U3fe/Uf/yAhDwedyRbIdjgG4fb72cxHqxhxtI1kjPwJ67/NfFt4
Hhk6/O9fiXt/WiQxMfJzL3Fd4X/8ZWIYqpIXbj7D3tLMfMcJdsa6mM6NwA9mX6VLv6DGZXtKnSC3
Eam35RVodXdrb6CKrsKFeqT/QTtDENW0bO1WSz2nhZ+/N0z5IREyw8MdNEhZCjXjg0bX72fA1rzk
iSCgsaAx441A7FyUYT7UseaU0Mn8NFtN8gfmMveNb5Dj4nGVBuh9U8FYQK7qBvDl1NNHVdhq4nvW
HHnbg2nkhssjFhmHsCKkFHECsc2mojsATRexA6eFWzna8fvWt6Pl6lR4PjjlJRFMZ7vtQks0yxu3
k0v62rCr1D4aTktirNF5AaaLdcmQ8LuLkqeh6JEep8Kv3uWllW3njPU1WsPp1gkQfkVO0R1N0RaI
at3qgX5W8Qegh+VWkt5yD18svbozIcvoMXGCIGStjxZOri/R0Fch6aUwMbp1YruQ1A99Us53cVnA
NrLsC+4GASGdtnXrlSggLQUaky4VAGzZzvZ1mlJ04ewdAvZsnUCc0foI/Liq96+LlFxmFW7qfipS
o77mcSzugWa0d5wv+icOW29brqmuURQP+FtMgpnRiXMxQVMlFvKB4MD5a8QtOz2fZXkl8n68hYW8
nIvcEO8a36seV0lvlpsVKMMOdNpT6Y/tB1Ln5G1boD85IM70bpbaiFG6NF51U+ZixtI7Wo8+917P
Jl7P0Fs3x0qdr08rXyZzc170Zya0dD6xyPdvkMLQv7fGrRXYB5yyjDlZL/Bx68NsFILvx2zv2kxd
oXNBUOLG4oZuPEHyY45vIDbFB88he4D19IOBieyOPpHYUsriD9E4YABamagP+dhycm1a+Gc4+Y8Q
J5Or2JITsUPCbi/dDxlzOBy9RFw9IH/c9eLQFJzRPLQwBpdPsDVLg3O4IcksBfTgRxNNdf4Y+pm1
+Ka468OCEC/NDUDN9LykvnUJOoGFqnHF8kBXwLhzhpy7yXUYuDTNl67kwMcNun0FBwSpgYPr8Hpy
jehNukpwQau0WH3iqACytXKZ/jgsc9yd46QA362AzPk0ojMHBRQSkrsqKa0HmIHre08ang82rRyb
6xDH1n3RSfNdGrjGekkrmsXstbiYlJ4prDcdFA6PqydixcjAbTMLamA/2gb/ZRvTXc+hf5eJrG+n
Zp7DKgbYfXIsYTzZsUf73ra9i+n8WXZTa6JwloqdWtY8pDaAVP7IeqCDa4En9DDuXRwEduWVFZqM
+klkD8YwIZs1p+qu4MiHCQgJPrc2/ER420VLeD2pvRg7lkSdUT0Zz6blVA/FuHXnJ2W+EbK2mZTQ
6+OmQVlxcKpgunHlKG8cRNU/vCWInmIrKrvT0ij7HSIaxc6coG/rlFhwQc4R+oMa9EvUPbbSt2JA
XRaxVbT57fxiEBb3dSDr68b1kZ8eemUUrxHdLbdDkaHJzNJNRj73PW5o25H142pbxlPt2l5Ihwcl
n0zi/mKiike9zS4Y/8BklDT1uPE9gC+YJ+bh2PpD+VmNzieYKu70aFaYjt/R2Uq39mc2+eI1H9dC
3jM8aXqZKy293O2M9mB2WYC807ZRkKRcU/Xsre4c/IqvVZHxzbktVLWCq3OLts9o3y+QAa2j8nMo
qg0WvEvQl95NBEgVvfyUF68QFXv35tjiiy5osnBhuohTGUuEXHMCNMFuhxKMb68Ubkdl3ODj6NDv
EsR1B9K4vy99AzwLwImFehxRCXOGfVP39rOXeulbNyjnT43vtl98do4IuKRhX8donr7/77cmf88O
eAEb+BWD4P9BwIBFcOCvtyT/p4s3TEFFts9fuIKbb//xj+0/+WtXYkjnn66wyF0ybXYnZuCQivHX
tsTwnH9KHCSIAx1feHAI2Hz8F2SA7cI/YWgIdiUm22ifKLd/UQYMKf9pSoJRQWiB1TNdW/5vMAMv
jf9/7UvYqHs7ugB1W0d1hAM1LgYUeAsL5vufXsR/7YF+Tun9xcgbO+HnRK8CO7ESAyOTZ0KZcuPS
+b9JE/nV0LvUFs7tStC6y89g0V+bjvG6sBCD6j32lhjzU4pjM3h2xc1YfjYnZ32g/UhHcSnck97o
2/bwp9EjrGM9x7z8bI2IJGjFpt1Zb+TdBrOG7zUvPtDcda5GmMjmJuFZgrd6o2+/xE/PzR3xOnH1
UpxRZ3ns0rL15Brig97gFMDPg3tgIibhQmMdyhxES6U+TybCWr3B7ZeDrz5GttYzi7ODzBrX1n3a
xVe9oSn3n5+be8TZV6YqzkXANP65SDUrZ1eT/GwNm1IMj33c2696WQ1fnSzlwlTrseWuMCMUnD7c
yuIMouCG0/i7XHqaQ+8K02snJP4QhLGTDfNdzU3/A7a/38QU/qLq5a4ypcI21C28lsT+2jbojtkk
6L2RfVW6bsQ9uM0PifII4j8kYaMsNAffFWY69sj2ai8/p037iK47pkEym6HWk4vdp+ISFUh7iFtv
2o7YigYB1HbUfPBdzbMDqpset8O5W5biK/SXmLAdO7jRenK5K3qCIMDQ0jA7y49rc+SSQ29Y+2VN
Rj4CpzRjWKzaqMhAZxwx6erNJXJX8GScuy18A0xcc3bp4sk+lOOs++S7n3LMLdW0aVecRy+Gezun
0XHyh1bvdYtd0ScVt78oXvKzHxRMVj7qWQ9ZutZL3wfRrYBYsd2vMAG48T7RtqgOC3lEmo++q3vX
HsAx1IzeAGYb3tXNrd5T76pe2KLKVmDs59QeH8oIU3lXNb+JzfvFXCV2RQ91PTGJr8vwmiLPJFnm
c0LP5zfx5L8afFeYrev3/Tw52Tlz3fyPzjXJ1gz6rtKcU3aVuZZm2qbCJX6nT8N1qgUedWO+6L30
XX0WEGctGgbZ2S6K+hTJiis0V2muP2JXoBnaSojXZXTqMAwiyjna4zet53Z29VOpNTOwaECP2O6q
5uaPxMomvfLZzgY/7yMwIxEc57TZ2bLBhiPnvpYQPU96D76rHjV6auGKnGC7KSZ0R27izvxJb+xd
BQHOrEpb8uAoI7AWV899Wb7WG3pXQBVWWjhkDN159LeU492a3ezpfeF/UtB+2s3mZIcI5OHZucQC
L+WpE5pPvSuduRdYDVhzzqgHsRYywXK7YWl+JrvSAQTTLSaom7PVggztE1Oc3WB51nvfu8opIgMd
zFBugrFCFJcIiqb85NVT3ejt3pzd8ubhxWsSeiLnZFUECH1IOkfv17R3pbl4xjDTHs7OtbHcgnmz
YP2u77Reyz79vZFJNozeSnQZtCrDGO4j2bR6m+WNYPhz2dcmra05IYtvdGb3TWaSskKY5G/yy7e1
4L8jQ/91rrd3pQkQI+V+YUjPsZU8VIbi3GNCpdR7K7vipE9poA4pE06D37v4xq/0DlT29sf8VJfc
KxftyG3sOZrMoxkAHx5yvc/vz2Tgn4au6JjnnI6T81SdCS+DI625+bF3ZQlTjYC7lssEM/VnsF/V
Jw60iV7N27uyJKuBx1YyOaeKhq1v9AFRUp3eJmWf1F0Z9KlSAsvOhCIFSXNOElNvy2btStIwG8jW
jiBxy5qxTzdWQLvAqvW+bWu3XpqZKbl8YfQobu4poCdb1bbeC/8zMPin70QRtWUgSQY9EH9mUUYm
R+6H5ti7miz8FLPTdu1kFptINlbve9QAerVj7WpyglSDfJfBPSVRKl7sWvMcaO2qcpA2+/uFz2TK
uIEJgEQMLuFFWlPJdvP6c8lv6e4qGXnfpd+aBzglMHoCY9L8Dne1mWWwmReDvAybNBm0gnEGEJmb
NL1n3xWnRHgK4PHPNI7pVZFP39sV4Lne2LvlMos6rgUTpsLOwETDFSVGFbAWWoObu/IUaBFHwhoI
dW1tvPiWqY5W2SZ65bnP1AYPMMTmwqNvcWFoJt3mo95j7xbMrsRKFMd4lxyofNzKBOPTOPm+5ui7
6jQmG6V3QkpgtIDIKPBZ+HrbZHNXmnE9VVNOntUZLD3yymuxrnpfibkrzY68hAkxONVj1AkonC8z
Xm7NsXeV6XmghIxtXcsnbM8JUsDjMJcPej/lrjDB8zmkfvUE2QzBBlsaT2Pga87h5q4uk77A22y0
DK7u0+VSjnrbHnNXk55dD2pcwdKoerlviuJhHc86rwMH+ctZ0OyQXJGczRNvSY6HXmuBR8PycthK
TEOPMovdgz/fuJYibCs56T3xrhaRgVVI2UdqcXVvy+nBWdI7vZF3dVgsjjnNRIieW6SLb5BfPlfI
L7TmJn8vw0F0HOe4ebcXLd52/gPGD63pg0u7l+96Fg5abBiSZ7G8i7dwRK2PDvz2y3GtgjzwrqcM
LWF9XRD4rSsiFb1XvatChUFO4UFis0Nu/AXBMSDoCSe93ui7MiSgNsc7sH3UcPLOqw3K08cdpzf4
rhY3S+AC3Y/B46r57PmNdZ/IFXiH1vD+riCLwCVSJGD4ocWSPCbzRcWGo/fs/q4skVGbMDrYvxI3
1H5YCXVwQ8cb5KxXQf6uNmPTzA28GuwdCgBVEGYzf7nqvZddcdYj9r+xp37K0romCPyPKdASzZe+
WydrQAFo/rfiLC+eWB6XudFabnx/V5xL5shUYL85O5V/hQvRopiZs1DvnewqNC/zrHcdZlmEnjCW
PYT1cKqyYdb9GHdl2pkkH0HN2vaCYr3Li+Fb1trijd7T76p0QPvl2JPJvGW9AxG8wXD1loh9cMEQ
FfYkthnRTsj72nIwUJ+Yet+KtytQsGe4ZWYGL6b6mqQPq5Fq7epx2b6ccAvfVrQymbZyv39d+IYV
usni6b0Tb1ea3rJa5D0O3nkM1Hg/mCZBp9z36G0jvF11ujg08hJ7TJhmXUwokqhulqmVmqPvyjNH
b85SpNwQZ0uJsE6tN5Ei71nrO/R2Jep5jZotlTITRtN4dLx4OSduNms++75Gse3gT+4I1QvAQ8MG
tMKZY77ehO7tCtTErxZ0VeuG/tCUr4I/Q9uJt9B89l2FVpLcRASkLgCK0dz8icXFAOH6m/e+fRv/
s1Ho7wVAFQsdsIPMJaOtzr5667y+xrUAwLBtsxCmgqs3Be/lQMSvotjH90c8dmfdsXqTB5bGkV5d
ubuirZfEnieCysIycKunVkAayYng05ts3F3VmuwZ2xlCXqiGGf690c7XIvHm11pfPnExL1ogKXs+
T6KEDYEZ4o8AWvgRB+Og+d53VQtcLpnzoXChdNvZFbqB83pslXrSe/Z91ZZloGzF11Pn4FmhWpQP
ky0NvY3Mpoz7uTlkVIjFTY83U2YDdswGU9eDqaSh+fD7su0jYSwGw5NiW4et4VuoqxG76r2aXdl6
aFt9N+WjmdrkqSVP7r4Z/UnvZOfutr8F/psAsAjzWVqmt04vZ4h5ruaGY68QkqZVBqQWuiGZhy3B
LJX9I6lTT+/FyF2tpmOcEsTLi5mJIThFpldfB3Z9et/MXiUUmL3j1dtsWUL4CecJBk7nru5vZsvt
u/6b2VLuarV0lhyIbCTDeCBPhRBrTE+Ypm+0Phm5q1WBXi/rQAuEKoNeCUIaybUoNT9IuatV3N4i
GRKDZ8fXcFLmVN4NrtQTrWFQeVmrbt6C1vNKvhnsIFe2Y/6R2Oo81Hszu1KdV1h3/kAo7pT2wyM6
6Pi0Olatt8LudT2lwG0D384Nu6l60xpS3AK5cPWOTHJXqkOeV409jS4G6vob0SfBjaOyWm/wvawn
Lv0iAVshw4GcwFPs5MMlMQw9LSwa5Ze/KfHNMM/c2Q2Xykz+AKrkXDKvSbWu5NA+vxw9F1nnFKXj
hpYiGqAEi3NrLGQP6E0zYleqVWIQiC16lqZ2WI5Em8IHgnmnV6p7gQ9m2aWwgLqFsNXNI4Bt9+iv
WaQ3zYhdqY4AoDLHplRFXhpvI4SmWPR9ULxa1SR2tep7g5hHcnJDIriSO5Kg56MJhktvNyx2tWoX
cATmnGpqwcACFsNvafiYev79s29z4d/MwHuJj5/ZaU0EuhsOCaFxc9/2d7mcx5sc6/bp3/8Tv5jk
96LK2UtKaD9MZcKyl4+NZXZPQRks6W/e/i/+gr2UKBWkkEJP4+0HdfWqi3CZ08Ti4yfBYv7Nv/GL
P2EvKUoa1+ejcSHhNbN7EyTGFulbTV+1XpCzq9xqTCtivy0ZuoCmriAEvAsZMZqtZWdXuKWXpbYx
Chmuq59dZiAHYTC6kd5K4uzWWBsssMWyJ0MAwR6HwMi7oAso9PrLe2VRIfOBAyafTiIM9yyI/d5o
GLZeZTm7upWJabRKrDJc3GQ6V8Bgj04OmUvvV93VrTT9xO1XTuAGcPdrnXYAxmSz6m22nd12ONl8
LCDCvXCRzJUoCv0rKBK9izCcvC/XEgt8bBpn7PrgSjTf5qZ378hSWd5pvZm9wkjJPBpBpMhQYfQ6
28YUXDuVeno71r3GaDQJ2OOmjZQxBQLtZGRe970hAllPAejvdUaz53aTXBi/Xxacpv7qeZdoFOQl
6L2dXb3ORpNXlU+9IsdQH3zAufcroR+/me+3OeVv5ntcTi/OgChdx9TdvkoIUWN8LLiBA19Vk+jg
pM4pynu4P1xVxnpFsJcgjdxQZLaXe6HDdfCJzODmVQ24R++ov1chcWhb/YqANIA4LTSWTADkInv2
rPdD7ArYnSd3Nhs2yUttTs+s6t0B5YZ4qzf6roAlH8wC+oIfwpzGO24ViTbplJ480N9rkXx4SeBP
pUs4QllYRyLW+vbIHOREevdoe0mSxaV7ETP1hG1pr+8HPxI/AO1o9nD2kqS8cqZxlB7nE7IC3o5E
Tz+SGVL8pgZ+sZrvRUmlXZPiYvi8ettSr0eQUUevLGq9FfFPZMFPkifflEZCILUXBmqqo5sIWtFb
xYdq6H2We2WSgburMe0yCGUHmDHCABcaC/sdrc9yr07KWjH4AnhM2PeZ86osSvM+6HPvo97ouxUX
EJBfJYkfhD7Jk1scV/AMn2XS681Zu4LtTSyR1uAEoQfl6QYieEny1jzqTTabG/Xn7lkV1SvpKG5A
IiPkd0A55VcIOfV3vTezW3EXfAHBONi8d9dY3iMIU+RhIN58ozX8XqLkekkepHjHQyO32y0NrXDz
YxAFi14DbS9SglTVz4lfRyHZItZDDdDrYJqdo/fJm7sNsnSGSdlVFYUkXs0XopuiUy0zddJ7N7sF
t05lUEM/CUKH6LzDUJrGtVFFoPnm5cvPJu2dtMCtHG3t6OJuUuRbIE5ReuW6VywRwwQUPO+iEHd/
enZN4bxS1QAsWO/V7Oo1TSLyvpIxCtsaVJThGNnnsirVF73R7ZevpiMYLR6AA4fphJzQHTM7lCP3
j3qj7+rVm4M6omFhhGTuWM8wxQrYZ0n/TW/0Xb2uYBtNNsdGGJWkuw2+FV0mZVhaP6u3FzCVldFl
fVBEYdyTNm10S/7ac3Lnq86zY/x4+d6XGSbcdskWFk5hw34x2ncc0Yuj3ui7Yl3NpFTusBjh2I7z
R3uO81tSUVatRpEX7IpVeBkYi6GJwmpd7RCK+as0KuuL3qPvapVkEavt6ykKAY40Z2sB3zevSaI1
i3l7SVMESr0x8hGC4CibM5r/7AI/SE985O2FTXbkDLFcJfGEVRGvN+Cy27cbnERvDvaCXbHGRFD2
RewYIdHlDoKPaYJEbg+pqVVQXrAr18xzfKsVPH9pgkGjhRx9cESaahbUrlxzOVRznzDVDEvX3iXL
kt2IeP7doervN5QsFS8LinXaBvQnmYVJ3LwhZkq8z92NB/3vP8vt2/6fZzaO8S+HB/Y3xksNetJP
Bhkfo2E2L7jchjCH45dCInJhkv/7f+pXf8mueJGw+UVJ9EG49N50qGNit5K17jVH3xVvWgOhTeOV
KdnZgj9EvMF4l0Jr+weu7OVrStFSBUYZx5d+kpMAOSPd55rGSBfqvZvtnf20sU+gtELCM9uLGqwo
lA5BZMRYac4OvvNydGXYgFm9GtJnHhenAbANeReQ8X7oPfyufMUgk9TCgH7xgrnbchF6IgSh5uiN
vi/eZDHc1CaZVgzsLpO6mC5tRtaM3ui74o2SwCA4WUYXuVSwq+zMcL8LEim1GkbeXvtkYjogrEjF
19w24NATFL0+uHk3a371ewXU2BMgFvlgMkhUNsnbHof7DdSp91XuJVAQyLxUmHZ37QclDMhZRCiR
6UDEgdbL34ug8qFyynzw2+uUy+7YECZ2rOCV6H04G0Tw55oCUOWaMFclrEioH+gHmieSPiet9rG3
F0HVBNzwXc7GNW2bD8skq++E1/Wf9F7MrmA7f8ymkvyUm9ERxR/Syppvjap+J96EFMgr+JtZf6+C
ygfTXoQ9NDcJmUnxnaRbtMU+K4cs3PvFTgYDTlXZZ+YdbG1PPOTTZPgXeMBL9H2C2bhd0FUZuPeD
CcQX/ltirIZ6INixGsluyBcHkp1rJNmXtprA7nm2OS/OwVggq94m9ZA35dEhU90kNGkEOm/MToMv
bBXuZH3ytv9kZgOZtusbdwZYewuBNi0fvMTLqlsZ+038aaiGlpSVpiY15a3ZtgNRy/milADBTDnH
Xwx7skhrz027zr4Zk6HIRIMQNsfP0ZJM5AcJYSR8dPXSRY+1BRr7nnzB1e0IABsB5lmizKM3zQhI
4qHm3nY1oCQ2S/bGIwAMpOs0E6rgAUpbZEfwVlckFzwHVXMT+IMvD7Eay7E+jWZRlPz9ybC2N2sn
CBWxTEIPP4ITdqpXfm0FbXqcYBWq+zoY7bY8TtPs+99KsmzbV14iW/NjqYrRNonCLLeQoRqUDfnI
FUE4MX8sfLJluBkZs23htvrC+rKCHExaQIREERBA7RDNWx7QLNsesTI2W8WO1k40Nuc4mqL6FWFA
Sj51sewZwZeGYctDActdLucY8YB8zMirz14F9joW14CzScMfFAny7lVvce5cfT8tnrK5bCb7xAJP
bk0iF9k/9INTQIFM4WONb1fyjFQBB9Zz4/Yg5zVurolJ9Men0lEL0e8pqkIP0u9cVjDm4B/LCcKl
30wka6JndIC0Y8lbHOduyYqRtpppLUQjRHPlyewCVaqIyQxcNwrtYa38yE0BZgai+Tw6/TQ9Q5z3
k+c2ku1IanID7yY9CteeARoQ/OkkN+5QS/ePtCdN8ocCOr1m5LAbK7S4EcogU5ObjNkMOpi/yros
ZdQTXJRBMLAggFckD0oCHJHJURNTPfg/TPKMoOKnGZnZwBr9oTI+GqsaZHbsoLyvXy34J8Y3YXpF
ecJFodpjkjUBkNxmaufqrlryrcC8ViXtGT95HcynpKrHYL4TKZC6LsxMz1XV2QgS5ZhkPzpJVJ08
AqSm7zb9huEN+MEFqryqVQQLdIg/wSiuvXPWK78Fh2fymXetl6qvVs87+tZmvd3EvLzSWm5J+Sqh
27lJb7/xW+47N2R8XzyVrpveToDEXwd2UIhv9TTW+RHE1/rVXvvs5AgyyRLbitd3Irem+FtM/Ky4
xF6QeKSmOHPSRg9zUav8fiLhUEzDcRZRkMcfB0ikdf4g1iSw01uIM3NaHKc86JIPZICwhSHbm6Q8
svgiMoBuiyxexvaEFDLO2pMoFnf64Bpmv36fjW5snt0+MMirUAlNZNIvHaHWp8SKWI5PBSuDRdro
5OUQJ5k9jLk9kB4cp004co/f2VfPHCFcXbA6umT5llCH2h+Yw5pl2migMCGRkANP8QlXXXxiQr0h
y9pPaaVQL4RQ9oEbE/Iz5mMNaz4gi/WwGqI1ee0LiKuPkqk0eNPZ1eR+It9JxfYhGMtO8GzTOIkf
heqc+omQA7/9ONdlbZUHMYtmeBWZmT1/nuIRKuIhW4i+vRSRHDsIVG0DKepgDkmZWuEUux4yAbiZ
Tm7f56NlwvwvRNU646nzIwcdQWEbvfUREutinj2Ru+LHYHAIK+CyxwS9hl5Ooz+0TLvvXrVjNhAZ
lqeESIeA2YX3NoHMYH7hZx2m6ODPEA1LsI7mFLwmz4O07/NYo0nhv/GqefqSOTVZxGjtZ5OIGSOu
iNS85ASkk20l0GvGj27iGO3JVnI1b8xUKNYLzx1JVDHaKfq25MWYPJGcOQ2PddRK+8K7icVXcstA
0GKbkH78zEI/AEaFv1vG4yHpy2q68VuxtjN6dn+jT3I/xB34UYmxsqejN5BU9SwCq1ZXs7P76WNf
TIK8pFamSQ4tWs2tmoi5nM3xaWiZZx76LCk2eI6ZWkfLQ09GHsRKCsChr2vryUuEGg5VsaSEF8EG
n4sPRjS4a/3E3j4jM6qTgZs1d4vXrN55IjNyvuOmz5DmASxlP1yQa1tiOUT0xgr/UG5hqF+IeROp
BK+eTDQnk7YjpeYwkCehcugMcfKYeUPHlB1Fs/gMfKyoyhPseWUB+Cy9riH+xmaMD73vBf1jmRN5
Ul0SM0ty/1IBDSfp1ootI72za6JjlsfJH3ObsJB+seP1wVlXfqtDaynSJWleLmZknmqSubPyBNDV
I8WsbbbD9UGtjtE8NcrvKTucmYvdnteJJh9hZ1u6pv9YtFP8KTLqjcQ7d8qev1v87Wt08Bw7G7+J
aQoQpc29VRE7b8yVugrbJ/kkNswIPj8swcl/Yw4W0tWY5MQxOEgC05T7I42It2jDhpuj4JkZkPxM
kPFpYISmDZ/WvXRuM+bZoaoSe/mytCt5OZGdL+btlrk1vauKtR8fhLnUyjyq9j+pO5NmS3FsS/+V
ZzUu0pBAgMxe1QA4/Tm37/xOsNs5rUBIiEa/vhaeYZke/jLT7aVZDZ5ZDCLcb7hzOCBpr732+uqS
eThbWCwCdSzxPtricZ40HhCAa4aQqMRj3oAM/GWmYn7Cql45rwb0P4pIfyrgU8gr7hVfFW9a9QAU
udcBF9B5RUSSvgl6fmYuaIBBYkxXjzoBVaEr90s7ly4HY5i0cox7B6vT3eSEI5ZkHwn57Y0XTIE5
ZHweglsg4t0xR2ZJySxwOsOQgwypcE8i4HlzDy4PHEkRslwDl4exohBJ2809yODYysFOKNjw6szT
mH/JKvM1svtdMZklHtGNr77xGizPCiCYpvKeycgrD1gXEMDdNgavYIXTzQVynshG21bWeN8WHAhZ
PDb+Up1YMCK3Gs1Zj98jmbdvBnwTlPQQYYMewCMEf4OaEwc2r+UR4BxWPTXWsPYDGEhJl9hvvZn0
ccMVCT5KlmMbiGkJvsdzvuSZAqoOrCcK+ohkWX8QuqgAW/M9uMqfdNOXLtBiowtCAFimw4BHK1vK
MN+xEudYJHgjtrPCOjgCQIG5DmTAgNkwKJTFcSkamR2KwmjcwXqZyRlnDj968hqsjVsgjteor9Yi
Ig6sIq+ut3NPgb8Fwld42TdhkcV8i0thWOQy0wh9mlxEud4E4J44MYczj8ShaE2XOLweSJNUyN7L
7jpEjasDErIburUg4AJGFI0dfxzCYlYYedT58i2zoapNvBSOJwbwV93OvzgW78Stu4AK6sWy5xb5
z2UesKbEEtsMHB9/6fIKRIN5bEEbdCdwUuqNx3UefukaCWagm7ugL4CpXKHBugd9myNVdMnC8Ago
SMdeEAQ8+x+2ww27rdXARkDLhDdezTC2FEdYoUKM26F8nqLjgBDv4TuRth03LpJLmYlHg/jufTYC
W/FSS8RuAHjtN8XdODme6eIOg8rLU13qut+jH1tMwLC4Qdg9KRc9008rADElG0+NICCCEVaH00PN
e4oD/ZhPkh2WvprKcC/yqsHgaVk4RgDDIg37IqauQG0kdS6eJiwiuD9Q5EqGezA7Gb4FvM99f5ot
CKtvoNZWtwtKLXYOjQPW0DgY92buDIZOvFKVHCAt8OuA/lp8xS5Ozev6G0W6VHVdQ4SgW1XhPXzL
NXDsOGGxjDNMZRHuYYaS+F9j1jn8dkFCwIziCYgctgembOoOaEJHw0MHelzxvnAV4eNjqa+X63Bq
G4G3DRHu7SV3lgpRyXkxtS/ejGMkYsOD0D1UMpf9WbnF7O1GU9b1A2OyEHU8AjYl9o30ux6rgPae
DNxY8tpk41jvdDU4SEEe3TZyHgrZ5/SrbobJ7LDz9TMQFXQhMbbFEE8lqahO3WGs3LPyTcafWtk2
PtbsiMmUlCaSjzMSpJsD7rLFS6BtOGCowCDlfbx1NNAbKjZ11labkfVOnY7ROIR3Tq5nelTgY4T7
yk5Ng1GEmTdXHphJNo9XQGnwMHPwOJKuVabDbpNnGlTlSpuT605FcIesPQH8RtYiej0HHCky/h1k
OKaB3xlrrISTj7S1rW9D5u6kBj5s40o95jrFiLI/bRDUULRnHD5DpLdHOQk2ApiOfFt5eEOPwrZB
tmHgVqDYDUvSnzNkQK9hpCAZ16dS+FOzknmmeji4y2CilKLeba5GmK/0wRQWPdagaDqE0htcYbAP
27wMrmYWRd5ZAJLVpGAKVBIXi/GvELCgyLonUPbq7iMPQJN+MSHpyTVYlD4QYxNGlILrXCJtf6P0
oMZzMNFAHvysH7DmEzO6h9JXZD5jghQJFCC6Dj5/rbtSztuoBLDpocZbjFiHypJ+pzwUNdfBqH2J
o1VUhcUIxYhycQEXkNqrMcCNbgH/cWaXVge25D5IKrDzlW0JVNcScqRu0gCgtX9P5PhF2GOiJw7Y
L/lhxo6I9BbR9XDBoG/8+u/9+b9Iez3N8F6Nqjg0MzLx0V53r+q2+/cGAJDtDGnlJ8WWisGEOCfZ
A+sKHU+a9A8AbWW3/9a1/zokFTKr+tbrpkMflORIi6Z6Xk/Mv2l0/XBk/QP959cpqXwiKl+WErTV
rikkMHyBRaYi8VV2AGlAYXQNgYt5OgTUwWO/CPgYXWRqf5W8Rq0FdBGoeHiQBgimOHrZOfElVwuQ
hGrxsBFFGD9MfSMi/ICWfp7taN+BK1DVkoZgvMDjenF42OpjPpakwGOt0RNz7dL8Lsk1wLfwjz7g
+us/fTswSy9DjsT4Aw9RPmyRuz7Me52R6XsHOFqd1ghR+V0v+J/0NYJfdEYgxjxgbRd9AGJwdo5N
2QE/kXolcbuUdxYyTMwy67MUaoITGTCYOfQzWOSIwyCJWXeJsWNMekPY4Kjt3GRa7bnwKDsHY+bU
CfgD82Q2/lADlANBQAGee1XSJsCBbBikiQakJWswIK9hGJzMFSICChQPYI30x9Vf1jlpmNWoqjcl
EKOgGQN7V4UpVcUyYcXEukN3dQCE0m7MFZkeRKfR2wArYxTFHGdNhkAuVLOo35dd74FPkEy9zXWR
uABxdymIHkJsRO6AFn30QUcdr0QU5MgDqyc9tWX645X4/4HSGb/UYNTXf4Cko/9ja9rPNxzK2/8J
UB0Itf88wT5Wpv0qf46vX23df42vJ4T9xWPc9wL0oMDUWV/5v6bXoyj/C4Y2Ix5SxLij2YZW3x/h
9Yin95nvcvwyfPKQCPFbGmpl8X/+F/4f13M55yTyAraCev470fU/MqL+/j6i8wptmFLP83wOiE/0
67SElY5b+GQSB1vOAfa/R0cBbAXkDojvfHmaAAmMeQW94gBOY30IAaLbWyuvMG31m13hzyvDH1cC
WBANgG9bP/efVwikrdQiy0BplPV0ADkka2Lql98YOFW/2d/+4YfGPaSeD9kDQKNfFggMW3kwLhhx
GNwM/I12Q2d6nrPA2yOKgGwlCve4zqfmCpWbSmzZgd2KPIitpUDlAPDKNz89LTd/vd1/ivn/Zd3/
8eF9fA0o+iijkKt+6diVRLMB1iRnP/QOuHFLf1dlexg723uoXuOmLpBdYIYqVWAw1QmwJcxPOzAP
TjyY+h1BoOBpmfsJKBCd3/GC4QS8JKI/jI3eEq23qEM3Ga/eELNAmriDiPiZ2d4P0kggAFcuZ3/Y
UUzv7w12aZDDRdo7wbOxIthYAQuZEcfSCdPCPBrQyuK+dearrBHKJh29+NWBL075ndAJBFM/Mu8r
0mNwqyuTYf2ELYemBunx7uwCLw+KvageEHFe8Kvc9cSmqgCdiap72yItDjMGEVY4e9WN5hCEQ/aO
9OJ4GZvxnpB5OPmd099EGLGMh4UENxBfqgsc/XXirspUYWWfuoVa3gtYVp8xd7lho4kjthToZSB5
CMCoSx/YS5uHZQyzU7os4mViGU2RhrXmsE6xDoNLUPBdB0xzA63yikbBSjozN1koHyev8DdsUWAy
VqE7JRU27SIRtIBmonWXtgLeWzUVasOKOUpAT85OIebbY6wDDiQMDpYfzlWYeBobdzs29rXKIPTH
Y5+1ezR1GHh2yMbmVB9b4y633UCeOwragVHuEUKTc3GU/QTeOb8KQU8GTocD9pljq2cCckovq2Sm
eJOrBeY5ASLkDgzv6Bg0hZ/2WQc6tHJyMFFqYINKESQSRdyhg+NcdJ661s0o077tdpB6PiourzyB
F8OyRxj9IED7B4+WIEcI8eqF7hNszC8AqiNP1S5LHC0BOPHBVO5bsUpEbm8AxDHkZJsGuqfE91ro
1t0viORAu0HYGOdiN6lV1F9qJDTC6qAf8qLHeQSm2nNGbXXXecAwDQ3h71OROzdciAnxIINdYr2W
uUjhLj50RvU1mgDhxZUMJKcAC/Grht5zyqHwHfEvAWg1WVgcCgePPWKr82eYT7I7r9VZkUwQv97b
BbAAr3KLa+4qhrlayu5KbLKABwUOblpYU37PEWUDVQ/45ZgD8nhppcfeuVhAHJYzbQ8NVKIbzzrz
AepCuxtYI48D0dFhCJGtg2zE6W7wtUXIN3pMe6vL+q2tFvu9r/NsP8k2BTKv/aCGBM+u66s3Zpr2
ZuT5dDAWlRb6W9NFaN9eSlc1N6J2xosROeq0yZHdiTHGz1qG3W6xQ+QlUtGIXUWLGvZycZdH5KN7
N4MpxguDSn2P5e2j1gFUIBqiPdFQ7xKYtri3Eg6xBEntXmrJnowaDN8YLgLfiT0mh4+euZ9mMPKt
dYc3Nstrx13pOQjAHJ1sV/UOwMBiLAcQu/wD069Ibytsor2NhC4dW4hztfCzvSJmfg5nchxGGt7Y
9jlYf15aVPbGAJPVnGRToYCW+tEjQAqZJdrPzYysNv+CU9qLnzswwywlC2O94qUpNIQ08l+XcHF3
AJx84pZ4aWOAoAU+bNP44EJJMMcmauJyqtO2HtSWzuCPDcexn7daoMsyXGej3XukQqDaSkzDM9nZ
ITbOQ+bKExU7BgYrVlrSQUF7b7LBJAPhSafLlMxbwsWI5hI9RqE42po8Sw94pDYWZf4cOkWCaI6D
mcYUPptTOdutZP5pKsLUdnC2PffjKViWxEZLEtA6LkI6pBRAaGY+DOghUBKGne2dhx5LCQCjE93X
6N54EPPMaC4USNaqOlIP6jcOkgp91J69FRCSO1Psc7ct9qhTg73uSQwqa1LNg0j8tqWHQoOJaQ26
gr3c557ZW+8e7QJw351Yj9+d2kE2TyCTvB9iByvs6JpTjjPz5DdJVmY3xlc7poDHLgq1LcIiHS3U
eiRWxIPAlbRlkCBkKgHeaVNxYJnQ8SQeeMMOunwKgd3uLdSUmHuSbIJ1p7F21ywPSDABbOq6kv4J
rVPIgw9NUb570VfQISWygXC1k2Mp06yortR8ARj6Hh2jEJnOTpOExLkpIJdYaaPLrJ14ziH+d5n4
0gIMaxkEkKkn70q15IQF5De+FfbDhvvLkSqihIXUj5gbIGv7zwcZEpJiZAx1bTlDdutKHJ3yq8nP
mrTH0iEVe4K7WSWsczawS8rCp5vBj17oosEVnXc4MWJ8PeAbdEHywzDtmgHseCHa+qroZgs9lqYy
71PQ1bp0cp3uDn1Lgh5Pr7Eq+u+sKq57C+tMV5EXdPQ9jKt3YF8hc6oYH2vr97Cd68fKAccAKZx4
pwo1poRF+BrK7Jvr++NtAAQi42GUVMT26UyjKwDg6GbyMgiCgy9B9Rvbb1Q7IINW3XHxigd3MWrL
qvEZ44eJW1bHuixZoii9J5hlR2ZwXly6mV/47IOmC7xuViwx2FwT9Ln6SAwMb+Cs7StCeCxn7Exg
pi5I6jaP2LtWbpiYkG2VkXs8Kyc/b+treFQ2Cu12TFjjo4e2j301j9g92u008rupNxpdknkBl6/B
mjDGONxZiCnFt6FxzqVPIJaqFPOwbTwv/EoBZx6V8hGz/S9ooQXonfVx7u46/RHQyUG7sMz2oAZ2
B9NJmeaulvtZ873u6B4H1ZdxGa7LGhpehdFCxYJuFwF4F2fdgurMN7EbYIAM2SR72WIrrCbvMccW
rVz97mQFXra+w8U1r1HXARDZAxs39DvQtkEtNFDXBUB6sQpycWYmf3GHzN2NmqlYDeiiIOMOxL8I
qXxqBU2W/ZXOAWLBdIq7wcKRb1yd3VBIGPHi4we64CkkeED4YgSSl0X0NJhAI+e1eqWdCzAHnKRx
3S6wj0kceq0HWqHIapzCQoQ/d5Qe0VwMkh4qKJMjSr3Qf+yUeEcnsd8ugjVp5emkHc0m4oCoyXDG
quKB4QKEm0t3k9NitXHnTdsfqrD/8B2dmHq5bQhc5wUOceAuo0tceKlTDEeY/CAR9+WpIG0Om4Ob
2mi6yxx6i6mSIa4651iL7srNBjAPBzwDjZO640BTDrwt6Nd3tiJoC5VT6s5wSzT0idrybvaCC8qD
xBmxYc3Vc9Sqkyb3lLeHfP7MC3puAK8CEXfXjBuo2GnjYEVr313fpmjuHqJMXbAmbKAaJiUF2rso
DmF3n6OW6CZ/0wY2ZhATosqN5/DFA8gR7OAN7bOjMG6iDfK8BFTPTYROniUHp5lvMYz6FLmJkXgP
8+4GnRmvJTuffYUKo8hzSp1LxKoYLF/Pr69wNjhLgJ6C4oqjyWzUbhknlC8Wqg2EYuxe8yvgfWbA
Wlubs+mvazluOyjqtn9l0fLmF2/SfDoL7j2MOMiEDatP2JQ3DbnJyaMaegxT1rFLb9CCTGcJrrgj
98AEw0BQtcBwFt9nG8Z5uZXDZznBCWFSK5zTQMdtJI+zuPvBgeZkM0HUlHh4SqDhg+FKCKw/ZEhn
hYYWGK7rvkG9AKYJvHWvzZyGEKwWqo5DplPcXa7nu9nHK4qjSjldyQ7CJJJDWmBUVUfTiBdX6FJ3
1D352DdBHwNm2T+ufTsH568KB3pYLNde/gouTkocVEVw6/UfTNgNXFGx0Tt4SlK0rrcRWNZ0HBMA
ATeLj8omSAYF7PWQwQTQpGqY0dfDq4ggtt4HfV6jG4q2bN/GdbXFSfmO9SxW+T0OYUg2idJAyh34
mCmi1rZ9P27lMiawVcdt9iKI3Ri7sbzawAkVN+gjm3naLxwhciVNa4WTOV1OAX2DAgRPFkZVuHse
bXTMO7z0GItRT0HWJMBMXmhVX7tk3MyMxcw9L0LtnEWdFlvjtepSrZy9Hf2NrSCkB3d+x2OfqTN4
occxWtIgOAUF2lKRf2kZ/MX+dUVfCVrySClMg6W99QwWbfU2tdc5usA2/2BdtK2nSznrtJ15ytwS
xVOWhNnV0JgdBSkd7QdlEoGblyiDFmzP4PeDhlLHyiPr0VRe1UpualiXdog4uG1VdFsM9UOZVTJe
mKcREYM6ws3RkRUDuOResWzrcbxMaG4kBiuDXXAImkX3hFDS770YLlNe2GPZTPezn/NTRgYv7ppa
HOUI49v4sGTRd4+ON0jj9XmwcxDjnJaOOnUujgdDtHNbiycbZ4XRab4yi5WmwkUOJYXLqIr8J6L7
BrBNsfvfGrEvFkOu9aHPlLqy8ONdGtrzl763BG1mmGBiRzgCjQD0U8Kxz7diKPlBN7V340Vz+VqT
LDrV/eqRaoLhN75W8iMz/+/HD2g4MIKB4eyBQYS9kvyqg8t+dsTS0vwgkRkm0gnxW3eoDQdwO0mE
XzTymK31CaZpl4NEew8EwKyFzGxLLF5rTZOt1Q3kdJgGfpQ80Vr9tD8KoepHUeSs9VG2Vkr+WjN1
a/U0r3WU/6Okkn3t3DlAKz8TOevPyKnKA/Y6QENzgEGPWmmO1k3lv+oQJ9UYPNbwEpFiuEZwTPFR
wzly9BycGVjJUO51Sjk3rKqz99wO9NEMTnUnhSzPTo5a0RDzULso0eBgVJcoQKBIsNaWdq0ybeHr
bUYZYoH5TFDjzxKWk2Gxzm3DJ/Mx1N1433r82RfUiTvQoeERecnho4rFkN+gLXyeWePBPzK+oelF
0FuW1WnuZpWEY3Ztc5Q5wH4sFv1zWrOdazSA0QrlbklgBRxogVV0aNNBh89zo7AveeNL3Y4jHs68
5dUBrHPzUix67BI1NyH4g4Dcx2Kp+VGj5A5XH8YI7pTjNmvTXhsYudiAxZT3XN8KPE73CBQdLzD2
eDfdWuaFa8HX/aj95h91oFpLQn8tDieY+0/Dj4oRiOTxUqxlZLMWlEBVT5dhLTLNWm6ij9je2LUE
JWsx2q5l6Yj6FD7mbC/WknVZi1dvLWP/tRAGWfOn7sAPGQwTSjiTugHAnfS/dFm40y3cdZtD1k18
kzP+MkWi3CjpH4pgClPR1QWOs8Hjv/5rV73v76/Mf/1rfzmxO0HtkaVfmsPUdzByMpyrSK29hES/
izH/ByLnzx/w18RAQ5aiqRVp4GsAEyUvd1k1jkAwh59N+btPRf7c/1hXAgrDU/DjXkLm/HUO9O8r
VdFX5tSsKw5e9eiElkD5OqzrEVpI/DAGE/qt62plK08cnHJdwpZckx3GR/mLO9H2j6iJ/1bL4KET
+OdX7f9PiNtL+YFZ9e778C9/6n8QCHeNw/nnbYTkTbx3n+Xbz42E9f/4o5Hghn8JoBBTEG/ZGmv4
tz6CS/8CAT+iPorOkGCn/lsfAR2GgIODzQnotBGk5b+1EfhfIP3zkDPo/x5Sc5Bs8X//Ezc//+r+
EKz1L//9s4BN1tbtT28QALyrlM6BYA3ATfzrpvRTe4/3WlhDZ7PHy6NPc9+YlIeN2pTwY+F456kr
LHVdQgumtnUgpnhB+NbTTzfrj4v600WsIvkvF+GFET4Ow8QaZrJ/EdHbSJbYHOZh38D5OCElE9OU
olL+pkMIrUkkFD1UhXJ8xwPdLFuY19y9GCOBxXdoy0dRs991O6MfIWI/X1Po+i5DCyciq6zv/xqP
xlkO90lUT/tOho0bO1WEylJCL0Q5UfTiBX3EHLV7F5YQvboGpmB40uISVvwJHmSq5GHh89QnI6Hh
tK0dR5fJMrXMf5tYn39nJMK2ihwtVIftkIdyh8QSiE0+nPMvDfDlZ0Vz8zHJEt3g1gdEPMZMAYKc
hzxCFYRwhGZPBuRFXLyshj3VGTz+smgnOjdIUvE9Wnz3AqDK4vVBYre+mLJ8UzY40abWzad5g6BG
Jzi2dQfLbSew0Ozh0oiuXD7CyMsnQmAsrKM5P5F8CsSuQ9xUu9LFTR/ryIKzQq0j+2PdUPIZRhmD
dSUsOD6Swh6zoX4m9GYQyutTbmQ+xUXmEEybzrztk4hBGo6xgMCkPyz19Nn0NIqRs91/w6w+cOq0
MTbbEsy7AvAg2GTjAcats4Cz4cWR6OWmXHNSJQzRPa8D/tAwriFKw+ihaMVhii1wPSw3I98RWD+8
2BeuPFA0EOZY+HSBja+P5jdI71GNSrTVINNMTevhM8zQG1q0TMY4R/WCogHv9LxRnVHvcDb6ElXf
APtmHUSzPFceEXID8RbnCMWUf4BeYPsbjYmZEoP7qhAJbSZ6HWZm+cpKb/B38zK7z60q8xba9uT4
aZZnLoi0TifOE4wi3yZlRxXj0KzOvq/qtIzaAGb+gJKn9ZA2bFXmVLcWhrAP5Qv/anGaqoFgOYlH
v6jRUNEczaaEBTkstcscOlcld4WfzBX0dnwxlvXbtpkgypSkwv2faXCiPhpqKHw70ZzGTKy2IXzR
HSR5Kf0YKQcUheNM7LvppylKjJ0deP4N/tL1oGMSONKnBznAQ5lwN3N2sC4uakcxaxGlU6BbPNe2
ah+wmjky5hnkMPicQ1onYBiNebVxWn/wHyzGoijgFa0LZQS7nIxzFSxZokeA7iFVtxN6Z1O14CTo
SAQ1Vf2MeloIRWKNI+a9DOZiSngTFKhOm2j5Do3TnhHm1zfpEg0CDqa267pDwAAITK0R3NtChlMj
DpmGrUbRRZ2HheXsdsbpDQ5KTFBg9kEu4GZFOCc/R0XYx4tbPEmBEqGavrCIh3kSzcjMh8j+Brfk
fWXo2mE6oG/0jpGW8QDfr3uZOvoxZFkSqKPJfHqpEfoO66WDvs4cPebL/B1TPj1MsQglnwOhtopP
MY7H6ZJNCGFjeKfKGmGHXHy6cr70IccEwFpzlUc76G2rwoskCwzEGKAPxHwbImm7CodjmZGHTjnx
4qB89V10TbCQVPBhokETk65EoeduZSHLtCgfXK7vYPpDbMOwmdHVPYezPXZyCvBKIPwv9scgT8nU
ke9D6c8vcGKfKNz/UcSKPeuOndH44hASAA801IPUH8IZf051Rq/zqMLKByjMQxdTMP8hyqH7cCa2
ASeJ4FMN3SpksDOGuMsussJbn8ukWLqk7tWJYPonZaq4RbPizu2UgZUdphrLb7sIdo+2XKBViAWj
VvP8ChjhV1lF8pZ0qB/AcHnWor70bnMdiszEPYYldg0mp5JZywz+uNqeWt+/bukLm5obDGDuLSZy
VE3cT4saFQMYyYL6KGm66IjpDLBvW1pVpyI0+mIaPHw1bI9PhMvHTLIrvia9WK9Koa+a1Piyh2nV
DnVKA/QqZDFv9CCmA/O6DC5j7BvoO97qQjxmyrtluj3moXob5+GYu5X8nmUtsOlZab9lLkYdA7/E
qK8gcGJOxsba7ZudxwTfqNy7E2aATz2AzW9c7nXuqLTJogdnppD2pLfLS9bde7yLaedUqTttFlJ2
9RYiWOJ68jv4RXUa+ssdxqW2fKkhosHwFkOi7dFh8MyBz8u1xnhZ7IQiNZzfytI+TxUGNnBciLCs
nD2PPpFA3GdYsWM06iGSWQ/fS84SgtHNN2vLq0BW1xSDARjC/ojUJyn4ttfqwvWQrDMhO53x7oyp
CswRgLzFsZjp/sWZyKlCNhhun7/nMrvW1MAZ78GY9w7zlUhCVXpJoN1HRxQ7PbZXBmPArzORkMWk
651bY9WmdUf1lKHX45sLQQsob1w8b4RhbsXFpAC6ndOWt9AVHIc8j3n/jc/5OYxuUVWG8eAHZ+nl
56YJU8jSflLYctO56lhTqJyh/81z57OufUhDbRWVaEohiMoWW/A0IECWBinUhfPYI3NvCvPrxeTV
ES7lFzJjSr+kiGCN/Twfty6yUhEUxPtbtxzU1yAhVMVVObTnKuswLgLlCEvYbu7CR7juiwv6GGfq
dfAqu/IRQ1I2GTx0xKA5J3lp/Z0sx3LXr3JbU813vT+1Oa7cUcmQ64dWgprW4ntFVRtlzYPjjYms
8hfr8EMLPB6a44cR/vNNHozBhnUwk1PFBDxYrHKSIDD0dnb1TQSngwPN2pHeHgurtzMth2T/hPmM
BHoU3NoWCEJFxl1PWxHDC7xbc3MKNz+4FS/iKXtaAnc5mF7vPXhXTqOjH3mH7Gt4wVM9O5gDgXrX
OETeqDBjaMjZk4PfZnDMwRWHs2lcYr93g/lSZW5Xn4SAob+n7IHAwo2mSXnMle8n6LCVn0uYn4zq
ROzZaefaVeD1ozylWOjC2i8TWYRiRy2ieGLEKjsmKVt6oYvAnsSmbkyQLT5t+jwrYY8IyAc+4HWg
BNAAHrXYy9lj6+UGR5foe+8oCKKeoW6CYa1j3WW7wNYlDGLtaZHukVSanObAucZxLHzGDMUXbPAn
1Zts147OJcvDaDVQz/t+smcsv+1NyWT/waNKxbC2XUcNk/EIAnIIlH2k1RPsGlsEn/uoATk/uznW
BpxDExgy9ti8VDJylsCUDFPJEoGb3n7Xukmhcrv+eCaBj0NRI7uk83BKy1OvVnFh5EOJyR9SBbFf
t9hY6PJWOV19w3JxI0uQ0VMEQ+FZw6TgVLmfC5k2fv4RDMU5rMDOE+YYdOqpxfaVeP64X6r2c2Fi
2Q3E303cy/HS26MW5FoqXry0XontCKeZULb65ErqJGIZYi2K/M34kcWyzw7uwJZTP1h21HV0Wtx8
g2HZ1E6ifgyLiN0vWmOAm3ZaPjUYOspieLIxeNYCGv/l6A69IUCNM4wkirK6ndRSyGQW6OQksMAP
2KNrz9thmgFH2abrK7T7xjBc4kI6/UPQiehbFc4wN2HQQSeLq6NrNUzO96pf6LjHyFyxpbwc0NxF
GhJUIOrUftLqis0HgRMjjj1NGcld7YYlzls1cmMQDKHtS9RK8RIFM8oAz5m+5TSqtm7VNe/B/2Pv
PLYjN5Y0/CpzZg8deLOYTXmaqqJtt8Fhd7MBJLw3Tz8fKF2JhKoKI61ndnckVTITmZGREb+p5OgV
Uk0H4ZJeUZbVEZAENRputVaLmyVlIx38hGbpI1IjqxdFJ1pCI/Bzn7W0/XDlVJb+gr8gmbsdufTG
UQbHKaCSjJ73SumQYoZ0lLa91mZXSerQ3YXQq/lLMO3CXUgFtiAWS5vtEyuJOC+WT2nYLYSlL+qs
zB+x3zCLjaUnjbfJofe96N0g/xAyI3C9WsFnxdPtdmnaBeDklCr8VSKk8Ng3TnEUTuGmy1qJIukQ
O3YWbcBA2Op2qKvuMctk57mpOsp1AZLpSxWtZ/Wmt/OwAzsRN/6y0SQmZAw+y0m3GNvxOIKQF3qV
xOqDlaCtGHqytYZKTB+ig6h554R9RpYsqZ66LEPJvg9qtyOFonRFn8118mwhyT0xgxQpWRmGxL5L
fcFerjR/+KynbpttZVeRXqEXFcYyTPwaakIHGLYkCaSnZCWBWA1q7GkLCqldtMRHG4h74HfSYxFp
311fi2/l1HFWdatfdXaMbGqGo+9dZOT+T056XS818gB3Gcu5Nyzlwhbf65i4uMxjs91WvRe/DgiJ
6gur7er6wJvEJFLFceyuoQqF0tIBWq+u4I1KYodtWUsPRg3BqJZlKDJAXXp/0GAzqCts+nrep2Gh
K4A00uJ77hh0ucKiF9IRTkz0KVHdgGZv3qBSjayUq67NqhQeqUad+Qu7wuBm5yom1J0WsvtQtkGy
MAbb8xahToq9bIOBDnPg58H30A/UYIUCGTiHKAk1lJJbnUcDygvGl7Y2fWvtCic11qFaN3tATUmy
8j0fHFBbyUghgTvG1BsmTD18MeTQeDTzpJFXUeLxHskbjf6k49txtZPAhuRQqAP1SQ4y/zEXZvQ9
7lrjq58pQAekJo2bK09zRyZjUeeveQDXbSWVsfut0Bqaaz0Iwl8IEXj+0gjS5luQ9Jm5smQj+kqE
wudE5nnjLMNI1rnL/I7spDHs/EcTpe6rB/KJHjpQZB5Evu9yG8W6kqwKqXASqBO5H6zi1gP05PlB
/uJBWHlyKpyuR5Kzww3rhUZyZ3qCR/DQAfST6iG4R8wADiVPrSBYglkrm2VfmfknQ6B1urEtEb54
hQG+mJaVc2P4Q4/CdYRUF2VKU/7K+IMgb6xIYC/Xbz6WK1G6UcC8GpRvLNMGNfGG2nxXQ4LF0lQS
R2gnD1FwLZyON1PQ1zP4jJOj2LKtgZ3VdcC3FJHejZIPcCnyvCx3fSGUDaC1r54Txqt/PBWT/1N1
kyEUezoVj3yqFkFSQk5PSPEpuXy2SxHO6BtNytbjgvEwJB22TV2lxDfB1Fdll/eWVpQ719R5HcWV
ccSFvIU4H4QzhXllWltjLEuTbcvSAJKZ5nRGgRVmcpL75U4hW20XeZDyghQtDCXbzKpHSZdcHShZ
aj77vUaG1/Fm/amJXsRQyzorX4Zo0cwBeSftgnEBLJ2Sp2aqFindVNtzEFWlBVZQ7jga3+0enFdD
v860f/Sm96po5LyxlFNu/bMke6rKeHJQm71DWdVQEF7+uIHUOlYyo7aKHaLy8kZHgWWvIwB/raqu
D1OvVO+L0g7Xalo54Hb9YOHAgr3JfF89anAXrzFfBg9l5dje4hHPWz2mC0oobjcYe4bry3/tiS3i
0C9T+WK6apj2ZIuggw9jtqrLnRGp7lVqaty4zGvLfe/98z1P64Zug2K/wdIn69IGlV2rqcme519Z
GQpkaEulh3h5Qn8/vsa46y0KvWiUqFOijGglRQV2DFatQJ6MxBTAgM2tfXmU8W99X7W1gUzpBi8y
qsmWDFDy4zeWtNDICix4d+D6QRg6NcomSmrUdwOszeeAJ/mT5sjdP9LTHAOgoY10AMZUHY71RGQm
IgGPYYomu8GkVEJ71YM7i8PAzA4+sYSaCfzdNGgYaOjlf5xc2tuoroRysgsQJlhbaiL2aJHMuYSe
WEL9rflk66ZlmG8dg3dxFmiHb1sNGIna9ttNAk72yXSV5qoHVnxXuL6ykCX3n0dEg3gL5s7UOHzE
hI9Tc7CGJFnty50qWVyTPEfBHOvAKlt9zlHs72GAQGjBxgPipymAij8OZQgAfZk81hciKX1Fw5Wa
rq6XOQQr3ZHuG7OG/6clfrmBAoq5/eUNOk5kskEhCcjIpXC0bYBcH0fvImpVRsnojqo3K9P1kmPc
QluEPO1me8fBA3bmSPw9kgApUFUVaAEcA3nqlmKQ6ahQ0ZpdUiXqNoE+tlEMOQPODQT2bXL/qDv4
f2v9HbPX5JECxmsFo2jaJBzH+5FmPUVwv6Kb9cf4q5fq5cP/ACsUVP19/Vr0D69lHVX/aXyN/+b/
9R/+1+vbrzz12ev//PePtE5Isx5ePdhNH7p5XKt/Xjbjz//xnx1eYv6zxyL4r9uXJPzYAOQ/+b0B
aCu/jfcvPTaZo6s6I7LjdyaR5fxmqOgecRua8u+twT+IRM5vJDq0Fohk/FcygfnPDqDxG02yMZSa
Mo67FoyRf9IBnGwPoK707OlMkvTASyJ4ftyQGYVd1R3RpErRGPcA4PObylSo/ZcibjfvVuXEFTzZ
/L+PZcONoqBGU3Oa9wQd9NjASrq1FUY+LQsp2Q9ZxusBZYa7UKjKTMp4am6WadgKlz64hOnWtzrT
oaqcUXJNSw+sE5l6HJMz6rnVzgw1iSpvU7MsU1EN8Dvj4f64jHoAVUAFbrrW0Wu+U6Sy+F67ff1k
taoCdBtJkX0h7BSIkShKa315XU8NbpPSjGy0kYg0+YY0Y5AYQXpnzash2WkWDToEFuQERFiQ7mlz
lnfwkO0rQd3jx+WhJ3fS27yhfMkglRVVZuIf5616yEURbbs1Tal4r5pxuNOyOpiJmm+y3e/C5jgM
fVLZkQ2TvUNG9HEYK+ojA0mRDpQjoOMUcYFbu03FNotz9bEYtxQWJxkNqwgRXrMEXwq2rL8bRFM3
M/H0xIxpC7OfHN0xLHt6P7qVXokuBgWbS3m4klJTWrZ+ms7IY779zHTGY94uK8zcJCn5OGNPTTua
GHxTdFuGYRMroXI75AhzLgQCfN8Aw8XWYmjprW0wPy3MBTer94SKWKXMLP4kIXhbe52/g6gDRO1v
huq6VzjwQvhLnLo0d1R7vU961eo3EhJwPxCF9lcJadHDP95X48OFoMQnHzmWH6dv2znkGJr9a9nF
D9VzeBb0jrf954PwAZGYgUT590GcKrNCqqjNmjY7AncjG4149C82DHAek+gvE18J9B+nUtAD8ttw
3DCa49/A/BFLVMSimTfliW1J7skrjwflCFsYv+K7tE01W9dslJyGWxi6q9LmrVKM/gOXV+zEXtDI
JQzNJv20eEd9HKWwEHzRFbddV6WtrRXFa9pFUgfpc0/iujK6Stqalj6n+T7+6uQsaCoXnQJuQSHW
TOamhW7VBEXJCqJnuNGjJF16DTFHjsM5N9u39/BkLHYCxF0OHd/KVD7OMMozHSrg0KzrgLrywkkC
7cW2U12s7KGQKejBw0i2ndJQyZcoUEXL1OrFKwJU5dFXhJtDUcq97gpBwtCf2a8n1gGIKKAgrn82
1PRQDKLXAoqc1bowKuU6bp1ko6S1c93qqj/zoU/EHz4kFR3FAQdDGJp86aqRmzLFXnaNwhu6ftmW
++UpkJprRfZuDawrF4aw1nHm34SSm//TGMurFz11ciWD4oU21VJualfpFVsq162FlPKguvE6tfW5
h+/f0hFzfLeRXPFw0w17RGy9PzLARgqrCrJqPUiaWKZZ3i9ATlD3H7x2q81agUAOn+5jXhuyw2qS
+1OOmVoqtXU6DAiKpzA2LK1aRl1U50uZnKJZlH7lakvf9tWfGVVYejhhF0FPi6wAPHVmAbo3MSzX
Fl7JbtyoNMy8a1WuExWAvVnfRrGi8uqtmvSH69EhXtU2ndFNhLiovYjDMtQWwq9w3akMsChLtwMv
vQgC6JYLnEOVYOMmYBu2utCtdlXRZ+qoQMfavQ8zQSwtO5Y/WUjDpUjCuf6XuI4UdakGXMYrxCl8
b1NFUKuWpaLVyloY6CA8g/7tHESWDFusrCTFt8hsVOHfJSFKoTdDkpr2Xd6ZrrbuHWASi1YX/g+w
Fgh72j0AE5qmfbpL9IamEHD1+rHsFPEY2m7nodjSUWdH0suJH5NGBOUS/xw1zhCL0Q1vldsNISLj
UektdQ+9tUVVml6yrGnwH+0iCCtEm8MMhoRG3diuzfwFaQbVWsppkMjLzGKgFHVFuH+GJV7cikr0
osCR+hWTMJEuhRyVr6hVqnABCLryTvJ0eCS0DoJbUTtDu0ADjCq2NPYE+7yhKLsI7VAHzAA8SD+o
9eClNzl4+fTWQMAOvTDT7p2Ar5tLWnRIaVfKq7oxCm1BXUFtoBcKhF6jmotjZRmZoi1aTn6IWqlb
yleqKyXfTK0aEngdIdyLLCmc715aKv6VghK/tU6HONjgKyRX6EooUKM1Wo5VBRcP3JLlijWcSWE/
NA7yhNcoEEn3thRSDUpdxA0WWpfYzcqmTwdMoyDnWIZKhT5YZ5d1s6mKPKBDYnvOS2bCadkWSDjR
Q4ls6o2NWQXSdRPmusWf39fVMqkUd0+vqHdv4CXJlKuHSLrOWWRala3QxcbRKze90RpJpi9L2KlX
Xe/qd6HnacW1pOa0PTVW86mnLZZe20ld9WttCIvqBoXd+hjzhtZXXqwEHt1NKfsciq5Xl3bk+fI6
8Tr1GDRucNtFFJNhKtXJL3KA/jPBzk+2geGXX70+0UdepQvap1JrbXQhd3NvW8Q2ZVENW+AfFfV2
GCpJX73oUWYotHhIrhfuENM1IALQuI6y6DEwKaFSU80FuA3hD2Jn+VW+MUBumI+dJuHGntu26FdU
HV1zXYyQmTvsyIeYJpyaYi9YabW+cYwsk5ZZZpQVO0Iuy3op2yXaKHKjx2DM6PDXQBTkyL5KbfDW
S5mg0EIoj3LpgGlnVv+wvByQSdk5ziiiVmfPGYr03Rcftbv7rkGRAFCVNsYKX6PbE2cuADzJYKdz
+Hwf0ZKewLUMTUO+0uraGIIF1PnqVncqLABKzaRki4SYvQGIrv5eXvv/ssJ/j6/t82UFiPzJx5IC
//ofmGJN/80yHeo6tkwJHaOFP0sK2m9YVaPMjIWa/Eex4T/iJPwjBE2U8Q5SR7gxOWT5uzgJWidU
j23qCYZM+U3lHfefYsof7/pLqOKPWaLEb1Pdt//+SlPQ2O6kKj+6ihgV8q/lqPeAs8CmzRtzO9+u
+Xih/jXQmAy/S3brppfh8vj5sQaQENXdBv4mFX3EP83BjeZSoTHl+ysl/GsU7eMoVIqqPM3s7JhZ
5p1SJfrR0mx0HrAGX5IswE2JrWWOjiv6pdZysJyjEUW/3n3x2ZLJX2NP3tUe4EjTyBz9mLnwaisp
2HddGC2hR+9qeSbbGuvGp+Y3SXUH+pOhITQdKQD5SXBX9LZ/kJvsMdc98EwtQtL9Wugzo30sVvw1
o0m2BWrFDHJdZTTyD7kDr9Mgdb2J3fZGZAZSJjMv6DOzmnre+TFcHkvujCPaoy+yXu7sIFgrsr1w
nC9VVDyaVf5sz9m6f8zM/5zU1AKvCD1qZYalH2XgoloCDNEVBqw9dabMMnmW/DXA5OmDk7sjrEbS
jz0Eys+SWqXXpdPsCrlKvtHIsDYpdcR1q3bKmpb7rzgp1V1USd+6zEf9IjXFzKpO3gV//SHjUXx3
5FCTy0q34/MFbEFEPFbdjzK66kL1bijabzliZppRr1MZ4fHLJ+DMfpk66FkQyexOidSj0Zs/fCXa
xKXE1ZNcg+laVZ1zlUGxvzzUua84CSeIVKLu7dLnSyVw9pbrwyFVJHkHCmdOZeDcbCaxhLZy5FE4
Uo8OChBp9zX1hysTpFUSrvTkMLg//91MJmGjUgr6nm6iHhPDX/ZkTKvBaPdZq6ozQfGtI3MiaEwN
9mSYDJlptNrR7Iw1ZkaLqNuE9WsfAR/zHkSebmQFP1cMEdK9oa5TcS2XC9W88gqUnZETbVE0MK+S
6j5DSycW1xFgSSv6hYz2yi6uiQL800K0u/FfApMXscfEa2WBXIHSXs6FvnNffBKMwgYdG+xt7WOI
RmjQJDUK1qJbAM3Odpe/xLh3TqzTlMNVoYhim7bj3clJ28IID61d2lb9zOEYT92pXx+32bvTqFgG
SqiV5N0h8pgCpam1lTWi/h28V9ZVNqPwdWbTTh39PFSrU1Fl9jHgUzghb9C+7bZRjkuC2W9aubwq
s/Xl5ToTteVJeDG0vGmspvDvYh8Yt5mB7o/kz74xUOcdvvRCPsKaZgfNbYCJgNef8Wxa35BqNzGs
IvLuEHG9d6mQ2yhsADRFCICHl1wtMYZO6kWo2t/80VkCnVFtbaD+ucML76bw0JJO8ga0gPuVR08L
aBjAE6/yV9um/qYAcxp87SrODJW3fSZdVbZoVhiWYQlxecXewBKn9sAkahkasoUVKvN3Utjd5BnU
RwkeEs6j1k6zk+eoGuIFKFScDMIMO0zFvR3EF9HI4aaxv0jIWVWaWt5mLXo8M3/ReHr+/hfRDP+4
K8uw0Ciaye7BrDZB9ijbzUZx7/gfHjDfRuwDUJ/JnPTm6SOgWZPsxaip4lllLR144ZKqpPk20X1n
YWfo93y+PKEzUUKeBG0uW0VFOsU90I/7Wff2tvO7ZJHm0EwvD3AuSEwWzLFTKYqMOIR84NAacqsn
WZQzAej0+ujyZH3ssO46DU2PIwSbbj/wkF43IJLQOzef4iH1Z4Y5k/PL00iq56Y3mEp01CvvGsVm
VDbuW/Ozj3VSqcxhE06vkzZ1WvSbOgyH1g2PkhuV2xipCtlT5Kt/8xG0qdEicPhOV7DoOQJQAJSb
UChq1ZnfPh1BKZl/PBHBKPkvp0Ic5bbsr7M0gx8g2Tq6ExwNi2TUCNojlKO5duTpj65NO6yFCysA
nBAKTNEyQu/drkNUH/VrMWfRd26A8ai8u3icPncz+nPiWNVSsMrQJErC9kvREiGl6unyB5l0/f4T
m8FKfByEvg8ldFsPjgoyzFeCxtSTEeXpdwD63try+2WftQfXN7elo28GtzsqgTSTCp77YJMjb3tq
CTDBDMi3URVEXKBFpqdTrzIzH9neK6WcOfrnBpoc/TDHwkTuqvCI4M8Kiunel+J1jgKSemVVm6xQ
/427lq1NHRslBQ6rrtXArb0MMcOK1Wsqo5s5/edmMTn9sjG0teb24VGtW/WQ0ca8qbHrXqUUUumN
2t1WJCgDFVrszsznLf8/cclMbRy5i82s7tz0mCTirhjULYStNrlWXOcp4amwdgvjWq9RkfGqaJ2b
xkpIt1m6x7vhGjHzanl5j56+Gv7WoZAt5F1yyU2OlTog2Bmi+gYmLbs1nZnIcSbkTft5ydjqHyi5
HVWRg3+WjLr/XLhZPrPPz/394/l+d45lr3ecOI3iY26YW0zMvneG/7OT5nrH5/76SZiQzIyqcqVT
bQ+CW84MnZiZfueZAGRPYkNoYxRQ9Gp0hJ2rISwkU4Onrgt5YdXm9q/LX/d0NqpNbR6VPLTpi5kR
5I7agUtqXftJElDv7iEeR9taoWD+5iLgaKvLI545SPYkHChCoUNB+ewYlOUhlI91GC20FtuXmjK7
ejUbds59mElW4EK+lSTbYhwJuVQbYmvq6eVMkeBN8vfU2ZyEg1xrwUzEcXasANgmEBCzcoWxnIBX
XV+12YCq0L7R+29J/NWpr3s12aVoUXXdK2KPeMph14DDhute5dVejutDmmx65cYUz4p1pejXWtYv
OvOpxfaohklCZwjJ002cPBMwbYFcK9zo+LXL/QcJYzbRPZnWw7+9yafigODvFUOKu+yIMiIZs5/S
bCmi4mvT0lqDJI6YlOo3yK9JUNkv74kzNReQsx8PaZAgwzb4iU3+CRc3Uu9RDTg4hn8PI/BWUF9t
LAwIItW5ZR0uj3kmLkxB0g4ifV7elwyZG5s3VVYq/RKdlMs/f2b7TX0qzRTJai/X7cMAh2NZ8poc
4CT+2/WaRB0RIgVM38c+kP3U6pdggFtTLcPuSVa2qfKIJfLG6Gb2+tmPM07xXQSNG7owUmk5Bz3v
n10SXwn95VzZiVrfGkZ3X4xUVNnc9AZH+PLqnfs4k+TERLcqRN/AOXRND4271lEt67t6Wet4iV0e
4kx4nercGE7ex01SSQfJj36iPbwZ2u4uKcsl7nozN9uZWUx1rmRhNn7qy9LBlwxa3r4l4YZWZBSS
ZjbZuQEmx0ayUdyoiwFCGax52Qw2cgoftInr9eU1Ovf7k6ReT1yYl5rGGlFkS1kbH0Mjt3u4/OsT
tMCf2a85fpp3GwtZq05CfU46eFjx5NIj9gTL2NrIzkPXwu98MqqNiK+MGOK5hv40MtrJT9W4KrqZ
73PmKpq6MKAoHJhFaEiHMhjQqEt5QMgrgUeXjueY4iW7Mry/PNUzm82cHCF4d16X0oM/oFgAE3uc
EI5tLWTUmWTx3JeaHJgw1nK8TVsJkbNuZxrSKjdfpH7mrz8Ty6bS723YenXhNkipitRAzYQzYqNk
eHlpxr104iadwpBGlE+fOpzDmhd82EDe9YZjiG7KYlwro1Rm0qlzH3tyY0cd8iFtyVmhbvww1MM1
mgFXeeLdVWW7pa+NYKz19fKUziRVxvj/f7evTUPzQhPrqEOJ/Js/PFbGNkmWRYuQZoV51oDT0tyn
ORecjUkIQJtGLQ2HD89NILWUwpOfiPlByliqxoGrIHTULWfm8sTObOMpPE2Fptf0lBEOuZ2uMS24
MrkzYTFt4jyZeW6c2Q7GJCY0Su0Yjd1LB61Pll1Sr2IL3fpqk9ZXmJvP7Llz7+4pjliR67BuSkbp
vBxfQDRtqj0jEGKEhzWc+clEXAC9MtTxZ5bu7IeahICmweg17XVQCvLGd7XNm6F9fSXJ8DnbT5mA
5V9tJHtuimcCgjEJCGZdKliNMlzZx0uvflKqTyUQh8v74NyPqx83eGMbRT+4hDO10u+bwlzhy/jD
dWZutbee4omQMFWkKrpUjXvDAmaoWT8xvTkg440Wv91+jfxN6CTfm0TBv8aJj1GjrxynLxeyHl6B
+7hx6Xt2iK14PnkDyQJ0+bk+xxvJ6dSfNYkgiHmgzpI11ZGeNZTM9Fmk4U5ulavBxfkvQb1BK/Wl
qMfGT+BeZTrPgrbYIYOBFFBY76TMX6ewjpCTDJaum67A9lD4Z8P5JoZnQV1+xoVnhrE14iNOxdUp
JQBxoNrWrbw6DhjPWijrQsKtUF+1rmIjeTT84KrR2mWKp9EoKjUo2gp1jZ0uiy+JRYFfe8AcM2l+
Ao/FkOHFt4qnvEIuGUUoNQrXXYvbMHokGVxwNZSucIze53Zy68gNekPqJ5N+iW+ikGFDN0LOyFm0
A3RcWy/vWtBGM+f4jRB24pPok+iHlYPh4sVYHIHTHXwFcF3QQWwMR//QSD7KkoIIU4lqgzjGjvu9
jJR7TGl3duL8SBNz0abtoVdKkufuBg9JwK5jO6491g0mFb5nCup+0QLFy51w8DLu5EPd45NYVeZj
o0b6xu3to1EiuQ8rYi1SrNVCI1yCzKdHrAj0zT0ThWApjrDW85uZw6ee+7KTrMz3mlKy5BxLCdn7
7mYKSj8BqrG5OxyKKjr2BQrzQi/olXMLJIn+3OXezy6TsPXwkReRvaxEAxiBrlbgWlDsQqN8svD4
g+LprAM+WpL3N6EQD7GfYImLaWSf65si1xduZc6IwZ65IvVJmNeEaQ4+2K1jG+srHJh+hY17jcno
HS578gqRiHUVmU9N9+VywDq3ZGMge3cj557eOni6IDGtZ4QEdZsmzRel1p5rGTkwPxrWjp+u/91Y
k0APZpEET8dD0Xe874pFXVBZAFu89Up8LnSD/mv6fHmkM9exPonxVNSVoQms7BiG+p2XRPcY5x4S
r8CNJmpnPtSZ+3hKeymLqnQQuy+OvmXeOGr0asPPj7tyayNc3rZznMVzU5lUaxy8aH1PGYpjOKSf
AmFEm94aHiwXQRIv9pKZp+y5yUwieGCDw5QKifdMVR/6pt+LUlAktm8Gw/iSSMWPy9/lDeZ8IixN
+auWMCS00NxRkO5zl9w7obrrIZ5ZXbeKze+1+TlXHilkVOE9LcOhgR4Z59+qGF806K61/migEa43
Lxpq1pWCYJK+C2l5A2n8avb+wsrcbxW3eqiMsXUuQTlzp7/dI++OSJaFBrHU846OhyAD3iRsVld+
GBQx/LvV1yZxS8LLwGgrtmiaiK1VxfiVBOuyVm5DxW9XwCour/4ZJJE2pdhWqHAEaCE6B7eJDtgs
r2wj20qaspHCaoWKyp3kDqsakTVeYc4z4oVPQrIeMbWe+QPOBBttEmy6vLZoRErOIVfBDhTdg2jj
bS7CpaKW930IqKf3n2bmem6sabDJc99UmsA/IpPkOBFMmHITKN/KrygDYlTmsF0GFROxDXYvSykw
EeL7ElQabqgtRqThNpvbPmdXfRKMAkvkre3myTELvH1oovYlhP6E/+6RZvjGC5tlm28wIf0Gemrp
x0+YZ/zsfbs+zKzEmQgylVbNUqujX5dnR1PO7lQ5fGqq5kmKHfkadTOBJE153eEKEtYUErGvx+s5
20aKT1kVUZVVhqQYDl2BDx207vqZq/rc3zSJauiEd1qvDRlJAm8XxVf8pYJ84rr0kheo6XOaHmfX
fhLX2OdDLzc9V05SfMew3LyimYfmURk4K7uT12XWfkc56UsTo7iSJ9XGyjluhRsuPbWaOd0THY4/
qzlTzkckq1o7oK96ZFEPwLTVRaAF7mcMo1XaRpW16iPtsdbap8Rs75qsf4oyO3w1ijifuQ4nqtJ/
/QXjIXkXwuIslOjQG9nRheaOQwO6sKvcku4khNFvNfixCy8VwG2yvas1z3HQ3ihKbq6xxHZXiAHZ
my6RedBe3pBn7hrUiz/8MVZtwuwJAtxzfXq5aSN96QHaGSATEOFUe2g+3SxAZjztJ+6bKSc3HuK4
rKx+ODraw4CnW+aHRyAWIfJGSIctvATD6/ygSXxznEUVW6xrJftURzNR6Mw2f0MevVt3TMHUXFOg
G+SWuge9dJvkxTfPqZf4P19ezDOXkzoJcy0WRVmuDhAaavGjadvboOkOXb65/Ovn3uZTWYtBabE1
lRvlWJEQAHb23RWkGOQtacdAsSnhhQQ3cauDCMO0Jim9YKaydiYNVtWPm0QPs1ALKlk5uuHwVOfV
zkPVcOnG3kPvWdd67zyhD4nERlqI9eW5nvtWk5CkNUomIXMFPLPzVz7c9THRfgiEgst8Kv+hov5B
hfu94PW5zT8JSLD8RYtYr3rEluUmDYx1n3VPUDWXaURhb/bDnZnMFAHdWV2T0R3tjlrXQayRf9mt
d3AV/1eLJfj28oKdfm4hRz5ZMew5YsVUJJ9iBw2cAPQhlLUXGxFRJK2rpWpHLwqKvzAAcB7KnzPc
jMApZlgOdi0qZBgwalw7bX8EvQa3LRdPVRbDZ3GUHcSodEHrK7sxrGiFHvJC6xuTArGMXhYVY+SK
2mrmCJ3MFJjG5JNIit5m9KP8Qzuk99Rbv2rScJ0Y3q8qw/UEF6r5MuHpQIxIwLjd3wUEOYerKYUK
30LrsVAG6CFwi8lwIYRBuxBW+8nRoBfsw3AThyn1AR9jn3YXdjMH+mQ8ZPzJRQBK0eoQ9vYOtmsS
8JPhq+bnM5X208GCH58EdpI5qQv1wjuAiP8VYjojG2tfUheYTa06NJ1xZxjBnS31gpna4cnox4jj
9n+3nIqkZkXc1d5hKOJPrl49I3FeQUH8Vxhbfn8c993v20pStLHceIfEceA6epg9o7VZS9dtEM+l
ZycjAmNMIrjhJcDneF4cmtTeNw10PIwmNi3ixbqaHVETX2oQJJXSQquze8oDxGub6Ecn7Bsc8b6o
HXLN2mqWEHLmMExfzraUOmYVRd5BM7qVwDXUHRqxGLTg0cqTXVwg/V53M1M/GaSY+STGp0leOQKd
nL2bWbdIoW7U1kXXVnnwhtXlEHV2S05ClOO0ovBVxdkjo91I2d7rxQvsEOQu60PoxluwCjdtpDwa
4vvlEU/eW8xpEkyUQi/9tO2dPfbvxaJsw3UcV3jrcecXQ/6cDsiLyUgUr9HLn7m4znyyv8X6yjcU
udXsvWYk4RLd+R0OMwczwYWnVGpUF+WtDIH28vxOZ9SWM33B83hXUy1LnX2kiIc6FY+kH88J/mVV
rzibssiHhSnpN414RbBj24bxXqu/t4b3fHn8M5OdPsbbAVF2MWTOXnVrTNd/QDzG7iChGFdvLa8g
ua2HfznUJJxJAuM8rynYO5a3KpKt8xKA8MiM/sGTMAdrUGy6PCd13I1/y1JZ00kYQ1VLMlO3c/bc
ePsMMFnafe/Q2++/oZaDx9WoIJmu4uTTUB50J/yCOydMY1z0vP41jcDw+OGPvFRWKgXdOFhAYZlp
DZ6JTdMHu4qmZVBUprP3be8o5ckqypMEAzX3bowGQandX16BMZ6eWoBJDLT4mJHuS87eq7uHQpK/
eNGwJbO8/Ovn9szkAd5hJocgs+3sZV26ccp6a9rhDbLYeH0pd4Nr3cFvvjzSmet1+tSG/4yQa2a5
exe16HWVg1RuEgi+l3/9TLzUJsGs7XpPcvzB3fv4CWLR+eiiArdQ1PTaxTX68hjnvsQkfkFhTrA+
7d29VdPloDyASQNKQmz2mUmcC8nT13AftJY9KJK7F7IwFm3lBAv3U2soN3hh3Od2ce/h776U8XTC
qWAuuT8Xtt5y2Hc3eYy2diFnrbTPsdhzEVpbdqjDBoF4jq2yxaLAfy0tWSIVxScDE4jiBueNX1Wo
RgtR/iGS9s+Sf8Cbk4iCU8OAG3rt7psQevgCv9TskA99iotfOrq1R2H22YG8PYfkOt3NRZZ1PBHv
Zu2KeJAjKOt7tQuOOX7tDS2viHvPChCrHZBrEnTHA0zP3EBsZo+BNu6WE+d5+uzWojYJGyHcvdfU
YhV2xcEJ6mhVqkOJMEF9p/qAhE39NcLn0JPsFzVFpNpMvGotgFA55nDtDWMxqNgo5ktk2u7SD9HJ
6LWQDn7d8Db4X86ubDlOHIp+EVWAEIhX6N3ubm9x7LxQTpywL5IAgb5+TucpYZqmKk9TM1NltZB0
dXXvWRr4562V1xjrkjT71o7XOQhDpQeXhaxAZPap8T7Idknn9nrhGkt3OS9/fknXQt2iIdERIvdq
G3vqDTWa6uAr9AmDyqj22myddckKB3oBCJAr2OneWxx9w7pNtxAFQXsj4nt4mbZhYib2V7xkSB9k
MbSJIVbBmjtVRikcoLna9V3RH7jfwF8l8uEiYWXjAdZv7UZBVSENzCTNtxaUnBeO/EzKMlVilZAa
oD6qIce4tr9kBmwch0EFmUbGBGtIMsR7lXrHxSfITDSeViwQIg1Qx3GtFvnGVewrLCa2VorHHdhT
GzHQlTe6CwnmzPU1rV5AA8UUupBIxgr6IaCIPVbQ9T74AJ2iC7kQ0OYGsf/eGb0LIVMssn8cSra7
3CoDusWNMaxSXb30/j/RSLABJ8HfzWxJpIVhpD0evNhZE8PdYreFUebuSEHXEqW823fAdZgBxppc
AmhlW10iODvKjMFGCNXhOy0eWuVtHFFUW5jSmjAZP8t8perxQ3n8JFTshCC6oDPpDG5Im8ehdGCa
OzJYlbP17d81s3N+o+X+OIOQyZZ1XzB2hODcPXRCRBB13b7r+ftl66R+9whbkttDzZ2JyXF3CByQ
argvHHNUnTIYJNg6fr7spBIAJWJEOx/dbpkvXYpzw03yn9LJYSF4SeHT2PnRmeMm7awdNLY2uDHg
YgWVO+S2MAReOPGQibwan3/fkn98SbBY4rTokEXEvStCwjGZvpSwnx1gHWOmMmCihZCCCcN2OArA
ZzZ5Qy983RoQGmGgYEbZvaTpWwsl5DvPeohgnalNiCBQQ8C+wBHnojJRKWTwhKd3Za2AH+b9U1TX
5k5FPgsjln4KWqzR5jhKXTUBhBHXaa2fASWpgzhSOWzd6neUnPDkHhuI/JdwY24buS5AJqioC/l6
3W7dRANzQGD61UpgEiV7bDsIUdkMDHQwGwMzt6t7yyqz0PTY6+2dMXPcfxf5//h0OuddGbHMPXqk
AMnZItu8kS+QIdv18biXffl0e5y5zT4576hQc+10Lj3mUP6ADj4zwsKFHBFEGpxVkriQnkBxYi9g
7Llw7K+nfmzKsIMUDAy3LG5hRPrTj5Mnhycrn/xTLP6fhKDdw0gi5srCE9x58BsfskzdoyaNHRYR
xa6L3SUe8fV+C7KeSfjKZOs2FtP2sRt1tY1jLb6Cggd3cJ+ka+1EYmXHiEu0A5WAhWX6Al9lBtZo
t7BFZvL0Ke8buh1pa0e2fRzb5qfC+wIuj/fQpX5ZfNFcZ0BBTHWS2MUa8r1wEoQtTQ/bjTGOtgpK
QDHAPTXy6m3ZwRwaksJh1ZBmNRIzMEf2ZML31oE+j4b/wUKcnDkNU3p4q6OkauDocCxgFRXCUONU
ROItk+99mcPN3q/IQuyfS+Cn7HB7gDslh5XZERpRPQljOCL0ERSRjCZ9gUXWZuB2mEcuQAP1V4AZ
NuNQHFx0MBdC5lzldkoWbzqgAHonsaGl2q1H2IDjrQ6TRAD+0VDOQEKkRnwPLmcajMI/aFl+c11Q
+VonNIGYvB0T5jbW5JoookTBQq2xjxU8K1DoebjY/ZQERJgRjZp/HGTyWhZpzXykYxakG4xk7aSl
/VzDT2bddh6FSxrrFwLCzB1k2n/nTQLOCCLO8UFT00Tun5thAcX9haTseiyD6vXffxxAsNpyGmId
Te08WJAFc3L3K4uW/vzcQkwiTMX91B8dgVBZFCFv2xeIh/yiorujaqHyMrPf/ud10TFTDkoTeuQx
djxyP9hVp1uB/BKCpRsnGXeGgP6a8smrBrfFgQplE5mrPHXXEMz4l/0Gg4C/v6LXxtbY65Ye+0oc
LpaQbt6cB92fEDNvj3A9frCpmCgo3W1nZiM92nnzBbDctej1XhnoETisfAR8e2EmM3cCRK7+nkod
5bBscUt6VD18zFHCckChKGDmxVz+HU+57pkZQInUeauDrPN+NB2M8eBgCiUKmKYsna256U7OFoxS
fTqYBRa19cLaFUcTT0ekKt3R7UionWSh4nWdQOIxf3K4IAEiID5aYSBihqngv0RL7w0P7x+WyWei
i0+R+Y8G/MEg8ARKXucGkmfryq6PltffQYXjyTLc3e1Fvn4Y2ZR/XNl4p/NEoAPejxdfGLgmaXfr
qYWAdT15hnfAZGlblZoQ0SdHoat95XaBVQ53qkFj/4frWZ8J0Gww0rw9letBC2Jpf48FJUzIYCru
HKGQB/PK0T64lX64/bdnNsf/FE97W6NSUjso7RWPooX/Jh1eTadZR7T7kS51AOdOwpRVTFnbKGr0
znH0avhYZiQE7PnkRiXMQD0o8MC8HSChcU2VWDFiPYw1xBbbiL7enuXMak1dTVzfh8ojtIuPPvc2
Q00RPxtYKaLey12YGEaNexqa9l1nfNHQGWvz/2IUnEj/XjNfxYqYY4O3HHefhEvf7cj/QBPvqUCB
KHAi93Bpqt2e3cxWn1KTmVcJOzGEd6wySJFStzs7pnjN2qViw0z1lE1pyQDPoWCYN94RtMOVINYq
Mpy1h+ARQWdUwKRPWmhw6Y1rWdvbU7p+17EpLdn1mQloouUdBR2eK0+sCwQGy/Qf/FIuXHZzX21y
W0My29dDjiHYGPUrLuyvl7IkWg/dwrLMzWESIqABbzdRhAHcy3s6SkqA2jsYEgsaQLXy9neaKXqi
gPv3PlME2WGSuVj7pHP2sB1Z2+66k8MjnIPKsLc+y+TR5h4MRwtlvRBExFA5HP4t/j1rFNRC2Qqu
Y+j3WCzoyb0AJAE2a857yS14CUZ0BYu9j3Hg5ppasIfOhHoB+3ilJAnwxwJziV4/UzVmU86xA13t
AcZ1ODCSW6FbVS3EQJNtVLnQ/m0u0qtefldJNKkV6rmwv3W3Zmb5C3fXdTYJrIIu8fGPF3bZmLYt
nQ71yETJrbLk68X7E2g9VKKgxpTgNh6tRhxk4cEUznDZLtKwjirpxoVfxlYP3TfWDptMOSB1lNCh
SA49vlNsQ2oQ3uZVCCLjF22MH7fXfSagTbXdCzsRphOBSQ8JXPsLSWHThNYvFHQtVGhHmLfv4WH+
AYlkgbenwBPt9rDXE0QE4skTsEkMnUZGPJxLa3ypx/7N9JrX1Et2zP5hJO1RR4+tYR3GDI6uzVNU
fECS/AMMlHjhB1y9rjD+ZJkskeVJrGGkBHz0a+sWeZjn5Yb7/hoiUE+LTJa5YSY5aGkkPMYe0OfU
qx/tvn3oUjv0c/21dfId/6cAgclM7wgYYTpcmvpsmmLTxiRDWw2ciLaCw+gCDPRqQQdDTDJQCpJr
GTcmPds5eQGwct30dzChg6nt8AodjnXGn27vjKvBDgNNkkyiIEfKfOmdBUJEqJOIBaqr6AEOZRI2
i/U/rr/99zElKokEcFPuGYUTOxilzyEy3qYrKPS8yz7xtxTyobdndD0iYUqTC6IiDiORJ10YJaEp
UnnfoGcTpkjVG3gCojs5pAHpSWD3MLRlGqwmeykYXWbzv+QBI09ujh5eB34dc/dsJE4W5HQc1gJY
uu8d65tt1KtDJ8C4cyNHgN+WefC6rmtyZ/vRN6eA52OfGZCuFirfQuXih64L84m7xXttkA4+NCUg
lalBA7/rkXTxfFySmpzZAtO3NYl4n0TjwM6uomtajGEjy6ekjOFFs7Akv1vaVz7M9IXtGqyJ4F/I
zjYbQEVJG5BS234Iedw+u02i8cTyQuEWDpyT/KwFPNAkz8COHnrNf+ksJls+UP1lJNKGlIf4ULLD
NoWYfBs30KfO+so9+LCWAZGuMC/umvljLOV3k5oQWG1qQE/SPUsHP0zHEfXjts1WWeZG9ED5+H1h
211ffHua7XcxfAMqic+onP5NWchNuh5KBWZnr1m7KZ1OBA6AxR0aIMpDFYaN8IiPFY7Z7R8wE/v+
V0jUfVGMJcS0aW+c/bTY6tZ/hjz9qzOCrzBUSyDiufM1LScmMHxU2rKss1vmrwYtJDh7frpNILe/
GbxcBHaui3VF4BrfOPUjMjT0XZtoieN0vZzJyLSMSFofnijIas82DMiDNAEoi6FmWQJ+ZjQbONB+
Eqtn+zL9aWRwhuQtAOPwzSyDogRCs6VrZyh+3v7ms79lcuFETlpxQFa9s4YlVdC6BiQUyYZ7cXuX
ecUuSv2PwsbCCxa6fgJi43jMPb7quPruQShwnfV9vZAXXy964rtMriWmioILbnlnmmeAIG3EuMfG
U60FUMIWKTJozGtWFivXrtGQ27Dq7fZHuJqQY9zJXVXaEXRqCa4QlvMDt+tvFmM7vQTGuI53wp+f
3FBRx2zWxtQ789T53kaPJjg68Ao4ZrW+96r2jSXe0U4UD4TgdxEcpY03n6ZBbFo6GPr2B2yR0fdR
Nf+Axw0NoVbCdglqRV61JAh4/bKGwvrfl5vtxpER+bo/tzELjGp89GO4zvTqndV6h6pCSEX25fa3
novVk6FQsHMFhez+GU5lOz8TH1nD7hxgp2EQvhBHrjd04eA0eZqQUZROEZcMMubRuYw9UPyMQ1NB
dKlK4OJCDBGk4ix9a2uNlxdF/c1XegdZJTLsIeyIV6a8KF/W75bVL0mo/EYM/v8Gga3U3984T5qO
VZqwc58X3ns+UitAw2RDR5y4BqKrqxhalZu2ovVjSigHjLh+GlrdwsUE4bDS7Wcp4XNh2uDJuq66
H1RZhECDACZOmm+J1eitOY6QeyjkHkZzH3HnhRlrD5DYstZOZDyZifrlWKB0W9zRa1N966n7Bjva
Owp6ocmVgHUF4CgDZd8qauyGJqt+/Mua21NNyCzunFzQyD2TqH9yS+TkrbZ2SdqBMb/QzfsN/7z2
eSdxrAJ2z+stjEHBro/i+JAaVmhab6y/4wndikSuADksQ2nCnrvfMH9bN3IHIKcd05BLcnepihAP
Gk12Vaj17YlfDyzw9vl7zZlj9ZSbmX+uxcWLncP7Js3vvL74pyTbnpZ5S7h2JNlQ++feFDu/znZF
Zj8Zrz2a6Oa4tpY0tq+++XCeJgGsqKqyGjWGgWweBHrw6ozadzSfxjbfyS65d4b+sekW5nS95oPR
LunJHw/iXpEiiQ2Oj4ZdLhh68rw64B5g5Vkw9J8BKbK64h5+UQvJ3fXyMUac5NtWJWmeFMI/Kx9Y
I+7UeuV5KTSIIMtRPmfkg6pvrVsnQeRF9abhRREoVv5SF40QmdKA0aceTcmFnzNzX8C29e8PYCYu
fL8jk4G+Zv4UNa/WnrT2kXmfQkuOD06gyA8LDj0Qmmv2uAf75EWxNzKmP0iknF3nyYdYPmviPI1V
uqJmsYfGwSJHamZPT+u2qrGAefE8BFdp7ApWZTur8u90473k9p7kMbTNrbDLxMYxvpiNsVIeWTdD
vZYtz3a+pNXP22frNzznyomfVnbNxJEZqQ3vTFCKWPul+1n1/Slp4OSptQVKa5V/FgLYOlUAKpfI
9hBlwJf1w3hILFIBj5jro3Tin4J5X4hbw6Suhfttojt/46GLvrSfr9946PP9vZzAMuQFIQy8XKN7
QGfrvmTsoYI2Q5n0z41HXmN1N3x66RgO0bNqnLeWC+ippYfaHJGKxngp3P5iM3nv/7yitVSWmzVd
dJblUDy4yiUny4TWVjoW3ZF2CjS9ilXsySEyWpEmZVvYsTTvYN/rx9s/Ye5bTDKtGOLdJbEzeYYj
y85v+CvP4geVAKPc8e+3h5gJVtOScddBzg+iHPKsmf1QaphtVXa/jsC/6irvogYSodgBIy7iJrvb
I86dCPvvBW6FjcJmVsqzGXc/IhP+EGb2JVnSH56LTmwSnVTVZmZVColWZPxsiDg0Sx3EydcGWmxO
tcnLdwEirdmivpodfTQVfLdYRZ7a+oa3bvGkvD3Lubg8LfjWsocQo8H6s1lm3+PUT+61BZ5J6sZA
YxgPsoQWVGr2bTDWoExSLtXD7ZGvvwvhLPn3960sV7WijbKzW/XtzoyKO37RAfT75xa89p1Ol1on
c596WoutoRiQWxm46ySG4ElNHko5oFlT7hIUdwplr7smOjeNCuChdTYr567WJqTe0wcNYZ3VmNnb
1jO+3p71zK6aCkcSh0LVw9X4LRF/SKFNKZR5gnTZwkmcefjZ3mXcP65Z6g/UjUYD8/CGc0thi0dW
mb27KJlmx7gYz0JFa5GPeALrO3joPXW4mcFAzQBJzpfeRjNPPtubBITq4mqJh3Z9HroK6K4mhJDZ
tojXzgiN0VSuG1aAuoxyf+e+Vsr+VVnjXQ8RxdvfeC5r9CaZDe8jw+XcF+d6yPYCxUI79+EpuMEo
NsVDU0fQHivPCQAokW3sm7x/qbqqX0XUPRh+FUacrB3xAIDajnj1ZuFXXS76Kzfb1FWgRg1oFBc6
a5E7wD+bHy62mixaKM6LAwzrjj3J73PvY1Fpa+6ETUKMBWZha4OCgKPN13GRBwCe3gPtuE10/rZY
Ep4J/lOlzba0/R4Ya3XOnO6h9aHJlfVPps++xWb8b6F4qrQJlQXA4UQFsSuX3ZtsvKdNv5PaWdgv
MzOY2pE6gAfl1lh7J9fJN6lIjtDcWxV2dNLe6+21nxvhskJ/nMqmkyga2niy5qVC+ykejWBouh1k
sCG1ulBnmYksU7nNsq5ZUgGnD0V7/4VDIhbKMwD66/3tKcw9v6dymp5Mc4OkNRTl818ysg7KOyUV
BL0j8VC9DXxd2HLP7HeH+DEs/+LtONJ3T68bi6PDZ7w4pfihzYWK9szOngpudm7rwZOGx2fhiCd/
yNYqTnesaV+Mwt/mBJ2P25O+3EVXjqw7CSSSgJmbEDM5a7+7d0v3F6POqx07XxTLdyiah4urN5Pf
TEU4oTFuZxXFjMCgWDtGSwMrM98zL4JoED22kfkmI3XIhkUK09x2mQQHU1qO10sdn3li3uPYAlQz
xEng1v7Cnp9bo8l7xyuNGkUQ6Z+SetjmkGWzWXcocnV04zGUYmEn/O7UXVmiqRpnodtE9qzHYS3A
iIV6rcHrlej6fdvAo1OSlcEfefUThsd3/vATzLOjOSiYf8XfYVzAA7itr2/vlbk8fKrV2cNLqG9k
yk75OL50yj+PXXLgZhIUZnxMfBswFShAtnJVCPO7EdlLcI2ZTTqV7TRiqYsape5TAmgdjda01luS
Z/dJWa793sQZWS3M8HJ9X/vWl/D2RxhDq9Z36sGITgMolWFZnTrGAprAnQ7Vzse+QwEBgNZsCA39
0sf9thr0wRiLpWtgZkdNZT2jRGaGagdygkD2lzQ1YDBhhFAT3QFNsk+ihctmLnn5zTf4Y5a2RqKP
V5R9yoYKEF3yo810UPj2oWiTFZUrC9b1SQxmgTUcoc2CCrpL1qJe4jXMLeck5sC2G24kMndPnU2h
qOSS18bpUmAjo/SOkUu7BsI3/qoEt3Zp586t6+SpUzem1agkc04t9zdZzN9LMzkK9qXVLKTf83Lv
jPmaePxQQRo0LAdjZxXlvsv9X7c31tzCTmJRJ00w5uxcnZT0f7jaBOY6+SV6K5Bl+5JyYi9MdCbm
TUUytM4jE/6+6uQodmc4xpNNh0NtfdyexVwAmOpicD+Dy3NsqRMdTf/iwgNwfpJB3Z+OSbeCLAja
qxdZgoA2hf0V8FtyB/FllHFlLre3f8NvtbUrR3SqjZEVPfjUfpOdPQ2OXkm3wNKXMr40uqBS+Rr5
uJ2zysf7blcQSM+4OwBKXOoDjfLmjd9p763BEo8GvRXVfQSDgKp/zmFaqJwfWqSB2/mQaj9CXtTH
/xv9S0s0geX1j8s/aPvg4b/i3xZ5dr9Zpdfmc9kyfxzGUpIkU32SnWlkP/ZmAublsOvccpN5T6AO
rDkvV0m+8RJjVffWyq8s2JFvKtsJUrsN4cYcwp1waD+0la5QsAk8yNkO9NTCVZL3r5lXodUP476l
jvLsHpiEyIZSZjHbTM8NrcJ2+InPB6VVLwPibIDohrtHN/SuT839Ym4599qZ6nvApgL1sJ4h8RtR
3PTpZVHHUoWwouj7YUWTbKWbYeVCsi1tQ5p/tuPepGRVFOW6BJvTesNSO/VS2/53pe7akk0efzYw
cLnweiSKwIEVfI8NRqIHPPMu/8IVMAKfJH3AvmT1177jgdvKgNIMjXMQg4AnA3KuN0DXjvxQlz/g
BB/U2dfSG1dY/iAvfqE3DyzVBii0gKQ/ixyW62Kd8nrbZu+VB37uVx+qEUP5nlbPzEMvvj5iYOxv
XV4SNmT4KwsN2sTSa1BRwc8moc9QCChCq3S2sGKDW7rzSnJQdfHMqMzV6EEgloZZAQdsvmlh+Qq7
IGCjHjCzyxFg9iEyfg09agjpmtvJqnfUfZSIPY5BN+7zJNq26j3OAQ2My63YYCWsNkSZOdQQ1wYo
1oKI2+3zP1c+nUqf+GVaGqaD/eck4NqJEGbgYVv7QUHGlQO8kUlQyPkwEhu+IhtsFF3AFh3YA9v6
AUEE/OCCfNYRtI7jpftsrvwyVUhpxhp8y4aVD/BRAqrF+IW+2HdX+i9dNLyhC10EpWNvIab3EKXd
OYV0vlUaOzLam6btgljV68L3FtLFmcv1t+HLH+GE51GLuq3dnozaXruw7exz/RTXxZmCrg86cigE
XXhVzg01yX9H8KFreJi1J5qQn1Fbw0i0u0sK/3EQ4k1L+rSokzVzrU3VTIA6MAvNCUYq2K4r0iMh
+qc/mv92O0/VSjhusN4kVntSZbvLlPHVIt7rSLKVP7K7Luqebm/dme811Q+lBo+boRraU8MI3iES
Sna0xBh0kzF7U9jOA9CCL7fHukTjKyFqqlWSEOYMwi/aU1xVG7f034Ci3g3xAFXBZqlBcElero1x
Wa0/tloq+3aIPF+erLY4VIhr3ClOFz58ze0724UPsOs+2rDRHCt9hhL+v81sEnx9i3Q6jz15aonz
pavF3ixwZ/LmC2+XCgFzE5skqFnaufACZPJUGuVGk+LD9iEtk3uHzs52Fxx8yiB1JiGd1TJr7Wr0
5W/Pba64OVUmyZUQTVlHMJZCl3fTpboIgOdGUz2zv40JuuRFAlluO2UvrcuNVaqcD2TT0Z1t4+aA
3TRf+bH7fWwp3d3+RXN7dpK4amA6VZ9SeRIgHWgQEhkveIge9dEf4XLed3LNjSWJpJks+Tdk+48N
5VPbgcDqUJ1ExWEP5aT+p6I8uS9zZUPPHDIZOyYduuQMNzO3qcSJxfo8K728PvnFcJCVf3FMyD9F
6iYBZFetwMOrqDbqhcR1ZnJTaZPO75Ku13Z1st0x4isK59dn5M/03oxryH0YBeIbgMiW1gvheSZo
TmVMNJPmSDipTq1M7rBQp1zVO8j2L+3VmVMyVQ9xqNQIzFl94iPgVmOg+M6o3vx0d0mcB74DrY9B
AgTJ9O2tOFNAmmp7dH5Z0hZS6yffKj4aSXcKoYYi1bPs9i4y8jos46FZxR7Z3B5wbsUmkSZjSSvg
q1Kf0DcAAvTyjmi6D193K/VvIH5mT7UvoOYtAWcBs6dKmAMD2NoNWAtQHSgq1WqEC8FGy5TvnMKk
X23eZU8Ftz5BLVziqs6dgcnDmJRc+okVlycODrAx6g0AnrsahivEMAPP0/usXTB0mLmRpsoY9hCT
wqC8PPUNNNJDAV/jJOhaHwCTiqLUGdjKMr/dXrnLCl25mabKGJbuIjSuVY18oa9fjSZyg94ol9DG
M99squTGIANIbRNrRgVfOcBDEbP/YhsAF1rGMRmcnbPEHpg5wlPygNuyOGURbOcl0LmBoWQflLIY
dhLWLkuX3cwunxIEDJWNAu+55oQXEzsUXWvAghoa05WKhpCOjIQ9vMWDtuSwgGMAJH0tLmC7RD70
Ot/aybslrIBiyhbi80JsmftNlz30x0UwmkarwMJsTjA92ncO+WhK6G/mHeJxqSFU9G8H/Pct/Mcw
DYHMX+oocepk2n0jqnhtB178JEmS601nl2qX1pKOb7c35cwBmDILkBBHRpFnHXR/d10rYVGusZrP
Jl1YybnNMslaoP3cOUKl3QmgKogdOWbY2kBtw+P19u+f2/aTUKF54TVjg9/Px28QAnvN/AdcoEGk
H1nCwiqzF+6tue80STlAzYqVXUXtKepo9QO1wtBzzP6JuPYKxdmX25OZuUymhIGo7GGpLjQUr3wo
EnCS1XXQC/ejwcFe+00ktlJFG4tBTaUgxfb2oDMrNAWK8yLufdPU7anSxYHqjqxiV/FQpsX77QFm
Pt0UID4SmA6BR9mctBufzZ6hEEflu93iVonIQhyfia1TELiGpEtikJifck6GRwZCYzhmTfyPn+gy
sz+OZJK1Pa/slJ+gA3cvOv6QabIfJCcLkWXuC12W5o+/39leDSlnuzklXrPt0vgAd75dy9uXRe7x
XDVgisr2qG6BmzaaE6B4DSTQ4vS9gPdTKHojudN1jMauHxWnOk0GJJqt1wGl3MEG00xQAIITQkNB
lqGWReFUWNqhbVdQvb+9P2aO8BTRreXAo5SX/GQMloMruIBwoNH/wrcuXqGa0f2MMx89OGUm1sKI
M5F8SnGpu2RkyKPlyYDRc2WkO1qZoT0Y51wkh8XQNDfKJGTQotZATuXyVMEJI0Sd/QUCx6EtTACm
Vb8yzS+3v9/c7plUPFhJyy7TpTx5xLpP8Sbxe7EVGT/k3ZLs/swT0JqCwFnEepIYDT9VvNPuYfBr
k73bZVxC4qDu75wxe4BkiQfQizvKLw6UCu2N4TGAPBTcOShtoDbhVFApF5HsFCyi5JK4y+/M/v9p
lTWFgousZ+BQSnFqcq/zUHHmJhrwbQR9Y+Ww7kvp8p5h+Cz2qm2nY4jdBzH0HF+V6dni4Hg1ZLpS
y5DNAfXTDAwRIroRglG4RoiyiA6hNAwxTpb3xkvE87g4dcJ8GaQAa0BFo1fepQZkGKDWmVzITPEA
1WoDAJaFzTpzdK3/Ab4Zkh7BND9FrVm7q8Yo1cm9aNiwIgO6MGUfTdQ1WzOBvVbFBvWo3EGaG5+P
QNYYYV5V9poM3gn52WfMhfVPNT1rKvDBDbvsWG4j5HYpXVlJl4W5gwwChYIvkI+QJ9xl3jbpYrn+
l30OtYu/o6RZ11Yjc8JPTDsr6lG8jqsBWFQW5C5ftMm7fpPApvvvUWzXqmiWtzB2iPJ7lp/QL/ps
SeWvfQNowD4Zul3mpKDOxN+l8TUx8XPq5FlSybe2hhLh7bnOFJStKUocCTusc6LSOAqFZpIAGhCi
vV1oFtU90+5PyAS4gahyZL/Aeq3qJJGhl/A8NHq/3kRpi1qyFdd9YAHjHKJ7Wa5SOzp2omUhxwMu
8Jj8fvunXg8/1hRh7sJzKDfB6j71JH0EknGfGdYQuABxBq6Xrm4PMsNYtqao8oih7pIPsB7yHOKG
2T3aOrafJkECqVdZ+2HhFduLfDXcSM9eYt17Na9Dq4YwRU+Wnt5zM50E2g6vw9jIU4j9e+NXSbNt
Ucnnoen3QKnenubM5puSBlMQv6NeejEqbXa9t826uLd6Xy5squsXEmhXf2/tqFFx1aRpceKds8pr
so0uRnxmDmiEAmFKOQsP3cuBvBKRp1hyASqmTVRcn1I4fASw86tCowSVXZQLyfjcbpiiwElSVo1v
JvVp0JCGBRy5Wve18ELroiBovjd1EoPXRteMddBJ7dqnWrKfENp88qrxfXCbdiExvC6IghbjJCZF
XWLWWY5qDOxa9hJ3QdC0/gYODK23lVw84xFSBCkoMoUCFtSNVzr/J2UcDD0JVDLOBwKudA0terER
Vfbdt6MXtQTwmdnrU+D3yHNFsljBcwhKQ8JKTkNu3BfQ1x8gsnJ7s89goNGf/Xs/SmBi/ZKY1Ukn
4rPJ8zvR+Ct1uUK0/bOHr0nRouqpIIm2WEW//sKypvDv1FCu3w6odzqdAWvi4ikfw4y+1jBuSk1k
T6DD1Fa1cEPOfcNJvHAowjLEOeuTmUgVuLG3q1PIiKnSWy2Kjc6ctSmOPM6spqE5yj7IQb57SXyX
QA1zkQg2M4MpWFybZdEpiWI0iQZcgNmuwT7Lc2NVwWj19i6Ym8AlWP359oHeSZpEZX2yhPfpxNC9
0LWhV9Q1d7cHuP68sKbQb6dmTDKIZKOPBnUNxQ9tHm1FW28rmMh1ld4uPrJmNtcUBK6TmmYgX9Yn
WNtsHYdYAShrsEot3txKrgTAPUqWR7X05WbC+RTtHTfRoOA+XCMZdOE/KlY5tMC0LTba/NlDNvv2
55sLcVNUt535Brfzrj7JIt2ZHX3KLvN6GT4Vaz8h4/FSkgJXLWi4mUePUoilvtPc/CbhIUl77RoU
O6OT3qtZl1sJX73S7CSsRY07lixswLn82pu807hqedTlTX2yZbqKuHmi4AnEPl0PvD4MbvzNKJyV
kfH/OLuOJTl5rn1FVJGFttB5epjgid5QHgeCEAKBAHH1/9P+N/PyDU2Vl/Zi1IB0dMITZOjRBv19
awMd6n3DuRMW+anp0f4c19DECwnAHNXdEIglybGuY9cyIFIz7qWc1kidl7DzxbU8h3OnKXijwpN1
TBNGI4+KyFHNizZEC0wd++hyesDgwgcKyX9z7HIFH710V89h3o4wiTHkWFZ03lujj56dhaPcCH5T
gE2HJi3SOWWDJGY/asrrrV8E++GibrEGDloIAP4swtCRQIpBkhKJOhyMg0J9GEFxl1Ttb9o4cZpM
W9f5t1x4DgZH75YOlGLgXKFgNNzkCHDN2Sic7erDLETkORxcJ3VlS20XMbTBnLBNxQVsi8mWbe4G
cyVPXFpjlllME0D4pp2h9jEzI7wYOUy1+VYyG6ZMx+tRZSFUzhHeQvSQDs9HvCg63RXTa+5FCfH2
2P6RAW1SzJ7eVL7SG1wAh1lzkLd27YYmCosFaYF0cMLkQldAs7WvHbSdLqesa+xT3fETz6xvllij
zi+9x1lgCRrJWRCYqFmK9GfgTgcB7o3fqIM9rMmaLwWvuYKUISqW9cMEiEOasD8ZH+nFsGfaphwo
2rI3YP5UfBQ0gdzFSNso6Zzg4sx85xff+8AGRnIk0LpOUvucCb2Wmi71ZObo8KCzmZ1WPtKshG5d
oYpdqUYAuySMomH4diI1wKaDf+zaPcTVnhOhTrmoQepWjGwq/u4a1ZNHMi9U7gidLjL+lt2vwDYQ
LngeOYWD2iW/OJsxes/B5vinTTlHkstsqjTkC5Ep+PLoGujso4C2TR4Ro3t3aH3i0BLTa1XSwu6Y
48dll8KfGSituOZJdezcqokITdxbEeRnl0yv159pIb3yLqt/Sq9gn44XPyQiRgyezoVvFkdnsMUJ
mq/q1/UlFigq1hwgLtCp5Wi5Y7A5KKC3aVSpNDShMagwgJfVTS2Lm55VgDz6B1D3vzmmceDJLg2e
eNdHrNgF7k0XyPeVn3MZLX1xz82B5L2ZeJaGlXOc6OeOW2fliNu+Nr4DjsrabA+Vwod8GrcCjSNZ
T28d6c+r4toLd403G3eRwhqUSD1MrpFg2k53wfgeuJvcUCT+VHTPAHOsIA8WX/ssP/KJ0UPjRWAt
YbQwdkuhAgvHFM/ITiA8bxLhHtDIyqFvryHK73jvk5ju6omA6OoxJ2q7bg/ruLM202+Tp74jxVvr
1ixkbnNzR4xEfYBjOh5L6kCSsH/XdLqnI4o5m+q71Qb7UgE5B5aXRZXaCWFVrLW1Nav8HTLfW8Gr
jSLmOfG7yIQDntUNm1VTuIUnm2PNVUYgMVhXVeyY9t4hZgdPL3LSjdqlMDT911t+DieHm2ilObF5
TDXdZZTCESbYF9K/za1ppSxaCD9zw8WcMKUhZsJjKGiGduG8pkm3saRMw2lN3cC+7MQvTqI7Cz4t
phK2naVVPAwbuBhHVZk49ylz1W+nF812TNyd2ao8Ar+kidxWJpG2bMg3dzBzsUpcX83WBEA1zAPn
Xjdorgx+aZx5Y6b4qvsektViWGO6L72PWScHuHHVBmOfx41VP41wmUd75cQE++fycG7W6NSeXWC2
YNx2hO2VeXFOV7DgMhKQzBudhsyeoFSATHjNNmEhGM1ByYxVduW7o3FbXpxTbR7cQ8p0CtEb3vYF
3KwrcVKqXymjFi6aOdy4rJJeu8JnMe+CYCORTIHm7EFgayVjXMp0/gdDbE1jnuU5i82i3hFaQkAE
zi1pCdK8+2AOd0b9IfjLIGEvgjeq4GdXdvoGBKLXzup+Ol36cP1+WXrQWVcngCe45DIo4jazvg+G
2Jk+aPpOXq/VaQv31//giq0iYyJNWZyjzExhX6wcuKqgR7Z3JIu6/iL1Crd793s/fvMb6G6TnVV3
u+tP99dK6YszO4cdl1RkTVM6KDCy1Ids26aicQ7bc5V/ryDpHipwg4rE3FXcxgVnb3WT7bxu2pS1
egYzSwHAGDpdZx5BWkXOieh1V/auEyJZm9RTIoLn6z90YXP/jTmfEhvDLMxi8IMylm0ViYDEKUU1
6XfWxiXFsRNGyNfqoYUv/j8Q6SxrMFLDzoOXhgvRX/FW1vSokpUNtXSNzWHR9gSSRmtVLC476PJF
WdaXEbRtv/uWU7xokXXnwe+f8goMrZrobjMqp9xef4sLUW9u0gi5uaEuG83iIpvu86IkGyQJL0ni
e1Gv7Xx/fZWFW9OZFZT1aGnN3QGrOC36iE2aRHBNKY+2BhSTgzdUr2HTllaa5V8OgdZMTxSiUJ3c
WsDvNbCAbqryxhvLR68vflx/oIXydY6IHixUx5ykiAFmszXI80T8G+2qTQrhh14xOKGZG/SGri92
eUtfnchZGVkWfLAhKMbidiTZFu4UKuIFVB2u//UFJq81xzfLMWi73pZFPPLRNwG3HAM/ygb70fZH
EkrHtw4g1gTRVGgzYoNhR7zMb2BCAOWxwM79+8B3Wi803aaK9NTpED27Zj8qWBVe/4VfizoH1hyk
WRGzIeZILzWuF0BYLej3hPe7zC8htUtKFaokpREx249uModjpZsxNJiG/buG8DTQJGmP8leX/sag
PfRWM2Byoec2DC50InvlPYCP5CPtsEZYtJLq31js1lyAEcPHytcFdr1n01NNYHqWJI0b12rcQjfn
NvBKftP5euU7LpzkOW7chJMI435XxGCl6MgxUGF3Rv8DWoQaQN1q5XJairqX//8UdSuuSxokEzaL
6//ktR7QgtpnHdu6sDor6zocUmMVdHLZ4F9s/DlWnFWp5CbUoWO33NcD5GBc+xdY7efGaW46x7xL
Xkl1b7bizLM1CZWllHWOH+97TGy8qiljo2lsCjpFd4ZNfWRAKnwnDH0Wntq3PgTX0fYVXvDb6Z4v
qprtyRJw0SmJvzeIc6Q8sUNJKivM8tQBNhTSCJpJeUsr7/H6qViIdHPgeZ47CSWi4PEQ9H98aXa3
5ZDfj4O/KTotLsyXNaL7Qvz5myl8+ua6lvC9T/AZWJq80ZSeKYA80fWnWLha50hzDlADjGpwi7O0
/+2a2QGC6N/AdVi5eJa26yxXg8dGI8SEfuxYw+wIXFRLuRB2BBf4gs/RytjCE/r++qMsvKY5AHus
0O1wGNZyCYeOFDAQlXRX7psl/NUcc21gNOED/sDjugP6Uw/9dzTxAU7PeQiXwbuqMeAhtZmGGsbE
dbsXZs43feqCR966YG6S76ZI19qpC1XdHJtdJZnSPjF5DIZnRX6wgoSZ/AA7KcKY8wbNhl0DUaeL
2eMIfznTqR+uv+CFj/m3MPi0D4cp02NVDeh3IIqXLgwIJ36sBLxdXaSApEkiRp6uL/U39foi9MxB
2FXu5U43uTwO7KlzAHwUkJSojkSQ4mXwc4jjKWsrShdr6owdrUkXIR/aZ+kpELJh9Bc21lBHncyL
iKQgL2Tl2RFSRS0JHuAJmYWpFXRu6Br9ubUuRiYZDLOwfRxoeyunuZ9oarwIVnSbFhUApPLHX2PW
lWfmFJCizMafjm6g8sCzamOWzFo5jkvDvjmO1vPAtqBpx2KjIA9D5/ysAnmWfYKxVxH3aXowJQ0r
krxBKzUeZfPtX1sec4+23hVwbghwW5Yq29TSPAHSsDU8AemobOXyWuqY/R1RfdpBnTlB+NlFdy4r
5K+CBH+kGdyLNn1ivRtSOHKicOzsGnpvOnSHkzw5XnmTOvK5ongb5XjfJ9UP0pYr+ICl0dhfKYxP
v6fkNoHpC041982wdZ6SUt5QDy7E5Idwgi3sRUz2cBFc8iQP4UIVdXUJQ921g7wwEPy7CT4tT+00
531j4EAl43vRI2BZ9GnADQJFbainlGFw6eD7YHWvApwWA9ksmYX6t+8o5Ptx2eT7Bm1ipXZ2Fewo
eLSd2dxM1IUjrVlHYIptW0RruHPuy36AQaHaVlmzstEXbs+/pdinR698T/S6y/HoynzrG/ZWeRag
JhMspgwZhKmrnq9HkoULbo6uN2DG65ACTVrdSuNbmrn5Jms9iYFX/XF9hYXEbw6vB7jVNqwOm6jo
7F3fGR9+0WahNMef0Dj7tyUuV96nt6UztwRD12Xx5PykArLaTvoOPZqX1cO/1NyZY8AbizWkIR6L
XTvfJtKHPLq+7dgQ2jYLJ/XTTpFcyaN9T4psWw/Oa+uqXeWTb1ZOthZZyaGXJoVzYDhq7SIooFcC
LHH9TfXtzQgG69hM77WN3mtgwQsdPjBG8+RStm66sbRHZmci4S3J7N5mGFgoHsFhcwPL2ndY1Kxk
JgsXpznLgizclWOrCJ4q5WEX/Oxy6wwwYNhmGu86/77KiF94f+YcJg78td01NQUW1MStnJJj7dsH
iOnEQQk7kTZwbtOg3Fs2OVnGr/VAdnlR/3tbQ+Tuv/sztQF8Qh+ZQYC1f6+pB78ps6s2ECKWW573
7aPXom6kOTS+AwxILcWeXHfNc2hBuMic47P7IZV5LlsWMz8IW/J6aTsQeDK59JWM9R4WxihTDXlD
Mlz7jguC4Qi/oXZN6OHrUGbOcdhDP9V2ztEeMDNvm9rtTdHyrWGn99zwN6RaiWNfdzzMOfiaIAbk
TY4e1ZT2O1mLc4dDGtTGowfTHteGEyEqtRvXa9bu6qVvOos5RRmoRl26HnwcowFi73uH/8rk9N6z
rALimz4GvjjIpJbY0hVEFg20/q6Hu6/PiznHXkvohEKkBR1e2ZCN32a3HlGbXEJwz7pD03ezGvaW
Xuolw/4UVx1gu40SOMuYMf3ctOO9SKNqhDQ2DQo8VmWdmG3tV8/J0nKzOANmpJHB1KWIbasDYiwR
WKOk2wYKbrImx4Z10EcchnFrNMnKtlnobZpz+W3e0JJrb7ykdXSTNvZmyhvwJcTpglNktggDlu6D
ITn2+UpW9XU0NecY6sBtR1OJHu1zWbZoS5H9RKzvPqgC13fHwluco6h9sDEHV5lAx/CK7doaIp+i
+O1rSMvYsJsoTRF2Bcgx6BCsVLFLYXUOqG4uEtKKOgwZN7ubPNZuh6DYGN50voyV64YKfLcK/gvq
B3G6M4Nd2PVnXfp8c6A1UT2g4SlWliQ95Lmq3jHE12hCmt0mgDh0mDp+GUJzQ4a2bGVI6GSvvOev
8xrM+f57OIYqF4bfI3PqavobDcpt7tITjJN/rYKQFpo9aN7/dwk/lZ7n+RkAOgqu8Xk95EdF9t44
boQJaRClmj7iliB7eyR38E8OUwiWbIdKbyGr/0DcTkQN671zN/YRpqakugPyG0WoNCCNFKT+w8pX
WIiFczC2cHUuXZhaxlYpytAaUUdWBjpuWdlA8YMBkbsrvGOWuumuRj0RFjaBqMr1xReulzlI2+ls
r9BlB9KAlR9g8/seMOMur/x7Zxo/ViUHlg7tLDR5eoADlgN6B01Ncpf0PvypVVnuZGavtROXHmSW
BVHQkBsANcFxZCffkWaocyAgYQTQg0cUwVTr7foLW7g95ohsCcyqWxUDBlM02TakhuqVPPcd/YB1
zdFHRrLapVg4If+Dzq4Gr2UNGiHCQ/8xkVEKtSef6fvVC2rpWS7v8tMFFUhFfTv1jdvc7r9NVjGC
JGKcR77PodibtN+gL7Wyx5dWujzj55XaoTFImRi3qvXUUXIIk2WpY27MwfMe8xoXR5EDxpLW6Ros
dGE/zNHaZIJed62nNPaUu1Pc/ZAW+dVLS+yaQkNKc2U7LH2kWYyBFyY0rvo0j0t32wr9WLdahwST
3JCuzfmXlpgNvQJL1tgGLIcgAwktJR+0r/6kgAWG0FlaCQNLa9j//T71WPKuzMEDAdtr2gA7RKA3
ZPymRNZ75DDkcP3wLMSBORYbOJ5gsIlZxCUAtFY3qv04+d5Gm9mavMLSlTaHWKeyL2qnRjsrgTYb
AVCq5NWt5bE7FP2bZGjeM+ZsTWuMV0/RwkPNgde8AXu2sVvkXWW2J3XZh6blh1zwYOXjLJTP5hxj
ncGhWAQCBVAhhuPEGx+WTBfYondKJnNDgGcnEg8a6AiAsD1eMn7CZP+4ENpCKeTOSw0gUtYGXwt7
ZQ64zupReSk8X+IgS8Ip76FNmcK7tBDeVq1VPUtrXP7/U7zwrcTpXbBpoIZlpFVkB9qGghnAGZum
uwwJ7cZoycrrXYgUc8x14PDBRy1ZXJ4HA6Ds3mj5ubbLPZT1oJS2EgGXnmgWKCqklHCzL4u4SlvE
2Y4+NqN4c5h1s+rfvfQgs0BRgfk/drb9/4FCS+PG8t17DhdvSv1oNQFf4K6ac7x1j4G1QTMvjye3
id3cCqsJzFkMJPOg2afWkVfOr9ErDomGuiPrxXFSnThkrt9vM3kDqUjf+K5TAMGzBmS93r/LRO2s
1HZLZ3GWaJAafDZdZfiWPjy6SgAgwrylqELU/p8i2ByQrXud1a0JHBSc0ABZHm8shroOwOHrf36p
2zCHVhNpTjIw0WKB9Vd+soDIoRYEblu5tVO2C0gTsqJJdqAOb2rUVSF0vCJ00SUskFd+wcJGncOk
DeIWpCtqFhObMBh58J0ugpsKvVrPb7dweXvt6ppGkPnOwt4Sr1IkYZ1DPapF0Ul+Gj163QFKs+s/
ZymJn+Oo+2CCrIUG5GOSYueDhZ5qckpgl11CabLZeuOjd6aG9TCOQzgG+a62+c4W/GCw/qZ17RN3
eGhq2GZXDwVK/gFNaWbUK8XoUuk2x1/bMideIfHrAg9uWy6MB3L/CNOniPC4tR30Oe270YRkeoXB
rbO26uVAf9EQmyOy1SAA9HaKMraBS6theiBv2ow9uFoAkVdmsL0AQhvyVl2YobY8MsvBcSMt/yDg
hR8qYfkr2I3F559FNRhBypEBWBSXQm8Fre8DktURz/1NZ5GDgvGuh/qLlSa49gZMeYLkeH1fLBz0
ORLbskvRN1ygFYmBpFP0ZyXsHxdr+Ot/fmF2Y3r2fy8gs2cD8zzGYp0iVrWG+GO7UKo1p1CXfbVN
kxLFKt1D9/RtUu7vuvwNF9QO9oQ2ePnblR9xiVpffedZNKMObHQuZj5x6ok67Mct4ckfeJueRIJv
60/8YHfueTQA24O1seLW2qlbmOPAOfe/j59nw9CVBBnH6L703a1uDoBBQIWxhA6kFdl5+zDBx/iC
x1ZG+WqOxmY07J+waX3hdvl8/fEXOjFzMHY6WhDM9mgRN1AG8wZ3Z5Texr54STfBgzVVB7RK4tWM
Y+HynGOyB5cH6aTQFexhstJmwgbayzzkxQjrlUy0GAtAL+f6g/0FzX7xXefgbLPjngOiF/I5H6yu
IjWzrdbdDmBqWK6xLDtrX3Ybnieb0a3HcNKJ+SIUOk8C4uIuU3EZ1Ge0Z47K/uN4EJ0WiQ8VZQYj
VIK76AZB6TkF5OJbZoCTcXHaGF3vjhNrqyDonELi6jh4zDyWZca3Ab3IQQFHd+FuYM/vxgZzb1oI
doDJeRmmxXTbVe6h6yGx6Hrj2ZVrh3jxRczSPOJMEy1lg84+rXbt1Kv7yoXYLoPujJiyX7IEwqER
ZUQxTRycSW5Sj3qbBlicV937Jyd9sab2mJnBI6jkT6rr+FbDn/U2NajY1v5w8DzShYA7xupyHwR0
CpGob32mvolgeKOOPuSOf+dPAzsEzDkDBHBjogY9MDTZ3cSCP4AZZb7zgMvtJlPK32Vu9x2m3c5K
GFugUplzhGY29FrDyLiIOzrGBukhLl01if8tEZy+NoLLMO3leBZKv9cTd24HeJ7+LAlrkyiBqUmw
IfnwkOOo1hGbzO4Aa1Nc1F1ivKQ946gTSnidJI59CnTzYSXWYwPNmxCU2+63MMU3xvi48ihLlddc
MR0wODkVY5nHXdHfV+PuciMDcbCjnRUVPfkOGLEOMzYeofR4/SAtpCpzyL2t+pyrOkdO7SH4pwxw
wOwOjN3NalRYWuFyA3+qQ9TgApYuUIfogh8N7e8IsHYw6zh4hK1Eg6XAM7tpUOmMKvAMlDpufUJD
DDZ008asIGgepPAXM1fqjwXshzkH2HulUaCy5HmsBBTCoAy4z0cAc6cASgyaIni7Z987aw5XVwrP
TME1UMroY1z/VAsNIHd2oTg4g1MGG0HMmAfUIjqiqfuSE+fOrfkjjAJW4bQLgFdzjq8n0NUeU0Xz
uKbTnmtgRM0gJL6IhgeHFm+AaNpQ5UwB92FIF9Ig+4HM8pZKtw2Bt9oBu/kKHel/+7hzuL3pWQOB
BCNq5VztgiGN8968MZRzah0ZOWsqiQvIF8jx/HebeirvK6pAG854Gmn/oj5fFM9pr8KhKk6IhrtL
INOmm4UXs9iRHcZxm3lvRv7HGk7D1B9dz49s8vP6x16qYuaQ98rRATC3mHxV2aOd5OepckARTHdV
Wxw0kGxu4N1e6hlL2E9VYh5dK4iNes1FdOFEzfHog13b0lC6iP1ePXk6fyuKHmpFffA0VtbjOrB/
IT1zZsGhbJqClQ3eeuE1gJACJD1tM1rd2VP2QkuglE2K3BTTgsvU71g74+vK672Ehi/yhzk+nWjq
DgW/gIHTB13Xr9r27gg2lzLSWPDiqTDbBznmL3JSv/upuasckKuur/03XHy19iwnLSZ/AJ7aADZe
/rACEP19BY9hiJFBeD2u844AqQj5TB+lcYqEgSduEIKDiOZKdutye2sHH1abHIOcb8dSWSCWQMHK
UPWmJcnJ7g1UKnA92WONPh4MFYIFxjtAuBNkAs90ZJjYAH7XWiJOfPPDtXukhOrIQGwJa5/Ig6i9
MgTIHT66WR/1yeP1516oN+Yw+iGAQlWnrCZuYAYZOklwsij7sdpDvNRLX7zVObzbJ+B4OxRigo6G
WLYJUTW8YrEShJb++CUmf7rETCh+Z001NrFfeC1Mcr0jMcTKXlxI0ucg7qkHotDuNPTUrPYHFGZv
MoiaNdm09xPXDtvCfHIxXWeAR61swKUFZykjJ9CpGQgE3ABtQ4uJbi1Yb2bmJkv10SiDDaRsdqt8
34VIMkdhq6TjfdInTUzE4EdwGaojnK9NTnxIrF22qcPHZKV19TdsfLUH5rV0WbqmPUFxzuCU/4DE
3p+O6622B7mDCCJyb1azk+fihJgjENrw/f7ZVLnedblTRA2AVeNoaswLuTr0lMLjo5lAXkl+a1bp
B3iBJlHgmeTM4EE7EvzDgUJmNTLn4Gn/sTIl0Cu5eK6Gika0VEkbAvrq75KxtTa5Et+un6O/rI6v
nnIWNNG0ThKvFU0smbdHjQLauDyQyo8nTg9EMhUaBG7paO1krb+jJjxkMZFQXhYK/4dpfavNDk87
5S+ltCMWuOM2qdhP9o8p5Zx31mbStaBHWoPLpFFxf2fey0UWYJVhvJAHzckuLPeK3qr6OrY9B+JB
bnfy+QB4C5MHBg8mq0HPdI1ZtNQ7m0uSY8rWl+Ooa1jhsiNppk3CxCvI2xi78a0t+4MJ7kM25BsQ
1DbliLYiUD8OzmvSTfuaZlCltqIEuoTpWEDJ5SMIYAmFEpM9Xd8MS4ONOah+EGmiTQZd33TMvo/w
RK+6dw6ZITYAJ50HW8tI9w1kIZzeCGV6Xwcn9VPoHED/gEX/WkbM0fc+rJnhfwEFzjbPbwPjxbXq
AxLw19UqYiGMzCH1KbQI+tbH5UHHezacs9ZFd+6i42hGzqpu+1Iv7u9L/hTmK1ojBtdQ7DTL9Aw1
1jvAGV4KWfweIf/rWd1TwLutqEGgFcMPEJJXvqH99dX1t4X0adlSsnwETxYPV1xakfn3AMr3kCz7
fenEEjr+AjMQDOhmHyAdrdEpBI7tH5eeRUw2+gLaIrSJYRgCi88XW5i7zASgP2iI2qY4TPAHq5At
tO6mc/JdgwGqAero9eUvq3wRyebwbsfpOTgLpYxdj26Vz25KUf26/qftpb99edmfXmrmjZ000lTG
AFBbR9gxlAedpCCuP6KQcRsnidT0PdAnqnQfurI8FM1wg0b5C7i8Ziggx7JtRt6Cki/8CHI8RSSb
4LFh6oGam7Qvbysn83ft8I+9ur978tPvtbRhYY+nIA1QtknyV+ZvEtU+l1yMYW3prc3qH6s41L9F
41dvflZMev0Eu2sSCKDMO/2mweJiYcaTYqsoyW8u2sVJl41R0FsyrI0OhjbCrm4d7t72XTuEde32
IKWa3zghF4pJsxkcWt0YAECFhQzGR7/qVFTnBMK6lrAiZiV8z8pCP3VS36ma3vVBgjshJ49OIctI
sHqKWkrZGXNzgBdZrTayrYN9DmmUvRyGYMcD+4cHksXBZemzqUd4ZF/fKUunfq78DT1YiMCkrIZM
XHqwHQJaef9IpfNs487OqAN4nH7w1MFozA2FOPvKsgsbdI7oDjyVuoZZ4Z5sjbsAghmOD/20bZ3+
FI9DyrYmDL+1O940OUN3YYQvWp2FeVesjEAWrtE5khuGT0Dl+qKO+2Q6GGkf1/rYFHSfaPbYOs3P
Qsr9ypNejtwXm82cFTxaE79LOCQY3cF47icrgZEa3ZHpUkZD8iTgcMqDYkXhQP8RPJIObVltWffX
V1/IdufY7jafDGfMoLWqQTMIYf57jzkqMqFzyhHbEliytLR6lf/WwyN0jvD2XUd2JYfoIDH/eI5z
55TOqXLSk9uhY9qyG78oX2RdhqsClwsNtjmBomXgyHi6rAEhVy9KB4/cg5O6b2xXDTf+1lBffcBZ
+ePUGOXwmmMJLiKhIEVWYGidSHbvUhg9BUHcJtBsN8otQPR3fvJYDf2j37pk2+H47zSK91Da9r4q
3cdK1CdcZXbXnYMSclVsQO+9SsOS0duqfpAVidqM/1Lc/4E0qVw5bQvF55y2lXd94VoSSakuk7fE
SG8T0/qZdWsS5EvfYFZSKdBleuUrKAdK9Mbd7A3X552jTPhZrjRqFxKgOVfa6QOnExLHdbJfCr/8
VbVqr5X8aEovWs2y/lZl//OhsXlnH9rtB0uZsPGIjbwNDoYZ2LGXlDxUWfZRpkl9zitg3CK0CiLp
8vaRVoa9r0sSTGEGsN0OroUZmgi83A8JfhWzi5NMuzdDWF7oEsN+q3TunEjD9AFVVrOxsUIkCPE3
MM1Zoy59+THwEJdX+OkmdR28Kq+AnmlLzfssLe/8FHifFpi1dWGlL6Mn1ph9cLOvpeGLCi2UtMgA
baUFbKdfiuko2+lDTc63rLNrVJkT3Agb8z2nuOO6/i4dnLPTmA+1Ko+KerAWhUscxAP0yjZf+Flz
NHLgGCOmMyPcmuCH22v/tep1nLKGhUZvP0JbBGYOq7qnS+/5ctY+vee6RxOrE62IM5P8Go3uW9Zu
kSPtoRG302zSkWmHSXZu0t81rPZY7p+ktevk7TTWocvZipb20q+4XK+ffoVFC4jEcajEZcJ5YJ7Y
5pVbhA0Ymf8m8ouPPSu4deXSUsNEIrZdcTM09l0xZq9A+o6hqlZmCwsfjl6uzk9PYULU3K4HUIZt
p1KhtM4UYDNDjt9byd8FGyNF5Ob6hfj1ZBqPM7uOzVRj8D+CusuDEkqt3m2V3Ztjus27ciOM8obV
wbkZyu/Eq9+9mjxjSn7rOxn6pDiswNHtrv+OrzN0/I5ZDkq9qsqwgXhcBfREodQZTolDd0hIUxwM
iFGQlOnNmDSHdJTHFGPJMKvV/YgBK5Dc2aHr0NxEYmkAvpOTfQfvWGNKmhB0MfjGVkX+BMON/Byk
xoZ16HJO0/P1X/5lLCZ0TqCoWs+VrgQ3Esf3HcbWkVU1G0wS48lL3XAVvbywJ+Y8Cs/XVouJFodP
BNBh7nMN766uis18wEgZ6n2DR1+vP9DXKTCeaBYyewHLBJkrIG5wL25YQB/HlIZqgMe6+UcUySlI
1IHD/shoq+3kVx8r6355LWPdWQjJzKRsenB3Y+6l+6kWG5VadEMNByJFbn4XTHC+VZUF29/eOKOp
dBiDzg4zk7PQH8pdN+p3z4CL8MrP+TJXxM+ZxZKilIRID0K4Fx1S1P3bSegNUsO6O8E7YgMBrQsJ
2OPTLs9/js5wqNp812WvNSb9fByioun26Jyutrq+xtDgB80izwBjKN+wZBkPSVCHll2/Q0MGZIYx
24km/+1DLj20S6vZdjg0UTrAzaH2xCtEQhkgZGsE2sWfMYtO2eQLzRkoDhDt95wPIzkpzPtQCmmd
R/aU7i+kd4Tb3gqH80VhajWd/ouZ+yIj+R89+mmcTMMfSyRuyBb9PE1wwMzg0LedOnqyo2GXjr+d
mrY8ckvDhagVaUNVZO2BNyo/S2L7uxG8qn0iiyCyPDO7d3zYO2hlopSHySZ8sBLrUCNH2Inu/zi7
jiVJcS36RUQAApktpM+kXJfp6g3RFi+EN1//TvaqRq9IIno1MdM9KRDS1dW9x5jpLgQOyoYsRC3b
jT3NA5BKIdkNQuVbKSCp5yVV6xxAiEHJvi2hJOvM00tsyGJXp2PpwDS7VKNPhEAo6sYBfs5Rruzn
LIG+nD8C4NRvcNM2AjucoVuQF8BSm42CSBv8jPdoSSkYTcQz4x6P3fwIMypLYp4rGn51Oqv44gAL
CkfwJLZfud1MD6jm20fGCZjiJlMPYyrkiqzSwsnKtfgcQWGrhTJGGGSRejBkdzbcZOvQq4ITbmu3
t9xCjNO5IDEzsxFwUyOA6bF14TC52o0c/WVmOrvGLievyqrO56mga6ff9ek/WVA6JyStK8tEMxOa
fyZNPBefqh/zn3iGBzEb59JxdlljvheO87TamlqYSKZFV2eusQByvCSE1wQKObRF4oALVAZS+obb
NFz5YAvnki7kH8+454o4BkXEyt7GCBezQaGbJ7dOy5/Wm8NL30wL2qgq90MWTyIwZ3dXZ2lAXXqs
GT/17ph41MYRDmHZ2+tjaeq0iGx3FnZnbosgppMn7aHaTBGD5jAASxtuiZVVuDRxWpiltm1zbhk8
MFzo8Sqsblkl8FJ1vDiMHxB91lpvSwNpgZSAe2J1rOeBE5kRnKrcaLxMEc3/qD60YMRdql0d5muI
kYXTVeeKtNKIjYKmIshrMiAoxgqSFVApqxxPOQ0U5G9/o6X1oMWJbCY0q+IaDihtdZaiPSX27PEk
fXHS/onPAIXk+druvU7UJ7tXZ4qURTUXpoWx+DjtZh7twjxKPJIZP3nO76lJPVtYx4i3iLHmGdja
/arGw1KSpHNIxm6G4FtfxhAoQ/FDFBBJy7wUFqyjJVC5g6S4LEbo7tDMjw1ks6vV2oVNoNNFqIxy
qIY5MD2CpmfZPymI9kJuYfX3F9IeXZR/otIap4ZGd8p6dTp7A9mDzIvo+Hzlwph5+NCRAWLUq1ib
hRCs00WiUhTwnM+NYASgmpe92kiU4ewSaW6i9ogk2xR/Ak/0WFySnlcrJZSliw/Vgkk30DiD4V10
R7rpK4MHCCGBM0tUINthP+Ktccvifkb6FrbxnEFWY/xJDRsaF9G2CJtgzteccq8jfraMtYCTZTSP
7E5Gd0XamF6cGhRFHNg+3N6QnwPVGBiI/71Nlv0Y28rkRuB2E65yakehH8+aXWgc3Q7D5LhCFfNw
X3HjLgXGfrUPuLSStKslaxOnAtUAJ11yDN3Rh9n8T+KEz6R77K4CkLtV6eSF2KazSFBgFUNm2dAK
rmsAu4GMglL8eYzH19tz+HmXnQmdRsKh8QRnAgFr6LhDZ/doAR8+VOZDZAx3PQWH2Gy/hXQzwcVt
si5wlvbzAVriI5ge5QCQcS7A0ITo++nqFXwqMguFCfpw++E+B4ri4a6h+EO5ICORSkskxgFKBF8h
9g/FU4gTFdkprZJxU5iQ5DdorjbQjX537dzd3R534fjSmSQwPCWhi8V1F4t+0xQen/aK8StbpX+e
q2F7e5Sl64ZOCXGKikS9PWAYxJyeqxc7KndRC1w1O7ldAVSBrUq/7TroarQPoJ5PQIADrTEZUDGd
vq88xXUvfrJHdYpISyI4Sk9RDFKiSr10in0xyTMsBH9YSbVro+KhZ/N3mhi2lw2132bWqYXowGpd
f+FY1VX6BSm46wwquYuqH637a0p+xHI39PGmc46JPNx+y88BDlhJWiTiKkplmWAUQn47soFDeIb2
25e5Ng8wr9/JGliZhuwgY7oZf9FG3FtlewdAwdmMbLmBYc59O1i2J7rmYMBHHVpUvXWZoYdw+/kW
AopOIjGsLolrC+RgEo2HvoTiUea78bswnyu38OYB6n7ZyuL+HHKJy831+P2wqSiL4T+X2jyYu8E6
G7j+Z3O2hRLqHvzky5B1+VvCW4XmBxwbsv0gyZZDSXRy5L9ta64zrnPoWXdT2LGARJweOvnVas1X
mMp6YC7As8yy/Lgaay/m2YMM1ZrZ70Jiw3WfLHJtRca0ZwHw75uuRkuOjfU2jCrPCd0LCviHWvIS
SlMPboIWWm34tz/u5yuc68ZZaRnXNWWKBszK9lk8eJaSZxBJn8pq/O2iBTqskWGXRtIORDeJQQph
BQ14an5hrey9DPakE/b0wMheIvvx8nwlzVgaSzsDu760o2kGBAd4MVgemkgeMhcIT7dSTsCqiLxY
sz1605BFK1nx59kE1wnbuZlElQUZisBspm7rQjT62KBVvvLrS/tCz7lRpJttl5tuUI8WsNHopcyi
BqOyv2+REOWiuTciCH5YFJp02RfSzQ5QtXLykkiuTOnSCtVT76iWqu4hIBxcBd6VhSKM3TmnmdOf
KuJ4Epv7eRr+4F1xrhGtelmujHzd+/9/CHA99e4NQquscNygH4DBMXOkqFHU3rsGMz1SsPkfh9FC
DxjgUIhKUYrPDFgol3YQTfY+iZ0TCHO399riV7wmUh+imwuuNJiVI6r9UMQpBnEIw3jHm2hXZPbz
iBa5bw30PUvMXTfsKagN/GS4ZC2yLWwKPfWuqzZWfTm7QWJUqd/1MFHLwp3Msz00BdpS+g5vnkwj
v/S02l9NpywYrlgWyOQvJEm2yWj/AlZ82xRiZVWLhQ+rnXudmPMoi6kbQCP/JBLyqOZuZ1wjbOc8
13HxzWHT11UUrL30/noAMjvbbrOSBWOUf7EiW2yB3B48w5ZVMDigWuUM8OvC7c+lTHzWf3Od6HV0
cB2BOVu7SQwJjQBJ07MYm/cSYPFtIdlGTfabKzhcq3r105qdP1kMHeWeVF8NPpqndmjRoqKR2rrE
WDstliZOC29JZJlFmjo0CCHZAPk0AqLuCIZScT8rta0yc/KdsAUxjq2cEp9TMxjXM/HsikTiQ4W5
q1xvuqPsnv+Wgm9hHLohZvVc2jACeCY0IG0IwmzxlY0kmPvxEfbfMPOAq5PTrKJ2ruvjk4CgZ94Q
EsElAA52QZyZLwgFp0ha2wIKv7Yw9mQ29qmkJ0jVBtU0bmeWfKm66c4Qa73thdnXM3AHEgiWWxhO
QCy38kBq3XWJjQ0U/57K5K0sOxhatxD/XQsbC+tWT8UNe84byAzAtrI3mw36c2jvG6zaQjja9A1A
vpysOk8oF9yOUkvDaUEqjCNoAQHeGNiil5CgbvzrDbZ1iy/zmO6Jmi/EWlPtXprK62n6ISAirwwt
wATcwKjGA5uvYe/Kt6uipxwS/ug8/emkXGlSL1zYQGX/72BzxaK6EQPgc4V4max3TGEz8FM+y00I
sWbHxgWZJC+4Kd6eyIVzS8+bO9dtqaKlC5yL8btO0/c8A0a5nHerRe2FpEO3sOqcsOIJ2vzn2CRQ
zbQaUF4T9EWfb7/A5/d7wOr/O2GKyLxOpRjPvJXsHvLOhunXqZ0A8e3Clmkttlyj1ifbWad9WTMS
bSo52GwCxk7ZOOzSOD5DXfA+blIoniFThFH3yVbuprHaQw4Sze33+/wqzXVqNrWAcKuZY58zmK+F
ZbY1huEQu+0LjZ31vHdhFnVKtsP7nE5SjWdzQOMSkSNzvYyY6k997azefpOlta1zsQ0aJhZxcgL9
zksnh6AnYm/L+JBLSPl21V61BJ8uvnPF0z+OqKVLZi4jmoT4apkFBpECrobW576CBUxnHKqI4TLe
B1ll3ltgZd4e83PNFsZ1bm41ox8vpt6G/nQL6PBx6l0/A+RglGpf1U+FDX9hw7a2GSDBnqOCYXqV
4zeXql/K/DVOoLelHUMZQal9DtiDNyBD399+toXNrpN4yzHj0O0I6bmW3V0cI6/Iuwim7y7C9OPt
IRaCpe6UlSqbEFmO9pnJ95mN6L3IdwcKSg5E1epEnUVqPtTTiibG0vtoyRLMOK2YRhlDw7F/ZoXz
bqZRAMW+i+0ItXLSLF0pdDKveXXhUoXrnusBbUYryu5it3hsZL9x3eloOslrkk13RFitn5B5M1bT
ytdaHFkLbcycHRW7ET03J7fmARmmACSkAC2tbeMgO2ydHwIBYRhgzsXMlVEXIoHO6a1dI80bZpEz
MAXvkUx2HUECYazlCUs/fz3QPxymbZGYdUW76YxOU4WjtLxqudHDEK7pxCwcNzoflg6hwUUIvzLW
YRWGDrpXU2x3/3Zc6hoCZjk6IRyY5nM/20drAkBtzId8z7JEegPMr4+3d9FCeqPTanvS5NaM1OmM
WHCuJH2ZEhMBQ16aDvIUVvVWrKkiLBwvOrE2NTsVS5hYnsW8C2NIHoFjMZr3JRuQRa8Vapc+ur5P
JQ0lKal9TlQ4bUI6vNIhRWGAdCsY9aUBtLvGiCLwWMQ1TmcZ7bLxikTITzl3V86RhTijM1I5yvTl
FLag2Q6jH078p9u5PzO7PYZGk66djuTzDEPnpQqY/hHKiX1WzD7kZXmiAtAOAJ7r1EJFZd4NuXMi
0PDiUXeK4nonDav3OW1WgunCSvh7I/2wMwVsIXlWUXqGvvDz0IY7E9/fEWmEVgWDitpKPF34VDqL
FZYczJ1hVnOORudg9sjgKcCL3a/bG2fp17UDvy8UyyI5sLMVkwfIT38Z3Pbqbnz71xfWgc5RlclM
5y5i9rlB4YFU/LUZLF/Y7kufbm6PsBC9/kIgP3yEmJVgdJczdgqFHLc1lGDb5M6/hXbdIijKycyN
prPP3difYeZ66ABVmo2VmLU09fomh+BFPk7leHZtmuxAvGvORqzCTTKO3eH27CwNoW3zAgohFSij
iO0AbYlWgXcLa7J6TZlzafK181Yg1YUZTTqDntT/KhoBruZqGrGwu3T6ZWgX0TQglbuUDYwmS+eY
hfIVlNvEAwKg9KH3vyYzvLBIdYqlCQEfSK9iJEHYBh5HOGUV/VWxuPMJWdkICx9CZ1nOCc0dXK+A
SUnFl3Ey9rErLqshYukNrv/9wyZo2TSDrdzg17sCpa9W3IMTHmQg1oJYfXslLXS++d/W/4cx5rzL
6hkeihci7dDPi+cGgntOLMHRhbQTVFnpIcmTb2X+zqGQZM/lI5XVy8rgC8f7337mh8HDOKtQJ2+G
S4SCzCaygsq5KmJvFf/hInM2z9UUhCOcc9BFUS6oyh3kFZzhqzWDec7bg837cUcr8MBuP9DS4rwe
SR+ex0A91VaTOVwgGgKwlhEemaWKi0Vp80jD1PL60FErS2cpq9W9cgwCAXYu4xE/38JTQjwq9JF6
ODsY8K0JOyBlwulHYqhdMptnKGK93n7HpSWrxQ6nbsociqP44EaZeLICV3OyfoCBvZKCLH1TLXj0
FRGhKrr+YnY0MLOjcLq7cKwp3JCi506OQUze/ulNdB5XYQqLq4z3F8rlpk7qezmLCyAw/7YYdBec
hPCehJkxnaEYf4DAD9838RxuaW69lO38khlpvPJJlpaCTrbiHLXsuGrscwGWS2/7MP8CGirfFXBA
U2ayY5T/sRv7kJZ5kEarsKLrJ/+klqMbZEVDXaYzandnQNuwwcIIMGDmhSQ8l6QAl9JAQdbhj6yG
kOTUnxojX0mxFi7HOjeLSyuerT4cgR6N86+MgnbEW17C5BRqtRBXgSSZx/rYeGqhL/fQme28pmu8
sMN16mrqxllTwpXzkqTud552qO9R0R/bJnX3zujcWW35eHt1LuwDna1K8iSxIJUoLyHaDY3dMLiM
knCDrKbbtkLmQAuMv2S92nS87q/PPqaWdrBQCDlDgP4iJmDeAEOTFSw0g/pKy86/tuWPcBwORbly
/1uIIjpDNZ/gy6KMXF1Mswxw8baPZFbpXkUA9d+ev6Uqmc5DdUx4XOVlpC6pTF5S2R4t03yJa7Kx
swTocvJo9E0wROyBptNK1fl6sP7/HIJh89/4r4Y56xw1qAuyhQTmQvZGFMT1C3Vs1+iun08cGAr/
HcIGFyIllOUXVl+1VCCSRFGnUQ0wkLfn7fPkjelkPhqZc5WAJHQxWEcO0L7f5OEsVg6tz7cPgHL/
fXpaQgWy7FL8eFf8rjLxNs917ZExueL0/wBPXa+8xQL0EDib/44ke8dOqRvLi1nBkNFzSZZ/Bxnw
ez6a8682jLbO1KZb08npOWrAwmYGBHdh2C2hxpM+lh31HXtioDUNqtventnPdzQT1xn/kB1A1UvY
IfQeL9GUHASU3mDBtKnCZgNxoG8TDd+5mSUr77+0Esl/xwqnGYUPQxSXyqp3URN9td0KnpClnwjr
6+3XWRpCCxixzdLJKsPs0lShVypIfUJWeGMW5ttqlPhbDvpsQ2nJBssEQEJWi3CLwm8O/osb7qY8
9iGh0AsCeSGYTFxU4vqxCfdiGKyXpzZ2fSuG7miyv/6BCUXJuHkdhjfglvIm97AT63i4cnoIMT3a
RT7+puG6XjS61/8JrJdzUn4f89dqrVz8ub4fYzrxzuzQ96oSLMYZDAggMuEenEKVBjRRH7dfv5Y7
SHV5Nkn3vWPtEygtpFPq1dL2oVHs1fXFWcPBLkRFplPpemgaFJShAmaMdya6X0yhoj78nYTCfXUE
jmzbfaJ0WNnx5PMkgemkOgg9c5GOGc6xtu0OkeLunWMVwwXyFTUQTs4ds+Jkw2rQ0GyVJ5soxK3X
raz5oR5YF7Rpg9Y7JC2OeZj9Ng0+AZTI2mNbJ3mxabIwPAkC5Biw4mI/OHnY+DEgDecw7Xpr69ZN
4pWpbfm0IB2m0wFhInaKaZPC1347j9m0suGWJlanuVQMarypWTaXPmY75soL9jsSowaJ3nQUwDxI
GvlO13gQTr29AReOAp3lYkP/sM/nsbk4wso2kSy38B8zIDC11ntfiNY6Pg/etsXVm6K5WHEPLG74
TuUrbee7aGqsYx2hbnf7RZaCtQ7D69wwVsJO6ssVmj4O1rEy3KNZK1SGcZWx73HJuytnjn2TnckI
8fbaTfe4N+P+kVF4/UbWmlbg55klMIn/jZtUdk3rKLO+5K2xGQZ0meDMfB12YsLH5e3YKdNfjW9L
o2nH4Vw5chrRx7qE4KiJUR0619mYVbMnHe5XZh4ghPvwA7o9zQvrRed+jhncfmkv64vK3GAyCJbM
/DiJ9Mvtn184D3Qup6zSOhvaor6khgE0yF0+NUceuQcz/nF7gKXZ0s60rupQ0OAYwKzTS2i42wRu
cTbsPMDJM6otKBX3q19mARLNdJOpvnLa0Z4MvE1W7lIL+p/9G4LbJu3DfWIfojTaRA0JGtL3XmuZ
m9Q0wEZmo8+SfiVHXqitMJ2KmUM8D9L42H9DGtj1/XQVJ3oh1SFlKnDgy1ll8zHhxVnR6be1Vn5c
HFW7gMcFOgyuGzVIHdSGyuYd/NzX0CEnd2TflFFcUiffVYIEFOR5Kzq43F1ZoAsrSOcmGqI3HSBs
mouIchgOAnYUxfdxxXeRq1ZCzdIQWg42z6qChK6rLobiAc+Ssy3FZXbMe1ygVy5uCwm0DrIdU2S5
cK9RF2gIPdvSCmK1Jj639PRayhUOcBCIRru6DKr1EiLROb0wHDOrJI+liK/lWzCmj0knwilQaTVC
Yr2GvIxnSYsL30l53m8caLfDBqVci7dLA2qLbeiL0m7ybAxG0nRbUTU7iRPNi0LYd3ZGsV0VFlxI
vnVMrWnURWiO+RhUdhmwq3TBLEvguIKkfnRqDpvJanc7TC1lAjp2ViWKXrVu8U4SHsF0hD+7zYDa
gThqaMFPuhmCKodxGc+Q6CVj9r4y7kKmpUNncxuiyc3Mh6A1+aWM4SlXjpvBRJk8h8/IwINcxAU8
sthDo2ooBcVKriU/S0NfF+yHqw1a3U4praoPIEX5Q4DOOyhx4Ea3cRpzVzfxty4FiL2Q8rkPy5OC
wM3td144EnRiGxQQbTNpxjwwHMg8QSBpArcqmsCmCM91UQEq0ZbuGxTlX8spXbGeXvy+WgwRY+cA
l0zzgDkUdafRl6TaQFLnankjUX0NXW+ucXU0ATBt7JVRFzYK1Q4/O7XjJOYkDyJBUy/ivZ+08VdZ
u5ZHw/BLZiUPt6d0IUv4Pypb2DokNq5TCkaKCaE5+GzixkT2//bzWoQp7KqJeeIWgRDGbmzgVNG3
L8XY/1t811lqjOQl+v2hClTW7jKHnQBjhxQWL36Owl4ZYyGU6PBYc+hSq8lbBe7Na8nmzmurBFWD
/JKxau9iGa42cBaOEh37ykrXroR0yqBi5qa22oewiN/+6TvouFZ40RRpCBu2IKX8WwGJP/AxmlO2
Cixd2Jk6jjXmaPRLW8hAhe2hJ/VD7Zg/XCN6nsDlSntQsUvrxJs195eF7aFzx6YRzTNg01RgDvyL
UV+tWaGqmEwXc0j+JGtVy6Uvr+18iB2Ff0Nd4IxXvXr2erUvr92+9ebe3vboqh5CGKP82xfSdnwG
X4ouN6wy6HOAgEWjtlYJ73deyZUBluZMyyZgsMynNB8wZ6WDulD0BEwbnGpCdkixLtq1VvzSStB2
vCKNIVw6qgD53YY7UsAvpg0GyDlDVu1g1OGwGfL3pDG7ldNo6b20nGIO41bWKVCeU19PXsSsg2HU
pSdidqJV3V/s8t90iZiOKc1oEfZWM5WBw+1nF6XE66rrbBgvD0ayjvxdSPt0UGnmuEkFRH0HJ9Kq
O9ppDOBsk3eXgffOhrts5TBdGuY6nx8O8YmWUVLORR1kcf97CM0gj4hXSvMwum//tKQdLU3IATUY
55bUQRu3DqzuIFlW4+rrQZajeLo9xNJLXI+1Dy9h9HPVCrttAtM5R2VykH0a+WCj/XSHf7yW6ehP
4gw5ELhVG1yLkoA6gEaSI8MJ499uRyTkLNhucDr4COTh44wO3GxaJ8LjlURg6QW1sDBAmhavA7SS
G5uHIn8FSutkTf26q9RCkPtrfPRhBhuC6ZtLpwlQXPtlJn94M+Nk606THV/S2X1y18APS2+iBQan
GFkfQnApqKMNH8stG8Q7vIN37WD+ub0Ylm7xuoVL3ltJFMdYDVFfnKCqez8N/DE193B0zGE+sisK
enQr/qe1O4+DUO1PvPvRO6C44d9WEqq/sKBPitg6EnRCMHKhq9IEQtXQxVfHmVUHo+t3nT08RfV8
mgrCdypDXy9Ktzk06MKw2hqJ3fjGCMswSOUXqr2j0j5YxsUx4x6yoG25y6xpF6XVXib0dWW+Fr69
7v0ScjIomJh2AUpd0L+VW9yKmkmiNv5dkl0FHX8ePxrR4DMWVOm3fNzNZfdamq8uKtpVfYQE5cqT
XA+hzyZNC0ZEZlZTMqcKZlDEpDjgo4ldPbdH1xi/zTY0msN4fprg8i5hcLcqf7VwWOmoV7C2UH+2
kyro0bymHYEbQe4P4/RNgWbVWcmjUabfB8deOaqWOgM6DnYSs4OallAB/ll6WcTiXWKyO6c6tnB9
NCx316JujqaFgDJTT78lfT97lRKhhwWEwEN7NENoaG/s7teYCb5Zmf7rWfnZ9GuZTheSMuPqmkcT
tudWc6pV+gwjptrYujyE13u5T/q30eBfbg+4gPZnOn52VJGTVGlVBcRu6CEc2aEa+r0F+Vs8ygMm
YlsL9l5NZAdpenWcyDRcMsv9CScVH1Y8EBQPwuEeJuBpcaWoq+00FuHhHx/uukg/hESGOght0FUA
HuU0kCD9Qfj3ugGnmdiBQ8CvHCvhpU5lwWUl+6MMuknUtBPhfLGzq5+LzI+020HVLLDNtf72YljR
wucUj8zlw1gF3MonBTFx+yBM4zkryzdpyj0Z611TcfunYGXlteH82hJe+uAoBZnbP8QNKopuMVzV
1qa7wnTDrYWzyuwb6hsZf4AQPeqacGOr4vTx9jQuBRctLytdQJYMo68DUfb+zOUuTeMjseBaB533
tDMrOCaunNEL21jHAJMmM8aoHZDKDMNlGOwzpZDvgdecwUF6l9mvpJu+DO1KI2ZptOsLf1ge4L4I
GGTgxGRWi0aBi8xm3Ec5zCtms9uju3FKbao219i6krovIH5ga/vfIWUad/UITalA2Wobhw5Ug+jL
gHR3YNMbyk45hLeV38W56bEZzPTcUGJ/+zMuHNt/bQE/vG0oWpIWfYqyqYDQHw3viyG9Ky15Wg3+
S/Op5XCWAWewhCXGBZ7d0M8yqHGsmiiCBZf6NncMl5UMJkul0eCGR1bSqqUxtYAHICZgIX0NIdYQ
erBZ7XWIv+7whY9kPxoNkIXDW7rOu1yqsusY4rC3hQMmP7/EVrzNY2szu+WmKPszlJjuI0gLCNJ9
n4BXLOV7TMgWhns/bn+/pTfVgpkbFyiMzSNwpqTb9g02ROfm9/PYncZQwIBaktcps19UuSY6ev1s
n5wlun8MEQpIWlj0AOQ6vVtG/FgQAHHWpOSWcry/J8qH9TjM2HyZQfllMo19AV2YZtw2wlfqqxqh
CpQ5zxmxPP47h9IvxCqRsmSQ83JSOIDfntCF99MhybxkJUxpOnGBVQ3ftWSK9kXTIWtp5jUL76U8
QQcjJwQQVgui80FNop9GG0OQlMhgEj5svdgmdVJY6EVQZaq3QnWnWYkNcFtOEu/NBJLuKSR1QU0L
c/D03DWLroWuLWXaQsrqXjX2kKjAkvaeN/s59MKq+Oqy4cEM0/PY1QeZSwc+T8YvOC/EXjMZF2El
p9LYzJm5kqpcI94nq0uHUBuM2OlI5xzHIBzz6sI9yKm0IV1YAwmQOH46O3JlqGss+Gyoa0T8sNLq
CCnJpGQe5Lm5Z23/BSKCL7fX0FJR+e8kf/jt1makgVRDHsCYzOAnx3bj1Fe9hCM17LQ8M86rvRUX
yWMls3lnUJPvct6vXFEWQrqOo45Lc8alKysC1aZPkYBmZhSHR6hWhxCGI2uA+gVdAXDf/jt/PCFA
WRllEUQmYBjFQPeJtLeCtyFa7FAqZ0XucfeApYRrBx3tC+8L6BrAO0/maBzAOC0xmn6jFAzM6qJe
ayIsKHWwvzH6w9yXA6j2qkRtfYjb7gWYYIjvgYa4adPyiwPejpEY/ZHU8+DBtRbbjEk2HRNneBxj
9TywNbjFQn7096z/8BhFl2dQHEJfgUbA5czZnnPj3MGHDgSv5gSQmgOZoGm7suCWopaWjSGYQN9l
slHnHyn0BiEBDqmDDaHOn0Gx1i+E+0qr8mSCouOVrICiBT7Q9zIMIDtsq5W0f+EhdAh2K4YpMYom
D3oa/Y4N9UJYvVP2ChxzKUvSIdg9em9qnlQeWEb1YBvQPOya6Vcyu3sz5D78C7cF5IgZTGBqO7wI
t1/BJy/sJx2PbRa0syIrgn/P2EgPFvIHVlQnG3ObrFGoFk5xHXuton4eeJvKoJj7L1cjEEUKX7a4
tO+SyAHZOdvka0CjpQ2i463bxOwrMZAiiHO8CpAxpPXNTm4yMz6Qzt0ziVTMsX8oNR1k2RxGyzx0
+SpzeGFj6KDroRQRCG5hEQyd/JmCmLYt7SrcOp1b+8Yw5JAIGiQDjLTwRVYfsW1yL0kBm06q6s4F
s88v3fMkiD9YZB9lMt3E89qlZulTazENeAUrh1xKEYxG5iV9+0aJZXiRkf8RsKK4vVeXxtAPWodP
JAxLtIEc47lG2itRjIDeik+EsXJhWppi7TKZ8nSOQp6UgT13lT83MCzseLyDsV27sRI5es0ggEAH
rOf2Ky2c2jo4ewA2GjoMA1KYqX2Kxs6bY9gjurPwwiy+b3mycllZ0AGiOiTbSQxXFG0jAw4/t7Np
DCAhdR38MEshN3jP6st1IkvWbN2q2Bpt9SOZm+gQuYZxjo0B0cGAEh/kLq1tmnelR2bY55jjfjIh
24oWA7yIRW2BYQTd+iZ5C6srYq32aNZuWbxGLl5KtXTUN8wnzWGuegkNeAiwS1bviXSPlu1NuU8N
OHsCJDTxr2YxHbK59aNWHruuRjmTQB49T37f/mgLcYDq2PCyCZuuC7HY3bGEAI/RH5L+L2ZtglpS
OrZfWfuG0xtbzoOELk4WMG+HsGYr1KDP9wHV0eNWG8EwbFRFwCLrGV2evTDKxy7ku38z/QFv5HpO
fTyCBSPF0FhFkNsDWH72HjT1H80oNkXRBmr6ujKPnyeSVEeCd5XRzKAxFgG8R8yHxIrHTUKK6o6T
yfKnHv4KxZDIjWgHP7bC5JzUSeSF1AJUuZJ3CaxEPRc2T7efZuFh9DMYzq0oImcRCWIpX8hc4BqR
tm+3f3tp4eoncBf2UqGMOAcwE8dqLZWfpfRpkp0fSr7jUfSLDfzgiPlPDsM6ThiEnjMBgf7ulHZO
UKnocPtJPg84VLeU6blEK2Zu82BMm98orR+wa7/xtPIZUNerLY2FFJfqtjKjzCEtB+OGIGc233QF
YnRu+SST35F1PI15vwv7bMuc1mdm8qV0rEOlsrNdj//j7Lp27OS18BMhGUy9hd3L9JlMcmOlUkx3
AfP059u5yuEPg5Sbo6P80rAx9vIqX7njFadbxN2d49RbU9vHpjAr98fCF577z6g86qDorkoc2+IO
GVYaR738+vG6LhQuoFr9/5ERRSv6TgfVlQHuA0ZikvqAvVz9/JtjKXi0h0mr/C9cViu1ytID5wj2
ehDRKElbXzlzoIIY7LPGeWiGdG9Nj2GHrMQDtABxWsLS03HWhNAXYs8cxq5hqtwDYVVjcN3teY/p
AJvGJ1U22T5ibpZ8vJoLu3QOP87riQQNa/m1g9stpnBJVgS7kQwnaNOe/zHr9uemVcqoApqWdnGt
uww6nB2GKUXhQHFlJaIsvcUsilpobcEQBaDV5paU6qm5czlNPGO9prY4wtz048VaaIr4c8QxkFZ5
K4IhvxacnKMhUu/KRTIoTDEdnHQ8BxroRQaZdcrzA0vz7wNpbLhOTPzcZvYUDyFsNrnQR5O28sGI
YiXW/D2Z8v+b/vM26txqwuyq3xaUQaNouB+V3vAgP7adQzd1gy368SosLfYsAUV3d5RqsvMrZCXj
tN5glHnqA3jUcUjx+WsKQQuvNIdDe6wwaT7KHFfvK/Hh61hr/6zafJ8xOsUWjn5fkGr/b680S0Yj
8MZqZlR+TUHxmBj6IC5c7+yMfRl6+wjQCltZu98+w//t6Phzx5VMpKXv8Sm/QnYZ07QWopwTfKb2
tYDHlfgKpK1PinzDxu6oRYVjaGCiGrT6JF2QjTp5Isb/2nvNmrPD3+thf46AlqwM+6FK8yuYTYXd
nXQzZpjB+mJlZRcqYn/OUlGZC+oslHauPnvOTb7r9bAVxfCLT3qf5kUeR4WCF+9wVGN4l+mV5vpS
4hjcNu8feRUBWQRyfCE8jGj6rRqnJJq8z+0P2aMJPSZp1cPCgsM1xb7o4LdHpbPhuCs/3k5/L5X9
OY3FKqPSwAoIQKoRqGLE8CNcymLbfomcpyqyNp0arxasFj9+2kI/2p+TWTyZ+SPmo+01GOTRt+h4
1hhhT239pQlZXE7qlEt6P/Un0M4h7ggHbKTu5V7kw41IsNJYWVzxWy7wx4oXXI4tG0V7LUN+72XO
VrTTdhixfcsBxgq5eeeum8CXaVt0zTbi3hk+Mg+rI7GFqDQHweN6gWCZFzVXz/5lwmyMKezO4lLA
2gvqbWrl/C4dl1mg4IH2ax2Y9HqL/Tyrdp1x7/ga2m8pmZvLPGMeKhlk9tKrV1YHrsRjAadoabKd
sNg2gKqvMdO9Vw+J5vbGCflOZCwhmKI6vbmkYfSZ0bCIMQlYnYwtZCFzFDtso8dWVD5+EdP3racg
Wd6/2rqBafbx4+27sKRz8HqgShU4LU+vJfdemejvcj4+r8IrFrbFHKKe1jAdBIHBulgelK3bUMC6
aLIwvMaEy1RG7FLFHj9+kaVzODdZwaRZNTlEYi/wSY3RsPeReNvOA/5fQQ1GtJhtW6+me8aMPAbX
xHZ1knorDcCF63KOS2/p2LUYUFqXoBQbvwOh3v58GyhSr03ctjw1Pz5+yaX9MDvlzEXiEuYlvhaq
qN64x4DqU+bjMKwdgoXaYY47h/QTnDLTLr3mSpDYdacqvk2aPv75C1NQfw4279Ce1X6Rp1fVOXxT
DdU+G++mXPVbAYXxrCq62MApO+J53OXiVWPaHbO6W+knLJUS/ix+ONZARh3iMzHbefVL0Jgt8hRF
Wx/efrX13in7inr4yVorQpfK4Tk8nQujQ1sNsFak1HyFFYT1lOMnxFkHX0E0/9+a1Je/WlM9w4S8
2vT9zywNfnoQMIwDVgbbph9/Ta6XraQDC4d9jmS3R22no1AWkDTtV5GlD2npbldP4MLmnKPXHTWk
lWwzfNyG6nvVDTkoPSGQCXXkIEzW/nZlFy3s0TmWPctxCCqKB3XOidK2/V4NFC0xV2YbKCSMR2hX
Pw3ehDZdnUoRA2b0qbYFBIhJVW5obYI4otVKsrH0W26L8ce960OUp5ZSIOqMtojDQowxb6fNx2+6
tKK37/jHH8/cSOdW1lkXe2y3RcEeSt7vwQHZrd7bSydyboJirGCwTeOl17EJ0VwP7h20taPnXsWG
j29tax/GHC1huzuQqTqvNt4WAuZcrjljjVe1cGe7whM3Tif1wj00nSOrfO+zdtMOThMHt3Tp39bR
+f91VC5EM710YBfOqyNP/b2XQRaQNodxjUW59KXmkcUZRY64b0GZim2gqLwpDatit5NnGa5ZGC+d
3lnnxZUyZyOAW5d8cq3zRPVXmFTKg6yzcKUdsfAWc3y7X2mhqi5jl0k1OErpq+8aJJTOGxvHlRi8
8BJzbHvrZsLuKGWXcqyP1mAdp0Jcw5H/W4SbSyWXVehPOcPIEljOS86811qSCx+mlQX6jfH4SwE5
R7S3QZ1xdfv5oNB86h2iPtVhEBPHjst2gL0Au135XiyAsOlhXjcAG+GLelN5EIIlpQ1vi0bEOeRi
thQYmTgCbGGDvL1ayeYW8q25hnKmBxgZRHV6NT30wIYSYvXQ6WgH84k5w351GLlweueIeDKYEcRy
JI0uMSca+L90mJ27YIhDJb6M5KeRK7tl6QKdyyKLLKBSp9S6THXxMPg5BrjN0e1PVZuifH/OONCf
nprepnavi3rnjFFiJutbn7JdZomVC2chxs8R8sYTflD3EbtAKz9pBvQ7lYPT/XFs+l2W/m1LzUJH
2XmwfOW3IN+UaDeWnTw0gTpoGao70cshTHSLyrKVpfeeoyuz7yS2Wl03Om45/CtKiAMJ0t5rr/Xv
bclR7vb9a90Rs6vGyI47D+YMbu98ZY3/0mJSVGgIQfYKsniRTB8cG6OFGPY2bpLmoYqjlOk+bsHZ
+dF4OXx5c2Ztgoby73UhcthCk7Z7VEUNGERd+TKFiA5Vv3LwR94FyqNMN8Gm0iX4EIT1dFemIVBI
IVFfs7CddijMc/igVNU9ZLThLt5zW4aYavk9Jo43Xe2KA0WUFm/TGNbbTJLq2vjuBG0xWAZXJmzO
pgc2wivJELvZDfY4YNw0iPpLVqYYRuX2BPVDlScFS/XGysLqmKP9eRJugVaPxJF0TNnfT7Wp3tMh
WsNILkW1WWgWUD3xOtdnF7sjexaWz6OHy2u1gftbxvQve2ROKXCp8CWaDOm1KT6hX+Rs+kGk4NeS
O64UBE4EroN6iHUN5FueF586jnInVaWJWVBOiXZGfK0+/1oJ+AnRCHbfLahfUGOxN8qKHlPC9pBP
OtVNCYGYZs02aSm5mANtXGoAlu46B9zSvIw75sBC2dpzaKfn3besfIFq0bGHFXmkdLubWjRMszVa
61LkmFMb3BJ5k8N6ZKNFuBOs3mgh9kzB2AgTXTvksWmnONJfQqpOkQs1d6Q+4WPoZ4lDv60cbaQX
f/tqtyj9Z/oGrkvr1CWBYP8EAwz9Sgq5t0b6BvvPNwvwoo8fs3BrzzkMUHsC6cVuCaAhaAeXzsVF
lyeDM2sVHT5+wlJtPactDL3TdaPHpmvbZJcxVbyJweOS21E3z63n/tARQ2Ldh7HN9QaAkdjX6rmL
MiCoKirvAG4rV1524eqZK3wzRlySosF2lZ08dgwQH3iB7FH4xzpKd1R01iYc5EpZv9RVm7MUsjav
AmlL++oRcrJt71ilw8Hnw0OJCjkT5uBl9mM0sh+p6LcuxI1/y2KtodoXbnPq/P/+0TKq/KlwyLUH
MDqWwZDYgGQBBUNj4vZkT8NVi7rfktx/26uzW6iSLgvdgZArjOnKgLWnwck+eymD5idatvd17SKw
RElvexT896r8BC91Vewl7kHSBc8F7LSgH5doGkRx1hr/vmk1nPxYuXf021S9WcpHOAYKEDav3tQm
nT6B4oMRFNLwNTnWhb0xB9QZ0kMugyDcBMBEeEwlSAnuxgnOIuG4JUP/w1o7cksH4neH4Y+jnU6s
KmQLHzHtTRsKQVk3T4+8PtvTHRk9cGaihxQ6XqJpDyGVB5dBpynFgDIXK6XhAh3En2urw55Vl/WU
kmujQ6gDOHbXxq5FD1zIaGvR4opE/oddlj9LUtUxn5oy6aL2KbolhmL4GcB9awg0MLxUgisZ/Cyz
mkRxZMMcO2Su3IyWJBC5Ts13r83+jeOMDvP/7+h2pNAiI9F0rU097mlWF3HkD/2hSt21mnkJATTX
Y691FJlgtKerUP4Q9wPfEwcaqQIYhABKS96Ry8uUSZPYrvHjgDTqAHvRIoEG1Y5MkwMttjrEZj/m
EJ5zyH7C5RED6T3ulXIwSx965JwEHsZnQcvwgQSPNZp+I+QEpXpaibd/38k0nA/5jCIB5k/DGawO
89zaIAPHRReiyOgTpxNvzZS+l9yxQANzyrhvKAY5LvRYI3zZdszLLW/or7oKW/ymwXk1pcNOE0lX
NfdvEei/0YLOx4N97rWAFAzj2Qp76BuOpMUgiVyKMH11sF0gABCJuIIbwyYTMthweh/Ine4MW8nI
/37l0blSku26rWIq1GfZ37oufvZt6Ot9n4vHZk056O8pHZ2PCiGCRCAy0OnzOPgPWe8GW+it6C3k
5desxhY+8nz4NyhqB0Lz4czozrPUuIE83THjMJIrAf31Gflst2vGGAtvM58Deq6b5anM5bnAm4Iz
J/1tNlrveQnR7o/37N+nbnQ+8msYUERQ/NPnipR3hcy/MMiuVjR/kxa9G/sxhH4CO9N+ZcS4tHi3
nfFHAAZLUtW8mIbz4KdT3Awckq/sISq7H6N0N9rlh2zoV5WPF/b7fMZHQlLJMoDN02jXOqGNIA+2
F9wL6MDInRNUn00QNEnne9DTqOE2nkDcDvWUE+4+Xty/ZwJ0biAbEXStw77V576vP93EmXL3DsKw
8LgIoncr+vHxUxamxXQ+xZs0lT0cceDX4eecH0ybJ00HGFc0AqhP6tgIyEzDP3DHSVcc/dGU5uh5
4T81L+h/+CW0DVGBUnLSbrHrx/4+ZelBZPm+Yc011Gv87KWNOs90miwSenDICVihLIMfryheTSRP
qoy+EmI/l8I7aBas3NMLNRCdDxVRqOqBA1V/Fg34Km5NX7psOgn2SWZT7FvZue6hHz+mO0OC96Hp
fgx2vdY9WQiT8/GhdCcgUG5uyi5MDb8y9xEf+CFQcksgUQzK6lMBnQwXFjxhKfY9pQqEKbROEn8A
pcoqkHKSMQY7YM0oYiEKzYeNYTjlRQPP53PUU1xmeuKxKKttO6ypJS+98KziCpymithoFeehFScK
PFVXBvtbugnkysdnZGH3zKeMo+Vw5tlRcdaquEY9eytFl/TBrrdZoob8TdQgRv0bsIrOx4pT12in
CKrpVNF2Q1r63Pj9ARo0z1H2bJUrycbSG926Xn9E0i6sSG98qz5DsyI2uXgA9vVUSUAngNW+sqy8
1qX/ptdQXAuhbD5ghBlP5juetk8a3qks4F/QrL2ZzaAUkKJb+UoLhRudDxqBSK4YwIHTaXKrNzEW
x7GSUYLGc5+k3aEH73G0sq1XNwk4oB3mNtkRbk5PMHNYA2QsXBnzWaPnsHa0OlufRSE3WV+4SVNA
xF0E6C9Asb+o3nVtEkL0EBdTc7RG88bsdgVuv1Cf0PngEYJlgx/QbkDUAQzUY2+mQU9clucI+uSB
BExNAcLtB/1rOgj4YtyaVdFFhPhHvXYYF077fNpoScswz6+G85SHscoANHYhzsw0NJQ+PosLW2k+
cNRIACu4xapz4NrsVlkecfe/Vg0pMW7Mqj0X08oZWXrS7d//OCOVasqKaDWAiRHoXdW0VSzaW0oj
7PJoNxIom2hNM31p2WaZjZqmbNBpKs4DEqeaOr9abg6VHX36eNGWLvm5dFblKW6BnavOnuq6RFq7
AridRAYtOrYliuXMMkng+59b67vr1Ek+FP9Wn9P5rLGtc9DHZaHPHnRbJw53w9639xUrDj6zfyg3
+jyuUWhuwesvBcp8vujWOVjqhMpzno8qSUlfJ129kowtwAjo3Pt1DFIiuS/sk0/fs8r9FcG+UOrm
0rnFNfQVbjbpw8MJOlTjWsW1EKTnZrC+X1maN1MPYQPpJXWtii00zO84iMAM4eNUtrW9y9CXSRwl
4au6sleW9uKsr201Vq2mMB1Q500HFUHkEJNznmTpsDFObV0HB9QaL6NiC43aNzCtCghvj2Dc1N+D
Ki33LdCvnxk287+d+PmA0vVAX68qIs4acxE0nvxPjACFng0bHgqYCqxtn4XzPp9S9lo73TjhknKC
O49+Q8Pxyw3Vwyav/q2S8fHyLj1lFlW4n6NtGwXDWdYuyFaRcONKezz2LO9rELjoLupmJRVcKJfm
c0tqIg3JBtOcRQAdEAlK7VZ7zd3AkAtOFErX0Hqlmb3CLlu6fudzSFb7xOMY9Z5D+4j2064duymu
qrsUl0DAvV0PBfpUVPtS5FEM/uK51Rhih7az8gMW9u18QBmopoYoK9Q5nEIeeqqPXd/cm2BN8nch
zZxPJbspguKIX49nANLhou0VaDrD7XQLCfNmU4twzUF7aYPccos/rh1b5BXISZ2Bhmz7DEMhOYHt
nqdDLKruu8pfPt6GS4s1K4hAKi2cJsvHcwV3yTOys/5Ai0ZdRzG4K4FkacFmcUS6gSyHrKFnQrI7
NehTOzqbhnXXaO2TLCzVfELWFgh+TdqYE7gaEN1PyzbdNEE3flEcSbnJx01XZK8fL9jC28xHSxnv
e1rX4XiSTmUdiza3NwA7yQtpmmAbbv/tIbPgQAya8G7Xj6fCl+EBPtnhPTQBm00pTf2MAaj8x+fc
XvKPPSbqEcVh1QwnA9/lh3IsyHMKhvwAr+5iesDcETzQf3uj2/7740nhIFqqRDacREqGcz56YxVb
nNBLkQ/Bzsu1t9aeX4h28yGR49A+qga8UyN2ozuGW5UW/FNYOt65YzZ5gkJF/q1nzUqNv7QfZt3a
yIL+YMQNhXNqDQBwyCt/Nzm8v3k0OH5swcBwJa9ferFZQCiiserBiVAnBz3ZmJhh649kB1sIC9yP
cN/w7EjGFWD7Qgr12+Djj88lmzRsPJe7J9m4MC4pnM6D6L4gtP3HnTcLCjwsZOdBBvwk/K6MieWf
TeujhRcm0T+2PefzhrLhkepLQ041qNrqXEeIAU0GZPC5LVLn7eN9vZCbzQcOVipCrtO+O1XRORuG
H3VYoZwyfgkIW/ppHECZDSw7sdLvHz/vdl7+ktvOtaBg/uHSAnoAp1QNQh6pxVmcwRmWooZzcr2y
qZfeahYXcvB8HI+r9nTTqIjN+DJgtJq35BHsozcLqmKZCj7XnPF/iw5zj9jA7nGKfOCJdDYUF6ST
agTPqBzOrhNoSEBZ6Nh9vH6/lYL+toC3Hf/Hzq6Fqws7x6vZsosb8zWzL1R/hp/oZSpvwNtd2n4z
nndF9GjMtOlyAHbFE3eHGJbvceO/irQ9dGN69ttPH/+khdtrrg6lkAfBArFvT5KFW085GOCpnWb2
kx2M39Eg+fgpC3HKmUUPWLnoqmg9+ySoM5mHmtdaJSWsiDCCaAtyU40bVzEDSw+bZRUF1D36rMzo
acSurDehgz6DEla1m+Royy206daEiX7//r99z1kg6a2qZZUzyROjj6l4gr3S7RvyLCnpncMeArPr
QCojrrNhEOjPUppMlYFo4K4NigQqoYmcui1WucMYLZPOhgx85RAtxND/SEVFIuOM+tVpAuMgM+ml
d5uv//Qx5wpRgASFbOgQBUrieltIKjiJySr16vh8PJpsGh4/fs5CtJnrLQWl7jPlaHMqYOu0a1KJ
Uy+pc5i4R54+fsTCVvnN1vvjPKYBvoGxeyAsqkLUSVRwzIYD2/xE/WzdWYVYy3WW3uX27388iFPX
AIfv0dOgAvDQCCiMA7RhA+d+Aok1WzlmSx2W3025Px7jwlmMaR+UjDIVSWj5eZID94kiC7SGFOq6
QeqcIBuG1ocn4ZZJoFC25gO3kCD8Lsj+eDTr6JC6Q+acSmEHiXJ8GOb0ML6oaQqUVxFeJnAq0O+v
IR3z8cdbWtNZUGEE2p7a7x1s8R7DgmqAuxeDgBAAeVAM2338kKUdMgsmXalUA48aeup5VHyCe1S6
UbB0PAgYL2zAulqbKi49ZxZJQjsA9yKAh3xD3Qe3MPd81Hejgv5CYVVrc19vAWxD5xIMoUMINYXX
nNK2q14cq9g3rnrLJIV+XUtIYttWc1GpGxzbYDqNTZ8YUU8XoEqqaaeln75ZcuDHAgZ8ScAgflfl
fQMISJYnMhI/vBFjG6cWCmKkQQ/pTfuR9ZA2ybrylZkbJ7I36cZXpAZJ2/FOmMsDcq+/B6N3b1Iw
fuDvHD6gR8jvS1Kmm8KbxjsX6M9TkMNsLMusY6nc57yP7gtXP6Ke+zRCnnQ7QsMqkJ4PqxU8Flhp
a3jBTuM76ZMU9Ha0SHkfdXHZt4/cgNJQpjfGjZXpo62qnedT7J/cnEd02CA07CkYILHxQMt+aGKr
bKwfg5MHMf6LPg2CniCH7oBpNdB9m8E41Yak4q1deV+gmr2POsbu06rdklTozzd8UutKf4Oyim49
Ic922L9DFRFoYlXeW7UWuwGIwZegb8avY+RuG5+cq5rvO8LaAELMuUp3duEdyzCHGRlU5jVLGvhY
jK4FzodNa1rGDvPqgzZo4wBDn6fqEqnmbLcw6SV2jQKesb1nCXvne52+I0GeRK2BZqyuH3vXedAe
fdChN+ymFLDm/RSMAMDKCH4jzMKFWQwq8Yuo/FRAdX6TS2tve2R84Lp7dHzrro2gIFI1xesEEDw0
rqzaAFJpHXAFv7QoQRIY4F28Mvc2yLC52cDS/sEFTzfpjeckOLvmIL0Cwn48Cy8u9su2sM3FogDX
DSksFlPGkhBfv7OoF2w67o97hj7gAfpH+2Csgx0pAUypofcH8DBMlZ2pVvYxqCDr8lKWRc4Txy3s
hOUEBctgOT4kt3NAxtFuOIdUwMZdMLc7hYDcxZIKD8R5Iy9QH71rsBkdwLi2YQQUwz7saW7iSgww
WtXmoKR/GdL6dZBmb/NQ1dtGV4nvRn75JFKpLsYjMEFm4D37HiQCgwh3vu1KiBu57OzVTCayI6+2
A785UigPG62IqsQLKw5RtjDcB16a+GG3y91033kTpntA8EM8CQvaql8RD82mCoDNC/pAHdVEyQZI
YCD9/d9lwOSTRJGfkzs9ShmW/UOUBgI9d9Gnd6E9XpzRM/sIffYq9+9CWBlPsW3Gq6ktFqfEdNO5
4Bg61LGWmp7SESBwV6mUb/oQhfok/Is3NAqqqYZXnwa7k1gEd0hKZUfmmUJP20MR4ryyRn0O3ObI
MSq65LxN30UHqx4FDnBnFe1hQs7dB9mmiOyjj+5PEo16B6K4c48epL3tPAikurzAJzBmH+Zpd+wI
ZkVwGcK2IMaFQmE6PnKWWTtI2Zwkp7AgH74FqQ7v7MK5af73ONlmaqf3KS+BlMzz3NsXdukAUU9Y
rLvsVBHq/6KVMFB0Tt36vobjrp/4XpBPu07n9OLBgzQF5gk1ry6zqweD1XCjFYWW3aQDqAWWwKrX
Bom9Kb5kWQAaDlVl4sGi66fNaky0Ne/e8pzwgy3qfpv5JL8AA/dW5n7GoZyrq3vXCrydgwGFV3k4
G5FGNTr5SdS4YywtGzZOHUWYYe6B98FXyDHYb5HltadIYrZ98yfsNpYJcAr8HNYwNdfk3uM9/OcH
Y8WkaW+wxKC3rG0Iid7XrGxh4yhwi4W4LfET0h7fIhvTrclJfRGmvGdNxK5hMNzf1Kna2ukgVATB
M+2k0MzOh+rSIhzYk3A+2357qIGfxwaz7lP48+1YkL1kaCQl4djSpIGIooy9LmCx01k4zqybfrTw
m9lxQfmznpAshGDxvdtWNDwXxPXf+1pZ8AtBvzMZlIyiL2XUqO+WK0JwBGjdvbBe/QwrZZ3R+wQi
zuBTph7UfFLLmkDxJXTTyWB64nU37WSVgRpn1RWaS2Gvv2u35ztX+/YmtKozcIpyy4xbfrGNNJB8
08jgSQvByKnvNlnU14d27B8kgKn3kJfxY+pKpPOkR4cndhs/SkIefRmESg8EDj2fSox/mpO2XG0S
qSJ5KQYdBdBQk597YdUXyt3ppCs4Qp+4CCG33vvyK0YJNeTn5fRQMdd7iego417C2Il5XbVptFfF
tRjTu0plCtd0aBLRtv0h0m24n3iTXjS0FLRn96cumLKtnXXuAw9IBaFF7RytiBxFBgVn6gkVJKZK
H/whiOp4ctUwbJyCZjs/GH9BEcoPzhYp8+5LgKFDwsc+3XttkHRV1L/orLQ/EXxSgP6qX27rVknj
tl77agJ3UpsQzW66CQsneC91RIK4IyS866rp0Fq2OcBGtNmPfj7su2Ka6MZy+VcUS36FOQrUC2lJ
f2WODJ+avm8TWeY/KBGQqaoyu3lXpibo1Ufpu+5lte0y6m8gYUHtg2kyqIQgpymhwqokpm25SyCh
Zut7SwG9rFjlIk7KkB5H7rxgzGEf0yjSv8wYZK9B15p7q6jcvaw9wFXh22pvI8fD56pkVu5qN7wv
pJ4eXDJlCWbYJwS0G+6rtEN314oyKE51J0SRwN8WRnbAoPW4shpoLUDZE9P+qoVkYZqNcHOcqkI9
gpjlvzSFFpcw0PVrEE1wY/Bo+sbR8kCCoEC52QH2ZA5OXo3NidsNj4lNYTYMg0YvKVRWIwYVZRMP
rTWeLKjOYr6dWZuKQbaUddaO+oZuhsaF53gOhzAL4up8KF9dwYYdfJQfoW2PrlBW9oBI4yZFXmfG
Z6rwBA79hpjk3StDIpY0ZVc/mLTAl6sCa2UetNBwmOt0WRXKDiEw8FHk1i6nY9jtVZr/qLqg3wQ2
xOJjT2MJPk7fF8rguUCO9nwJ7XI6nBiGic+FpspsOedetVJmL01k5+qYZUfd3oRmPLVRdeU5PMb5
iBSq6yq2gQ5ol2DuXMFQganYBUPqmTP/58ev9rvr9t/mgz/vxoHQ3uVhkU+wbQqPqF/h/2JpZHZe
8E23VXdFUh3sGsWOftSXX0YOp9uw3dSEJ34w4NIpgseWjBsH3wJ3KMC8oefFhf25ccnBQ+qeeH3w
YtmRF/PCzROtw2ZflbDT0TCGX/k+f6/h/LnEe2QmmeVRg3dwzZdK92jOu79E6D18vEZLf/72738U
pbXrh0Nq19O1IfwrmMWKZl+7MTh+/Nf/vpX935ypP/56Saay9ZxsuuaURSfjSS8Oh7ZNYJXMTiUu
d1VHK53DBTCfP+/T1TA3a4UAD2bss20t3wew5vKiiPMsvysHs2dVtMO3SmOEm0uKyyJaG2ksPnpW
ZxNA5NPcCaZr1oFCN0HgbWtbL5h6n+tJ3Q2y+2WBpbMDJySuhyymNn0iyFRW4LYLJ8yfi7rLJhr6
cBLTFcAhnC52VpSZTZtS9UTZLiJ8l44ROIGktK5eGK5pSP+e3/3teM0q8sGygzYAf+o68LTc4Gb5
DDmjPkYFbcPTvX7OoRYbQ5cZAlh9va14FtcN3NNz3J0b31WvuYl2zDb7wgD33ACKBbDbSZPgMpHi
hbmTHQ89HOssaIo/prn1TMVwjkxdoYhpAXJQ/hsMpiByFwryGPYWZEtMCdFCODJNMM+oj9wR9bZo
Ca02mV3HcCPE/4hpbdlvX/cvrz8PbFzCvrTroKcIO9FDFk2vfPQSTADjwT17zfDkRfZpMuLZicjn
m8PHqi7Mwggf8/r/P7RWTZjJSgiKuX11j0S7vZ9o/mkC33JnXPElzzMCCVXxGFTNbgIKqvsfZ2fW
I6fOdeFfhGSMzXALNQ89Jt1JbqwMJ8YGzDz++m9VpE/K4W0K6dwlUbqrAONh77We5T4XgmAPVq/0
jP8MrY+u/baa/PVi59xnGSbv8YoHdJW+PKmMbA3rwqkB+c/hj312UvWWxDkOVWi0dN5nhJd/t1K5
rdBQut0l1HgtpMSQn3X3D+3XdEwft0ZcMuv3yUSjjFsOwxUxPWHGcB4UZX4uwCrddZbcT8p6szl9
cXj/+f4UtyDnc+d1ZGkPTQ5ID7m6SIDzFGZ/JsRJwZSg0i4iMKrEhMEIkbnYI/vv2TRcpC4i5Kvc
4nHuf4mFeXZecJa0iusO5SlEF/0iVbn12vI9AWoncYvnsRu29z/lNrw+eOjzcrMVWwGoKZhhLTu5
NJCGNVB+o+9CV65iaR6dF5tHVBOqAK3gq/Jy/wRvcBeqCdkJbvt9itmOZXYBtzFvLzWwFLuB1xtv
eEH8yfv961vypf75979GNWdF53J/pNdySEucLfUWx4vNDfEL+5WvIM0esR8rseajyuEo/UNbfNM1
1TcVlwmqXdbLyhe51U4/utOz16twKteCjIqCfVvsx5488NG7KpttqtI958Q6WbnE02UENwgDzQf/
6v4nL7w+8xr1BE32CH0JvZJRngZ4hmDbx+nGy16b7HefgKAlvwdIDFjZHP4Rh31woeQ2t/51x2Et
c6iJm+EKIl3EOEqfgTTPuk9+ahNPG6RB/6ioPHhF+aMvBnZsJvrYel1USd+LVFpnoVvy14m5wKDQ
90QWe8nZlrJ0ONijcbaEIg9WDlkdeo74lOfWjwI7TojAmRyjHoqgBJ5w4I5KWh+d9JiZQ5C12b4K
ps0IZPJXxWoApwlApv6YI1VUR/WNHRkg6peAzO+7/oY3ziZ3p42HUoW3lgKx8EKTWVFd1GVHrEAg
dmHwHkagzjIHXO6EHTpVnChf2Z593JFw5+Rv4roK6HiHXrQtb7T6wdtTRH9z39n3OgDBcuXF/rh0
z+fg7wbn35oXI70AXrXt6xHUbjfMEYW1yqxZeHX5nMpdMwXWTxA7Fze/yb5iFG72AP/t65g/ac/f
TfX4XLnDyy3Gx7Y4yJEI1rIa/SU32dWV1sp2+uP3h8+p3CVVBvt/i17A6UE44JboLgLR+EY4K4Yj
Ms9RLvhPBwM+J3DnGiJaWIPpBaUbKMPIc0CnEP2l/f2Z4OMRyOf4bXtEdXjoRht1rvENp96zYWwL
APu5wLOzUraimll8cLOproa8P02UdP9/DCL9aVOO11zt+3IXD49WfHURd5g9JtZn8OJEgR7Fmt/h
4wWNz0HUQ6zc3OWxe0FnDuGFdr+vSv0L8XIrC+bCzpzPEdQAoqAHp5V7ybsqinkHMmH8UBsd6eER
pgpRo4DfPVdy5Qy09Mxms0Zhx/YwTdq9WPU73uWpTi5JCyA+i28dwJWXefGiZtv+QdiAW9i4a7wJ
vmHAt9vb8OZ0vKRpeiWEIhDR6XccraOhQtTQ/fG40LlFP+3fS0UWTBQ1vQIPq9kPAPtghBDrDbew
8q9W9610uk0DxveYfFn5wNsa9L9rEw5G//5A4E7iscJrcPFKoAIRBuNj0rgV2wZ4/L4pb3ilZXoZ
qj5FresIbz33/xvpj/8Pe3pEcclqpHcZlNkb7XSR9uO1B7gwG8+R00ms89qWkl/Kjr1CFveKatPG
DdS2A6b4/r27vbwf3brbC/fXsh4E0s1w/OUX1bn/dD4O3cypViamxYEwmzFMHpSuTQOO/gx+cQb5
aCfREJ72KdyPhYctv0xAVnKa4egi4zjkjr9SmVu6c7PDBYg9eZzAIXVRWRBBNHPxqbXjpfOq1cob
vLB+zM3bVjshs9Bi/DKQeDNVwJ/k8SEIpjOK1SRKbf3dJkjLWVNHLkwYc692X5gAlIzRvdhF/3NA
JiaCDN9NOiBOI9uMYmWlWoC38rlfe0oTuxy7jl+yRu1Sig0a5OdBjPbQbkq/ZAT0q+eqL186fu1B
5lTiVNTvVdyhn8fTMPDQqcCudGXPuTDpz63djuc7bh+kuMVoBFbhVIV+/t+G/dzJ7UooIXSKX42d
VQ+mTk5Csxr8szA05iZuROZVOXoG/IK6NQPI0KnD2obzJOxtgTkRTrmirfINV4gZieviSF2veKGW
dyaCAk0gmgDU36rTetOYodn2ZT5GRaBpJG0vA6UF8rr7L//SAjH3YfJ0mOK2oNOlzuAyiKGUGNAF
7cn4HY3JT6gY7F0mgDHsHlaD7RcG8tyNaTkFtZgbk8so8mdTJJfWla8Cp7QmH48mb1cW9IVn4M6m
njLN9QDvzHCpcIKfaDQ8T0n5MNrWU1NPkcUnFFDXxDuLt3E222jallWJ2IoLhT9QpPQ0oJ6B4ycK
Gc2rlvYVeXtocWQoqkIrVaxxdRZu5R8W2l9zN+1E0XrJ5APN521Fmu0L5OTK/kffZVtkdSu0SjNC
QsiPo1LI8wQ6mu6br54XbDvW/ibBcK0r5+X+WFr6MrOFBKnxjRUjQvFixwYVzfEhsb2dpM63tEme
nDWGwMJyNbfwI2mbli6CAi6d8dkmUUP6QDoo9+5fw0KdlM+t+22WosMruX8hKIpmIgNvy7hqPyJw
JkomxO9BFbA3NNvh/Dpt8oGhuED7Y1LXSCKBEsdBkqTlxSFSWOipJ/ZXk5cbOARfnHwwD6MH/FrJ
QXSVFdBZrEdUvFV0FyyCkKA7DT8l2k+fStmXRz2RX0XVPGVwRzxbzOrfBICJaC42w0sgUrjLjfeC
NBy9cdFQW5kP/ii6P9gN/I/hNxtcdBeRctpg5wvf59CZLe2vOHpDSQAOY7IN4qvtvPrmyXF+WMC/
WEMMfMKpQMsf1q5qCqKbxYuW5AROYoYDCM5U2jnIrNz06JjDsb5BNmuNzv7KI7vtZT/6yrOdtGeh
uc56fOVA/uDms93koZ1bh8L+ipz1EYe6ITHIfnoBtcYWOzU89v3RcsYXQ96G4N2rwM7xHo38FMsE
cCEGnd8ugIlzKt67rI2GIN7iQkZ/iHRJVko3fxodH33n2b68jYcqGYEVvCQ6jXBzM/3gY28a+y9+
ecj7d3xzL7bDZkp3ZStCgt6Ib9WhXSUR890dErRUOTwoA+0OUBn4azBa2zQfVr7f0nw2Z0gICmpO
RR3vopsEv1+Ig2XxbYNWPqgLx1r+kYDolzT7uSp0XnqxZ4/RB1/QNYXvXNAOgHrIIAWw0e7KRmJh
NzinRyhF86Ya25tyS2+AGvicFfklGW0IeY73h+HScnP797+mYsJVURQ2pF5YvBG82cRvjEOMlU/D
xkV9IxHyd4sHXVooT97/xIUSLJ9jIKqqgonNL6dLl43ys+68Y1a54qj09E/al8CODQoajo6PIBuJ
ZNcyaGrQpw4LDY3W/e+wcF/nYHqKVOnRg9X6Miom9hKJlEXmpnu7AaOjg8xs7VIXBsfcA1/Iobet
yUb4cvpaeSaCjCREjEqU5GKPKg1P9zrZGWPvxe00ixoEBDpj8Hz/Ihc6KCCx/PvZ+ok9GYg8gkte
NhDaoYlkR3byHefZW7mjyg5V+wvLrWRjNPKXxr+mcbIpRiAT4fsedphsIq6AARnQ6Fy7Iwt3fg7v
5lOT2wlpxMWX5AtMtvFx6OAu8vj+VjVFbeE39poqKmXNdujkb1zZnxghT+MfdWfJzDVlAMA2MlhD
Ci4dHfjtq/71CtSFB9kPUkEvU/4Jt6PLH25rRuem2xvDvy+SLY4pPUe0egwJV5d/mgTZISsCG2T5
oDHz4l7Zwcv9h7Z09Jz78yWsKeMorOBiZcNZecWmE88pCMaMvSd2DVnJ1ZbThmde6GFmvf+hf1iR
H8zrc2u+ZZfSEYYh07r71k5yYxsDJYLamF6Hdfzu0Q4VnncIjqMbNC1xf+YtZI/A7GHCr/iXG7Af
Y3lEqGr3DbO6nXy5rUG4KahAIdsGl4ATGIb61Pn7G475tk6YKXTGAfDXx/ULWZjN5r7/NIMM0SuI
uHS0g6bzCYnuPV43oswThLfbFqv3ahL5H3nERzeN/nvcdBwyOMNrcRkYwIblSzV+ER3U73iVrc6C
pNqKbhuPqUu3AzIUstSLcJPw2mfQfVTjlcTf8DQ7CY0n7U61f23beNO4t0hFFK119nPl4d428x99
z9kKBYIkq2KoIy7Y6+huCCV74JpA8Pbrhokt6iK0vQfd949lMGxHDYgoeEs1YjMKNFKr7Q0hjT3H
7bVAdj2e9i0QAnOI9LyjixYHHvE4vhAs8SkS1zEAGPTyZetd8Frcv4KlWXS26zCw2PJW1DjoDWE/
GfWrSgVZuTsLR/U5UsCLgxhDNaiA2svfM6qeKwGj1yopcuGrz0kCDoIfM4q+zrlV6OvVkh/LhK7V
tRce7Jx2Hje3An3J87MUdhMlVhXS5EpvwlxGUIt11GPsels2HOM8PiIjwdty6ydP1+J4Pm7tAFP9
7/EvR4jVWFFlZyRof57QaGZOC/WfdYS6294qf/Qg0VgZAkvT4hwpkEr4lK3MJics02DjbW1Znr3s
IUeGlSt23HYOAK/BeWAOq+k1S7vJOUYgDWQySgINv8OsHbbXtnXsWFluKQT/pDuVdfOjKftg22q4
ie4P9YXD6BwtUCe1qxF8ap+CwoY0s7zo3N6bJD/nxkR2S1Ym/KU92Jxpbsap63JM6+ckVd6e5V5U
2NlhwB69nPS+zV3QLvXXWH9LnCYBuk9Z5zLx1rzFi09zNiW5leMWjg3ABnSB4eTG4ZDxverbsAQ8
wUmbS3krHR9kYa3nBy4N19ksMirlSg97yTNPeBL1aUzOda/0uawBNS4QVP80sBZWz37SK/Kd24vw
wcQ7hxJ4SZq1PW70GY3Vsf+uZX3QafPmivL7/dGycElzEkFmYpHmsurOAVG/y6I6M5hKBk89oh19
dssW6YArc83SJ93G6197pEl62rFzlZzH9I2VmwylkYmyd9hVrv7Yvo1qzR31x1/+0U2bzSoqd3u4
0yxyCnz/xQrOgWqOiUZ0HVjuXp+gVMG2iMe+er7YmvRHken9GMO9UzdPfV78ruF+i7hM2w1rSLUJ
xLPC8bKYILdmyH+XLwCiYvOWRpbKY8xYrgXB5gDlfUp3TlM/5WYNE7Gwssyh2cJ2htSMt1c58+AF
L/obZOl9dSe9sLLMIQcOTkSF8AJyitvxNWDWZ69NVh720ri9rTd/PWynISafPEFO2DeEHWlOEFHd
UhB1YFamuQXZLJ+zrZOghtpG4OZMmYi4i3UdZUf2orRzcX40BETgDUTy24nsGZVh8kWDSt8UThj4
YIrbZuOiA+hCpkf5T7PtPAgsPnuSRT4/iCzb8LXd+MJ0PIcgWG1R0RR+rLPluT80r/bCzj85OpYR
J5Xe9GStgLX0fs0mpzTtTdv4EAHH4wPzJFTf8MSAkCfFsFUVPawOm4VnO0cimE7kNWb/8ty57a4u
g0M9PJMxObc+/W+z3pyHoLGA+Ahj6s5+b29dEpw6FBZKiGFZ+d9UYrD9/HuA9hwVBBMAzsu59TwG
3ndkD0LssdIgW1r353rohA5DY8YaLNu62sDBHSn6Cih0Gpmp+lJMbIsV+inG1a1iJRfG2Zx+oIH/
427vkxPhkG9MAvYusYWh4UAIfxgrEKjvLxgLSkI+V0urHm5DXjFyajisDV9MBbZQDzj2rlPvPrJA
kTsf0hr38pDb7y7mrOm/RSTxuXYapd8g82EaPyE0ZCfi7BNL7Cuh9ZdkDdm8dBNn57G8Yh22E7g2
AkK+VX9FTusXqqx3Lw2Oq3qmhVl9LoQeZFIHvMaGTOviW+UUP30V/7zxte8/oIV54A+z4q+pF7As
2qU2ILg4cXGxa+Mx7NsLdX5Wqdp1a3yzpRE+F5RWQuS6FHgYkHU/JsYCAVNGrbs19W7sd7Lf9eW7
jZPg/YtaKkTNtaOY2VpjKIY3PAaevUlKMK/HTVwekTgJqoYjIyilRl/ta6eJhiJ/QD8/DJK3gn+t
Bi9i8ofDyVYMaeT53jlfw1ItVAvmYlOtqCssmdmnSr543mPTtXvipJs27x94MnyDM/BCE71GOFkY
nnPlqWo6JDpIqJyczBxvyFgDI+wXY4ZHf3i5f6MXn+tt1P41fBLPoqnwaXxO7TiqE2D8y3wjavM4
EI9tiOMfwSn6XQYQdTrVsFJnXFhS5rwDk1d20o+Tf7L76q2Y+HttT5usJ9BFkxWmwtJHzHYkPmxS
1eQI92R5Odt5zInRpbHcTT8B+4fY8f8GGuB/jkt/3b9G9oi587Atycxb31THALRDR47veCnuP6Gl
C5kdfAQilHRZYxC42a9gBFKwy+CLlFsYTu9/wNIom20kPDQyW1PU+ZliJnyWIvsqcujSEVbxBGfs
t35N17mw/ZwzDAQZQJucPHXOguaHsKrPk81WJDALU+zcnFZ0iAm14A8+YzQ/eRZBI8eI99JdOTQt
/frbnfvrGWda5Qz9Z3VGAHYO+O54LG4nUKRzrjyCpVtze/Z/fYBsMgsYhcY6OaN6pzI/s7Q93H+6
C8sDmb3fOVIF4TzsrVMx+t8S+ORRd6x/tikiZmMY581ADgTF+/sftjCUyO36/roO5F+wROaannDO
OErtISV8hO3MP0AlEjzSpln5nIV3Yu6nqC3kf8V+F4N4Wz9I0qMxXD5DNvyo62Ktwr30TGZ7g1YM
nHmskGdD42HTFgayGTmtzE5LHYS5lNoPmjanDRCKDUztTd2n7xxm7SYBw97/MfZHW1ZDlCGgLO5Q
SAIqzHF5samdMX+CtcaJCmnhdChS8OFhZi6Aqr7/BBdcPEgp+vcjhHSXFhNkUWfdua99OX5lnnhN
VLdjtxTRgT33cQb8dRJvW9q/ZqTfx6qJVg8bH79qbC7KzhNugwFtJedyqF6V7z9MXG5YtxYD8vEA
ZXNBNort6MrbVXoWFv/G2nzcN3AaRkMKHIYfb4n4cv82Ll3GbMYgtQ9aFRwLp0z18Nfljd1teKU9
uHRhZl15Vh+/BeBT/PtRpZbI0mwwADqVQKgQ+MtH19QhBDhRttbsXbqQ2fTho03NfETFnad+/Jbq
7KrG5kjiH/dv08fbKRbM5ovEonCyZk53loPcdGl5pnGxY14Z3dISW+FuA3gf1quzS0/f+fcNi7PK
NkzW1Tmm1a9Wpz7Ms3gJN2PP3oKCvI2Wtr6Dz5xsmfSLQ4NU5SjNkUnWjzqLGllkO+M1l8IbSAT6
IM6nowLJ+/69WPpys/nGEdoqgVIlJ+0lYZG2VwLhK9VDCOPmU9n3K2vZ0qCZbSfoiJ5dBaf9Kc7M
tiGf4+CrQYKTctKVBWehUsuC2QwyMc/t2wSLQELlpzT2XjPkLCMaANAGljlwdIw7Qc1Pqsd/PFjf
vdjf3L+DC5c212IHaFhNowUirXDlpp5gyufxs2Ug9iZrMs2PV1M2V1+PAMlw1mMz5rdT2OsrNuWj
RsYigZbmR7+W2+ssjIW50hpIJD0MfWrOqWqzjduB0l2n1buTs3EnU7AVmBjLkEj1Q5Y5ABopQ4sD
kZsHSQECAI3lUlHzqJoi3QDzcEugGt3vvdXDf+yN31skrUWW45Y7ilQTsdFdBYKT8qso6WL3+1A1
6JDYVWzQeTRNBAwLGn6IWvnc37AylkOLzzXp6w0lHOXSnJ6dEaG0U83XTn8L08I8zCqjg2eKtEjP
Nwfb1lb+AbwitNvGPRZkN2IZOuuJb8HGa/XByuBZmOjm+nMnbq0mwFR3QtsQLqvbO2h5VRhnL/cH
55+G8v9WqZk/m0n1xMYGUu38rICwrSPK06t05A8AAH4CJNl6B41wJ/AzLM8Hr73z0AqryrcOrNgt
V8g9kbF3zYYRsjQgF75UAv0OGxAI2zaPxOdvVWISgPBkea3GOiJZkr4Uhr9YPh5N2snPvAFzmqa+
rUPwAfinPrauTmqTM7Tj2SYBdSOWHdkk2nH30oa9IFD5K/Bh+kHG7hOxbuHsFbIaK6caN/BHY2DY
XVptjcPsN0e28C4hQRmGC15dKxrobabq4eilqHvEcXcCxeDn/Ru58ArOtUB1NcYUofT+iaSI6bSn
6lFYzjegDrooVWYX9yMJ7Zg83f+0haE4l/0YPxg8QKEhV3S6Q5GjR28ytEOzEm5uTpFfCeQb9d3y
YKvOrJwGlobibFVE3hYPRByos6u9B/jjIrfxfq0WqBcaeWyu5q86x/IUhPsn0HLy9hIn3zPnHUQx
hx9FfJl8Eo7a2zB2XXU0LdzEuaC/9ct+cDqUqCATQAe2a14R9RHF4h3lklj9ZIm3v/+0FspGbK7p
xz6OVLb0zFkhKvKWgVxUnwIx7b0U6JvS+26nwFL2p0R0iCWmoXIBfCicz0AYRWMpYrBd1XcJJWyL
IBQugp0D9VUCSuH9r7fwYOcif6MHofwOYUOol9rii12HQ/31/q/+U+77YHqZq/z7mtRJiVyOsxbV
JwGfS4R4Y/fQJPUXgqwmEB5O00DbsMEmCAoO6MLzBpoL4T9KSn9rLMw5sx61xlI9WMmGIKA4FNLa
6NFd0XAvZBKzuVfAEoUrjUSTqApObvlrFPXWch8hcMGwyG/En/5Tbi6dD90/XJ/yjCZdWNinBOa6
jMMgIPDX4Y3WiLEexlNpp28w355oGx/v38Pb+/XRLZztp+OY9g6pFD0Frfiqu+Crnwzv93/1whsw
j4MDZ4MIe2gNTlUaW2iSHp3K3zZJ2u+pjcYUbNXv2stf8mDNtr50MbNJxCIW4jaEy0+sF19KK3+1
UeG5fzEL+6y5cnwEj8723NE/9cJ+dIbuSTPvW1AnVVgm9n9qKLK5LHdqCn8aUNQ5Yb5FJuVkkg3P
q68jF/Yhq+haSsrSpcx2w8ZBNruFYXmG4D0NLSJ0mFPhh0k7Pa3GGi19yGxDnMUjKzW8C6eKDR1C
nTg2wcp91JM3RVX63zLn2Ty6bcwhq25j2z81EyB+GbqDB5IFa574hboAm9tnHAOaDBZ4RNik+6Do
IJAHQKUv64iRI2m8OqyKPrx59hIRgC8BejL+vOoOXFr0Z5snv7HT0kfCwYmy6tja/l7kTr9NRTZs
cjAXyl2+duBdeFP/x0xT2FYyxMQ9aSgPQ5YB522XdPzklfo3yJQ4ymsegaeBGOlEfbv/Qv1p8H8w
88wjzpxpKh0Sp97pxqzlbxOYsjtme95rnwYkRBfj0ViIC06bPAOPUh4bEx9HmgFJWYrkiRkElkS1
Pb76aY+YR2kfKl3ZBz0gRFtX4KsUNKmf3VL3GzJVLASjQowh44hVF2mKLFFd9y8eFQTGBt8Dt1IA
b5kFyR7MmiBqrVwdgxhpjsmgujcYljf3L3vhlDMXG0O51HY5zHSnPvCDTati59ABGRQNYHOfhqb4
ZrDlX9k1Lji6oUj/99m/bUdbqtZmIIohFFPp7M0jzYAA+859QE61DKkan23HfWGYh7c18Mu7vvDH
Ux07XsioeBm9UoSlIWtv1MKsMNdtyRIyqcxLxpNvl4/TFKBzb7Fz0F3VWut24f7OFVttABeqnuR4
CrABsCCHDpl9e2s88cXcuBSj9eP+g1zY18ytNLaF9spt13pqbVMdsUHeTn45RNJdVX8sfcJsnm4o
V4MaWn6yp37Y+TW6zZ7xrK2XxvVKSXbpI2azNIzhNuvKhJ+4kxUPiGV3rklxQzWZqnq+f58WwCJs
Lu4n9pQ0ujfuaZL5ZO+ccqT2Jmc+qMxFZVAgSRFxlsM2F44Oz18lDrps0wycAvNs5+0U0bqq3DAD
1RTeaDRgacXZ0cXh513xQX5KElgBEMGF1NUy8BuEc+cvPWlfSW7cSzrFMMfBrhl6CmEBVVsToO56
+qQ0qPYuoO0H3YBGpNO6/5SC7XIEuAtbMCKNe/aG7POkmdzmcZ7ss06OFRJenc7eg3017kvHMp9T
J7cAweHWQcXSDX2vZAf4zrCkpqp+l1TbK4XPhaYl+JP/fplzAjuAgff+pJwseCkG/VbGfRkZtHpB
WhpkhFilDt6MAfpAAmtZGrqMFmufvjBS5np7p+qQG+0m7smlykd8WhdvKqvDbaXpNzrBcYL5W235
hMUizoOIGyoOaVBXB2hbAzzgAJ2Fa61GvVZxu5UIP1g+5lp8t5Zlj+BW+yTScksUWM8s1dscVKRN
masJiOsabXD4ROxehlYeWNvcqcrvQq2M6wVtFvtT8/ir7xOPtS5NUKDZaoH3dJRl8jLkkPfGFWi4
zeSyMLfEq8nIu6qle8061W+E6Z4qQq+IDASXGMWcWk1HgF7cn5hx32WLH0po/A8bM45M8u5apv4B
nQE3En11qlp27kHjP8GPvXI8WZotZ1NMXAdDX/ttf3J7RHDacg988QMjAMZWmu+0VGtP6/YLP3pa
t6f4180ywEkC0yqmkwtbO7U6nEyz9rnuc7T4izfxRhyE3BeZafcM1GPO89392WfhAvnsAkGWRchD
k+HEVLzJcjBRn/jAgcFLFGYBbbd9V8uVj3LcPx2Vj65yNp1OMAmkiioIOJCsCZ1djLapqqKcOBYY
7EEMM8/L1Hdu/Uvh1AoGnp70MIGIrnuLZKHyKRfwwSeYHIsQLj2j3SeJFOAujaraxjsXNeAc4SA9
YZzbSYSuR8reYKweMwb/EVTYv2VbBnLAphTF2gftJlz+hJU1QXF4kF3p4BgMsqt5oKpPt+A2070c
Gbe2NcnJA441rTpkyET1t7ET2F8aUVZ7lM6h7xihIJdmxKkNFTaCcmTMNz3i30+QUGCWCRokSR5K
y+eXVDvts62IgJJiUmgktCKJdyqwf4McOP0SHWSeKeIXAdwNmnfhDeIhl6n7NQuG9rGMDdnFnjvt
+klk+vdYjwhfTgc3FY/Io22+ZL5PrH2c8xSGmLaulB3WWMGyk8eUtsLEwcYiUEiVqjOiw2yygkiO
SedvqpZnW69xyouyVfxL5WUBh076WiQTuwS4BmxuYb6NEAkhNq6V6CjRbYbgCZB3Q1qV3q7A43wi
irjdQwDiPqIquOGPKZfi0RKeOqRtZlthq2wKbVoqaoR/DLR4RTykm6OmighyXaGL6EmXbpyMfgap
kvwUjP52R6RgFFpV2Gf6MgdILCUqsiaUJADX5ZuswLGiYk27AwasTra+soQ6IEsd/piuLt5A9qWY
k9N4UOcqxrA+9PFEyWMAxa7Yx11f9gddicH5XOZF6W2t3ODn25EPQwQbH2qonedmwGS79hEPIMe3
NBqO9mPRSx+Gwt5G9kiogMPQb0L6PT17dQJZxtYG0U83kWXALrnYPn4UJfW8i6ZKkieVSYJWkmvo
TsgckYZd27PW2qDxm2M3D0V9/GiGttopjPdLOlb9rnWKGlAFsCyRD6hQWK0p6OQmzRCF4CV+Sna8
Lj2yM+gGu0hkHRAtvSmyCafmEKXevAAM3Wr9Ky9FGb+ZsnTJY+7bU+OGAmskiUxsEvDhurZMrT0q
jcDvR8r0iO9ymWnTHR1rkBupBZ/Xd6Dk1fRkCQPBlUKyaPEF+S5JjxSkHJ7wMqQonHcwt3WduVBK
UucyjEWhfqpJ2upiqxr/NcM94c9gFcCXOeJh8F2suHF3Tg263qE3ovIjICQh/AoLkuY86uox8K8C
THcJEr10ACefuGMe/Rw/sJmy3AIKDB3pRjwjPMVzdnAbuP0uLgum/kHYYg0rccy6Tj4WDgbi3m+7
zj3leaHB4kJsBBrrhYRn4dqATtQ9JX4rt7qyRI9tviw7L6yDvnffU8dxiq/lyJPiGQ0srrYKJO32
kbV24RwmBHEOvzWNre4Z1nZVXtCPt+QRUHoMWTvWyIlu3Lho/nGCSjtXn+ik+YpQiwGiCIcr67PM
WNH0QIB6iJ0bCu1Ak+z1hXjDT5n2qUCCAIjcvWP55kF5pG73uhnddsuyGtyK1GNDC4UcxvXZazPL
25bUHYt3F9UmjvNbGmMctxkJ9kXSBuV1cmQDdovWWfmFTD7NriMramkj1bokLcIa3MZxj55uGvOr
EsD5mwh5GfTG3ef5IR3gvz0X0HrbBzcOsJmF/WJIp+MQZB1qqAlWK7VpyMBus2sLEMi7mdy82RVt
WTgXitlo5Ntc5UKfYNVMxXuHSkPyOXNN4NLQmF4wnMTSqRQPSO9ws+OAa9LPFYxL+VYESNM6aiN4
+tWIsfZOMfAtO1XFqCGmPf7/xkxTLrYupLfls6B5TXAAthOK04LdjT1k3qYj6YEEWg1mNwV+bS5j
igfzYLlMNQ0YPW3m7rEQwbhiBwpGAmQl9OYfD4Ad90DzgpJQIUNahnXlVtWmqJPU/jVV/8fRmS1X
iitR9IuIYBTiFc7o2S63q1wvhMvlYhRCIMavv8v3rYfoLvsckDJ37txrdqaz8hK71ukwxPOWijJy
DgW7/45iGKPN9KF9xsZPXQtEiz18eMOFQ1HvmuJm9AQC2tgmtbunu6e5oJJIVfmfgsx15yU2Hvy+
zohyPYesBMo7j3GN/Ky173n/2cZ3ulNNpEL+K/AG0hlVHBpLG8tD+m+mvoivJYN74zLQ8r3wT+j6
Fl7nHjpss3Tz2qUR023zFc/zjL0smIl0YX2zgjqiKzYS7hvrivVuMQHdQMooSTYfk53yBBpFO5bv
rMB4M3sR8TLm/8mtymFV5IsvTn68rcVdFWjlwFHfvKg8KD8MblvrLM65GSYT3S5o1tUHVj2fYYO3
zF49HvLKT5aOFD6k4k8yW+i4+YNUw6IxL8e4gUXCJLLAq/EHNz6yORY1d5XP5jIpx0Uh5r87Fqfm
o+6i2n5YwlXjNCJAcvtPanwrr4Gel+ZraivMNLimHTFFJ1EFiDxHa3uPiJGSU/bZrx13LC+kipRy
yTDrWHOZSrMGxaVPCHH5UjjwuR6qKAjz47Zr2u1UtqKP1lTsqorEIS4rN6Ia8XtnvvOlqfK0S/Iw
5rbN8xGBXQx2iFh8SzY25w9l0EU6PMcT5MH3sXKXNTovu6mgyW0hwvRvYCOGHAoxzWY6qi13wymV
W1fMgs0Gz2ERynoVlJVW6rFhQVyIwjtU1GxOd4Ndagqe/Rlk65IFayLMR02N2fdp0IABwg1mA7J3
wspr1Z62kj3Um2idMbod5Gy7mBB9bIKs5HZO0zepowLQNiBhtuYSO503/4vcXsRneDtOfy5pn8mg
3MWAUzxWNQXTWhF6WJFjH+dFm25qFt1R1PO+nVuxNP67k5fdeFwnGf5DGO28r1jNQUM4rdfwAYZ+
1lpWcn1njdxUNF4dnok0KuRtUvjuehmdSMKjiXYPyE9fdjj0lkU1p5zGzP2vC5piP4rEyb9BPD6R
6nfb6Mzep1S+ewlDL6zPMuL+PhZdNUYAPOa9Ke4JLPb8e71u69hmObwMJvFmyZ9gEnfyh6fm2XyM
a7Bdne8k6WKZRNb20/f6QlVYEC29Gn7jrMQtzK8Mfe06NMlikrTsCL4+ykDWiU2ZtyXddaGy5NSo
6mpKk5UFCxl5SWdSqqol7M5bY33/xdvFWoAJiF2z3iihq/rZ8cbIuw0j36dc49X1Np3FQZeUfwon
MMNFVvENwAN9BdDgKk7YRL8vfeJM7LDBEDvU8ebLa+SNTDK7ZOzYD3cQcqo/zZazR7LPpVPeUFnD
LbcDNxekpEb5L3m/u811tpIHUEBnQDFHFrXqTLSe4SeRkDKmC9/f2jzvQHRuwlFVf9eu4jKs8/1S
6Gj5F8djCUlgmbu5fwpE3k13cV9u9WOADweu1LoOyY8t2PrtAtpRVSwWtWUU3MZtsG0nch5G/ZUA
vopOTLpc+R5O8bT8iJC95I+8UEP+WfOzUu80MWSN37mNHdA6q9pL8birpNYaYaK1Lr+ZK7q0JAD8
tgrGkA1zMYzz+u2ycAlr0i7rNVeJnfhUr9pIhQWXNQ6/meORs2Jt6sdcTIVDRUkUpBFOn1WJwkRx
nCXT99cIc+LssVGuBufHpE3VL0cvoQDqL2COUNNjyVVt41wmZTYknRNQnO1R/DfvFhlAIph7snbF
vETV9ZtqpFN/mVeoFGH9I64VG4/8ht0Oaq/WYSWJtJpcdR/KoetLEABSGZiGTau9dBIkj3A/k/s+
8sU5Rb3fw4suJ53V/bal/HMHd1oblfSjXBAcf0xuc+afxQgrKtgIYvsb5ZvzLEAhnQblxuNtR5lu
d040f9i/sSJO8cpT64HFrHuxXFl41wMZCGpzH6BnSnjoeRIlxZ0QEjMWlhMtpyP/4/ZCUrlcoc/0
ybLem8TrDft5+RYfWuyq7jOFQuUewRZtrIM45O3EL0BaKH67QUzyeUj6cjlDScnvQmlHXMZRcabk
Kpqe5eYmIT+3oix53CkD1bH3ea70cYA6Phr4KzrqDRX1t6BVerNzX021mVkNrG38Z4FH9LYIX37R
nHKYnZJNaQFPJ1+nQ48v8u8m0DmgkhcnO7r+lmcs45AIkXH4BPN2rBf2IM05nNAHzBXEmIaLWxpI
UIdwCtTyWvaAsezBqMCagiXeXQbVKZwGf3qKkhGJjhQx570ywJOQVekMZBZsXdXINzpjaW8nciU6
neFj2/CN1A5BzXgUUBvD6ADozHbpahN7X66B+zFi/Cl7yPdO7cO6mEG8xKmqWfH5ZTzClw5OsHZT
kzb7kqO6rEtNFpTNqWSntA7d1j+Cs8n737Lq5XJseCOiF8kvQSqgiZeo/TbX20MNnwV0xiiRG5Uj
5h0QkS09n3a3b+cPHUSed96kn+MJjldncN44ZJUY6F2dZjvupVdDQkgGfw2jlD3VYjqLpozK+20d
guCyTImcyHDsiq5MbaEYYow7087oxxjVzXCnupAwxqtPff8+5m6QxkOjuR7RCBhgtU1GB9R7R7lM
0TfpMPAPQ+Ou75g1nTPJVeFjN22Oc3BW/h61MfgyKvb7k61Nfc+zIm5D0EHewbObk9m5D64q2OZX
kAD6xxSzCZKGGJ5p1/wmtKnHgGZL3cCLdfIqwnC9MeT/fAX1GCwH3S4NwQokQq5FIp7lTItFSUK0
p0dbeK44aXNyM8iLGJfmaQwGTvg134ObSqvhlrdr9DKid4jYMsl+baQLyszuluobjHDkWgqUdSBl
aJMqY3VlONf9TFpHtI+XMYjycwzo7KauOKCkN+usVzq69zwEG6/sawo2jGMSuNstyTDuMR4xD5i2
bjLpBwtLs6M+z3PYv4/zyKGlW/9Q5zE7fDnHrqO6OA3k8hMcUkNbFlI4WVruvR3dY1lzZkzQKbLG
kkoodZigeSN4kIT0FpSz5ZFjRZ6DIj8yloXEin6Rn2zjDnRM2l4Jwv60uMGoGgsaNhXz81S6WQmE
GXM+/8L3xkyBQ7gl6NOnCyAFzhjh/de3HB9h5czvrWaRzYSDeBJDX/9XB3V+VcWQ39TSANhLyOwM
HCMyRRA1dK1gpxAVbF7g46BsKhPjXJbKTofN1JR0QnT297TVMu3zpGbZy4tfISCi1ougOMncV5em
pwhMa7XiK40cld/SVVPbsX9zNrMVt36c6D6NOBrOBXMp4mOCwJbHNQ+luu2maP0D350CmOY2fDKN
rmj/47X/aiLjXsbQ2V5C1rvPeCkIyBHdzocGSehQEOfFErTpP7t5kbeTEOOPYu19nny/YrIgyOQv
eRhOJipWONc9sn1dqOOeBDzoAxbcthq2PdsSu5yUY0BmuJhlvopWVY91EhS/9NKI1J8dpY4B1Ke3
tstxeTZ428RN5ermVCkrpoMXtt2PqCj65z5so4/c66t/c7E6T8MiKMxY3/5v144T3AdClo/z0OVX
2F2Jk67EVhxaWH74SJtJnysmIh+Wc9BcxI7MdWC/Nj/XUb4uWdi3bpntVb5d8sQryiPJ9IRzxG5T
e4dea9ZK5ThvA9IRZJJDw/V1zPd8895HtXIvpxX471svjHf75kd2iW+TaHYqMseUMx7p1sm5HPek
fAj2uLgPPNF8S6dxi4iktk/X3dS7WA350E7c7nx3tIi0lTN6Avekc7SxHH4QGK+DdJiCsf2XV3XT
Z+QTy4ei9ldxKJgufyeB7+NT4VFi2r2ewA747XcYtDTFA6OhvnnYKX+LY2PD4jH0ky457AXJjPz0
1BeZ5Kr/EAJkDutj+oR9cviXs92+o3kuBJnKoIxTkv6SKOPpYJDUunqqM9+vwseAnfk1I1jR7QE7
RS1wrcFZQNzBJRoIwEsSmU1j3KuDCerAXNuY2++oVGAI/PbJk3Okip5L34zi3hms/Au3sisz0QwU
tB5Rle9uH8Y8xezju0cfGM/3bzvR4Ldys7+p8caf+Z7kX9oMQZR60oE5KZaQ0ricutm/mVa6zGyb
k3niZRndX5VepgcOBe9jYA70NTCHelrktCWp6wLGPDrLbu+XJRE3S1mUn6K10R9Ktvhn5yqC+rhE
Zud2W0r9r8yp31K/D7f6UFAnPcz7WJKktAbJrVeMPoe5Hf2XxlK9Qa75LkoJ6ylufSqQMjN154+n
fB337kQa1ayvwtMKp9K3BBLzhzHk8C0gXd0qRI3WlG0W+K2Of0JJDdtDEU1Yb32WRf/vrSA/x0Zu
U6iUgKJmfxrXmJNNhpx/T/s+5c6vlaruJhoITm1AsYnD7q4oriyXNAkjnsX+8Psa/IsbrjJiaTIv
kued8eMFxYPejEPRzRGGZKvvjHVdk8Xd5lzi3HBelNoI/2dZ9Mnj7q/6VXsVHfge23zIwrhE+7Am
H3fyN9p1ND9aEe6f1tbTZXXlGB6dTXUvAaHzvx2t4rMepK1uJxNQ/kUmbMbLtlTVm9grArJd+tln
InaLr3pv2uYC9XOfsmFF2jsJxQpwuvmtem9x5T4m49w99DE+umMe6XI4olmIOevoQYqbAlV+uvBf
JDc+ppvuDBNa1IdQDAQ37PDR2PSQ7tAfhcAJCwElLuk58F3Ygx3C4DlZNr5Q/t+lIbmr2x9dhSeX
TG9nzk8rZD/4caGW3e0CqvKjisYRy9PWMs8QJpRnNxxwz9GcUISH44Ivdq6IK0WcLcpD6W/wDatg
LfRNtbe8qQ3jZv/K51aIY0QC4LUi9/Zm6aznXn0+ug9ngm2RtRQm90lAMOIpd/txu8ZNo8Nrl4S4
gCc9N0+xqCA0T80OnT3lZhPminhQNschRiC7EFYxY5qelLzNyxV3rG9irqFOzLP3SO21WbqE2ZaZ
nFe3ooWrZ6ZzJvi+f31YksmlsEXzM6zcsn9OrFc6z/Hm+VtGga7XszP2hT01ECyfprmrPxq700hH
1YacCYWvYbbihd4niwBUIIGMxoJl+N50mTsMwXQfAiO39LQzSLPKVPFjXzvzn8FOVXCJGg2zynMQ
Vtxl7tuUL6z9iOY6OMT7VJMwKjeGr52gMhhozPRJJqAGBlYc4rSpiC4C8gmixOmlOG9M26/MQFT9
GfSD+zIPhaIXGnJ4mO6kzFNcBu4VCfKpbJfg0Svc/caj7YbOtGmGdIOfw/msOlUGZ4iO7Bh2EH7f
+6Td6pRc0vmqhK3DzK9gk+z+UtIy7yo6umYcKPD1AnazDunSl7UjKHWNCvfsxF7/0/SjnxyoegeN
m1pP/ZlY6oYrGWKkTvvGl0eNUAk4SHt1/DKHZX9P6Hxt05HK8jtDSdmXsiPWhdNlwTzptfvfMpgS
QtPKBENQ78+DPYJO7DA3GI5+VF5JdRFV3VhQPzkUayBJ2LtJLUHN5WEVu57hlSRJfWmEK0Gqhkza
T01YqgUSnaiSbCnc6CDGRTDz2MSmoZei2JBy9B19GoRd8hBJZ82cUFafa9A0Mz1G5c6n2h00qVLD
Ss0DzuUk/C6pUycJApTmvi9cjO5a2eve9Zs5dHorZdq2M8nfymADO7aoT9d4CsQjunV0qNsALG4e
8pxAen6DXo5eRb6MSAm4ydVb4dgRJs2atJR6sGqHbNVhjZmQceP3rwIJKV2SqTDp4hHhH3Td7oIK
DghgiyI2YQmhZUtioukvR8WcZU6GFwKtt98gS6PoECsGCNkCCHQ/TlXFSeBLksafymIFYrzvDQle
ed+8OA2Q5wcj23WjWV8K4CyMJrZjlDsr6qiKuh7TKypuxosXd+nY55WTMkrbXnRhtumAps894E/o
f6nt3Z4lrKKNP4qkbLp/e9CTukd7iVrg9tB3W2xNxW0+BARpd13YzWkNaHd/MqLIm/OgHQhJYWFJ
DKTBfcqnIi+PomPd7lBhBWMHPE4avIm5KV5wEOGs3wh3eWWyNnz1XrzJI7VUfYlIfj9zz3MzFUbd
KHSx9RTQNX5PFubysVp4ptKh2NrotjRLOd5sVSygzdXoDJepSNR6bOut/YBPlx8LnVe/llDM74Hy
tr8bjc0NAjxPHZl/r2vr+QGlqsRe0eQmfJxoba68WjgJNqjFJG0MrKrR3bRxcAPC2hlfPR1acRZK
tz3O9qTaMoYDy0MX1kLdMsDqkt/bugOZmQeqbw6MQX1hGN8+h730i9Pizt5rXTAdKypDfip3ye1E
1ORfGp5oPK87ZGpEDrt9WTHwFBRy9fRREZrGYFjAE1O53u4igfA3s8X9KsnLg/cN1JSUapKqxpBd
Yn8rqSmM/ZvodZzvi5wZ4bETJPw1ofCvoIOHO7sQdVW6cu8zZLkSWiHYVv9gcD9eNV80Aqn2aEHj
kQuOaq5ix3cNB2QH5FKWIlifPMdq9f+Cc9dOOjsMZ2xVz//mBr2Yo564dl1U+dvWmjXm8RpjfSic
YebgWYy9j5y1+qfChCKYFMA4AjMdMmWJi2q5721nSP6wsvmxOiVDTtYF/1u52riMR1L9om4NGQQb
2d2AOvReNifQf7vScY9z72uSApmV1ZwxHHQBlWFAMPsx8N3iZu+n7rQE/PGea8vTWGk0v6ThklEM
eUg5luUJWbhnuSmeK+JeUdZemiahEyv2itH74Ob3faUpeedmtR9z3ZhDPkQRt4rTEmIo/f2UV0QE
MrMqILPPCZk5cTe/xesEAtoOnCHsosb3i4r7S7ARdslsB98uHRjzboZmWddGAyJAXgTvY8uKLGv5
xTPOAXmwoDoPax8tPycHspDPyPnFxE77qKKmypA59aWMc0AhJsCE6UqWi1HDvPOUDy4sIgQE7sLi
DIy64Q2qctoSWcR+phR2nkHtEKGGjeUQsZQfnme6W/RvgHLIxw+DkswhcurezGO0dfFHNAB3KKr7
Kej8FEn0O0HTjvfROoRwblu4WWxmAjNQsA7cLTr4Acs90RpHF6Xz9RJ6DGO7btvuaDY2jPmtA3ne
qS61aKHbt1qerKP2M+b+9s6CuzgSIfvZsVGV8Z+yJtQPeZVOuvGWdNMVnKVkTZ6aOnLflkr7BwaT
7iOibvsAyd375GEPDntYaqjVc54fVu0y5SjIdNJBiRm22/Nj3sz1R1CgGQbKLS5j5ZWHuNhHTnHH
+cCLlCNoVh8wJNRZLLk8zXJV389F+DfGiD+Vxz1AHjzUIm6fy7iyJxRpxqL5uh4CqOzn2G6xA/Jh
/jPNDtJMPe1Xo8O/FNxfZJaLFzZutwMxzu7DWjOzWtDpX93Cjc+Mff1DBaXrKpPBeRgX8yF63R8b
UzJdKdgpCUdGe7QgcOS4z8NXlAWiM5uhIconL0+47AwX+VZ/+aHVF3RI8dwO9nWM2+qtdUXYZhM1
wNmUY57uedOwQm7li0cqH2wO9AjI6gnkYLxXPqk8oNE3G7vYrbzPGFcOn+ccHXZ8aPhXyo20RyKK
miHDyUIU5xLNC4Thci257DHGHwwk8oNZSS9anerdr9ke+YB4HazNjRe7nQiPRaydbCr3UsHnshMX
YSMc5jFPZqvd4k5Nox84p02AT0OVsraATk3zGM0/Z0yv3YWyDYwxUmqtGVZtQwjjfJzDz6iBEP3o
lmtsjhrGzvCv2oKdaMF1aViFL8fS+Pd7skv7ISvj6hs+7rr9jHycBIy5h7589E0jgrt9UM0hLGbl
/9wCbzc3fuMpxo2BXUrzkrBsDlu+nj1uSbc13vJfMg2l+ZLOIsyWdn3lDe9y4l9QbZCUuaQWd06Z
TSHLdudw85Lfk22pocNYFg+MPxvvOMxd/v/9uProx9a+lstE1gL2ssE55rOpgYAvfkxpGVq70El2
lj3xNOq1X35spgmZeeWQI9qHqsjNGw0lSIy05bhR4OX27c1d2XN6Tiq5lCcy4zw3S1rT3yOq+NgZ
mrzp/81ObrvXvo627sVjjXjIkoqLfz0M8UIQfMXLWt/psTf4ET3yV+k7GWOFoPSSrnvsrGXlcAVo
SNXdbAjWWbt4A6MGgi11d5MkQbjdYS/Ni1/W0Zt8pNpyq7dtifY+3aewX96qzvAw+WykUrYF2+K/
M3iV3lODyFL8K6Xt/k0xe3THQGO2rQ5z5Eq6WY3CcNXD5AUZStPuPFH62OI4ytJ5TRaeEvYQw6Yk
oZ6WNG6gx5uILa3Cmdj+k9ZW6MY2mlcY57KU0/rDlgxnDtWI68lJY42z1TtG2pIfeRJu7k7/vKUH
Wnhknqe/GTdtWUzpKNhRzrj3LZiD3HOmX03kdMtXgqQk/XRzhnXoqMcIg10zw7WOpsz1VDH8G9e+
+BnUDhNxdsYD6VxVX45SHWqSB7ub1sdy9L1dmticMPtIgUIflmG7joMzKn2IRyXbh3Ed1uQcl7Xs
zXWJvYKyqJBi/x3OkyoyYuSUxoQ2MWk6KJXEy38l0lbwvE7u1pvDOsaTyFM7RwPlr/D26MGpqHMZ
Wvs4NNyQT2hOWaYZlj51nGK9G70gDtQtPSndbtr55BD+jbYoigiQnkW1Y/8pNZIFOUxxoYcTqwBo
YJNbiPbeMA9rPxlgdfvPkQMr+ld71mUwKap2qQgYkU4UKmqFGK8cs62G352gSVVJ77h7ouvonUrr
WNypu+egNpwVX2bRXjlPaOAuXaf9/ZdbzGRbB6OVVfPCsGBb9IN0/Vi5B7lXZv8jvEKsHy3Z3ETw
rJto/6woAhN0kCAoylMvq9X02ehHu7kvdgbYLG0Ldl5X5AF13os5CV76PaA0xe9kQW2OHTZmd+dX
SK2ssbinC5ayf+j9TXzk7WvlfJB2G8C6IpPdexGtmT5xl8YkC+RTRH+yBZwTfNKq7f/wMtfhvWv9
inS7JVhA4rBux9vfmKDMZm+U7APa5F9RutXHTP2zWuZcZcQuXxNgLyjOfVjs7UsuRq7r3VXDE4eJ
qK8Mt1T0o5HVlD8ubjvbe6d35+2GwDF78kjMApvUYbypedyoTWYj/5ZJ3bA/HdSGV7SgrKBkNNZ5
U5zZICXt3E7HSnVee8CWFBw94cKMzkMEnY+o2EX/G8eX/9cE6w4hc2KAiqy9SKgDDKnpORhtBOdc
DBiuPJ20L7KvEkelq4BBRNCD6w/3SI3trxKTzfQIThw9kMFobO5LXcnqtAW8v8c+YQicBtO698BE
Sj+O3hZtl+CYeO46Yptd98dN62XX6cya7p7VNfrrk4PrJToxYiarug62aKMgWc2t8c20ZjlAkfJC
WCW7SW65OQ1MDNJxQu2vL4ZQlfCnuwh3/XA7iTd/m2jIEUfn7W31vXmgOCZJ8H32En228K2JehLx
NSEG9IQiuDeZ37SRTaXv8iohZBAF1lcxCnbiiyhLuMdAqUDGZrK/l7G9dDwA/mveQHync3Fa4DV1
+zSG0ojHkWqXoqW008q0sFY3TVPF+1WwdX0d9S4+owQe1xHDhvsLrNL8o+CbHTOM8NsdKrfADRq7
w8uARyD+K9Dm/+Q5b8sFSMjSHfwoRBmMXUrBa8z0PbzBlDA/h1VIcpVSnczTKXLnh6Vx6ua2bkpN
tRGo6SPsk2B9cNek/80sb/2r8pjIq6TPS1zeUxgy1SuaA81A52ZLks8yY+exJGAgjOILMiN/OVEJ
M2riywKrtTugFFpJklyh5jPUubU+mGpBhnC/X2TtJ0xDtn74XS52Z82JcTp3xdyzMCpDv/neB9Vf
LYPCv3phq+LHHkbm9+bgSX+u28bkt8PQOMOtuzkzYG8m5MMR4+TeH5JuVBQmS1B2kGzJOcy6ChHl
xMpV7bwI/B1E+u/N8IeR3LfP+FuuZ2N31ROKPgBxRnYAloecSUxRB9lSfW8RR1uQ6FR6Mmi4UCM3
f0TAZYOKPSzTjP88WxbescTKQrHlJhMM1S7alHd2+sHxf7k61+aNtypeUk9tCFyLcZv2MUHGHlK+
OBV/jUnf/Kk8bTyeoX0qT/G+9OIWDxlXdTWyuyKSxsTZ7nj+BYNSPaZTibBgR90/z8I3iJsDVoXq
qfB1WLwgVIkXJNimgDFJT+FO9Qx/1DrPLGHiEvcE5wML79PI2e9MrfNScHY9h/laxFkcz5E8irVs
sJ3Gxgmr24WF6vZnE/Ydx2VROtFloQGLL+SwFu4pBmXsnnB4VdOhcBcsKmqT7LBEhcHjE7e1u/0w
/Nt1IHRFh5xLcdjJbTxW80DaRFAUxn8lBiHs1nPrqz04NCzPPRVWu8kxxJXEcwVynDW5LdmQZxc/
wbiSRrOO9WO5NWX+u4WMEt0hCM25zESfyzBFRNrNMTAiju5lQWn8qJpluCpdBSFD6MFwLk11Mt5Y
uS2vbE/D/XEifyxZKldMHTQjzrPapuIaK076y7xN45Iim4qKAQfn0G2/jbt/+51c0fzQ3EqY2jtW
GzCS9wiVv6J90uFxSfqQH2Ne5oGcuorfQlQquYop736wnRC/uolIfvqGJzmz3uI6/7a1h05goy7/
8m0w/JbuHOvTygSLWOq8X4tjuyMdZ0DAevHpc/aRhjIlhF28yEVE+3FW5WjeoNqTV96S9pH/7Sgz
4p97H80gQP321qHUeRlBbeBBaQa+rzaPNmYM0xSnrhPWI8JxvI089VPbmfIpNF3rPs4ePtS7NrcO
DAEcLdyc3fbQO5RVuLPrpnkwtmSmgvOTDSNVtu0xip3yO1XZ7nBcXK8IXjt8c1ftWVE8dWoos4Uu
Ie1pplk/jURyGTr8nXPnmF8BO+5J2hJ/8th7hAA8RZyKsAprq9/pTAoMACak6tKION19o9qhPXZ6
2YC+101dZq4MVw6xzk/yFM+jzxkly/1dbJ7OsC2DH8Yu7z+14+gWz2quB7IxYl3W16FsIaUw5e/X
dN8C5KVtDqKXVdgK77WPwe9cUv2zqhnn2473Ba3yBx1Joo9m8OcHtl+i+6LPzTWhXsBoQd5H8IKj
ZQ0PNFvj+La3PvbKeBGqfa363O2OVbHi2ME9u9Y/RVduFu9WP0fVHXa9Gil4Njb/x/Cgtu+0PcL3
oM27W3ii2t+djHNG/XI6JcFUJ9rOC0mnsuZGarmXOZz9IBHYHpll9ecZ79Os0ZmVZuDoTDy1QOWt
7bOpcrzlArDQ/+i6OuEnqHzMhoPs8RNl1Q519rhxvLWwE1cbPC7EbrnE5SyzeFqVaNqLGaB8/Vqh
7C5vDKmsQfvkE1RNWkZxshepi4zLUJdtI3ve5s7LLzrZd8bhsrHVT24Q8k2rBQfrufvWQYizqAuJ
vFqQaHlLHwD9WuEE9j7NglXwEod192/Ba81N4q3eevW6skRZiDAO3ZWTEcFtIJaRejhv6Do/efnD
7VhCM5RHku7pYcNW+fNJ5XUn3sKkG8gjoBBYRNYJVld5mxYUozrv1TmQgk4vWVCjHhKMpAmfvV/t
vNTFEPxhnQCNQPp2bsjPL5P/cXaePXIjW5r+K4P+zjvBoF/MvcCmt+WNSl+IUqlEb4P+1++Tur2z
6hxl1aKBRnfLVBqSEXHOe16D8boKQjAWPRHm0irNQT6i3210c90jSZFf6jqOeqwDoNru/Upm2cOk
xXCkMPOx+z0DNvjjibDq5HvatC6yXcWR+0WqEpAfK7fKfLZT+AhApIbZLcckpQyYQXylSo0ax5pW
IOV+s6uSZvyuogxnqBl7AOvbgV0MQSD2g3ALKSXVHpjuQ4YcAdr6W8cttWJjJlZsrGTg8Al1swfi
govWx/MR0taWC6b6b6idWGM54Cuj6JKj/bFIQsec81Qq4xqnt5EvIOGglO08SO3kVXf5TvOgaMXw
RIPeL1WTiz5ghuFM2sLso7IaFmFbUzZrrR88Zjgaod/Xa8cIFuDYXjQ30qJ0YMljcdHcA+K0GRhn
UaaobwJrvE70OnseNT29E/AFttjpWWujL7J93SFimBX44OzzWshVFE2ePce3orvjKRuOuSO0Gx8c
ttv6sR8TmhxjpjLLQ88jjAhi6DKGiEQ5XzjBsOD/06sx7spnhTAOtUWi5w48C4F7pJ/Y44bdp5vW
HqSZx6giizSJKuONJs6IbicWM1YXaTeKZlG3dDJH9gU0ItRmhwFn9egHDaUZcwJWIY6OVaJBujMb
z3rPMtOuHh05dvKQhunEmL/CcfgdBSjIcmfl03dwicHY1Lbr8RWURTezMO2ieGMPEOLaZ0wGzzCX
DkwXz2zRR1u20adveVM45gmqMGp7yZjNHW3y5gHOpehxyKFyzfQAH1nyxrcxl656UkPnJfAIcz2H
6AQ2kcilKTW0WEaaQQ2UwvWtaVYLzxcvhsEcKqDSaV0X3Irdjgj4IIX2MsfqTuRzFQgf+JebCn9u
PhrQGw9eW9UWtEXgQ9K4TQKEt4NJecRVdA9ZXRT+Ua+N1F/2+RA8GW0eviLIAWA0Q6t3FnU9WgBm
nmm67RPzLzPfV54Wfg+S0H6caOp4sPTAijkfBdTgfAJnI0hUzdKpmxzIyK63cfvIek8gJ9OrK/Uo
0UyUq0w52NAgSu3eg7D0VqE9qXIzRp4JQyoPk2Nbte1VVTRtRszR6NZ3+dQmGmyDKAi9mR+Wdbjs
vDx505ieqqs8DFy1NE1vXNuO1uPzXKTkS8UnejeFShasRj+KYO0LLZ/bg+1+h+Bj3lV+GR3CwmH0
5IaSloIPy5R/mppxVbcSrgfyBFE+MDCj3NMCRwB/4iodz4K0M/xNW5SZf2VokzjJ7JrcgMkrCk07
mngC5i9Fr6LrPM+dcdaOtvVgkWJk0BwJNz5gcjXYx16BCr8HiYPAZsoxhKtP/BkmIwzvdiZQYraS
sTUxB9CG6ajBYaCEIfNpo5Tl36QTnLb7jE7pxjS7nuEtgqaFb6lhOsg4SpyVy3zxK2dfo89lPoRj
NINgOj2LxvJOkTY1lFd3NDow1jY6iUoRwrfU2S/Kq3IWll+/24HAT83zgMu1rg+fw17lDwxLmBhZ
vty0jNfeqsia7ofBsg8yV9O3MYrTFa6g8cERjv1qE6B5gn1hdkV1/IY/VJnPU2mNuy6whoMGI0rN
25pti6Fa/SWDSU5PULbOVYYk7+AXtjPTOZWRhCVgk45syhcvsjXmGOn0BHtsuJ4Y+2xTzUG0lfkE
Y2OkZ+21oYiu9LSjJZl8jQ0dnwqTaJZJOlB7g3ZV6RIldKg1XyH0aNd9GDHahAK3R9FXeUuURPl3
OClijlQBmFT12oMb9vVdMZbDK3aE6GBQCdwMzoBrErTnxhiqe9FVzFWEU7drWL/Bzu3qeltoElqr
llAdYJMrlrrVvdEQIoNQYXyAjoP8Rg76ISDe+QXGZol51uDRmAwZbAjfb4rtFFhiI/t8PDqtFb9a
XVY8FwFsRo078hZ2UfEjT21UBEOjPQzQNe680O8PSTe0W5Pp+8EwYjKqRkPbgrJQ2fQss1lCTMLR
tRPvEHQnKpXy9RQKl46+jsRc6p6yXjiWIkzO0/OAKYQYlwyrOMxhwrJzRgNkBy9mKITI2mJA3drl
HdYqQwf3xtVwJ8KH81ZKmGVWr5Ei2kT9l6zLwLpAFUJvMXZ1uFHh0NCPYDk/r2Oq7c4wo0XpZDKZ
twK232yQSlD7AC1yCHrMpZuybiFfOVVwVBrRLHbtF+lcJPqrShxtS8CKv/PdwXkZNJOci8y1joDP
zbcx1lqm5SJ+6nUHuLvt5QFkmyzQbmr3KBDyhe9hPxRg07YrWy1aaHEwPDGPyg+xK4ZZQ0F1kn3p
a4OuAfvPYYUy5dWB2LhpJq/b0EUYr25VNns1WcUtaA2wl6GgWeLxPNdKhwAzvxPmpjEibQ0pMYET
LrzVgPrtlL40vU06Ep8YFe6z3eT1t6CT+i0zSZSmPROiUku7NfFajT2veIygfdbtguJUqvmYO9MT
zy9sgapwH30GC8lCdiL4MeJKvwSBpVlgWHils+aYmrW+aGaxJ/KjGhNLn1uGqSM3t6qBmajIdiP8
cDqYeJBHyhGxK5k0ceYMGsM29qMFLvT4dAFwWk/hWJOZVbVBNMuBndAo9wAdcsLzRrawL2hnx/tG
a0uXBLsxfXZtE/gL7GPpOQqSkkNddgMZh3aaDk3bjqWXbQqD4YtLssw3TiQm/1lgJwvETu2bTRzv
F4jxCrQZJ2XLNZNjGWBI6KnRLm4zTEkWYVhmX1TeIyn1RjwjZmFjuldjiiAVKVMKlUM2yVWZGHBn
YPSsUyuOd23mUzj5RNEzfMFJKypNbAC7vl5rgN7ZMmOq9DB0BragI/IiWPBaymind3H3K41neoGv
OZZ3CD6blsOxtdHhS0vPmQjZhpzrPazWTTzWsCPDVjL6Qy676Dk8FzbNHLyNNlub8Wi9SthQVwoS
/0K6OXNtbqvNKdLX6SIEFJ4jFsaxomyGJwG7B+8ycq1bVENms7XEAIu3UrRGoZZHq54xNIJigF5n
hxDNuC16u74NpmncVHqGb6FRhy10kkr/kcRThm+AJyBSZxqEL8+k+IcNU3nvFZBWMBtPmqu5bkTN
Xpptcgwyq3H2TNWw/kkVwPUGbvAIrQRSRzxD2Jb7s546e2N0rXuswtpfgsIxx69LrHjJO/uGoIgJ
HhScZilU1Tz6iN/0ZzTk3u2gj0zIgypq03hGjYX4ChVAu3KyRt9mNRwJtHbtauwCxDZhlfntvMNw
aVelAb7UhVfkw05HFD5SL+k5XtKDXgOtlNONZUv6AsyauoVjp9MzZak/z0LcGdeJO2hfg8JW7xQV
1ma0zWI1WalYolsoHuTk6g+T0envZYFswGpdn3NpYtbSG2nwNaw7GcKrkOaBVqFZ6kYMv5NG2iL3
C8kUyEePM6RHi7hj1N0DADXa18ZDBQWy5ySPVZ+Z26yJtNeETJ98MyI93aPqKfaMraNtL6r6aAVa
DrvOK6pDonU8G+QiXYUj382zBnVgRYEFYGAZIh5RvTcDdhh+mHaklnQhFp9J4HFJBlyE1NdiIAJt
8h5LI58AEVNeoaHI1/Q4JUKQalw10iOUUwu6MlziolXcd0Xl97M4bVlRsVFcjVFefMsjLb/RPFvb
WE41PVTQbhDegQJM88ZryxiRQQxEZNveSrZJejtNvbHS+8m6saDRvdsIQ1COT+LEgk2STYNfyrIF
8L/BCy46JP7YP524CFf0UsWj45jdlzSk+kDIMn2vdQVLt+mKFn7tlKc7sItxbmDistMgXt+e1F3o
DTQeivkprOE4qAwVQyOnt1AYxp0Dx3XrG252E8up/WbURm/AmreTgt0ejBeKJfCW0ecJ6CtBumrm
GDoboem0/soc/O4KChW2a7hEEZdtqhgUkam0DSUlcItHt0OsuOSkGa+DhjDYpSpz/d4WHBMJwsJv
Q2vC6Rg8JoBXAhFM/Br5OgC/PkLP9apC+0FKarY06zad3iMt1VeqMVv32u10CB2NlraHOoDwviPD
Sjwp5U/NMrREBfeqKZ14GwYM9wvQuKBJSK+IIT9EcZiyo8GUy+6HPPf0pRrD4ghFU3uUJejfysvJ
8V7Rp2kt8bojZqqoOKzvZejbxXqskCjMQpfze0acUiaeEt229XXdZUBYY8pNwMmg6yb6oDTPkcMO
rebv1NgNNIIlx0CMIMfS/XGOEXhfHaA3jTn4To2OZYbRXGchtggJRUWe4YyofTQjnjgbT0quumms
reaMlfyaMQmdN6mvd3ccgk7z0Pcu3fhUyN68dYjDHWZJpbFyc+Eae2f8yevF3usazo2bHjJfS3Fh
opCO1ZWlqnhoCCbXpxUWCXBxhzoy3YVWVp1WrAyL2GTYvzIGIXZEWfJXg2JsxWIMHdG/wIo+zWmi
INZo5svCxU8Cd44DKdOd8ZQD5HsPDMWSgp0xTcbnMgT6io6lrQyGyXlF/JHIcFcb12oa6ZmZhyXW
EZsK2c/rqa8gpXmwobu7gShuDZUDrIPMF2ZJILllqvrI/MJ1oflnVh1A4HGgPc2sIK+nfdl6Rn43
1VCeroUtYN3O0XlN9Y3h4nwJvdSyvAeRC8KSh85sh0OlleOrhd3iyZK9SNpVETJg8ma1D4+Igtqx
7A4gCNUAavGmXjDFLm59mA/oNUoxfLUHF2L8CREw5gwuojvy7eovDGiqHbdQ3XtWgpegppmw5B3L
/FYxaPwaoBbYtZUJPVrv0c4XoHAc3IwqvrFcQCRrLEKSOqyvQ70hpcSC2mW5NbP/vrGhsYMFvORG
k9MneulxDEv3gVPBWwNqcTBFCWevJIZ1gjBIjwD4uKBxNl/sVBggdj1GTuA6kz6P6xY6ApBXNk9d
Gq1F5GjEeyUF+TIpHGKl4tSaxcQLmAuoH/ImSQNr39RdsYNSVNzBYf6ml16EXipWL5SN8UpJO16O
AUvDMzP9Xrhlc+MlSfowtET5KhTb1hz6pjjatYPwWSjVESsgDA93W60LukU1aZw0DIyKld6OKM2n
Kki+mJ5f9U+9Hznl2otDMcxzwW6/tPQ64NgzdbODHmciu3d7iKULTg3yuIdiyMN1aLETU5FHdbmy
44GDtfMhiiEdB1vQdPBzImdkr28Yf7q33I8Y37LB1T0iQl0DR4QGPvUiSd2w+B7isuCvIiwz7CvI
Gtk4x+G8zo5OPkTxSoZTVa0tJobsDIOjHVNkA5Bi0Ax+tckMP2bYML0qCf+IkFPduBF+NVBf2gX3
CVTN8F7wt2EcKGE2lKsK9MPYDx72KFvbR4eytS23IrCwztVrD8M52qJpSTWURUOBPzZCRg+fkRiS
mAOXKd3ldtm/Vr3TMedmRm2CROCeODNqgdwIfLZONl2Wsy0w21byZsLvtL2x3SBu1rUlR+fBgWZ0
kM1YRstxxIFhUyk0/ptCtUkzh1PQZMvACuS0TEcZZXcSVIGmG3QX5jrT9OJLkpEhcahyNL6LLoxb
6mir0DEagn1Fk0MtUB5GhPjVxhFMI5YJKMJ86LOhu8mFw6dM4lLLF6VfTNaqdKyuhL+QqGmGckfS
3MSt/QP4iCOFI8Z5amWpNs0QJV9d2DwWZKehY9e2va3gbLH8GYRLu0X5l1j+0engtL9UwkM2AZFG
tXfKEjI+1ITQgZe2iDPmTKE7dTOGjFajLNLvlYlyaIF8dFw3aFdqmIG5W86kD5lgJhIEP8ti0DJn
Locgl3A3QTxWgDSaS+CDA7e+CwQzOGg7Q3wN/b/8aqtSJ5+rNFtKIdzUhlmPsp6RRVCz06gOD2OK
gW56yKc4+Bonqmd7dHIzCqBe2NiP6FGJ5BdJxXAI49T5Mvahac2T0hHRtiUzaBnLIdcOZpkkat2c
rB/WUNvwQcZOLhjW+lBL7V2rjC6eqyioT8QIHOXeUhZbr2Z2B3g4H3VcKV81yyshDeKDkid3o+dn
LKW2SdB5t74Zmt+7KK6yH03mMFoNbNxstiOKcUoUf8CVJKzTsFt4ss5hPbluDZV+CtMoONn7BsVX
JKMOZuu5k1vlnZeL0AznJu1Tt0vNvnfWSChbhXKkUAC0Ue/UG3Te+R1OKN5dXerdQ9OXg1zW3JRs
wXk8ZEetydp+D2YS3+aklT1PnT2mc9DuPiIMPev9VcpcYFOUZrmP8gQ+PG1/AIyP58Vu4Lmbh0nl
PkVNDdXfpGB9i6Q/+jujoLp4iXFisaGkSwtTg2AcX0f4d9Xcqnv1CssW76qupcTcM1fwnbWIeOSW
FRzBY5Do0euACuTe0EbzuaH2YTIJz4BNyQojc9eiZh9nddni94KnVe3epyLoq/vYL4hqPsFNGedo
6Xp7H1H30o1bZEUufPhhibkVNGrm+s1dMQh9JZtJXI2owY+qKSxG8FrQlGuFlQyGU0Atj0yOY5iB
SeCvTmwWiDcxnAn6MyuaZ63VbmNft9pZ30v4HSLNvwYpU+bZ1Ln9a2ta8X3YDun7MCSKET0PCJAh
RdCCDSzbAN34K8JMkxxhq18+tfhArTsntPeZj3Lf9KR25QUcO22JdAm3+b6H06iJYpXxylde4zpy
nU6NulIYAqGNU75zGGzoCrEnVbwMfarLeSKS5MFrNf1L7mUGpqWy1bd0sjHNehAPy94ICrEI/Mkq
5xZcao4IpibQJQDY1qZvWAvP1RlklqNDWrkH+382lZmOCiVrNH9G3kIEjEdc9ixRqMJrzJYOljmN
WwvFF+OKypzWPq3HDBvV7rVySkLqy6Tx+m3rjWS1UX6urDrOryGi4IACv4DIpXjID1Wd9ldplpwq
BT+8yovYh8nQGI9OpunJLgYVX3dtKbQrt6m8tRF72qK2vNtRmPrOxPzk6OP66u3ohcvvzRilGyce
lH2TV76njviUPQa0L8vYkcWiGgdMfUCz2ZksZmrAjtMtn8I6jpKGoCTaYZVnfYNHExNjPDCyHYJB
k/o0t7aKRq+5TnH3QC2Ex2eAJtyFgOlHYfau1Y7aF0OV7FD6EPpo+8iqEhW8wdlrvrhRXkO4Qh2N
jlvh5WBjPzhZOKHN9A5QehlMNWJCwwiTA897s06xUVimaavoFxDqnTqDxlyafVujs7Ohly580yDJ
gruO5csYPmMPYM1to/yeyVK/anIczdhhUHiGXbbOvcl6aCOh3rLBrW961O/bOkqMe0a+Bb6kNJUB
S0GH3OA6zM9dvVwbGqAYwAzMMrILKkoNZGb2DDn5uDfU0FNzULnNWGO6CVxomg1MNoaAgIIZ4FJZ
JICv9hQeIfG5u6yrBn6NN900R0SXPw2VXi59jDMOYWm6rwSgq28kcInDaJ/MQOwR+glC4g06Kh2m
TYHvhrLxZHCkGVwxVrPvOFm7RaaDrOJBYN3TpWgHOyXrsdLDtFmY3P18B/NK39kmXvssfrwcCnSB
aNKK1nvKITbr84EzOTqYaVq+VjUmwWXoclmtuJXLwGziTRb6wT7xW9KopqjpN10Q5Vu/KtuFHzTy
G+XB+CB8GfK0kBRYA1UFFUbmnr3q+xEhXBx7GxlDORCln1JyhXHxoqwKsjSzH2hPUDjXoKYsR184
5cgMSXTBxi2S6sGt9f4pg7M3Qz+kYT1WWktrkDyYzJa5gXAUylmnOsofhUpzohS8w6LOOrh6hTFd
0MuKmktjUyVFW5azrBH5FaVcA+HHAgjwJyi8aVhXmzFV+dEKPX/ZmH6zH2IM1qBV+juz0sQjUbHM
pUahwRkvTiZcM1WJ72VFe9enkPB1Ww/vONSTa9sOq0Ug7fJJJG26cSWSV6OvicSUA3tACc67jqvG
W4ClJTs2NsY1dhjlLwYch27ZZJONXSBVhw+tiYL8tFaNpHsR+mg996rVVtpgxke6JlSqepsuHQPe
W1C4HS5Z2NN8T9DafptO++3oyOSaXk0fF26UDUe9LRDBtVMTL1Ho64gOCvo0LIwwS+zHOdbAcL62
qcT7Z1x5mJ7HqNsjrJ6/xXEhy0PMoRYiA+mtSl3ZPdzmdIZbExXzrNYcy78SIUUb6HnjOe0d7LbI
jCmKywzcM8aCBPs7I/TcDJIdNk2QTqBiZDc2fTqTNOItGjbWzC4ndQXsTX9B69JkyTXnMLLSWWGn
kNuOE41vrK0mvB2C9zEjVnnlTtCM7jS4PcX7x76YF5zyf5r1/uLHORa2gerBMHZ03tCy6gLP66B3
5ePHL/8z1PI3TpjmydP8l9evIQ/aXVKZu3BgQ46kvfXUlZH3M699Zc00C562kG5Lv9Vi8UP32r1F
AmBqhN+pkz8xN730Hc/cryNl6k6a5vrO62PcDZG1rlTafJaqpl8woDXP/HgNLUgQg6BejXPvsQjF
EfoXRfq4Q09951fTPrPbt6bIb9NxWJDdks8Z906f+PGe3uR31/dk0/vL9U2SzI5wX5Q7TUuMuRY2
Ox16ONvTHf98fA8vOP6aZ2EKGCFkTj+WcsdD/lLazZ0tuiWz+NnHL3/p7px5pTolNnBSacOuyFzj
mplstcVroV18/OoXHO2N0+//cn2gVSDcYyq+o92Or03ztpmcgxGT2JvhfDCM73WgpQvydvv1x294
4WoZZw+8a2DN1Oiq2/lEkiwZyFvL3pm+Cog8n/jLXrjlP3OzfvlKKGT0JIhCfQcP9ruC9gGgMOJt
0CWvn0YOXLgpxtkzrVU/rWRruTNb+2tkq3VRpH/PavxnDMAvH3/0OW0h7kmMwqARxBFCA27NrPgs
1vrSDTh7XO1eZLGUiCmKzP/W+v49ZqIbh735k+f1gpOwYfz1idL0rCkS+uzdKZLFVEyQEvM7OMHT
FIkvGMd1n7zPpVsg//o+geaDk9aJ3AWqvQYaeaZM/sSF+fQs/mbTMM7MkGvKqJDOvNzlo3DbRTG0
kkAH6TzmrdOtbMOV5sz2ph9qyLtPUu4v3ZWzVW7iGWuZRV3ubD350VkhVG1hrYWMPtkHL9wVebbO
h6qtGdpFJOPgFOJ38AthN2BZQO2xxO14+fHivhQEIs9W94maQ42Zlzsy6vZu1izsWM31iLl+N83c
JkYNE69LH7pFDhCRJiukCwialf768Qe4cBnl2VFmGCh8JXO8HRQSTJV1iJCds9AYrH+yuVzYL+XZ
wkeM4caWOBlriOQad99tVAZHHGiWfVHslAiJ+sKI37RuPv4+F55Eefqev2wGWVVi/RFZJS9NH6rf
cimBjINtn6tN0ur3VWZ+su1css3/Gcz0y1sxzjZrz3DaXRN3N258D8NpbhT61uiPpaetNWPFiBys
+e8tX3m2TVRGM1Wc890ul82SEN0X5TSfxANdegjOdgbZI+KKpaj3GSM2zWx2g+XeMIZ8+fieXHr5
s90BkbOHJDdo91lQONc9gqhUOfktRICPX//C+fUzxOuXG+ElXgIUGBGyawy7sgy3DPDBPTwoo59k
yF0qyfSz3QBxQQbaObZ7G23b3C/0ZBlRUy895j0+0J2VuSvbZYSoXH9OWnZ/l3rasx2Wy4+/4s+Q
+t/ssD+Tj3/5jkzQI2HRJ+6xBbUPiPAASugHdX87uI2/6ofWWSGOLhYjPnQz6J3My2Oky0nTH+D9
3wY2VkJIxW5Ruj1/8plOW+3vPtPZ3oHiqJSkvnT7BqXscjD6N8AInnh7uJriW11HxEwixizSSxTf
Tvx3L8XZjlLE8NbQfBBzW7zFWLg8VNXQUhg5G8go66Gio+63QyWfsOFOF5AgqAfSbZE0Ab7qfnIC
O78rmtlPCsJLW/jPjJxfbs2Ab2yneXq7h8enr5LcCm5JVFlmSanmfl4hdQbM3PZTh7qii760wX2p
tqWyHzDB0z5ZAheW2M9u6ZfPgFWyGjS9wG9sBNiDC6t2MAr0lesgwPv4dl96i7P9h5SJ0m4HH14y
Piy7tFbhQhkoNB2TEcHfe4uzfcirRYFDntbvrU54nEhjt5FWHu915X9W617atfWzzSjDZR+2CXzk
0im+ImDJl5474s5mCIBNN/oG0wV2xNKdSO6rPjkDL2xQPz/LL3fHqCxmASaXDmFQsVBOzdwsaus9
SQ1wTkTT/b2aRZztUg7rAkaJ1fMUYCKUQu15SqLs3dHwrhM4sa6Msa0/eRwunOvirHDRPbMkQ5vr
SIJZ1tVzG/cxx6VeEXcYg8JSXJPP8vFjcWmFibONRvVOZKLFGvehs211hQhouhcquap78b3KLXxZ
Zb3UWrlvKuc5NNQmSina6ij4ZHX9LPp+s9OJsy0HSzMxVKC1+y6rv092jJ7tgFnFuozbPYqETYMv
pVVtlK+9+/WPk82DqDA7D6DBJlnzkKbDi8j0O9FoW3imx6COF6LAKSobPWxYJrQ4UM40FlTL5GBA
VzNcAaR8EjB46ZEXpxX9y+PneVTGuOf1+0kiuYShnGv2PhACjqQHN8f5IsriOpYRE/bWfP/knp3W
7O8u2VnXlGqdpipMOPaxFv6gugjJ/p6uSYxYjROI3LYzUCoNBpaWxskz3VxgNv1Z+NSl01Kc7VWd
NMPaiHhzqGtieMsJvTHMO6LccDsvVvBDSJouxAjhAl8Z8eSM1koVxzbxbz+Nev+5ofzuApxtZjFe
UQw1jG4PpH5w0dk3D5FnPBPfsAmEwtnTX/iufI1bRLOaMj+72ZfW5dn+hu9r2bgQcvZoEaq9lyWY
TvkwuOwAM8cIM3Lkvy8RuOU8cWyCk8fkZsBeOI2ZWU6uvxd2vdQnvNJ9Jw92Wqq+YteYHcNQfVKh
X9gMxVnjpkbRJzlKcew6EdM3OHyQVVRsvQA1ev1Jc/j7LsDwzjbCXA9iG7cKkocKPC3LjIB5Ioi8
3niSQX8n+2jnN/bt33rSjZ+ZPb8sL3BIRPxY6u6LwDAXvZddjziCT5q2Nwaow6LU9ecqrMcbFyHy
zsFM1IXM0pCX8tn++PvO3vDO9kfKDkyeehZ40adM/GFKQyB9MjOEyqlEj9K9Olr9qo3GLAzJXmK6
gba2LID22JQ+vgq/f+wQtf11j4FNC2gtZL/HrH2BnOGpmIpl4YhN5RM+I/Q9V2Bn+daPj9/u9w8R
7jJ/fTvY72ZaiKnZF2hRoFelmzFz73Daxvj45eO3+H29Y3hnG1joex78AkvtsVl8N/pk54TBo17J
T2od/XRz/uf+YHhne5RX4dUJq0Tfy/wq05MN/fC8ttEm6t0CLuA8yOQSy5jE79c16P7of1OuAa2B
nIMRW8Xmuf2ss7z0Tc92KqIwcE3Jo2GPQ/q8LdS3UYjvTfjJer/QO5Hu9Nd7ZZCQaECo7PdemK5b
czUVzp7/4PI20/JpJ4fVyO9YwbEttqjVP757l5bE2S7TZPiBNIzm95o5FleyzLtN0iCZ//jVL9w7
92x/KQmJcnAA6fYRSV+5G99BXdl2bbUpbfvKDT/5DhfWlHtWYrVwufGABheaJsKd7ak+wraDZpBV
2i7AOXNTmbAOYMnl80lzP/lqF84twz3bTPQEv4fK43a5WBhNUzoBYxTvXWYeTW26c6tsVeI0OYOB
YtPj+Pd1ZH2yj114Dt2zPWQ8RWYktUn5b3V3Wqy9jplB0lc6+/imXfxmZ5uGaGr0PgVGKklroBfX
k6vAjepF2J8mSaWzx1bwUTTu9UBYCqKgLt5Nkl72k3c/revfrHf39KT+ckzUQz/g9V20e8yK9Gtf
mvhdn/JMkib5IQgbWEjdubGbPppHuCJAhuJ0biHS3o4yjq+wlvkzH/c/34b/FbwXN/9+T/Wv/+LX
b0U5Uu6Gzdkv/7V+L65es3f1X6ef+u+/9def+ddDkfHP+V/5y0/wun++7+K1ef3LL5Y5jJ3xtn2v
x7t31abNz1fnE57+5v/vH/7H+89XeRjL93/+8Va0eXN6tSAq8j/+/KPt93/+oQsu6n/++vp//uHp
O/7zj02RB/+xP/3r/n9zrP37Jf/7595fVcNL6OY/TBMpCUJo18L4j82wf//3nxj/cE2hm64nLcfV
T9AiYQtN+M8/pPwHjFdBvwPtTEK44IdU0f75R7ql29g4e7iGnH7uj//7+f5yh/7fHfuPvM1uiihv
1D//+O3KwCj0/MlFp9JDHxH7wMK9Ztp5eTqX2ifbzKUXP3swu1FleSV7se9Jk7Nb9VQSjox/3/KX
a/3nd/n1s59e5n8893z2s3OuO5m/QZoTew9WQaVBVIg+WdC/rfJ4Za76ryvKFWWMZVQr9hV5NCmc
uo5xfjzBNh+O0oIk1L3/va9wdoLleKJLf+KNahft64FEqE++waVLf3ZKFa2cZCTRC7UgQYPE7pZU
wcKdPoEtL1z682MqMtxO61Gj7hFK2uWjU75+fD1Oi+F39/T8ZNJi/OBhtOsYuxOtbQQ7j3DBDv+X
3ilwhOyuWzwXTyGASJI2CBlvgDwgLHtIScvD4FnXgU4QQeruXRwp4xDrL7GzkSfhRld+co799og2
Yff+9eEoSsvFvEOI/WDFXwh3mpUxdNDkB4TqHSK49cdX4tIVPjuykIrqjY+wfq/nXw2oMsNnKOeF
J8M9/f4vp0WQa7VKFSveEU/4A8zsYZW5n9AXLqyb85MogNDd2IIPnbXGsjSWzkRiDX6G+APWcuMX
y4+vjXPpKTlb+bjISGgyk9hbxrs9UEinZE8qSNCwYnFLy9ap5kIDdRZ6AZlPWKtAbx+zJMdT4aSF
UMv/w9mZLbeuW936iVhFsAVvSYrqLFnumxvWWl42O7ADCHZP/w/6nAtvxpSqlEp2JTsJFgQCE8DE
mOPrBkgOwVDhYbiWRRUo9niL06oP8ZkfmygwiZRVYhQHENJgUwyMXNjxTa86XqsxOKJC9IT7/QjV
EI8cD6xTP+bP/fBSySaIe3MfVgf4srkKakbNNj4OanE7eQvRegxKjXmZ7I8dfEwiiuyBCdShFsAV
YEWiZmVnfI3A40/yEzw0oUK/OyryHR76KCv9V2qq2yYQY3HQIe1//ZiiDiT1xskmwrhPR92FucyF
2+fSPJnFwKJLzZiOqbofioeavxvpDYEp7fkP+P209Evoxt71n0mYpi3PJcMawmUaxFOYYzcM1mZT
OYhIN/2wHRowHIwTXK49qcETrjBhTUj9Lon3FSAqpo4iedhc6ByatEbuMqdAhWic+2AlwdGivTDR
fj0nY6nPoihst6Hd5JjPbVutOu01gysPH94JLIpL/gqE9OQmeWFMzOm3/zIm9uzoj2UJk2OlUfc6
DV+GFKVV9GQJ7k1YnNFBGSr7hA8plpZ521hN7jYq8eFqtkf5IzR/cEfGMwST6kvEWOTGcNKPMOE5
MfGwM1VcchT7QF0Q5p7mGB6IJih6huA43Tk6BOvGm4m5Bb+hGyI0z6y+CBrh8IWE8tJNM2QbM+kV
ULxqParoLOpF6kNHnsvygBpVVEM90uyzxLsbLE6883NkIQDaU4z5EadQJC/hx4Ox12BwkkLmCZbE
+Za/31F/G+l5BIfxOipKCT5rZHox4A4Shrtqv4Lk0IUraK9ADsux76PwgrzTAR4MGST2hq/JwUNB
KrCBL72d4G+Z2F4IJHh3cIL2JIE3mgaywPleLv3+2QZglaleg9gx7HEG3kDyeUiVj/MtL2xg9mwH
cMBTCatCw9YCcwdHXynwQtD/5fUGSZsL54OF4GFPP+rHxwOEN4W/JzaZRsGO/dx2f3Tl83zvl8Zl
FvuhjmkzAQHl3nHcut0M5oUNd2lUZvGuYvCIqAjatRBGQildInro4rcUHFaDP5zv/NK4zOKexQpo
1AX+EOAJS+uY1h9WeiEzuTQus1hVWh1oABGQODEHMGjTXHo6MxbikjWLS7VTU1sFcmJfwTEqT/ka
nrkrVGrAlR9lWynd2skbFyiy4U9JugWK2gPf7rFrGt+uIi9RhA+ekKcAqtlNBU1tEjjChEJvspng
QRTqQTvWayWH8X9GgKK3tok8iaS/a+2jhicYkf8RRgFSyRbVc1VTbRMYDKkBzFuNKL1wplsYPGsW
bJTWBjE3tHEo4gA31gF3Lj1uLrU8izVWBQVskuTTJeU+HQBivpR0WJiv1iw+oPqV5QaxoNkUDeo/
skBt41Vs3fWAPNpM9c9P2KXuz2JFDeayAiohQmWMGt0tNy4shKXeT3/ejwAh8wQ+mhUOAFmiuWN0
M6Yv4/A1wNE3y8l1EdSaRQrDKIHJAMZyz6IPiRcbsEyuG5R5qMCLRqdBtQ5y+QoKb1DZz7e7EB2s
WXTo+pjYdqiN8BlDKSQBMaGIb5XoQkxe+pSzAKGb8BjWEwwHKvphLjvpvS6Mx0K/zVmEiDI1LEFu
HPdl+CCE4hohTuFdeWFUFqaKOVubqmpEBh84DvsOKjXgeAFsh5F4YDi5WvfvqpE3Z6sUjuW5tPvp
z+B4cn2yMwHHNevCD1gYeHO2UpOScQnSCYan8Gus0Ut3/KV2Z2szHtu8oTnalX8Yav0vHY+Wmp3+
/o+lWTVUgcWGOe47dRPDYWf0z4/xUruz5dg7KAXmDN2dsGkdajWtCzvf0vSbLUdFqypTTg1H0W2r
3hHcwfQLudWlPs9WJJMDcvHwSt8XFVx5/Li8v24sZmsRHg7Aek6fzsG9ZtyY5oWVuNDfeY1ElI8O
Cgin/sZr+76Uq6u6Oy+N0BzcQ2oA7hGtD4nuwQnvunZnyy6rcUiE8TlCUnTX6+9193ldu7MV12RV
EloOAhLQO312iFN+5fjOlpzadzWeBxFDaQ9UgR9nVw7E9D1/rDm4gcCAsDXGvWE9aONDc+kCOw3k
LzcdY7bm4gTOb3aDgUirOytr7iTMRPsOJBNOt6gwu3JUZgswamLAEWH6uY9RQDQou7K/pI9Zms+z
9Ve1sKyAGZ+6h59oM2z7/rq90JitvzxOMvxTx4RmG1BTUue6hTKv4ZAKdDu1gXYHXBoksALXnU/n
pRr6SGpFzxAvunxXGEF45aVhXqDRNTmRY+300Of6Jgx+lAszYiFxMi/KoHFR0rrEOIzOn45/GZKt
YbXs6aHwHf5oRPD6b05XrfV5kQYMQknYcnvEPRmpJPlIir/nG57W9C9rR5+tybzuKrupsCZVCFw1
VV1rA7aBS0+SCzN7XpuRwRoQVeM46/WaBQCQ4cXv57u91PBsMaY6TEQKG0Pf8pVlb0IZXNfubCnC
aw64np7icGpTd9Ruk2s7PFuLg67Bw71Bwwbw8vlWyguCpYWBmNdZ4Ck5T+0Y36+I90zCf2xIL8zu
hZkxL63gRiR0Z4oeDsBMNi62UjsVcFk/P9DfyutfJt68ckK1tS6i0wGMpO/wQjrFDvPiyVmscAkB
0MJ8KlHpDZt6D95b7mDDnJzcM2C6jUAH1J4M6iZJoku9mT7Db72Z7aWJTEpF5+gNvC68ELbP8IVz
e7KTDSzXsTKaNPGkfQ+alnv+9y99t9ke28LPGc5zbNiHLD7VEBDyC0F/6bNNf+CPTbaHM31cMfwS
gKNSoHvK8Hbyjjrf66XG9f82DrUZoF7TbGtgSVOjnIaqDwnMCc+3rk2r7LevMFvVYPfqXHCt32sc
uZS2RxFyFBSWhAPKO6B1voLanUhTdtpUSUA0NzdTvwKsp4MbAJy3XFPTAnB4jmWh+CwFRM9Wdw2c
Q853b+mTzWLDaBEBvw4s4VhF6Xi67cGZvK7lWXDoUUXMcFhB1AHHtNzClPl8uwufa152YYAwCJMc
tJvASgSOhAYMDYEZuTAe30v1l881L6qoUz4U1hTTOgHvbliCZIMHyRdsX+A+p43rPtW/nPRFbZ1V
2v4t7EdDW8PjGBg+yy/qf6wz9rADGqoXY8xXQmS+lWfrCszMFFQuh+lQ+T+byv35sZhW8m+dnZ3C
uZoKR3QQQVfgfGTJnUC5eE4azyD6dV/xW037Y+XhuUfWAtXbe2B54db3NTTXxfh5hQQzzQreDMWw
h93+gIvJlVfredXDSMoMLBNk7eCR6Sk5RHIWv+6o/y1F/zEWCatgap9itGGjaGZe0V74igtr8Fsk
96NdnZgjhwcdApANH3QKtji7MpH2LXv60XTNckoM1NlCke+O3JUv5+fdUo9na9tpDUUATTjs4cyq
nSK+uqrZea0CilXYQKgx7EHPMY9XNztLQ4HDBA5AHfb79nFM2r8VEx/n+7sQiuY1CJUJLjOHuQQO
bJtUeetpsgp1dt3FYV5fABJEYkKGNuzBLMKbIb/ukDkX/rcDjsYwNB32sOtAAre+srfzHTpsoqnW
CEYuN+Y9yhXOD/DCPJtr9sFfSSpuYEIU8QkmVu9wyrn0SGcunI5U7b/bPrf0/7/qQlF6pH1zsDWb
jVeXYWCNW2Uc3EhEd2rKXYWbrlkacH91VjH9FGHhNRNvMnxQlCooy71DYbtAvAEPHNpjxl8swGsG
kAVECsvYsgCBqYaKtUf13UfHla1Jhg0NN6a8b7qdRTeVA9AB3HuQaVwxAhoAN7yh1uHKs8obYJFG
8JJVDhdDAu+FJ66+Xje4s60fytecw1V02MPNXFheyP3z7f5emgN3mVl0sJ0kqYdI7fcRdDWW/RDF
kZcRNci711C5U5N/jH0q+UPdvZjtO2CIV00WOhf4x73aoLQON22qrIpiA3ri+d/z+ySkcy1/lnQq
cOcKMg5/2nIzXLeb0LlA33Z6WIOZU7NfZrmT7YXj0e9HAjoX3WPHIwObvmoIdA0Oc2wEVeMj7K57
3Mdl5r/LRodFjEWBKsCLwbNuuYlxIRX8e76LzqX1YGsVFpzuezxtAwoGF6sW4gkjvTfBgssvHcaX
PqX+3847rNFxAkcSkLTrCO6j1YUp//tGADHof9uFcZloOaTQ+ww0XBRRwaQFJNpLj0tLvZ4t1Gyg
EjbC6HUJAUe57S6ZWHxnLP73+Eid2UINWQVNWSNxuAtvQIO604Zd1Bl+iGrZ+CmGGGs0Ol9tzYCV
6SkhBJ6eR+IocOmEm46oN2bMN6Yx7Ao8XOoRPBDgYaWW9h1RTF9RcEupYMD6KasNTx5VAIQLIrwO
D0BwYPQZas7Or0/yvXf98jvmmkajJS3VdNzqc2HB3rFbycoANtL0uvofXPa8EvmlKNLxPAzfSZWu
YFftjn3sZ/22ZfBcl/YWNVKu4Me26iBJK3xqTJBftsmwscN+WFNHiHkiqNQMX4d0q9KKG6u46U0D
1sMI2BkDMPGpN/7pcN1Ks1e7Uh4M0gamlt+W2V+1ebbh/iUg4YYXuGspVqAXfFW0iTsYHxM7JFag
aLGCpjzF8QtLA7jJHEg7+j0Msqi5LSC7b8e7lqGTTemW8KvlJnEpfdKr3OdAcrLJs/yNFZonVJgq
czAUNO7BBdHtbeFRCv/z/Ak+2XapoRTYXptZ6oJy43dwZFXh8U+9PDJWQBwdLfpM9ZusdNxhcHxn
cFZ2B9t66sWpCksDy+stZcU14pb5l2qZqzh915vsJHTp6fWlar2FKf8tH/xxbh0NmKQDAI08Dagz
KVA/l+bK77dxas/WEh6VKbM7nLWr6rGkN/RfCdtrl0JgPwYVjGqzbVhuz8/LhaBgz1ZXYkYxFIW4
SYZs10r4HcLRvb74MrkQL+fajpYosB+j+CGqQlyL/wHYIBm+mH5TsUeG0jkJL/K7Bq5fjv0hooey
6nZMPChZkJudW8OtsLW4Z9YwhDYOuDRtKKsfVCk3MXj1nQ1eQwVMF72HPfVzzAPGYO8prAD14zBg
Fa7irPIqW0OD1kFeJ1daUUOc1vmGtovT58S+K6J1Y4O5eEl3uDAh5jIPWML24aComBBgPIUKXsHv
zn+lpYan8f0x00KYUPJOwTjmjpcMJ94+nm934evP5dBjbJGknhIrVNykfNenG6W/oNX9PUVP5zJm
yMNrE1ZtuM9kBqSC/2DJ7hUNASErDVpE7MGqdx1N/PM/ZOFAMa/ACXXUm3Th0MOy8GSKR54dDEu4
TXvhxyw1PztPUJjsjvDcx3kl6eF7l6yq4V2ALmahvu38D1hYKXNps5AtrAOnE4ta7I0CGCq6DQXI
vTsru/AbFuYQnR0rNKA8UeOCDRpXNV0GrFud7/lSu7NjBYDzTM8qtJuZAXjxALZd1+4sCHa6Jk3d
QsbTyra96gFPcb7dpW85i3hFVXFS8GjYI6Hq27yAfDr3hHGSyKNd+JgLc38uteWKbA34bSM9Vz+z
+t1QjjzrXF0VeOcBH2aYBMeXDhYLwz/XsZZWJmG8jhRV3xSeJin4o+F1UceeRR051GVhxGLYwx8m
SvbppdfGhbluT1/mRzQjGRgfwLb1eFITB9IN27JMvFoSjA7bgSV6ISbo0wz85cQ1F6JaZQJ+tYbo
Zus3hYI6FR28kNob1dNYNmA3lOvK+dsMJwVaeprAhKWHf9yt2XZuV4/gqQHTMAQhJ2B/136nJGue
OF5fjY9V/VQYzXqE8QAtPjNYTVOUwic8AJ+OWjQ4P1EXsrx0rnKF1XGhU46VVTSvDCiOum+9VOKO
nberIv6bgrfcW5pb4pGhru6q8JZZgDH+5RX3amx1aQ7V8QgqUlajEBMZAsfx2zRoQBMQ8R3JnvPB
h1n3hdFe2ErsWXjpewWEAnBG9kbmd43fwrD4qiQsnSsRaUwAspo2qYj/lb30gS24sE4X1o41C+th
g7q4uJ4mCP0oypPSvZ3/cmRBAg7C03+n+NiosRwdXHA5Hks0XroRv8+695zccnAD3CF6nxBH8H+/
M10uTd82dqx6JtG7XoMpAMBKjWQHGDFrA75w0fDVDZib6Svrag9VA5CpvZGu9EHLFfU6Bc/BUACH
sFtPa8xVa8OzLiJwJUdhCXwdw4ketwd7Tc3vSXUwQSEuDup4YGA5DJ8N31Qg0CtvVvaQjCdFiCRg
gBSpUJ+rynCgJLq3OcVM5wQ45wz3ux233obuFmafvknfG37DLT9qXwpWJ14YO6uxEoBHfdnNvQHU
WRMfRqtzYwMXFAOKd5DUdNvXDceF4ckhblRI4R7tAVDbk9Y91t39KKUvo5NaPIxwyQ63cMDOCtAZ
bqr6doANurG39N0IUGU8Rr4d79M6dZ3uNtPgXs6fMmNf6f8EgFQWgSd1uE7S1qcCSNRupRr2LQgK
LwOKnmILeD9wxJU7dN2Q/85/+aUZNVsFbaR3danioIbCkrQ5JsqVa2C2yRo5qFNlj3Y7DcUoh/FS
KP5+U/4lRs41oTC5C2MApNCwGsJYnsFJxfHj8C7KFUDonhjx9ew1fXkLA3O8Uew3xfwIs9Ed6dah
L1byafb5fcXZnQkaEji2oDqSlAcmbqdAqBv6dcIoas02bcDbuiohUGEAq+ua9l6NLixV+vseMdeW
1mOiw5Qfv38E6gTBMK7Xbf8EO7ZW9cH0uC7QzDWmgLlmkosG53fAYQcUTF93RprrSqlVFIZdTUqB
7Ca1fdb656fxQt6ZzjWlGbOK/yewaVGdCvd6oOv+xG2gYUsBnsKXBPCXD93+qIddBeLuKKTflbu8
gEEN39g96mWF9Gzg5pIWVu/jXz4ckdJgFFDBWkVVk28URwX2xxYqiFaNNpGQ2CrRvsCe2BRwlafV
VhbFseKhy8gOLnleSMcgSlqY8z8JfguKayMPdnRr6kfTDBzTvPJLzbYEx1IGkoe409f1fUZubCQw
zg/pQmQwp7//49ADajPJjAgzmGgr60MmFw4JS83OAg5YTbqSTzkIVeFubL2GyFxd1+FZyBkoqxSg
rPBY8qGAudbb/ILodeGk8F2g9mMkCtlHagef3r2gcLrETTm2HluAWs53+3d7EoN+T+kfzcdFrKux
aeAqCCQnj+29ARcuj6kaslJNEOmfFA+YIMMIsDp0N88Yjitq7iZ1emwqDVuz8m4XySc8VK6L3XPR
7Ajpeo4ihwHu180/HTZfxr/zP3Xh289ls1EXZgAqdSOU68DK+9qlo9xSu7Nzf0S1pNI52pU4zsZ+
/Hldd2fH/kTBcxXggONes164urtSlEyN2ZIt9dyqlRLdzQFPpYG8+PYxbS6/7I1zu+9WTWUVS3S4
ge2RbY+uYz3RXHer4iazWzdqv4oBF4vGT2vQmuM7JDK91EDlaH9f0I84NVHWO6DeV7stU1ShsNdq
aB86lFHCzt7HLhPmqOiD8SMlrtqUGwHRW/s6asexPEX1mrGNJGtARjy9ue3Eqx6p2+s+xCxmpBpA
YDU4JXvjXa92dXddKJq8JH5GODH06ZiMGC4F/v3tWhUX1s/CdfG7cOzngm71lDRExzu+cQvDV4B8
S+RH4hTPOhR03PjK1TQ7YkQdPAZRjIewBIJiazeBsB+vGu+5arcEHFet7Gk99RspfPvKV665alcp
w2gsKdol6o187S7VOyyM91y02+u6jEa7hbqdP1qo7S1KvJE+AdpdiofrBmQWCXSAJSzY6iI32OQH
KZCClReOcwt7y1ytC8AIcUwNfbf0t7oYXU2/4dS5sLUsxMW5Ylc3C4OKqfHRXMkhEOqFdpc6PVuP
WmVEDejSiOPpm+V8MTyncDteXTfWs1WZhKXZA2+HAw2qsUNAnC50emkwZuk5G071qV1C9dCAC7op
qvV13Z2twt4ZGDg/6K4d/onIjRFd9z4+V+uOCucwLpOIeQyJuJWsr+vvXKtLwQoxGjVD0CO+JlyT
XRCTLgzvXKQ7gIkjYD2MjPM6PLVPVw3u3NI8kSbQfxYabW/46pLhx1JPp1n9Izx3juGMDBznqadI
+5zv6Xfe+5e9d+5RHooCdwDS93s4vHlpRqEwya2/HZFeaYgdy4VXhPvGIkHKdC+DCQ0cInGqi/CK
eAL9i7gC8NYSN4z0ToFYrSgOdfGcV6/MiDZdEfmJCdxl1H1ALLeqYRJhA7QO6KdnAnDsMV3bCVge
mMkTTU4pKk741myPOvjpeCrV2rUEdMrmL6ytt7mO9HT6BoUImJSjvs3Am3QzC1ApFaUxXg+ImxJV
WxCNt20pdjFA9GY/VACyHTut2NFm3YT3fY+Eyj6ONoJpa01I4ZJeg9TVjMDyVcA/TE5jV+4TZTVY
3UbDjgIyXOca+bh1ym7rOMXaiMgaj+dB0TmPTmKZbhVHFrDi7LrrwGRY9fMzlwDr2mFX4qkIZN3S
rYwLcWQh+M3VU7WKWd6DV7tPmhuhvVqAADbqlaKEuXzKiWRSFTpWZ2X+k9rDkD+en55LnZ4FP1Fl
atqwEdUVQ9BSsjLkK8ekOt/4woKaK5NEzrsBbEZsM6hjTP3EuPDw8XunYez13y/I84FXLcFIx+0a
J3E3z4PpFHW+099a2/9dsDDGn7WewPoRBkrYZ3owuXTiN4WDSPvM4xKIrtbjsgdzNPLzXPMl/VKs
1wq610yEa6Nt7wzjks/J76NnzxVLKY1Ik4K2ulfpq1I+59edWey5ZClRE+JEUDvstepZ0FtdXve1
tdnmT6Toc9AFcc0Ooqfh7/mv8fsggDf7349Rqo4K6laCR6EgOgwX5s90OvvfL0y/awd+BHpDVE4t
23jY26PjG8hpjwAiMwU0yEv1mgsnzzkPwWxCve5qlGbooRUUsEFSzd5nOO0n4pENr1eNzVyan0BW
ClAwBpxt68OVbxRzQX5GQsvIJg0ojB6eavwruu6o/J3l+DHoilBNy0Aefp8azSrX7ysUV5wfh9/D
AZ2L5mvZ8V5FBTKAzlvZG3hCgiw/vVSisDAD58p56Pu0nkj0uxAQ5TyoqEK7rtvTH/hjQDR7BKG9
R3RM7fdaGe8oky5Mry4xjZb6PVuOeViLrkgwO+rxVgzH6pKmZwqyvyyeuXxeGco+U0K8pYbgbMBY
eXoU8jJU0eRh5imq6nMtWfFL9d8L6lY6l9RHshytVuBVWI/XY+X4TfneI9Nmqv26Y2Jt5K0HK8lV
xQHmoniVkacs9M9/oKURnJ3gdavsOpEg9mT3eLK5cB78ruz8ZfzmqnueQmTmVAg+BY32IEU3WelK
at4WyKiHLAHhlG8Kw1xVODsNAJqpqoJMNUCwUJ0UxXoA6zsnb2jB64p1Rp9z9XYsd1mEeuX2OaVy
G6EqJYSCMCTt3679k4mHTGzUcSvrNuht6nHnn2Jfspb8HQZo0DmEIM31odBNEOt1glzPzoBivKxy
oIUUV5XFHiocI9sO2S2qF3JBPEHuEu3+/PdZCLLzeoA0NlHynOK2mccHGU04zK3QXpiz7+iV76rz
qoDBpFaDeQBJyPN4fwmmsDCv5jUBnKeCMZ32e5bhW9qrdri05jX849flac8Fw0YHzQ0rC5xuzdZt
pKeVf63uJlJfqfjooC7M9U3U3maV4xX2nzaO8Oi+g4YEnqAcXre227abOLqhVQ+vspfOfqHWriOv
mLEuoJ1rSgDPUFDLCLs1Rz0RcWPrWx3/F3kqQijqTU/qfD2Wcq1A4FdaG/i7bgTM0JoYtNB4B+pr
b4S7yqn2hH/YDkioVQbqLXHDHl4rxmdpiq1mPyqcHssGKkrjiBT7ipp03avVWkvgAlEmflsO92Ov
+VkFYtupIwVSjxYg6aGvKqHHlU1o42plVaj/pq7Ui0PpAGvaiRWenD2Uyvs8vc+RmMjHyuvhXtbC
kj6u1MBUnovqs7IJHrTxn5x159geo2ylhQ+w4g+Ztg/B3O710zjeQNjsFbUPu1bXVg5AaYFK6sWd
7jXt16DcaHHilWRjpFEAhjRGs3NLMGnq8FPt/nQ9dQ0bmk+SflUYIquVXiS7laIenXyjdumK1+Um
g4m+O5HUK5C02kHd9qNYDyosDZVPoOVPA6JuXXzV6i5rxEan792kvE1KpHADE29pqfaSV3un+0zU
rUietRIQ27xCojH2B+XY03YtUvNZhPcZNPyc5/dmjuJfLGAHT9lRF8APwe8yyzflV1dWftFUqFnU
1qp5clLpJvqxBhBXQVhyuyEgkROwSPVNm3s6opEScq9xGvT7I0sPRkXWGtW9CtUPpK+AdB19w35A
1gwZI1f0dB0OjScT5jl4p9O0PeeZ22afdp0cjRH2Wajm7PTjCAdEKkwPWkxXd/6wfg39sd9xaz3G
xLVlvsJGCjWIUP3aWRmr1HgwtZNwHqP+sU1vWnZqh6DHf2ymf28qk52kV9dwlnyqsiP+WuCv7aOz
lquxDvByyp2VB4h9irw5qNLIna8FCB4a7tlte2yhQ4nxfmcdc76vtddmqKGqQSAuvqj2JrIPXbxT
um7DtyF8I/KL4b+zyTqD9V1i5x5jyoEBa88O4fgeapvUhE4496L21LPbih01tsVx2lMwoMQJUbsM
NaYfdoc8PwD21Kn3TqK6E4e6Vo4htBQpWFfqcIs8ThAp9aamkS/y1zYtsL+gUgqnC/6ep9tC8kPI
BhgV9oGqFUFTQ1yBopdYcTa06De5cQtBsNcoR7M9dFbjNc2qy1FSnf+h5mMxlCDLMH/g8rGHdZmG
nARc8g44J60acptH6LDY8VHx8uxlLLdm0wdttJel5ltR7Sbmjheta2CSKpnj9og6CvDQzvQwWwca
ApGNWr8UvHgjgyQbQ96lmSuFg9QIBCZj74FJ7Nd0DSanm2BNxUwenORkGre2esopdNk+BOl4EyMy
hnfCH5vfEa2/iQztvmdQoeiGq2TPKfKqQM8rBd52cU+nxUPWJBuHKz7sI1YwSC0UvA9DhcvkfV79
4312sqgJlHnphnq61vV7EOtdlnG3VGASggeSXuhQmgOjDtBJnkvf6R4dZ3ArYazs+s3iGSpboT+v
IuCw+ieGZIoEbDolD/DldU2jc7nzJAU0UFh7NDJ8J+49mx4zjICT/0lMCG9q20urfIM3fk+B04dE
MbNu3oDd7Jf8ySDQ5Ylk07Otibpzu/VRbwChVeZz/dmxHkLtWSb8qMF6MkK9owNZh6ZXAaT1q0q8
Ry3yLoV45Wr/l0DRZzvKoRfYBIqRTd6ZXmnlbsjlJlWZF+nNluPG1GaoQVCrN+CTXNbXrgqRhGSm
X9HJuykLDPE41AWowGHQD9LnY+LbhRmkwxao3n3FgjgKGgUpYmtd9A+Ac3ltuirknonXzriV9bOl
oYD/TilekEJVwGfEgQf/i97JXV15L+K7DjMIjHhc3ybL2NxNIanP9FuCGaPJh6jEm7wWBVa7jvmK
gq/TIVH1nCYPBhZLXDR4qt+FmrPH45hXOKlvZe99We0QrB3UnCl6jAydCv01WVXqfUu0dYqdr9Wf
dPselOdBZT7rUHlWv5Qhaj2dDH8SgEOHsihX4M4grRavbK1/TPT3gu+IgnRtDIiwgmwcysug0oID
rdK9i+qfqW1BTCqMaluad1X0QUaBFXEDE51NWm8a9pc0uxRdKqMdxFJbq21wIty3puaG6WM3rJVW
+kP4DAURKYnvGJpbVYFqQ3uVfPQosnO6O1P4kXhw6ldOg7y/Vdqd1JJt09wj2YMtlA3dx2gQt+Xp
SlOUNRsxi96s4o/AXSomHEk6e9cixKYVDBXSrZaiqvpQFASuCqD2RHwTlYOblwEbjqVM3bpA9AJM
iZxIVq4LuMHWYgxCO3VJFK0S84RiwC2LjmB+rZjYdMqnBQ9DiHbUEqufIPHJPaQJcTMy4dAXocCv
KAavyh13ijdjCaybaB4lNnlxl2fBEN0CeNVnNzHKLO1kreprbMbQjnlZUrkJ81XyR1U3vbY3jadR
3hLjmbCTziSex+5qBQIuFDBLww2125bSgOANCj4YKbbDLn5pIp8XGzwlwdThPmmfFOx9nMJJvang
fzxyJG/xZ6D0wyki4L6hpU6VPW/+RK2ChWm4Xcu3mgz9FMIysO5bBweydmOX8kCZcHmTewbFuWCs
bzUeMkzoI8vxDoFTS55lPuyFvajZIjwf7WovEZ3KqvKSKPJiR6yVzvQ0u8NRC7aqRbvSUBovqwdH
iYKsPaSdWDsAz1tEuk4SoI7sFCN5FQukZ/Hsm8Rf6nDItH1efsIqUiEnFu8a+RDmQBvWb80YriJx
SmrE4P5QJYDhwhJ35D7VAXoXQBm9ifwl1YKsg92cDCTqa0CcdUtghKhMAxteLWWnIoB/8XSDQiUv
KRJMItsXuMMAHFP1L47zyOzN2Bxrc0KJm2sGho+TH0nVHbMIOi0YA/VKclPDU6yB3l5JsL9YvY2b
0Scql9d9Ke6ruvYqoJySka3jtvpo+noDGqGNHx063CvD+ibvOjjj3uFwiFBAA6htLPZHy0s3SRJ/
aBRflCIg2iPUP24RZaAw3bTmX41s83AaV/0kQs1tsYZEk02oRd/CDSNR1lbawk96XahVUGQfI/a3
HKeXEWd6nSIHgUms44Rd63HQZaavDX8VbHAW3IAlPw7RnxKHaRUOFXa8GTHKRQ2CrjneSlNdFYYx
LQAnlptIOIcGhU66+c/mIshsuooUVIWFxbYZVFfnjldj3qRVuWHkvS8q32INDgIeOZBGd0NTW/Em
CUhirVqx4SDf9QzFhMrkhbHL5CGz5ENqfVnGKbTus/yEA2gjxJqX3WrM9k70f5ydx3LcyLauX+gi
At5MYQrlyaKVOEFQlAjvTQJ4+vvVGe1TZ1OK4KijW2oQBJCZa/3rN9BLlNarsy0mMZ45Enuwjuzv
qFHKU6EYvp4lBN8bJ73O/b6lNqzVbdksbr+WYV1wsLVF2LfIwQyFpVF7KtvzoPPURhVZlR5Oxm/h
4PW3MHiYrOZVs87a/NwsP6gZtpMs3giD4Mdrh1jJPXQpbG4C/tbH0oRybAQZUOxqnufJchWVcn7k
Y6Qsb9rpPi0Lr1cvleh922hYGIMnUVCN5gxJW9AQzKFCWl2pbdaxOk6V4S7JjL1Te+lwq0w65V43
OHLE6PZtflC1il7ACuLskLZ+BBbhFI7XT7bXlpiEmTqIcO06K9VNZ3t9anmWTPAk1WLOBUoeStf7
Rr5ZrRlX6eZ+Ge/apto0eX+65seUdrKFRu5JuF/YXNSCn0G2Jo92Zchnb7UmP04Yfms85lVaj04F
f0w3fhZsqB32OgpF0ap+XsPlzMhynbrc9WJnzIXXoiCaHSp8jGhUowi0cn7IVxFWLE67njBhGd2J
Sn7Ok3tbmU/rgPmGZsjeUP02rfpOTQ9d/d5rUWDaKoeX8M2l31o9LP3k3NdonOxDk0suJtQBTnr0
tujc6hBrYzf6nKKUeNaX0XQI5Ks22JcfNGfP71Eor4mRhMmyIcRV0+YgwnZo0kJSpP5kE1Y5ThXk
1uwnsd9cFdPHUQybetkM1p2lceOo+ioBUX0czyTHBCahYuoSDmBAtWy7OPFt5lS9dE15bAcIkR0U
VpvGsfFVM2E49jzQIsbmS5zUXgs5nsoxi6PAjusgXS3kqmI32e2nhTe4Kwa2NmvsT03ziHuLa6qX
sU5/lXpyv7DToIKs2jBdUw/6QlniizwfKyKksM5pXYVdOyV0e1diLEO8ztmxDwY6MQx2iGmt0GzV
sJPtbdQ89N1JxCa744/U+YUxX+M2GHnmKYFUKR1QOkDhZxfHE1gblbOwwXnWLvaUdt4ocu3nnXYS
eAxYiuaztsJmfa5QS8YcvIZ4xEYxaGysyqP6SRjzk4x/N2HWHkMfhI1hr4SFzg9cJTefl6MjiWAS
1oasCIgC3iiioE1G18yelLjwLdXxloV+gkZSZKsnWIIzMZ7j+mL1lASl7pWmuXUyhQOdHOYKEmTJ
VpkPeO93872jcboqyuC3RvSydrlXGsl51R1flXdynt877afd6q6OgLPXZn9FnrzCNZ9n3RtoFha7
P+vL06rdVSI6rIMaqA3r0Tg40WWlKU+SIYwcuuC49dVB98iZCavEIn5iOja1/qnjSo9Lf1vfD9rG
qs6xsscT2nWUn2r6MiWXyUlcZziyb8Fm79JTmwFrtCNM6I2Jtb4pL09SknlRpHp5Xdwz5qJ+aFzG
vKG5OBctS7bR4uyGPD7ppdgYsfo7p0I1p+QorJdlaplWUTE4JRDM6qadtnHK1KuQxlY5m4cphZqT
7GWoWP200JADMODbhjm06moaDjwEVTb0Egx5N2YkHSLzrNFp9BbDZPE0Wiv5NLT91qqFsXaaTAS4
Vy/7enYLggVVp3YNu/EIyXVVXblLpeQkGBkL2deRgklUOmWMRkn1JZWggcV8m+1Pp0gObZ+7Svpr
qNJnpjJ3oCKYNyj7KuGEK0brbOvdUz9EJKVhmG/e23V91ySXbH64NqZeSTGcDpqXiVNRMWC21JMp
Fs8mtTNl61maQ2x25ybiGFjfsUX0rEpz1UoKVvstA1MUrCJwI/i4RcKIfFrdgglx9VYXyNavSE7y
MHTvGXCNqetUZoXfxp+kX4BrxV7PWusxql+09xlipMrU13Q+Iit5tCe+4CU0RntrjrQqrXZMcs1v
TAJtrlKaLkhKIyydoOPOLPFZWyZJkdbWaM4gjp7Cq8dKPIztbVJZrllMniOlGxPoTZ90GnzWBLEA
g41Ge75uPDst7re4FRnDa2R2bLKfBEIDyHSbLIrPpTRtY4rWQqOfUHIYyJmnpsXnTIwx1HTCBy5X
WEThHBP68JipW7s9M3RDBYO1WfUnbd+dPjqk8hAqLeeOsty3SRlYxae0hkZpbNRoV9haOCeOl6xd
KPPVZhr152xsDaoHemNFW4NkWdnzZG3XWjZ9be1nZbwti+m+ct4qZTzXoFGGobkjOYpZLJ9Xbm1A
3toTxZBaP8p1L1uvExSdWPpTL/fAGov9aPh5INLfnWofHVCh3DovvbPJqakqkaPyflON9zLaC5D2
biuGKuz1TY8WWcpPOZXc1P/Iql0NiKGPgSGfonRwB2ixIvlVYaScJabbsJi6lHC79XOmYFnpLmfM
uIk0zRURtADEGaZKBnIn8DVo2+KuFNJrh7HlmFfnjH26LQhPKItd0qJocVZXyaCjNZdqmv081dya
vnSdfXIer9zvYzzZRyvRtiUlXGnGrjO/lcN4kKO7Jk1R4t/Vse1L7egPzrve67hmpaeM0YXM/cay
ydOfdoOe30lGS2X8WdqTN0RTMLVUf3VPUPXkT3FKrk8EXPkcrdHWsUObGZdJqk9qFYeye2mqyHNW
aqvaOIw2khoZJHe49pHGqU2WvdN76AK8zoKbbpaeVEAt6Utvgafu5PqxmdnEHeIMkz6o6xmoSUH8
ILySqmBudRA7iKgErrQTH2CroHtBqUzl1NXEjFUvVny1ps/u4sUKCGzzYtPxjTbyy0bwV0c/yVov
UcVR2HwoZX6Ml/OsFg9ZO993c4XSnk0skza6koZTHYEDoO2vxDZnq+qsN8vM3Rb+i87nosqUIVLK
1dg3zNcBXZYiKZdWd14MXF1AJ55R6Xp4vZ/a1XnOK7HTe+U06NNpieawh0org2yr0q4ssN0HgLz+
9UyXqMarwJozt5ikHcehunQJPSblWDydhuXX/GAP2mEYhp+qgIqi0oWOkdjEagSkWxvogaXHZARi
6+CjKYAjRqLey51N9dutHPB4MlhTuhVL9yE7TViqq9/KSPZKfV8qUjDUhhSK8m2N9IMB3WAxiC7J
AzXNYxRQiP/l2F/qn3MPKbpdzmqk+NV0rDHpmH9q1uzm0ZMR/4g7Zz82+QFvu58JQdOSQ2DlunhG
xgIxX+2JuBvls51eW/I59MQKVokQnSEKkrwJSlXc9V0xu5aZPNCUwA7wp4pG3fmRDPZeJNX7LKDu
mvVpaY2dknc4SshExmbWwEiKORSNkGAjyjN48ILvawmELnlWe5QUcdQ6nvHyGC9HW7qbM17Ztk+I
R5Xj58wKapMy3xmIKbDxqlBr09eNjjCXVfba7mLg4TZKWUwRZXhrdH5o0/Wz0cOma4hSkUDfevoM
pxs2gr4/cZ7l7sHK6ovUtoGTq/uqX8Cv202PrU+swYaaHx3K1b519l2j0pvxhdmTg2FQ45rpm+gf
S4CLyFH38mCBbLa1O3QEEXZr7Uv6Oct3MaTtK1q3ibt6q6oXfT0ncPFtIfyakIZAK9oCOvWDESNj
map3+6pszMdN4qgMwcbN9d8Ji9lozKpa/jkwJLj++1UrGtVrsFIMCsV2G2RqQ1pd+x7ckrhwOSqU
iAWekvqVj72TsWvR2uNAwdCvycVSR1cyErBU43OOatyFsKLpS9szBzQt5j1yRj9nrJMfRAkI01FK
z1r32NdWOIvOFUydo1nexCP4k3MXp4Q+QnoZ5dYblvGRKJf3xkF/0FXeWL5FjFznT6N7sqKPdeSY
lKzNYDRhqwMH4/UxNb+t5qm19qUzceb2QSdOc1Jt+jENtPHOtKWNxV9v1j90x8FkNHtyNsPe0X3M
XtFQOC4FwGEYyZE6tV0WxstbtewSgxjn0i2ro2O+tHIfNEJx41X2JVCDTA5sGa2monqpaSHNf+/5
9hsgXoUZm+pQh9cAxgtaCgXWl5KEqdT9SCf1pRFGwXIUIdDXQ2nvpWabW3Eght1irO8yZWc3DxhN
IYCMd5HYRm27HSWMPSt5k6SgVOO4iRRjI7MQFh72mPye8+qdrHRWWOFLpuCo/W0vs1fP9kuqYTPp
WPmjnSmekkOml+CfrZl6whBmE+cKtfV+EgeOjR0feDh08q5T2Afy6dNkl6r7ZrsqTzHRJSb33/L0
l3QEYowsf7H192GYYMqlFyc2XW3ijDYq3LRqAKR1rbbVZJe+Jev+vF4IClI8B7hvnpeg0tIjri0X
MmOOos+Ptrluk1TdRZK8lSubrk4/Jml1USByDUMfRvQExJFu2nza6hPJI4wtlOIUa8/58lpnH072
kYn3mCNAwdskPw7aey2A2oe72DgL8zLRs1V4BccgkQAmklQE+fqR9a/O8pqPnzNyq2o569MWDB+a
oGxvQFC1xAjMHJnC6Tq+7pQYCeY9A0Wlq7jCfaxebFAZR95Jw34Wl7w7xc1ZL05KckqVk7x8zOrV
z/uRz9CfmnwzStIFU9CKrWmVM6+IECbnYvmRIOzsrfNk3BXXE/CpTfKHxaQhbcugaCePh/G7rj86
Y9MQoK70nLhzMEdOMKceO5GNg0vyaFLvGoDwVYLHZ+y3GtHeUFMwCNxbOg0YWlltrxXna3u5OPe5
dNeNoEfVSYq0h1XrjgZHWqwzCtxiS87oLewNZMNU/+u9IXZR+YlJKXSL4yh/KFK81TQWlDhlWdBL
L3P63M2equyBCipco3Jx9anpD6oRNprjl/Wyp/0v7Ov7PoyWdpbScz/cGTrWJUx7GabFoJcHAper
0dZ+Zqsaoi46FPWbOjtHbXzQ+xkv5krGjcZ5H+vxziBp0Hemd0N+GRJlQ6e1iZ2UxEPirgYSSH+x
51/W2Nnqkna62uMU48VOXssRYvv4LKUvJfOi4dFu/Kyx93qytynNt7r1WxKPxs8q20ldH/SLHvby
WSnvkPIz1vD60J6gm8ZBHGHY02tPS6l4BfuxiFq+27NWTJc0P1t9EmCQHhZq9NNMLgk7gmxg8EON
yMCAxs9O3coKux3tTGnq3mg/jlKxkzT6H5kf1JDM9ARTMpBHUEnpsYl/l3H54bR1sE7OUdbig6mu
R7Vh9Nz3mtdacHsxYC2ow53UDgy277TdmAwfSUJJQQEec1pSvco2YiBCZ7DHoEvgLSWar07P5ALi
E9wzcz7Iw4faiQ28KVcF+igAMoxS9gdFepyb38iv2h4so+FPqux5FPWjPT4qshT8nV/x33kK1q1H
mJ7EfTcKiIJF70sV8/t/eI99dd0bZlI2lzXnH9e1+03rnBrrW8x469YWTE5TuTYWrpsxyBy38ncJ
kzcc2YoIM7WxYYAtHWbSvKJ/EMC+EPhZt4Zgcdlq81BKHEqaucvSt0maAsVUOGOZyKp6OOetFxfq
pnT+2NH8WCS924C/xk7nx0jeq19mnv/jXr54J7eeXqj8jSK7/o6twWjKz7/3qm9teaZcmHZe80rk
8rwwymIA/q1v075ygj7eH9IqJrNX+X/2ajpTWpYohhR/zIL0X4Sf/04NtW7td1Kts/NIRd/MYVMZ
ZajZZ9p2NyKD++83/oVBtWVfWYz/ceepHA/SlEoCF1PgutYb1yGMG2pshuOTsrMy2Z0lMgg1bUfH
eEgNI9DV12gpKEPvKofZysQ+DDKiRPVZ7qa7ofyHUuPLW7t+HP9xa8WUr3ISwzguQb2Ji0WrvsV7
IG6aYz7+Zga9a8dtNTzD9tHNU4OFuomLhdRa2DjkbkEPQSdEKuAxKp9U43vyXevW7ofXUQMmONjU
lj6YM0mpf38TX33yVwbVf/y2rV2OfS/DdB0YzS7qn/F7vuzXvOn/dWFRd7XVrVxYD6XBJcPne/d7
Q0e0RK7okmNi2ah6skYb6n/rurceP1an561IO253Uf0Y9qEBDPK9S99Q6UnEU6t1RIlYDQe52KTz
93b6Wz+fhDiBKp6W5aB8rK/177/frPbf+YTW/3HzSVXJMhaL7ViHnQXNYzKubrTAJ/OaMrgu7tJS
owSMLo50nVljDNIxXxTFsdF/MoKQpKOe7VOqiSYjFkvVd0wiNjlJue36u5qwlRXz+TqdT2UnnJQf
cvQ+tQ+OKoem9JTEE4SovbKa2A+zmErl4e+/1vVZ/1++qWXd7DeWmiWKCuJ/KMTjgleJ6CayGHrx
U2va97ThV0yi+Xuf6K3Pz5IbpVm0fEpWdrd2G8t++fvv8MVSvbXk0Sp9rBQ9ZbePj3V27RX+ft0v
dnvrZgsw9bHBa5NnM0k1GzEpjFIEsGSTAP4vg9j/+Sb/2/O/2Q2mTNbk1mANZGrirdWlqo+y/lRP
b0PhgDJGDJB3k3bs66NVvFX9Hcd6Xb22kgTRLXdBMYGuC69uP8rpzZEeI+s1VX8Sr24uALYkapCE
3l+nlhI2OzHQTl1s6vaPxpyUJGxTbTjOn9P8xUh9uMyuzcgmc0IF8yWrTbzBOqljaIl7GRxR/pVm
F0P5cNafoM/elNwp8/1qXrPY7svOOUvdYc7OaQ3toG4ZMr414Dtm293HlQYvEgZP/ICdod2tZOzW
j7Mu+035MkX7Fn62s4/Hf6i+v+CEW9bNTmgiChuyEU+iqzcHzSDEJ0Y1eGsuM0C/CfnR8YxYIXGj
9hs6YR3w3YmTb9nPkSz7v7f3fnZqSSD0OsztKY624l9U6i8+8lvPRbWO9USCP3AYP+2n5h9n+leb
mnlTKC2pVNtTC12/ml4N4kWhggKPebhu6THK3x44buw2c6z4ymK6srySMM1EIrb8pt8l+Y5uXwyh
USyAhjxsphqWoZ7iev0hp/2do1ewDcyLXSU+zoKhArg8p+YuXrdlrHlJmR4X8ORcO5Zks6Tav5Td
Xz2r64L+j7N70AtRrblCTbDHgUB8z4XGurXRmnqm2V3CZdMz07j0X44p/12gYt16aF3DBvKy5IuJ
DMZyvxFObM3um2fhbXhn2ouxa/GeO6QrHgxBmf2jUP3qpm/2RkUqUVw3XDeJS8+ZQDogk4jvZSda
t25NMnEdpTxiWq58MB39Xrdx663US2rVFzNaEetH9GT++vsZ8cWnduurlJtxL03QdK7eJH3m99/s
uG6dlEzR15G4PoH1x3r+l9PHFweacbPayxGfdj0qqeWcNuwc+OhwkCwZmoQ9+N97HjdLT8/YUESh
zYf6bfSrP9+76E2RkuHGLKc2H1v3o7UCUJzvXfb6Tv9jmyi7lKa7pk6ExciYy/n598t+9ZS1/31Z
1Yg7SagqLZw2bi0IwGXceFavhVrxLwPer37EzerLVbw1bZi4+MozlPgzmZeMoHon/4dz0Rel7q1z
0ShniSYpA/vnIo5zPLlOIQ42cOai3iPm+V6ZfmtglBW6MOcc51y1hGa+dYZ48/cX8MWavDUiUlt9
GpdeQVP/Ej9J3/uwb02ITL1mYCszIjCUaAeoj6b973f7xU6q3yxKM4qx3rx2K2m+zSE5UV/VSRX8
/eJfPYqb5ag6RAqXqB2vaK2Ydov2zadxsyKbJTNAxnnEfb9Zrnxx9+/3+8WXd2tFhIVBq+IfthAJ
Byl4wLg+hzN3aZcsiPT1Hz/ki9Wj3y5QM7fjIeOHAIteeR3MF3RYX1r/vYPm1iBIM8gLiXs8Hcy2
T11TV/wauuHfH9BXL/SmX4gNW8lHmxdqRLjB4fzwj6r5q+veFM02fuLlsnDPquGLDykL/367/9Md
/5f+5tYTSB+E4eSOmA8ymrAFT8AMTtocHzPcWaX59xpPMB7RFfVoNZbWl2YZCdfOhHMpq67JOKuo
YXPdmaoNARiZR5uEWaMx9CxDsT7r1XKd9B8SW/UgS17dQbUmeXZKPbAXM6xXUFktVMzJBzDzdCw0
ourXVR0h5TJUhbeVJos0h6OJYd+8FgddHqBqPvZQu1OT+TlusqX1zog+UOiyYqA+k5FLUlThWsw7
deiCAX8/u/Kl1TwW8bJzMv54/GMwTB2eVyXeJCiTpvK+x88/0h9sFWZCqaJHfcbADnbBP6oQw7q+
///2nG+wFKTCikJtKnDuHtDavkTzswHfSIJAWduP9cLzid5EJoWqo+0WZ9gMebdfepMZxt4aFuby
YltapyrCuRx+qo5z+ewwKm/cyf59RSXyet9ZiInUOrxakMxakEMDiOU9VMEw1hHs8KfLetfmvzP1
HekDCoenisFhpW9XZs/zuJl1eCxrjL2hL9rST+F5p+KjRveFhZGn971bQBa25hkd0FZXsk3OdGOF
lFQwqDd+kxptioM2/pwKJyxtERoJIAkM7eVXrf7KSCqZxS6Dl6HcDcVGcuDdMLNtFa9rdrP6CUzv
CXN8zvvqrpGGw5IzVJqYVCJS7rXa66CURXBMcg0PWPGy9DClp/sFynxc8iSys8VMDoEaHClc0FJs
96XxoU9aOGD6tkh0b16kh3qA8/muKIs70mw2Sb3J1/xlJv+7SF/qdQ7q7qCZm1pmVo+f46h0vsUf
ivJlJQpZGOIioSBvdf5nNZ1gyEqyr0EYHxfVZRk05hkfLHdutmYzuF1/SWTbq9Ix0PSPoj0ai+Fn
ZuVpQnmt+haZIpx07mpKtV8mNu5ETW1TB9d1MY0beSXZGk1KmfQPc9tc2V+a0T8s0+DbKClGVfLh
bYRzeg9v2iqroMCg3JIUT6TTboKFH1uFR6zk2hA7kaw7CYGVfiZgzy+goztGTlCG7SncgsGPbmGy
TDFUrOuAMVD1yNejbqdE/WYSJk6nzl5B6ulEM5qqMkisYTsyaxvSJCggK+TdHLbm5zBFmzR1thXe
mmqifVQx1GkEWjEDWruUAzNV/ap4XDrtahHjmRLWvl1xLtTfqXW/IGUAJPWAQ6CmOuTnlZ5tjbsh
MbzlqjtcI8hEPwqnudgrnkxMUAxXQo8gSScnG04Ng992Dkr9x0L87poeLezvxi2N0D142Z29iqPi
PCjJnzlGralASWhgthu1N+tPshB7Jw9BlJiLRqEB34If7c7xhikdHhyeAwcdWpDTE+FwEooMXayC
hNkGolifRhtBUAttVNbdijemV6/d/CrzJUKNmhkSRFPklVENVap0+1jyugUPEmJfVsdyNfGK73Gf
Jl4+IzEpYaau5UZoexmagzkk0NmYWjawfQtEAO91riEr3LWZ5iaWRk4iNn8lysbumC7zBhcorAeD
LH/MSxviwJ9Js10SapR+L1WI08GJ5okXPpmehl+QJj8YqK4R7mAfrmKf1RtvfV1uEqYZdvZULg+9
DME8djxeBhyrg4pi2Kng2zt8x4CRQ/4qlR3ORBpaDHVbCPsSG87jZB2gb5XQnpt0L3A0b+aN2Zmn
kQ3a6n9IBZrAHK1o2vtyg1lzRmmF4xZjE9izRZIHxfBjNlifIzQdEkcm7Q+OjZ4qI8BadL8x3lvY
rcP8MsxVKKcWs9dLbmObaW8hBylD7o0J2ZFX8eOU7+v1TuEIU9LXfoQVn707pr5tGhO6Ybd1LBl0
bnJrpJyFMbmSzKJD8HNnlpc65zOeDdeG1y8728U5RRZxbb2FY3TtTcOzrcDehGPv13nyR86KfZw8
lszXWUvXA1EYEKCsV11UbJFVsA7xa8S0a4AWXDrlyYzf7BgqPB/cAH9OkA/jLpCGGpaobL9kMD0q
InTqfL03W/m5hBO/lMiL54p9OXPeSokdMZnzLixm0zeH2esMsGejq392k7mb5COk1AS3GDwekA7j
QGpWGy09DNMvpTulxUmVf9pi3mQ1p/LMULK/WuaKg6pz7P9ehnbXN1qYZw9wDYMlqk50AJ7OeyMN
pssfjQZPZmSAgwO/dmB4FJVbxXJOnXqaul8tE/lYeAPm9eaAj2HcBIu9M7rZba3nwX4DW/KzdPJb
88UoPzXzccp+khvm60hJYoqOsfploWNYSd5Re+vSZfdNT1xK/Jh1L2W6YUWFIuJqRpGe4ny5F2SC
pdI+FxZcOnZgOLh4q3pMXBDiGa2bZz2aYHvfV7InSsgDZZ8FY/YQ1cNhqtBpwMUxoXm3cDdNKhOa
KdNxfkbLg5xX8HAhsMTJU7w+chu+DOlItqdf2hQdO/ki6c8iDQcwYaRUcyp2hbS3IjBh55QzQmog
sV/tUsrF+hhrTpzpT402L12KTTnOx8FC6uawftsfkaPs5oQpaw+zU+JjLWQZvUzkGgzprpG2UjpT
CgsKtQdj/JeD3heeFtatx1tCeGKEIEYcnOU89Iqfsjf3Hcrw9lMXWVhRWg0QXdKuIgQKOTv6AdJ/
g9iUPJGgfUs/V7V8yCMOt+ixK0u/NGLqPNWvWZ5ZDe5o74ZxgnSF4D0dvC6Rtt1Ywwp30Go+OgXM
0KremAOkKojBf69s9f9xNP5vJddN41YPyZg3yQTSO8FXLFC9Y17TXhJ13PZS66dsxiiNt0IL22Y9
2srPzv4NB9ZVC9O36slNVrSXCLEaWB5zZqDIviNhxF2RRYgVAakUtPp4gFaYzpesKYIGy3kzvx8r
RKuZeuivXMKGApVR36Cjircar6iecuUyYHywDsK3ay2Qo8WnV/1dIkJ18nWTxrhSMTRYLgSmb2qE
nOlOoBNLh3sDFpO2kEEkP09YM1qISbLoVCQfUGmNZtoL8yHjnMpEFcT0kvZonbIcRhpofkRlhYCN
OUOdE5MokE73e5yCFLdsUyTlmw7JvWA63UEKYjtYu7e1PeD5QyWEXNmqX2UJ62ugxKsN7SgdjTZ+
GNi4FpQAc79x2pNjnLvOH9KLWq9bOdstvPceNVcUwyqW6q2mxh7kNOqCfdSEUbFTRe+ZZuKvbGeG
BZ8TsYWtQ85WmkC37yo2ZbkdXXWo2cWhfCIk0t718UGUDwn6M1DY+gpVp5cGohyOGU7nbNKcAtQO
JROdmiYf0+K8Sm8cGTAyha9ROTXTw5IxJ403cnRaOTy79tFebT9WQ2l2xYPVn9p5daPrrEU+xOtF
rZ4s5d7Iu4CwY1dnSJ6Op9H60aPLLHYz25pJuWwofMlXXjx+AjnvfU3fbMwmcmT//WMkXmT5ksS/
pu6QZq8R2uqUb6Hk+9OMcxP/cjq0VFw4e6q79Jp4Ta3Bhmsj3WekRb5CFNv3CSqc2YK3TBBaMCJE
7Er5aS4uNXN1i+QBiLaBXao7R1U2thk9EMod5M6BIAw77zZNA/1eVY9Dnewqup8IinhdmDCneD3O
wrigfan7tzJ67NNnpXT2iIQwBNSeonn8IcnNoWBJ19bHas6XiexPkheIefMrgs968KexftIHdggZ
IUNS7yPYn1rKA0AtnUrxIwQvr0cmOskcAsulLiOiymZ3is4L6Z0NTLf2PVIeJrV2O4QYjoV/gf5s
YFBbpqhl5fyoN89TEY7zjyxf/HrcY1d2DQqlbIWFpbMxKtqpYilqzYXUYZdFhgYeHTPRDSz2dyV7
GCkvZN6+84y+i9yRQbx30UFjKqzeA5dQ7gcqROJhPRn6MZ3m0LYdHweQQT4snB+l/pahdJidF93+
oxDpZ6Z1EE/1g6XHzxVi7RSbETxQBmzg/TGCGp9wAuX0nzHe3iH/USkwdViSsFQ+omEJ7JkyAFa4
1+lbPQkX0aJkPygMMQuT3rd/zbMaQXQOb25E1I4Nw9Q/21J/kGtCY9pkoGc2o+1KeV2P/Y8Eg2zT
GdFgJaHuYGTAlMhEgzgN8DzLIYhRHfR6+2SOzg5P/bNA1W8tsFoLvzSxT1MQ3imOJ4jYya6tuKAU
Qv0/mvcG4v8kOl9VNJinRPZmmB1mc2zjMWpljAXKNdkgaGrpAcS1mCNWz5HmTQLdt4pn30Y0YfX7
VD6q9csMgKYVC0KR1csjKnK0HIppPzQrOSHX9+ksYTVt+2l3PYTUov1M9WKbRZqH5NyzOwQR+uMC
hFCCNklIstYi9hF8YFmxS0do0OZ2nvd9Zt9ZeomwNj1pGia5BaTCdgiSOMwwXbH78iFS9HBACRN3
4znS/z9pZ9Ykt5Fl6b/SVu/odrhjHeuuh4wtNyYpJikq9QKjSAr7vuPXz4eUZioDEQxM1NDKykqV
Yjp8u36Xc85V9+imHcYA6FRPs7dquJ0M585uxUOdcB6xSA5CzL35okH78TIMVP3RB+BfVb93lbe3
U/DNn+jZU4ze45jZz0nc3+oOyEOEcFaes5/kDxaJQphLLAac6YcRYiG86KD6cfkXv+rNnXsmF6nC
Xu+s3pDl8OC0zWeM2ZOHTM9g4YcqhCHoETXi/zspoE/nB3IN+CDWBnLZw6Tp7+PBuRP19Gvg/Bm5
/pPr/Xn5o+axz33TnAV7k/mvJrcEP28hG5YYNzFO0AxR7ot8JTv6qv527vcvMoxG7HRdmVDSK4Ta
NpP43Pv3maRVUf9nqD37rU5h/k7vQRo39z1vYjtGT4n9VK62330V5Dv3BfJ4hgiU5xZnkBmSR5lg
2MsxhQ9S7kCS3Xu9C+uCLpP5+4E+CiFM55q3KpW8MtljUzwAdR1QVXCk+Pdy/WqRtgwggoUxhfGH
QDvo/ecpXMkv8rr+ZCsXiUvbyuBv8F49QL6/KemxSzYOXuIt0IhngmfIIdkDDhCtPJJNRtU/C7+V
CUL1+lZM9XPOizIFxraEpMZbsDOgSg/wFpKM8PeXrnhRvrE3rXZvTMZ9UHS7QHsxQIjnynnv5r/1
RbcZ/XCXpr+Wk73pY9hwxV1dP3rjr1lTblE3cmHE6s37Koo2KaIiFYnm0vugnHsHa4pN2xTWI8y/
svwSi5b0Gto2Dd8AoQzrXucQguJpYxcvSIUkHmy2+6ZDkVtsQYG0qY3zCE1ea74EGMoBxtGQp3Mm
YeNp9c2sMlC2BV7F1zjAWYwB6iKgkTQwQwPnXWMNd5oBon9W6tg5yaMrdpBYjQm6YvkU5Hf16G1M
UoSSPMSg0tsIIa6YsCBvINPrd0YR3yDoBkc1Hz9HTb6t2uAOwVSUtl5shdse3sXlfUGKjVZLof91
Gv7Mcv+hgOhTBuCnYTGi0CLVwewfXeSqc/oaUCJ7nKbwqQpDXmP8dl7VXo+4K+nWH2CA99AZ/YO3
900dtSmbrYb6OrxEhnyX5X+qvLxNnHGbtDO7/74IPoXV9BL3OD8WvEFL3xFyboqQFweaXp196uJ3
Mn4HUBRxJy/au+MfKtV3o4g+2s0PN/hmyGBb9IjHpTaJj4hYK76ppNgM2a1WfGzsYjup4s++zm4b
bSJme7GNB4Dk0F2bx1SpHXomBPLGBlWlm85KP0yQyXv4RlU37PvcI4GUPEJ4e+0w7gfJiwOwIEjy
XVv8FpMgbmd6JUKK9hSRRrIfUv0pmN41eI/V6H82tS9jVD242Q87gFVrpttBlbsRXkHbu09GoO4b
X/0RKjIQADdc8UPrFNxj2mrVJrK1BY3Wv0TwtlAXa4u9i75GlhofIlus1EF+UsyRizeljKOOI+P1
eB0dWcPnwQ+2mgOEJIAdN60hHH5iy+XifUGtNZOICPUPTfw5pc2wWT+60FovPxQ/KYss5bndKSNI
wZN6yMVt5NMwbxjX4sfzdksungjb10ODzG7/MNTv2u6ZF2DlF/+kurXUxLVclfeZTaa8RR6i8yaU
wRCRo9lxJtaet58UG14Rwm+eT9POkjqeTDYWJkcRN/QQtEiX3UdIloTR50AcxszBzoQb13A2l3fi
Z9u8sPPZpAt7nKdVBV+VPXuGcPqQALj823+yaEuxXCcOgnRq2WffFHQifxhkAwEVEbr+++UBXg/9
mQd5qZwbeQ1IWlPxAlrjbKnvwip8igvjD90nSU9r3hDL2ujf7G4gvE2eUu83pyIkmTvhQbhDZWnb
FgiH+eNtXBDRivwP10rvGviWFO/2Vafvoih5yPCmV774Z7u8QLIJa/SFVwyUGmEYWgFlBSt/7JPn
OHjpi9/8oUFlzX+ZkOQyEP1wYzR9bA1Js+ZG60F1FVA7a8hITi4oKX3NtG8RIvCXv+1n13JR7aq9
SEddziGXCO6QR2QkP3j5N5vz/Tu3T4usTkkcrLcGJ6HJog+pOR7K1N+5TX8nrfGQQ0vT9OKmzpMt
wvWo/KDGkeW/uhCEdJLafnbrRP0msn7XI5CUubqn2nTjBWBSo01u/+FHWO74uZyFSkhr6jpuBj1B
BQzhHi0ov0ZOSyDp5sW3tdPsVPASe19js9jBj7stxvjXfBxuY+DGSfhBUczPaLPaur97nrGp3UMW
Iv0wDX8Yg/GRrtFkCdTKqvzseiws+Ri7gV8iyf+gJzlJkGQzIBhMszcquX/j1//r2/C//B/5h7+W
uP7nf/PP3/JirEI/aBb/+M934bcqr/M/m/+e/9r//deO/9I/n752EN/z5b9z9Ff4zX+PvP3afD36
B3hlYTP+0v6oxo/w0ZPm9dfzjfO/+f/6w//48fpbPo3Fj//5x7e8zZr5tyGimf3j7x/dfYdxMusS
/9fb3//3D5++pvy9u+x7nv2ow68nf+fH17rhrxv6fwrdVUo6DoqocrZO/Y/5J67JD3RBBGuYdCLR
58cvy6sm+J9/mP/pCltK14XrawmMI3enztv5R5rO7xO24oeGQAPWQcT+/3zc0Qb9a8P+I2vTD3mY
NfBnZjvwr5ti06/VVMKwpHCEbgi1JDSYlWN4Zuua+zTlTm4t3Ue/RdIVNHnoC71I97UWiOGpJ95J
b8tAQOZz6IU+rTwM+nEE8Nd3GArIFqLvwmbOfOebVymwBcx9rzX2nUpseQhi3sEnYXXxgLxZKf4c
M3h2CKg1ybdJuXyQOYb5ViRl8Pxm9/5eoLcLcnxL+BDbVKaShqRyx8o48vhDIJK6NapKxl6W+TdN
SPEtMeP+RaMt+K51ozX6xMn6M5zNfrrCQgDbsRcOkCcdrUHXydgHjS3h2eOCBpKGj1R8AsibYujA
TcTa9Ied6eatZXjOL5fne2yF/5qvrXRbNwyK1ifMiFoGiVUiLYykY+Lu3aRNPhp+nV5l6/8ehey7
6ShDuPp8nt9ur61gm469zqpSEf6SW7RG9JMmWoFtH7sXr6NY0hSIzUpWUywhkjmH1/d79MjyvqYY
K2oUHUQCxXpo1khkp8tm6YZlMRfTlNKxF8ekdqNxyoFWEBAk8YNZ1RbpWxF+urw5pxNirRxTl4bl
OLpasgizXi/crtK6fW9Hzc7KhX3faEZ341Ehfbk81MmEXIXKkOvaSln8ZwmwRRMn1hKTzHU8Epmi
1ZhuxFCsNbw4mZDL1liWK5VrGBZn/vgcqMkdTTO3vX09o9ehxpYxMTw9FmHYh47+/do5mTo3WOmW
ZZuGuwwAeLAdt7N0bx+19AjfdKWf9+Armubz9eOYWGPJWPQGfgXovzFe3VDlVtuS6ysIXn5xRIJS
lxGLL/9/oyzWrrKpqxhFTQfcWUIgj03aupTRGutyuUO8A/QLNRwLYyRMY9mvrQwiJTtEVshbFuM7
v4s72DNGhpgaSJzLEzozlIMpMDnbhs0LNP/8zbJFmZ/GUdX0+9qjZevgawm9MEUrfoMomK1d2Few
2tuXjok5hm4KpqWbsD/nC/BmNED6iGMLJIuzSYVqX1PKQpHCNj0ouh2KN4ZVCYRi+S/jPkoDTz4Y
dUFDpbZPqhRBkRbtNaeeENYLPYHUZlRPxRcDtCqSGVGRtb+GdZ6Xz7WDv3VjNzEQkRSVuJHiQV9M
O2UnBcUNjZbQleEWzV1T2uGLDqy9PxiNAdqmrdqKxEI66dlDWBSud5eKela/Nt32QGs+Pb3rLa1p
+5u4E1V5O8o4+1WKrkInmIbdN0mj4Btf3qLla+gIQ+eNU6bDH+EuG+agbMukAq3fj3YSkoQfnqKx
+O7NjbMD8fvlsU6PAwMp0EIWhs40l1jatvVk5Kei36ceAJaSFn9bowwdyqvJWt13jgOOzwJDQS6S
Dr6GyYDHZ2HUnCDzJVovcamjttuwzF5XTqiOVdoHUTj5g2Yo9+PV88Pb42VSUkHrX76BSqHmlyNv
sLdiTexC2l9QxDQ8/dZui3SNSXpmMTHnpuCPy4jLplK1X2cBSzyAChnazeD1w928DjeqjZzt1fOS
dLB15WzV58f9eDHrWOrIf8M4GjV3Bnim8YvVD+ktPTzUyhGZTdxi35RhMgjvE/nr5SMlPL9TXTEM
e82MiFrHxL0venu6DbNUPuZCQ3W2dQAPyDHSrjZWUmEVTYeNB3+2dFCjrkhsJ82GfZWi9LVVOVV9
KnHlOG3A0/Xd7tpF5SrMjz/zBdW5HK503ErmbYcQHv1+iSWtX6oJDYk0zq7Ljtlca6Uc3mK8P0IR
jPHx9llOGFIrdKe9bM3vdQM0udHGeMWOnB5HBmEimHtrjjgW7hIOv9W4Yy72eYi+U1lZUAbaAKid
aO0rHdrX+bwZanG389oq/HBMxb7odIO8b1AcBle3rj4OTAhPxtLZJse2FkE1PkCKKhHtvqcxLSnV
Ny3YNKgoXmDlK2u39MyYkCFmO0yMqOYzeLxBpJeiSS9DsadrqEJEnRRUYZTmyi0+tfTK0C1XSF59
HIDXEs2b5xF9/EbU2Mu9jKKMlhRWr5DJL0T4R6WP9U6NE6rCV59xQ3ddlzdZSsHNOp4YL5cl0tIS
6J7Kz74WNg80OPxd2nV1/WYR4uJx2vMZ/wsE9GZuZjrWiPG0Ym9l4fipG/32vpsa6uozfPfqOeHM
CI4Gd1anecnxnAxFT4NpkuPe8BE2uPUDu5AHhNorMFpKecPt5eHOnA1iRmkhHWKajljScCCFaXma
mxM+oYvycYW0d5+vdbE6czSOBlnE5pEjZKicCQuhBz2UjrzU4Q2Dn2vH6ZOq4mzlXCwaDr2aJAYk
vUwQp9i0xSJmdTGVlS2nfaWQr6OmnvT9zqMlEABBPbBa4ECZ6WzGpJXcvcKkiUFoBECQbbtMnj1d
xA9G2CJyLdgo7/fRqIqXa9cdj8zC25+jWdNdhu2j8kOnwLHb11GP4Fhd/GapQa0kRU43l98+ZyFs
YesSe3N8lipacsJgp5UHvZlK4De294n/a017Y4Hsm1cb24IvoDMh+mm9/vzN7dBHo4zRBun3FW2r
ul0eylbbxGmUT0g6tkApuiDN+0NR1Gl+m48FieQh7cp3lag0+cHPY/qZpHblgqhFw77qHvw4R6JU
yzwkKgequxSMKtNId60wOZtu6hTDXcQOjrcqmwaqWRAE5aFSZvEcC6N5Dx6v0VG0BDP3KS5jHIGb
oE8yShRNOGVoBsdh910iKak5wGfK6hsBRgHIGOvW3eCIROAf/XiNu336hBm6rlglTJZjGsuCmA/U
Jk9sAzfHMRDa9r2InjaGu5GGWBvqdOPxxQj6Mfe6Szy2eC2LEqR+GdLz3AX0fxjHTm5LMzRvLp/h
k5ybgwMlpIGkNtBbg8fl+HzJnAZGRasoSdvRHyn6p9+B3aV7y3e1TThOxaPfjvlj3eSg/OQg32ci
W/2I01W1dAIygxXV+Yplj7HeVm3sI+i+T4aQKnfktl+CzkbU0vLCq9Ax8zknzUmK0yTpOk93UYSK
LbdM0zrr0Nxq2xuR4wgjWzauGK8zE+It4yk2bMYgdXO8qAaimFlUMiGimYw+E5P8OE3EMzIq5VWk
w78nhBovuWJebtecP+XNxUWos278omaoqEs++knYIQzYZi9CAzh1+aycnZUlJRbC4nl7tdhvhnJs
vdeKsOj2kOLqA9Ke6W+FNM0ny9dBlV8e6zQ4Y58s03IdC8fUVfPteDOWGCiauyaQ7ZIqS6iH+zZ2
nt3Ge4/+ak4PZMNbGfDc5GbDZ9MuFBux7Ks22XY7utY8YI4mKxFvsssEhIeMAOvqdSS/RraQBDNm
3V4WX8vQKMdMlx3qoLSdchKwmQikQ4suhjUVKpdlOo6VHEl+Ei+V1IrN3TpeRrey26AoB7kHg0Vp
rzcrpFMHPNXyRrRlqd3w5uT0IZBj+DTqEyQ86RjTeGVK1sG3s0zBJXdcAzd/8RVTYxiadPgKVcKo
gxI1TTfO2DR3gd13K4s7H4zljEmnW67NBcelXxwca0j8ps8Ewu8Ns0kVvZCEBmHk8vE8PS2OZC6g
jkkhYJvnn785nsgQJLTJKyR4k+qT2yYV+uDkRvBn/MPlkc7NxzVmS0IyzuTeHY80mk1QoFAq94MO
JiaxaI7mJ064v3oUR2KnyGMblIOMRXihZ8rRzLBCq3nuguEXpjzMmeKrozJXkSgXytV1IujXiu2b
VQvtXE1aD/qHQg89aCTvv7zxtbzPVxbtdHtcZeERc+TkXHdbOKtmWrh0N/eDQ53l4b1VGTA5+C96
gnlrTWlPDRVDEVdQODN4xNTiJKCtpbxRm/yDKjMJVHls8Q60OiF3SfVS/7Xt9TY8jDQKWJvk6cmY
i3/zq+2Scya9c3wytCH2XMMCZhXhs0WgQ8qQfl7FmF97Nkj+kfbjALJlZK4WM4wDnrh4SuU+r7Vh
N05oa9oeYuZXnkAeZDKyUscqEn+eSLNIGonYNRmIbLDAtRv9sOmJuVfC6BN7SCEXn91WtppLbcvi
EC4ljcQzMSCMEzeQa/UGMWZLNCKD8xN18R0JR1f70UgjszZFIsF5DqY7BWvQnpNTw3eoV+9ASVtR
FD7eu65oKq+LE77DSB8p80LZNq13iat/6DO6VlluvYaLOTktXDlMlrAM1zFmX2sxIhF/g8qt2KsB
Tmg3OohTD8q/Ch2KN2LxyihiUHIIXAl7MYqVdXpmicw6tGkptplNm7Si77OVE3lyvRmFQ8KtYyKm
IxfvSZizfqk7oXbbjgEkPQfgpqy+Z0m+phVxbiSbEJ4cDxke/PHjVeshH6cZFJaDncrvFj7Jl9yu
8000+c7KyZxX5ujdYk7Yd53Ss6UTUS4scKkFlXTrRB0CmtLRbo8uqINJE0mB9sNzqpnWgxJj+Qhs
4+psxevIzI2SN8Z/6SPQhzjqhjxXB1lbCYENzS7oWAveNmrWJAjnSZxM0rZs/Ll5iuZikoMjJ9UK
hgp6PX43uj3ARmpKnwOtTO6tqYu/XWlUCPrIaeosKc+OtZRBaaY+MyKzhEystAYyOKLdaoDQe3mU
1+T2YloYYDIM1E6p4i/lCmt/6DwJnQ0+jAaR0ipie+axlDNkNEtHdTP2WYD3ldDvZy/80nyaUJj4
MoUGTZzsNJUOMuaAZjc6UIBvOdR6H0IzNI6bQcYm6stJ3a1hDs6c7NmFwRwS72PbFyGKqbzOoAwL
qykFB1Z4CT0d6aXyYNaII15enxPTwy4o4i5u61xUXgbNoxtx9KdeHjytTUAXjM0t2ufi7vIo5yZE
+pAcNkbBAMZyfFVtGddSp60QiRhAWS2U/5uMrrKIrobR7b8x1GzeiNClLpdWriYiTkOdRgVuBy4d
yh8ifKGiS4LbXxuusnRckzkPhgNN/ud4UkFXVYMnU+OQ5NZ0XxqhsYkTPV3xy84tHQAksgA4gPjN
i1GiOA2wshqS1SOsHgguMzox8OhRmmgrZu41n7C8KzjnuObExcJcVm/Guq17t44MaJ8WhJnecnfN
NOo7w9eRxNYHWorHKn+kRUT0KcorFBMC+G22htmjG+o0A/eM7eXtPGOVSN7zELPGuDhLtRdHc0ff
w80CHFiH7w1zsF4SrRxueWb8TTZpzcojeX48i4W2JOZWLBy3TCZ6GfuAtfUYClM1ZU+trW3bkN7b
URh+vzy5c5fPtqndSjL6gFUWL5jbuq3Wab55CKiJUWQP1Mcmcr2VKZ07QfAG8VQMU2BOFu9+GCPX
h2ICl8+s0qduou1PQdb2Vut8fWWoMxNypcTL0HVwdODjjq+E72ZdMXYMZSeNdUi1hLODCP5KBHHi
oFkOlUxKLhgu1+RQHI9iFFFianOLnCy2q21u99CqgzClKVma3+WBUTxEVr5W7zvjA8x1EN4sFweY
KOl4UNgQjsir2DogqhUhld+2xR8tn1LTNGSgoWqUOPQDGUbpfaX76/Ry+aSc2UNCMpcH0yYXbC8R
1LkJPWJIDXw32ZBpL4LiObU04xDYSKRcHmreo4URcIE7gpUxMQGggY4nOuTwtyBiWAd20zF3dTml
1iaGCSkfcqA6EqKzByG6imT7AcZvjXZI0cVr6mJnl9vhtBJxEN8sxcsDGvk2+Ug7BLr4oG8dJV6b
bONkCt4JOA8wTe2y/YiTXmztIVP7y0twbrXZTsUBppJNhut4CQAxlpFmF/aha2R9qKuCNhiaZe01
NUUrq33uxrwdanGW665ryNXV9qHNKmsjpkEidmysUeXOjeKQ1lJkD3Ajl4Fw2NPgOaMwc7C9aET8
J3HpIowQwOVlOzsKPgR/zPnkLOYSun1WOwl7hkIUfaZV9Nuctlq5/GuDzHv3Jk/Rq8muxmKw0CdS
xh76yLOYHH9lV85ZGMcle0RZF59oKXKrIE3WxoztifvmEftN38O4fCQrFtz4fQiPnXZC16+dS/iL
RqQOCnN562REv7sqIzgDBxx+IbcfP/ZUsLIVd+/cyXbBOgOgpYB3kmKnGXSoojBhmNAe7i2i6Jty
8rR9IHK5MqPToXg9QUfPaR5XGMszhy4xqquCM5eFOBMzonebkre6mab0++W1OzsS/grFGNwxkkrH
R2IImmFIY1oRhbIvd1amadtRL+1tUyJgdnmo2fgdG0cmZQAQmqNpwBLzwXlz+hKlT9HASw7j26o/
D9w1Ogzp3rZtdbn3rCa82nFmPEbCEOrkypbo7ySvnImnFGMci+bjXCHcAmTvnzoQwStn/vRivVay
BBghIAbGsi5iE1amSZpzNKIkoF9soW3cJF9jNZ0dxZWkq0B3iZObZU+FqOqJCSFRN962Iu3elX2f
rBReTt8wchxSYYQIm/EQFl5cFAlVzxnbgz4phe42MkFN73eHLAr7fdLT7b4fUMyrq17e9jrJputP
CaWYv5ATZODmRXhzSuxGI1Nr99ioBHnkDDjhjajbksaJXnlwxthbcdxPH0uXSyYd3RK8Jc6S/ZRX
aZ4TDJkH06mA8Aw0iUxA5fvx9wo1N30L3MH5BZSe91RTdVizKafGch4dEBswAxNffeFf6jAmHCg8
XD+XDjB3sWtV/R1EaCM9eBWtTbZN61rf7bEmFLu8zmcO01x2t3GMKPfyv47XOU5qS9HUyDxImTlb
1yq8rRjitfr7GfOic99t7PLsjCyz/EYUQ7xIApM+vTk9xwZwHDIz9I1smmzl4JwbSlESgmvC1ZDm
IvDvgrwSiUmrKBn1Nt0L8yS7cyd3eg5G5M4uL97ZsWYXjwzmjGBYjBXGKYFglVqHwJvb82lx8hj2
PHlFOKyRR84OBSAQ2A1oYk7o8T5lWjFjowvrUFZimJv1EciWuFc2+Y2VI3HuKijLJtsDZEka7sJA
VzYiOlJVeDqNPb6Tfi+30kMNvesd47NhZMVtmSpI1cWqzTl3GMkW4w2QjyQGWqznKOhJ3I34zZOB
BEOVl+khskS5Mr9zo+ANA28kXWwy3vFSJoWdhiOVjoPeTTRW7WuEynqUai6fjbOjuCSGXPJQgJYW
LypRRRuUiUlzvyoK31eGkb7T9E49Xz+KyeUld0JpCwTz8Vx6ByUgTLVx8DUfioZAscGKRbViHM8c
PotwlONA6RinbmEksrZQbi7M6CBjO9gQwYQbG+QtRwBJwisnxJOG+2Hhh5hkpdXiCFBGDaku19HB
zRPvxu2DaK+yYS1Re7I5jGIYPHA6zg6mdzEKLr7kQbODA0apvO3tMdq6k7OmTn2ybIwyO6JzKRWM
15Jm5ddSZJWN4g2OV4cwWuI13/qSrrpJKOqrC8PzYDDlCDp5tE+yLl0f19CsAGqh+ZJ/S9s5y94F
w1pl5zTBBTKCVaMeKPHi8O2PT1zuWZ0bNzG6jnNW+HPpRDZ80zFEAflXTbl+tU21Jir/LArfNm/0
EQm0jWs28P7L3BqGW3PyhLaPhs4K34+mW5S/XT5AM3Px2L8ky4d7if3gnaEWtDisok+bRKs5rOWA
JmiqkAP7oUa7UlvXHjod5ZjS7MTniSs1y0JpY/Q8ZiJUyHkNsII73cqaYOVROkX72TNOAXcJ6BmH
61WH5Y07U0aRm7pOFB6AzobDtm3KhB7buYe8HglDx/oYOnX3rfJSU/+SaFFX/laYdmFsfBna4SOQ
TsSttED3rHs4s7Qy1e28WAOen3h8fCNfpmYQA2maJXZIK502yE0RHvyqifNd6Pl6t3HMrhhokztM
2Qc9S00aD5Lb64D2s1pIw/bC3a5s4OxZHgUIBNekazEzwBzAhS9smoTyUVZpFx/yOG+qbRZyqm8c
5XnJi+e3g/1JH2Teqxs0eCJUQ2SmzORrnovyjzIDqanvLn/PSbzC55DNxRxYYGFwX44PfBwKTcVO
Hh+kOaJ2Gbg6TbwmT3+vh/74rmm8YuWwnBonirfzy4tHQel7magC9NE6hcPb52qm/z5t9OQbJ/3q
fMZcIoahBpCLW0J1bDEtEVB/DpKUxClSAtJNMzQaRbMSwS7kfaiYUosG5WTMxFuSfsvuZ3k0GXaT
ieiAD0hWEcU1e7wp2y4dkdkIK+nf0rKqdzZmQhfaB1JhRXJncFG+tVkxZe+HVKrplhYwbrHxYe9D
SZJBm25lo7pyF2k60jF5H4nUQCO1sas1X+H0TlDtZY3m6vJcQFw8FKPdepZZVOkhtPzc3bi6j9CX
n3qm2HhOAdeEJKrd7TSZ+OUOIpGkr6gaaB99+QyeviTErSCLqPyQyqPAf7xZLqlnY8SvPbQmDc76
qv5Wun5EF1SxFomcOe2AmV5rteS6qRscj9SIborA+MeHBDWYz7A9kZcRafw5lqO1ndpMWzkgZw67
I6kJE/UYHPllIprGMmVBw6X4EIkg+NCMnjntrEifkutvMbmhuWoP9RNe0mJe1J9RR4noiGiCI9mN
AuHFmwgtvcchaqbfuyRey0qebhlbZXK78Jzm8Hme+BuLrzUqk3QEyA8lwk5Pgxq1nZlQMsjcurn6
dFAThFcOn4wCOzWD46F66XJIpyg/IDkS7Kxxbkw/5ei8WV2UXesKgkwAXUH2QTkQNZZMmtKvOt9J
w/wwOYjGjhY9sRsTZmNDILnyEJxbwbdDzXfzzQqmmjaNZhWzglNmbzKJSJLdy4IrJ8yVFTw99cwK
3gQ3HIfdlQsbPwyEC7lV5YfYTGhpaSb3sd7RYqzREJSKkQm8fJ1PD/08HFIJUFDwodzFYTTqlBxO
WeSHqIlorFaD8CdCrVeKq6fY53mv3gyzsBrthE8xIAUBN6gKtnUfeV+dYey2k+EjvU5RbqPw2Pob
34rGe7fLmt/7NLlODmd+APAUmSpJMZLBcsnsGWO91ag5cmCmsH2fjKDgR010t5WBqODlZT13YADw
oUZB0QHwqTo+MKgXAtT04jlojD5AeK0OegXMuhscd8VqnTsvgBalCyYCT2nJrSwFUTFJs+QwlRZ9
2h0P0bIJiXEBpB9Jmu/Xzwu0NREE5WtGXBwXt6GIZBVpetA6E+3lcNTpDt2mt00ng5UlPHcy3w61
ODIxjdM8Kw/m967F9I/AUNNtV3eJtWJHzq0gMFYTvC3PjbVMndh65crU8dMDXF//E4mG6s8GeY69
1OphVm2yVnZsdhqPnUqD8AjkHbBkyqvLNZxQh4XywRoWici3GjD5Ozvzqg+1K/wfuHjTe9V23X0R
NuZKIvXsklKRALjB8QNmdXwqBxVGQ6txKiu3tR/VECI4MvQM9G9s3ayyAm0UzDV19+NxpkwzAxNl
EVQ8aeJt2B441CYaV9ZxPgDLdcQ3J1VK6DdTi45HqYqcBGxqMwpO81bVpvVp5OZ/pLmHTuqh1h/S
wmnDm8s34NwaAj3CS8UHom69uNk0rDFhElvJQdeAUFYUMncVIfSny6Ocsx8UJCj0E7PjrC7mlsQG
ugAxc8uirv5q9smQfA18gEp0kbRog3p5tPm3LVcS6C6ZLgO+DdbieCW5AaIMAyc59CibfkaVIrmN
XbPae15ef5FpJA+XxztzA6BmU+6fk9yU/hdegp62qVb5UXIAzy3S5zId8+KLFrkRMU1STcjYdtpk
3NXdlAVfmyIq1h7ZM5sI9obUOpQcYvOlE4tDRKpsbJNDTuubexHVxZOR5WvTPDcKqC9iRwIbTssi
74bCB7qE0ZQeQBZ8NWCuorajXY0nB0IwE6VmfDxQ7yWmUMUo65g5LX60IlbFRnmOvCfM8vKVO33m
RDIOo5CtJKGxxJ3k6OvLAHD1IRY1mlZylA9xiAhqHZbx3eXjcXbdDARYiDMASSwdO4JczabJUXrw
bQWsDKU8OPUopuT+7b8xkGNSIcONFNBwj8/9MGaFY0TcsjovvZ3mZ/471Be6X64fBeoinjfuAHpL
C6uLA5uMAE6xusBpNg0S//tM2Wu1zHOLNvMK4GJgFPEcj+dC2qDOlOBVCbs0eDJ9sPJA8/q+XrF/
Z2zFnH7VIYoaFDKXRY0SKoseaSJD603V21QYZbcNDaMINv5QEMmMND2V1zupAJ5mRCOFZya3WEGj
Lp0+LvAea23WE23DfkcvaGN//T7x62eHjVI3GkDHKziYIbo2hLEH0ZHr0SShRJ/pa/WnM0lBiIYU
nA0q9zyS+mKYSaG11fpNdoAx9Dja6bjRDBdAXP8s/eaT1tQPbWfc58q8ncYx3lQqcle28NxRoSyM
Asycb5bLgmZUD7VKoyk7KIUaeTcRZzSBVqxcrnMGA/eXHC00cMrQ88/fxkyT0wqXXiuHhAnvCxQ2
n4qSin5uRWso0XMT4mpRfcC3J6xe3GNTDhEJhIoGFz2tZNrKQoA28K8u52FpDVCECCvQOQ7g1vGE
Konu6NiVnPw6dsxNoGgf9pT7Y+s9aKN5Xf/O12CFiBM/G5PLcM7iPo+xiMm1ZgRm+Gc3RRdWj0Wm
xpWX+Owm/WuUpacGcqWodYPwrzTo0z3pcqDzDlrCVjusvbln3DXdwKdhg5B8M5a8ZzjkJP+MJD/I
ztafkJdDhxJpKu+mLjz6I5FHf+ZarBUrz40KKp1COt2DFCJix5uWjAoJyFjLDoWCOrlrhiaqaRme
TL9aU+r+PpJsQ0G6FXr5b1h9orKZ5UVGCSfjeGCGiTU2jf2LknYTApOgNYNpN2usqHNnH5yMmpOn
kP6WO+gG8dQMNpSnqgwRc479egeZpl2xwGetFuZCEbTwjlFoPp4OCONYs1WXH7Qo1T+0RpztvFTN
TQJq65OW+iPNqntxlxRa/0Lzbf0mn7rx0DiNvfIlZzf0zYcszKcKRAmGmmRWOna/IT+X3miu9jHW
qi9N3BeIgQ+/Xv8skDhzHdTGbP4sZo4x6CIOUH4wijLY9jWkd7Mu15DR57YRGM3M2SQOxfc5Xl8v
DEqr0Dmn5NfROU/iF5G4a8rv527720EWZ9ICXGkhA5bTVC30dr0x1hudMOq2svXy+lATRqiLoA6k
OU7lYpvA7YehpWNYlKW5n0n/xDdKetGPy3tzpgSIisqbYebT8uaR8Y3SK3Q0Dg9d23/VJ2uTOfLZ
FeHvtqh3peY/onf/PhiaG082T4nqt5n2Z26txdVn13V2hoDs8DwsnzpLG/83Z+fVI7fRhOtfRIA5
3E5YzmhXK1myZMk3hCx/Zk7NzF9/npbPwVlyiCHGsO4MqaabHaqr3qDbilaSn0xD8Jx4fXnVeoyF
OuCgO/Mq5231VNNosrMeaYBDH11ddWpXWgoNotzPjPYf1ehxCVT7K/bGXxO05Hb22mYw6iK0wOFE
UBxfzq5mj7jRiwgHT6du8CkcS6W+DoozF8c+ifX+kqTkZf8hbyC/BEaP2yts6lWy54jebUU1ybrP
jJo/ZOZjk08hPkrq4N9fPlubTt7mUPVUwGVrekDUZnpl9rRU8rFqYA3NZSeOKHYP0dP9QFsLhPaT
zLZoJtIXX07kZEP6yqyk8Edyht8aczCw1SvL42RMYuebbY4JOCNITYm3Xh/UQe3oEbyHwm9bB+ev
IlSerDmzdmpmWwPibuNChydNpX/1gheR1/aj3hQ+2niF349jdIz7TpybXNlzHt4OBZ4AbBO1iRv0
Xzm1WTlXBfC7ukD3uQavfgz7mk6sPpp0wu5/qo35Y9Jk6UVq8DGRy0+l4pobGW5X+GYacOZP+nR0
B3PeeeJuDIoXISpuIOJhP6yPR22Yof4Ax6HXhNnoweqGEi+MrjT0oyrGdG8jyx+9OjVoJgD+oExM
kWBNTRn7yMrjuU/8OQ0z5T3FeDc8RGEqqqNdB0b2WlaenV3q1MH6wQgit9nZaVvjlTxcINGgXf61
4n17TlvQRxPdSHw1n7qPLaab11hx3ItO5vX14Q/IQ+BXpUKq0q7VQQttVHQFUolfW1oeXevCKv/g
7Ij2UOUbQwLjYuhAUHjHGWtwx2A1ueGkWua3E8QYh8q77wrbOCZIuz7+YCOUlAKR7Epaoss1mWmT
ncWZmfmjbjEiHOcupTc+jMUHzcd6JMGTOO8bnmKu26U5CqIkWZUf+9SwjsBL29PjnwcBJ4h2VABv
hc/MbhSy90oUYJc/4XzlRysNnH/uR9n6OLCIuUDQtuStvbomk87u1FahShvkXvKZzrhrHDJddNhB
TuFOpi9nf7W5SNrIDYlD43jdp57I57phiDO/t5rqJSoEb1w8ojQEVfrg3Go8DaG67yqsbgzRlpwp
cnFPsrNWz9HhF8wHfXnstZHRb5IqORbGAHTCGIedb7bVvkPhQX4xmpI0LmSi8Gb71kZRNH0SZDwy
tL8UDX+DubJ/9IX45g64vcz08F61o7lzyWwcxRICDZkOCgpElNVH9Lo6TrpppDxX9M7TbOOiZxvC
eTyjkuqWUvkJjXcW5nJsHkqzKh3WzI+dOT2oc4m/gIeD2UABzciD/7CXAV6BwqRbx6pZF4WdzunB
8Oqpr0Zu+dHJbUylckpt4/n+DtiaPNbkL2AN8kvrquMAMso1oXDS4gy7AyDD8gow5DFTiV9VCoR8
/n+UVZVCQbcnBKmd+WpVGhc3CNJnw06HR4mINMlkrewXqBB0+uoT4bpd5Y1VcNRWvKXTZqpwPe+a
nVW+taHeRlnd/L098tO1jDOjCxAZjhFPS8YhP+vhbD58oHNUUAOhRUzXncr9cs31UxGrTmYbUHNH
Kvdh7XwtUIv4+egS4GlEdivpf/Bp1tIXVd9G4TQ0uh/mLIFkNppznMR7Ss8bhwN9PsgzUksBjImz
GkwhuiEdlBhne+m5rUwf7ax4mlrR4kFZ+amevEed+9LYuQ9McydbkwfP8uy1AahJlUnwcDwa1usP
h0ug0/CpMwWT8Ke0NdKvBqrPJmoOZvEuyNNwT1PqdmMhqI6FAKBgGpyUd5bfTjc7nl8hId3Oay95
nuJzPkftToK48miTO4uaFTcyAwOye7PmXS8JO0+Pa9+rE9ChnszKjlnYNakfhXkRnQAyZcIfgXQk
fguBVZyMtMO51hqMLDkMVahMBzUas/ZdmWmGcol66aFttnoqLuYwkQ9BEGi8Q+ykmKEmsVr/wJys
/KfXpgoDMWXk7+cmrvMH8l8x4XJYYLWZU7pIMVDXM5xmi0RI3zUj/VlZQH53rLBuxR4otoJY4tuS
jgDaW906HalbR/mOUg/duuQYlXYZXpXawmAGR5swPKUAQ4djPQ/xh9aosOIchnn+PUgR8MQXGnXF
k6MNWXJKjCJtT03ddcaBEiR+9UFfOvFRzw38xu5vuttTRP5oOsRkA3BO1ygyUymNOAw8KqqTivV6
hCFa0ffRk6p16U6o25VIKJYHGYDkEKxLf1YLgLlojdJ3jLrCx23ujqLPxc79uB2FXgVdaLrD68Zf
ViJFNwql9O2srXx6G+1rFFR7htebUQzsJKS0NVX21bf2+p7HXOyWfoacxMvkWTYaq2nwqDyaXFGG
Z1OrATLGN1ruXSOpVE/MjKVIqViWZYFLwVzMiML1exJ+t1khoWCLccDz3KH9sAyVuXVRd3NZ+XGb
iff9qGqfG5F059AaJl9ouKjGcVPspKLyH10ehwSVKuQgdhnhumlQ5fWkg4io/H4Y9c82l/OlacoQ
vdDQO4Sq0jx1+AwdPUexLveX/UaBWML9OILR1sGcYV1orz2nUQIIa74eZFl1SZsyxaE+Rq/1aWjr
5ptpBdb3PGLHXIZexe5syoLEPo+zWju44ValvZMA3V4N/CC4UEAMSOyojy8/QGs60UgjrgR5NUKM
zb0AnLtWtF8olGVPQ5WNf96fgr2Aq3RV1TAxSAoWl+qkv3V9YX0Ig6H/pFrp9BoGe7yRzWgS+ohi
AutsrYtX6YElRMfworRoPwGj734zkYP6vVe7c5BhgXV/cFv7E8kJ1rPsZN/wy7TZjIoi4lhzcTD/
owEqhYNn3P+8H2Xr8CQpksrY7FK6/8tvpiaT4QYqx4xGl/Acj6nyOR2N5v00KuG3+6G25g8OvUpa
iZYnD9JlqCCuTDCVLqEQBPjbEy4ulZHqYQTqub47hvkOBHJraPTy0CGhqMltJif4zRPKQ2B2qsO6
9Kvczt5XAS7rqGjheqkm1k7usDU0ia2heEpSBoN4GUqJg16xXGrvEV2NDozl7I3IhDneeMDfxgnf
qaXiJTu39dYCoR5NuiIR28gtLINGgaKnbU57Lzf6BtNOJIqr50FVp+L3xz8cSQZHqoEY6w0/XMmn
YerSvPJdJciPqR2Gv1uRmp0UNGDOipbNOwPbmk2UsbnOIYrTZFt9uGSe66DX2WiCWuoxp0uEy6Bm
l6ccKOI71IIfdKOUqR+3OesS4VIUBOw1Jjea5nFCrYOlicfYIcCH+wAL8SdK9F86+EE7WcTt+PhY
NGZZnOjjoYi2/HACg9nWGBqU6ma9SI6OQCK6x4b+b0tJ3S9jotgf73/A251AQNmwBKWC+Ml651VB
WTGTifCNRjHPZqM2n5pqEKcITveX+6G2xgZ3RVre0HaGL7gcm200JkeyVfkV6KjPQTZiSRsEqoll
BTfi1cEPZ8/Q53YfQLEE2yYJaWAS1uqKtZgdNa75eAhvxWdrNNPTPM575oJbc0hdi1oduHeKgvL/
vzlNyOShDGLh5oew5ntfwWv1R15jGHsKDCPZ+WBbQ5KvfICcsta/3tqFlWd9T/fTj4rAOQZROZ4E
qp8P55lAvd5EWe0zx0aCK1HK2jcQ5jgVJkaeyZhmOy/v27SMKJAq+US6waKQK+bNxI3mHIt6HFnt
Rp1c00nX/uhwlz0Plih/mxRN4FtbBOPOGbI5gzCO6IVqQCDWQLNogB+uZEXth3gW1Qett1DVt0Jo
bqf7C35rXUhq0/8LtDr6SyM0UrPNaz9vg+xd2VjKuUPE8avX7mrN3eaazCQvAjIsDFMQfFvOpNOl
tmX1duVbk4aHMLr02nHUGvNUaAq9GdPt3KcuM1Pf6fN5JxvZ/IpSdlb2uSQGeBnb7kETG2FSo0Zi
XXND/V+IawdyTa1fiwT/7OHH/Wnd/H5v4q0ut65zvDmuiWcH+MqabjwdUj3Yo2ZuRqGu4EAWdakR
rhLIvkAmqXD4eH0vCoQm6g4En6E93R/L1hIBxcAHAytFZ1f+ijc7wIln3cgqs/KLogsvdAs5qqBX
fhZU3z7fD7U1oLehVqcU9gTllNsskS4PE+togNzojnltBr//hzh4c/7S+uYzreqDmiUccExd7Wc8
zL8DsEztozIE0Z5RwNZ1QuohGU6yNe2urkqlG/skNzmi1LKefuLHkVG7w0P9oNq14ytiMvaOq62P
RUZBlwm6LkI/q+Mq1Owh63WWBED2CP8GYV3MMhyf9Ua3Pt2fxI3BSX1KcmIswThBVoNz4sCQFsbC
L82qhS6t9s1L1aGQc6LP3P6sy6B9vNcq7Z2QssPDRSrIrI6QTo0zekTg9vJ8tH8UE+4VB9dUij13
ro0SJekUiD2ZM/IUWj/GHbXjJDLHwlfSzvukVXZ8Fm5cY8ZcBy9gDdyvaVMnT+Zouz6wO++rNSnx
o2aMpHWUAngbU+HgHbV+3ISGMYFvBXZpZ0A6o04pn6Y+jHBJDpzx4dfGItZa8qoI7MQpY42ZHQzl
OHmpTR7ZlsdZQGq8v242lqh8QtE5kahjwObL88Qo0DtLo6b0sQdrL8Jqm6sexsGXIKqSnVFtnCcw
PWQbm/ORlHx1QBrl3GVzMsEujOGp6U5QfhrxgHy42yC1Tf9/lNXlEkNsdeK8k3TJxL6MTjl+K5Te
3dlum2NhLdIKArUPOW45bePspIaZMhbL6YdD7QbGuXOqYSe531r5FgIi1Mjlc4LFvwxj5nyaSmfR
4Zz4+2Qp4jed5i69h+jQ2cO7WgxPgwaXWbOV42yIduei3hgl4cEqkeaDTF9fNqLJxdSiEusrWR83
UqjFO5lZV9U749w4vMjoIFvIN4UGdGg5zKHFJ8dtQLaB/4p8z53rc9ao7gHkuHENRPY4wwlfE54w
SIcxp6T7q3g9RWZ0jApw21r6Y0w89ZM6zc7p/tbamr23UVYfTw2gkQs7KPyoD6pzN1T9sc3FP48H
gUGlSeVgsFBrbEiXjYpVhk7h63WgvxRqb59ZDHsaXltDkVQwKG8IhRFuOWE1ln1JVnDUayBRnvus
jV6sbrR3Eg55YSzrn8C5aHTJxxfF5LViaTDPdkxBEWw9RIm/0iTpv2l65v3Zt2EtPmGKoAgUxVP3
mcx28Pz7E7m1BtHsB+JFx4JX52pNBGbvWEOSU8L2jOdiDsJjVYyvut59KxsyhfvBtuYTGxoJEae7
R81sOZ+OVSRA80ClxnlaPeehbb4rGi3Z07LfONypXpNakRdQSV03u2BO9VXUw+fWimj6cxCKeazV
LD1Fauw9/kaibCT1UqiSUfRYJQOe13dpo7LYyznM/4T+o11zuKbn+/O2NSApHgTcj1HxclnOm5Jb
WZ5kBuuw1ZWXYBD4AeS98Yq1W7hzJm19IkpG8FKBk0kpk2WoutIoIxqEMusyP+U4zZ7mdDdDlCWM
9ZLn68DyIpWShZxllCjAuT0KvAKSmTucRi8+9oZzwLf4g+2I//GqxvImpO+Fe+fjUAYKfSwBpNQ0
WTtazaUHQ1eLKr5Y1SC/J7Re/1NBDXxnT29O45soq2kMZyWaM8EAs9FKMLOMzfjZTPJwp3q/OY+k
h8A05fG0dncqaiTarQqKf1RUA/ACdRJSRj58iqNu/GgqUfSKA0jzLvN68kbT7tydlblxdslyPtV1
ZtSgJr38kK3daVMUQeBC8857X4Zacu5VRf1tEoP9vohRjXed0vH5y154eHhTgEmhsA2d1SI3XaX+
UYwRZKMAT209R7zqkMa+5dpo/VlCvX783OJ0BMEMKpze7hrKJhSrrlslBjPq2bjydnr5qia6/eX+
gDbWzCLK6izBfjLCSQUQ7FyJ9DlU69C62F4l9nSNN+Nw+HJeSbG4XybYb97SXhf3TVozmnyw2oMB
6UMc0ima9nT9N04tnmZYaqt8IsBeq51WVWrpjjR6/K4tz9lUmWd3SP6o6vJx1BBtXlIOiRgCNrJm
iGv6rLEYCBRHhfccNfWHQPOcnQR7azQ4tiLZARNIwqGXK90lDYi7GcqqobKV2qr7YM92dMq7ZPr7
/jqQCdLqcITTDH9aFoF5/K0Ox7LHy69sNCLV/THoYBsdjVI1zmnXtt0x09wCx1oUpa73w24tC2qz
EscozQvXNWAcwjrOkliqP4z2wdWq9GQiMfD4/WLzpOS8kiQ7WlnLacxmL80VB/S6leTJsTb04Sl2
djOArbFQjgJPq6P4QyliFaUDm2LUbe676DEcnLorPw5GmO4U2DZOX8op1Ebh1ePytB5La2dVBaaD
KF7WvyhTq1pnHpzutzDtymMY1e4XFKjSoxWFSn5w60TbmcyNNUlhG4sJgGbgbNenryJmjRc5gPZ5
hmuQd3DgkO0Yn6caA/iHV8ci1CpPLC0vMZIIAijcP+fkCueHwQ3+n4KAUdK5zuR5u/xsXW5WWUu3
CBXlrAbL3vzo1dC+/IeROJSlQCphabFOACqt0fMB+1G/UCOASgO3hUaWf74fZevTYAwk5Willfu6
iWPkBuocCfPVZCFWyV7cKsfeytoXXNSGL/djbax26XdA51kaRtw8U2KjNptB47nctjV9RU/Sy9Sw
+vwfotBER7IbAC9ojeXHqZVJVIAxWGwDhi0HzawzP53U+a/7YTY2FcA/Xt9AACHvrGmxamuOVRL3
5LpJO32cp8ju6oNIBwirJhJDzSFXo246eV2DVWEaRd1z3wVDPO5sra055SSk64HhOcjy1QlSYS8c
lUOQ+/MY/jUlsfbqanG+0z3aGisdU45BGJug5VZTmjcq+EaDi8vrjOiAIKCLSFv/1bLa3yLdeDGS
/n3foi6XavMOSnlreXKTsdEYH6ibVa4xQKLutTxnO1eWc+I5pp7DtgQDXqd7ymGbg/wF+KbnAi56
NUgI/nOl2fCxAqv9u84Q320c8eR4wbfZmZ+UeEQ5xviem9nOrthITX/1JGgY8L6lFL1cr20XhHWa
QjoLiqbOj7UVzt+NWm8+u0IRzueoVRP7KYakI84UE6Z553LYnGGuUVDQ1FtuRMUQA1HiKPVy1PRd
GxdDQ+mPqpb1ZwsEin64v2k2XvHS4RvGIr0tkpPVwYlRVFo7BrmwFqvWCYc1Q8A56o1DaPK0d1LL
2qtOb+0PuT1k4UB6yq++6hSY+pwNLN2xlHINk2L1pzxQjXZnZJtxeKyhpiwv9LU2GxS0TpkUN/d7
zSswHOnnowtW8fEarQMGjBcQr2wU81ejMbvKYDiAfcsY+p5iVdVLmIx7SphbY5F7jmSY+5psdbki
zbmJSr1lSZSKmiJiW4W+a6bOp/trYWvhvY0if8Wb9D61G9rsvYH8ZeMlf5cV4hOeF4Z/ZsGgPv4u
Qmyd8hGwXw2ryVUoK1e6ijouH6drvNNQV+FpBrD7dH9Am9NGFse65jV7w+JWAzcrC4tpo6Ob/o2Q
V3CwS9f43/0oW1uITgZMf/5QjVt9HKoeESa/HBcAZ/6EYPlJ6xvvmAmlPyTjHhJiI8VHr5FSmCWT
qhvVDhgBqpuhZ+FPffMauVXwXsnt6TcuRPszTAFAHsaeIcDWsqDugfYJrgNU8FdLPB8qR0G0vPDp
aNVHZISsQxVp81Eijnf27NboqEiAhsOniAxrVTaNtLSvQ0Xncom77nOsiSI7tLoVnptgDv5ocZw7
oyby8O5iCUL38XhaEBm+z3Ldz0k/RoPTFBfHbaoPRpo7R7zYxfn+MrlZjETh1YxWJPVLiZFdRqGk
JFQ8XPNL5xpj9qpXQzt/dOwg23MNvPleBAJUxbbiBQMfbDWJSg8GvImz7AKJTsBTNSMMY73ykKTN
3u2xMSYJvYAMARaWbGe19JtY0YfEdrNLEnSei0+EmjyJ0dAf3WEUSX+xzVFwRoZvTYihmwTevY7S
C0snelcMVvAd8dDmGFoY8R1Tza5O97/V7RRSmZJi2/K1xzm0msKoa0Zr7OrkYkWR+OQp6vAzqIfu
CvvB28Fo3yKJaT4Da5LiauSsPNuX66KwpraPEpFctBGmLy6Sw3OPbfaHflK776I03LOqdN6z1w/N
c4G31aVsivhjCExpZ9C3H5OjUsqYo5TDt1z3LPrcagIrzxk0Qt7vVJSon+Ik0Xai3GxxKQwOy5er
BGFu3LuXw0UY3erbyo0vQtUVJEJG99Pg9dMxjOfuLzGq08dymNWHa7cyKn1UsOIUDG+cB1ykSKgd
TPFF7SbxuTPU8ZOgyvzx/rLZmkHi4HEGAvu2/qKg8+lmlhlfasTQjmnddoeaosXODN7cN4xF5k9I
ybHBYdkvZ9C180oLByu+4KeYfxRGhMNT4UVmBuS9Hv5nmUBE74/rl/nVorBESCnhiOAWWpgs1GXI
OO87FHCr5DLrqRZ/9RSR9gdbE4bxQaFyPF/cuTLyo4HM73zsnN79MZq2CE70U9TgrFapaJ91+v6K
b/CJzaPI2y49zEE/ZoeOU1HvKNgnZf5B7dwE24lBnwrlc2B6bfCqYX45PGeI89nvtDZV4nMSxL24
3h/i7Y4ng6NFIueTUuD6JOM5LmbViBRfsbGFPKIuk/7w6iIEcuskzff7wW4eGDLvYYPJtzAOXesn
fjQYVcjTJkGJpKqenLmtnufCFR/csulfzCxQ/54AglEz9nr/fuTbFWoBPcGgmuDgstd4QHvQMP2z
1fiiKZl7tpsCAAgu349e4zRKuFKR0mAmJZ11uVys1K1trbHZ46E3t888EvX0CXZTUx8A9+M4Ba6i
Sy+1nYGke3CAvJloa7AH2X9yzy9D50bIvx0o4cVT7EA9pL2inzK0i/eQBjfrBZF8MLYyA4PeDXNt
GSceldi2xBxfjD51P1Iuwu2sjV39qe1bMET3B3Wz438p8kPv55agaLhenLVU86uMLr4oo/YT21Bo
XZP2OnjKh1kRO2tza2DYhvOWIYEwiLYcmPDmrlRKO7qUeiDObRbYF47m+jkA/biTnt9cBZQ+AQYh
KUAjTzoOLEMFJbLhWEZwkE2JlrxvhtiyPg2p7v4onD6KjqJTwvlQtE6+03vdGCP1C7hXPA0BDK8D
g1jW8xHXzUvf9NrRFpzTfeumx9Ed96QobjYcY5QuNHw38PsQPZZjFOMQ0XpgK7gJ0ne4SIlDoA3B
zqrfGhDrnhc8bV5ZAVtGQW3OdJFyTy5wU6NzFiqMxVCT85yWezYktwNi0uCp83Yj8aMRuww1KPNc
epMZXqp87M/z5GqfMk/sQRxvB0T27wCd4JiiLrnuAOV2Hc7CjXQ/a9P0r8zl3e4ZVfIlFHR872+u
21VIKKQTpFwHLeVftMw3r96CPK9SEVLnarJ+z0X4ruriT0Wh/VlPxWsjqof3lykBXfL053i8Yf6p
MdVdWA2aX0Wtewk6/KoSS6/eZYjP7hwbG5PIggCYQ6LAMrflp3wzMgHwLwL+r/lq4fyOyc58BWue
HjSljXaulY1I8A1oy8hXAMfialF0MLPgJWuan025gcN41R3tylZ9XA72DBluz0IeHKxAtHT5ZFDB
loMqxJQNtot4bRn27bGDBKNl6U83UU6CLsDO2thY7By3kt5ATqzByl8Gs41QVxsAZX6jOsYHNe6T
l1bFMPr+CtyMwgMdyq90L1wDoTVwtBWcHs1vG3t6jdHIOatRsvfK3fxGIKBJHaUqzRpwgjY0puLw
i3yvgD90gLNLqa/2gvhnXdvNXmd1O5oURANixX2ymrnIDSF/VY6G0uLgHLVBE08znkNPWfW4lhxP
UHI2EhuEbakUr5Z5Y5iFEgNL8d1IWM9xXSSXYhIPqxvLKPJhhGAqhKW1wEQTe27qJRbT12vDtSnM
7imYa7Hzgrg9jFhm4IMhtQIW4PW5XHBRUI9uGKU67CQpcqjmat48zY6Vv+jBWGiHPod1dggwaZ52
lvrtB7Oksypldoph6Dev6vpoIClxIkxEDJPQe84RaTi0o+e+i+bqYfE/7iggJxLHBfqDC3I5SGUc
A6czR3jBgv6+5rbWUXOnPc/r210l4S0sCDg8FJPWKA8gnyp1bG/y8zAbDk7cVocsn/ZU2bei0AaR
n0rHEXQdpYryGYX0aIbGEw1HHvj6qWrdvdrRzYMBAjhwCwRfNWkRtcZ7KpXiek02jlAlTOPZDQr7
H7PDxaFwy/i7mGf31ERe8S0r2z0OwO2y4MSApw7UlHyJ99HyW6mYekUGvBe/CUdxyftwJi1z6nNe
JQ8jguThxF3FCYVOCC+kZagsEM4QQYX3GxdKLNxcyz3QH8+uU9PURzwsnCf5Y/JjOybat0ePYBBy
ZOkko/zHn2VsUy9ntN9imwtMC/6O4U1hANbWfz8cRQpdSH109DsQX1lGcdTE6YOis5CcimwUydy8
/9ImlbnX+tj4aICbAFbJ0hJotVUOn3l5EtV5aPhFE6ln2K/9SUxTforB9pwfGhK3o0TjgbSWp4e8
WZZDUrpyClUzQifRiYL5MBl9GB4LddorQq/22b9xsAzEYETuhXWNNhUcvSVgqqsxucpRiyLzHMGi
2DkEV8fvv1E8OC+UGbFCvJGQKed5jBKiiCLpfsLrcrBHCsJenNRcn/7pczc1rvHkWvlO4M3hvQm8
OhJDrhcwQXZ1rVBz+5xRCvm9pYm88y7fioL5IoOTLqOwe5cfq2xhX4/YMF0Lh8dc0ebeJRLK9OPx
JfE2ymosioO/TpPn9dUyu/l9VLrexwQJjT2DsFUi+OtbgRGjhgKAiwNqFUYfgnJucTa/JlH/YrfD
54KRHa2umw9jhd7f44PiZqQNTYYLZGYVzQ2zYE7avL3CeDTHE3i0CgO8aVb3CLVbS5DslpOQWFQx
VnsX/FZrOGXaInLaAKQqFHQjaPuV4/Rb1NV98V4NorA643FlTpf7Y9yYUQsIF6AC2i/An1YHcGn2
qUkVrrs2LfCkY68CDXlyxhx5ZdEGhvVXmmcDCK/7UTcGzGKEM4G6EG3otZJ/aWv1bHGlXLMkTA6p
ZQe+Q4YQH8gU8XrT6uTZVczmQftluXyAYGFWTO9WWiKsHubzKMJ0yGbC6sqAi1bpxc95NOuf7o9u
Y8tRaGN10l7ik6qrMB5meqkXR+JqBU3QHeaGnORLFE/hnhbKZiBApBTwkaym3LDc2wg/FWYf2+zt
3okPY4g0ntKPD9ouyFmjVUZ7iVOfU9KQv+Ltk3Kq8PJBSPNq6OXLqDjdxdLmwL8/Z6tshyDQ8+UJ
wi6gXL/e2Wnn6EE9NfV1tNr02amav7q6pt6M/dmzm+lz9TEIAys6ZYVe7mnr3+4BQHk80KlswBHh
nl4OsPT0pqXqVF2Tamg+VVWG15qiDROSf46DP4EVNuWDXc9f45V4TQn5ILtbv9MtO1edwWC8Zkki
cqwp5n+qcqgv5yobpqvp9O2J3mf71/1p3hoqHpekyIDZIC+vUjuhtDGUEl1cNRrXwlfHCeRobpKG
IfiQxfqhK0pz2tkPt7sdQAtPHK4fWXJZjxXiqOaGaH9fp2QUr5XXddpvBcIE2XvFQ9/qAEtMiS9V
OXvij/vDvd0gsmQL1lEuXypXqw0CHsUemz4vr2Eb5M8BjlR0MKoHmVLyW0JcBTNEG5vXx9rCG3qg
sKdhKK9dPaa+otf1x6Gt91p1G59O0mO5HjAq5XxZfTpwxm6RZFl5VdELe7bzwvsHZ8D+xLOywAdN
yx90Rv13WMAbVGpxPOfXFVPXzMDl63p5FeGQoo3W4acb4zh8/xOt8tb/G4WXDjVZtt76DQoxxTLb
FDnx0p7KYxna3UEPgOwZZbBXRtpcDdBVJMKcU2Z9Lgs10AyIMczgYHVPbjcUVyMb97KGzQHRqoFn
DKL4ZrVzoUYa4InyGiTkQ2Es5lNv9sOnQcTN0/2521wSfB9Jc6cUty5V1YnlNFBiyqseDfNwyAOh
P2EgjPCCNlnOixZU+mNV9H+/FlVtCpkIL4LVXx6VeliSp2LGdB2N1PnTQoT7UKpO/Cn3nD3Hrq2v
xfnIuoBSxwW3SopwecC4Sp1YGLrWn1G6sk8RgK7D/Snc+lqwAaDwk31JB4TlgBpJFhnNsLrC/u2+
JJmwP/Wh17wLa3WPfb4VClw8G4qtCoRzVR7rldauRUaoiCf3MWzS7jy1hXWauiLayeq25u5tKPn/
31zZvM3mmpZfefWMpC5PVLrt5FSRCO5cJ1txQICwpbhBKYasvpFWaLM2amF5tXNjfEojy/aFidrr
498ItARQI3oqspi5HE1ZA2Su6wTHgaKqghc4xYV51CA4BM9Dgavhf1gSCA5KJA2L3PklW/lm8hJ1
aN3CmVl4U1edzNCLLole54dJT7OdDbw1f+SI/7IPZW9xOTKYG4h5NJzpzNp8Ko18PoiqrU8Pz5/s
inINyrIOWs3LKG3ZesSp2bStMli4mHTtV8R79f49FR0t3Im2cdsDQSLBpnaKls7aszBJrLDQC4+z
NXDUS5Ijvxnq02EK3UOKVfwxNcN0Z7nfnIM0ZGFfSxCZZD2uKzmxAmMCYbji6uSK+tFOXqvqWKlz
exoQSj/fn8zNWLSnuEdoVFHKXE5mb+qVIlyWvDtHZE1K1onqqSwEX60JE+OjUJxh59C9WSU8IngY
kp7SLpB4hWXIKrMiM6CBc1WneHqfURk+Zph+/HZ/YDfHE4mCbOfQTqQQQpxlFCUYzcxtM6KUVnjU
RWu+luVUXBKvnnaOja1QksoOrwqMCeyKZah4KNXCLVCuH8ewPFD8Fk+VPNrbJA4fg67/koqUoABM
itjP3JHLUGrR6wVmseG1zjPrEiiq96p3TvYiWlt9NNmUBXxufdnToe27nkCjUqPSmazwGiYOZq5K
/bVIpz0vxJvlJ508SGWB4oNupXa3HE9WZIETN71z0a35Nde0d3EwuAesS37vleDB/gBnOs0hGlS8
lXF9oROyDBaA9ygMXDyuCen92W6DKDu4QRKcav7ag5yhX8EoCcgc+l/c0TKYqbWh9JYpromV6Kci
mr3DbBR7QMlfxfk3sCYZhvuKxyxAAFn+XV0m8JiH0gPfenX1NugPWdE11THq4ty8ZJbblO9a9EvG
ZwC+2UlU3G6HYoij1zrSWmsHR37zLeVjlwML82SwwhxeyxFbs/SjcV2mdyo8jLADT72A+7O+u4kY
3zcIx0w7V9ttRA5lqrYyY5RKpquboFKdoC3qNrvGrS2+NY4WvMD/zdN3bpc6+Qn4TKzthLw5vBAr
gtcpy48ecnFrNqzXtq4lKjO7ChjUhzzOtaM7mntEwZsTBflkOOigucDbgnRardSoYRGPgdVfh4lu
DJlKd0CUQxzL2dqTJP51myxXEG92dKV4hcln0XpEbsZuCJu6vUZdOL43tQkfnzpqQiKqyYuXYQDo
alZ3MHAT9Su9KF54tzk/htByDnFgxg+SK1jR1NJQ0EboCnzlDUMXMgcA0joX16JoxXdwhPpBeG26
s1hvvyNvaMAZv9IIHQDUcrGqjRbMoxc21643u+g82oaC+RNyBo8me/IZzdtMCtrSf1+nlHMQY4wa
Ne3VVbT2Q15a2dNkNOl3THP10/0b73ZItPDAV1ENZGB0k5dDghYwZIPSF9cyQSz5YM+K9anR1fH3
+2Fu1yaZK3gCWsgOJiprYPGU1QaJ3kyY1jaPZDBo1He8cOMZceD7oW72N6UBRiIFmcEX83Bfjmia
3RoeZDlf63CoD1HVh4c0MdITzUqB53z5/X64m5GBFgPNy71H5wSk2ioXaswaEJdndNd0xtc4q1oN
hUtkd7jc9yDEG6FI8KB0yFMbQfDV8qu7UHUna+qvZRdOJ4eRvna5Vj+XVfBw0UiioekfU4nnGcBj
dzmJUVPYiOEl+rXLUSRA3q2ChWXnO4mJ/MGLU4S+FkQoemg2yMUbaMZsV15Va5nOa7ANn6IhcDBD
TeMfvYn1mFVU+ktec6Lu7K7/w9l59UhuJFv4FxGgN68s183ucRojaV4IaTVDTya9+fX3y9YCd4os
FFELCMICwnZUJiMzw5xzQn6RjVUKcTSVpSzTOrcxJsNTZm/Sn9XBCE9N3DSnpXOTs1fn43tt6YYX
pzSL942dh/+g67FXsNicOAo8IOOkOjkdPXXd7jUrkUK68OZnpbHVI4L+EyKD7cMJHFbIP9CVBQeF
z6xyehCZbp5pnIK2nMrjPNg/rbbWj6Ot7dXk1ushPCJRlDL4SJJLkO21q4QQ+/NsatUAZo7yYeSc
B8Iw91p4a1d5s0JlEVkhqSy0fnAmwtrCS9wlCFVXSHjrl8YcP+nAG/wutr6DYj7fP9fra0QaJDqn
WEvQzHu6OmyMZEhnB+n9IC/syY+c2D7OU+z4ppF/a8v4831rNzZRki508jcmeG0kB5vaEraT1VPQ
Q+0/mo0SHrqkq3euRvkpfvV8wh3kfWjEU6DlMl73xxUZUQO/G4MoK6t/rEozj9W0DJepDvOnsG6N
P/I0Lc9dtRuy37LMAC0qSbLFgfdfO0lnhHVhOekYmFpaH6d2aY963bZHfs58dgun+thO6NmEdeN9
vb+z60tTrpm4iMYNWlGSWH5tucknsRjjOARZV6onoPjKgcENql+Gy6P3MzO1aKsx8or3i3R1HVlO
CTAUvS+7oBeL/QWpA5jftRZ/Ec60x/B7+1vXn5KSEwVwKcEvE8jVBe11uRong9YHk2GnKvNQlyIO
UqW1h688jnlyjM2xSL+4YxNFT/NgxIvfTkXqvtcGL9YOngpKKCCoipTTnKtTdLRMZhTt3LTbvTeo
MkuEGo/WluIzmuY46tPUB/CowH0wOlB8GFK3Ont9vgcVumWLvBCYBE5MH3e1IdZQJWnLRNwgKezq
0FNKex2LMeYsienrfZfaHlYcGUg64+R5+zcSmlkUayWMc1wqE+1nz+30r3OePjinjXYR8FXGi6DO
Igkoa9CCGhZV60Z2Gwy9Fx6S3M4PkW12O59okwu+mQHhRNKHFeqy1+dDL/UQgDHjYxbTqP5SmWf6
c4qQ0Oy6tDtlwp5fYiaCnOlHq6e6c+NnKx7dp/sbeuPbQXN7UwqiNQa7//o3FKG1TKmrtkGWquV7
KxTpu0bvJkpZxbQjIHDDFAEN4Rp8RK72dR0psYtUuNXsBfmwZIGeAqWpLaW/2N3D2BY4Eri+VJmg
yMMGSzf6pYaqL0XXDmHhBmouND9q2vQcRSLceafW0Yy0wvPODScb1FxyKyuOCTCIMD6InT46M6fZ
BZKUVk+Iaofnth2yryYBT+AVRXIWs51d7n+67cVOSRVim8wFydPXfc2lKAdG34VOUIMHfDf39mtN
xP1MbrOciRbq8zJo2gcDnsPxvuHt+8zHk/ReKTMFOXflM3rYtZa1pG5gOvkfcY1GOhq2GeKW+ey3
kboXf2zPPIcdeXluMdn+Xz+dCPw0GdmnEyhJhoRn1I9By4Nzur+ot1l319c61QG8RirjUTJYVwWp
7dcAeRQ90A2m04E2jK0hIE5V+6MDipmL25viH61tVBrSx7VbfSjdzmiei6KpElCSvDy0zDtd+5AV
jZM8g1APfx+T2tb92Z165altqvDdkldoQfuwJKzIz8EFRD6El3ZP6HrrG6CGiWWQYeepIqe9dk0q
kjNZkKUFdHxgmcxhpxoM7Jry8YNGxWU8l0prATCoFUpOrj0LbYdjuvURcnSaF/gnA3PIca9/wBgu
HXLXkR7kGmOqfUawdu7XqHTn393JcZZDzL70OxfMxlGwJedCwQSzJZpzdZ8qBAawWrs0aJZ8umRe
nJxbQBBP9x3llhWyW4mpJMXdCDbOZlhZdICywBRKHD6bYd2LA1IJc77zPtwwBCMYbg3Oz3LWCFwI
YJ2WLWMW5K6APaeW3amOmvjLw8uRwj+AoPAWyfK//lBN0nTKFCd5AC4DSqw114c0QefwvpXN3U/N
DzISJWP+DLgTudZfLmTRJJY5jWESVCOKTHYq9HeVjjyGoecPjjIkBpGmKIxJfBfEpFVTq80zppDb
aRqAJlqOSj2FB4bQOA/WFd+sSFwHeAsKi2sZt7Zs4oouTRJgrCY10fKqPmRTXO3dfpvsi+XwQksE
L1UOvtP1zpXukJdeUSbBMDbupy5bzFOe1tZlMtXo3ego9YXWqPZgdUCujrY00C4p9kvCcm2UCng9
pQx9C2JmvP4FjWP+K3eH+DV2hvRzbdjjx9RGbPO+j0gfuLqASb9k9YiPJiEf6yKqag2zqWVmGhS6
UpzDOlFB9XJ7Pm4F+h8EQBCAYJCM66V5i0tR1kyywEkT42RGaF2GmrkHrr3h7/g5YST4bvq46ycy
juOsnwsnC2p9HNMLI8LM5WxkbRwdCq/Yha/dMkd1j9o6A214u1bHy0EOxDWUUQR1E4XBOPHku60W
nwEblTuX7OZloczLJctXAgJLcr66ZKt5EG1XizoIPWMURw8gRv4BQoRdHMAu64yqTTyhE24t/XCJ
DIEA4P0PuF0rg0UArlGzklHeusE7CN3qXXgwgTFYy5Gd/kfl6T7Ew7J3xrdHD0ts6Jv4JJ2L1dUY
RU2JfmFXB4irhO+EopgMY3ecT8TixjGbLO/JcpbkMelGmUKhpcG7DbUSNYh1iSweQDJbSVeRuC3T
BcJje6gnsIBDnZU7B+7GToIcRuEYBicdM3N1ysNMDT0ttKug1hgeTo1FX9LDqI9te9I6NVR24tUb
20nHlVAZYhTnbu2kIASYXucRb9hGPJ61sJtfAdjMHx1Yjx/tJdc+MvNpb97ZJkYnI+U2k5MJCNRp
AF0fd0bnDlkZtmngkBK8R63NODnDVD1DsdMivxRxn35eitqL3otcsdpLVxTOzjZv7zWSSGaOwNmW
jcz1T5ihvBvj4CrPaKYlDC93XJ/HY6+zeMMKTx5XtSfn3VOsu15oPes0XZImfF7qKP4Iu+4bPNb0
8/2zd8uI7DzJWjiPrLoykulLZ9VWHj6XSZGfyznvDkaGOOt9K1u/NGBCABGViAMSm9U3y7hSYt0s
o2DW0LRYUK0MqgJWZ2wpe9pGW1NcmpSNZLpPwriGvnuwYkrLGKuggBI2HWzmFiHkbClWgh7PiAz3
/ZVtvZEUBtdnnBRK7eBhrj+SktfDbDduHogs149FbhhBni1A66NpepcwOO6sObFzFG00nsZofFCa
m4NAtsoTAfubC5lKyrX5IpfvrtIvAfOycuVYmQawEZNqx+AzeGLeE9PbegvmKNbAj5QjK9f5cQ6/
PemcagmKfDafYuG5R0aPJKf7e7r9hFCAaAMBFaUmRBB7vaiOmGHM53gJotCmX9IYTut7XUEfKETj
a6/6d9Maw7LlDlLz2hT3u4mJ34ozB5patxfLHpjyU+OlLTOavt1f2Hb7eOOYb8YAZHAxdOqvF+Yl
5YiQ/jRQBjfqiDp4msIPMkGE37ezXZJ8S02PsJnnBp2olZ0SjB6Z2hAY4aD6DFGsnnL0Cc5dr+5N
lbq1JFI0MtO3+v5aicdrmfG0gB8JHKUvnlSv7M+Rgujt/QXJjbkOJOXfJwE05RSTzbsmJmUyYK9o
gaMCpkc5zCgZ0hUzmRtt83EazgTr6oPsY86WBEUTK4PsIJladwidMtam0BVakIHUOKYMyz5ETeIc
ei97cLb5myl6ulJAWuJD1+zjpigWdSkSLTAm+rjzkBfnmLHcO+dq+63kfUjo+rYmIObXbmHpYkYL
2FCDgUrpqYk0NL3EvDdO7aYVIIjoYctgbl3ciRMNqZ7IVQMnC/vzXFuLb3TNnhbTtrgjt0pq7Eic
Bn3H1WLmZUEDZpjUYHGaaDrj32byc8oLvXwpJ70zLg4VGfNjp8xDfWgaC42cQUHy58TVE48fcrWv
4ydRit59ijILXGZshbGi+GpRtxa8zSJ3v2lzmRUnFdl1/g9DyayStI2JTK1WeHtTq25tm6RNa4zi
Qk95LaqTTnrTEBrOlNzT6ZsOz/5F4vP3TtL2aoBBRPUNIBaPBtXbax+ICFLzbu7nwAmV8qyWnmwb
Ze7BiOoHRV5xaklWInABBA1Je5398VnChGGcXKxmBZZcjJDPUJ3yjbppP96/H25sHnVofE22ccDz
ri5WU+iJU7TpHKgEgYd5rnXfGdzoeN/Kjb0DLUA9kXmt8PfW5yfJ5witl3kKuqqpn+YGwZJEFPGh
mru9AQ5bU6gEsH90F4mcNtLalql4fZWGdcDVoL/Pc1X7nnqT8QLXRtnB4dwyRamZ+AUFnRsB05xM
njMZTdAStj8xjaU6dIOFKrVwdwCh23QBuRfYj9ii3UMIce17jL6I9bRv6kDXgVb5WVQotq80g1L7
oBCr4jxMWlydgRyn3sMvopz4SW5EIxFs+VoTsuoq1+o58kFdzdoz+MTu1Cqacy4S2kH3vWT7VjFj
FLyRrERA1VtzAiOGsZmxsJugKZXiqXVy76nTyvJQ9MVwGHrV3knft75Pn4n3nuiPqixd0+tdpdJr
jX1lFkE8esUz2G/zFCnDl/uL2joJRvhm9BZplfIKXxsZs6Iw63IpgnJW4z+9aHSOM0yVZ+oJ4+lx
UyQksnWP/OQGYAv+OVHJrYqAplV/iPPa8vMmjI5lFcf/gykw3rAdyWKp+K1WlUkduTEci6C3rR/G
0uhPsMqiYyQ6cycB2joFwRggb1rZ9M434lverFc584jrYKQT+nfhmGUVMMKjn8+q1qYxHQoqhTvX
1S2bODy5o0RcgPC9/mYA30yRMlMhiJa4/4LSWntMCyM5R6lIvjON2duxd8NHZGaA29MfQIRmVaaN
rEpVF6UUweSZueIXunAW36zVOiPzUsXP+25yY3VotFM24h964usYd5hGuuU0BwKyfFSuTT33a1f7
Fk7K87RM4nzf2o21gc6XtxcL2+Lg7GQ0hYGoGX0qRmWdRV9qzYlxAU30BAyz25s3euNMAyGkHUe2
TKVh3Vh1+3bxRJ6ALXHz6YsakcKOoik/31/UjS2kIY64ydv8yk06Ms4mMi1d2NPtrLyzZicxQZCw
Lh0Y5ueM+aMPv9KAcaRoFVhMpgWsuzlmmVAd6qMhAFzg+pFhzYElonbnPbuxd1IiF/gUxA3giyu3
d8ayMnRImsGUDuDgCq99TmlWPd3fu+1bBtWAv84FJeOoNQYnpVGgJ0o2BAoo1m/qMg9Hc8nsSxc6
1ZFh7u07ZTa0R696fEJSmtlGrhA0pa5PdKkmqZ0g7xiMjWZ8TnQj/tjUzp/3V7bZP4xA/ZZD2YhD
+V7XRqLZTboyVoYgmsEmzGlaHMos3hPHvWWFPJh4l0oCUeKqCVLoxuwpxOaBm1X5sSvMwTe9Za+E
tjm28hChk0YvHx1JWm7Xa0FNx+krVMXo2M/OB+aGMgbAqdMPY1lEj38b6iEgjCmHytd/ZSqNlb4u
smYMlFFp9UD1im46xsw1epTWwPVDvkN5l+9PMWZdFuxMZeTLl2PAMTM/O8pQ+wZTdr8+7AVv1B2i
JXIFSjHXOwejgRH3Da5mTdHcUbDu++fOtq1kJ7Pf+IGcsUnbFRwzrTCkz6/t9H04dDwlU5Dg20eS
x+m1iEXz6PWNFW65NxQzbVd3tRq4zN5AZ18NtDlPDsvYxn41ePlJdLvShhuXk6Y4pATtYPo5QNcL
SiOjn2ctVwMb+bDCL9xwIMjlAxHwxhRhTve/06b+aMGloR3FvwlvqXtem5sWpl9bCSsD5Zie1bZX
vg9jb37piiQ+xwQlwDq16WgY4Y8GKdzn+9ZvLJb4gjq4nNhHMim/7q9N4EkpJ3ApapDEmvliV47H
4LAyOSRGUu88HpsLl4VadC+lOAVYrjXzPrWttHdgBwQqlcHDXPYfRtc8KXo2nhyneF2Kak8ieeua
kmzIgZY8XqBpq1Q5MarCmEFDBE3TT7VvK9p/oOl5j4KL5fhQD0iaITUPITqufXM20pRjoAaKIUAa
Dg4nu1KHkyacdufR2n4upKkkUQewlmxhrhKwFKWEjKnOWqCWZfhj7KbxVAqnOhiiV3f6zTdMkSRL
RXJ2T2IErj3DK4dFKdwmDMKpSmo/USfrpEJY98PImx+VYWELZUZOI0aiY6jZXRtjmCPXv5eGJOZK
8tMujSIw9PrBMXx0f3nvOdNAl8CJUVe9ttLkEBqLMHOCLBnLUy90KT7dVDuZwtbPoQkAqJAYPrx8
Pb3cBXUah2pmB0qdVOcsibLOt8fMPcEoSZ7DfpwOFAweLuMyS4AGPVwIwk3+98rXyyjqMp4dJzCE
Mfp4T3VRTDHvrG0TcPKO0AWSBqipsqHXOziYGnjpUDcCozb0k23U8ac0pncSGYrz6kZG9eibLCvt
gLQlGJJkYS1nE8s+JFFB+2LUDC6HO1khShLmvz94CfI+SqQyqHneGAhc16sKw3JUmLKJlSwKv3ez
Wfpe0YyvU7+MOxt4fSVxnrj6QCiRY0m12Q1wjnZjiJ6S1p+FOxWYAUln+JM2Knus0Ovj+68hQui3
uYaSk7P6UmMZkh0s43BuPK08R9MAFmCok1cGFu01U2+bIguhVSHR+qvDa0RpTC9jHs5jZ5wmw2g/
VFo3/NYvewDqW5vHCwnCW8KoaY1cf6eoheORtS5r6qjij17a+cVs7ImcyPf9/1sV/+4cqQE8TGJB
nuXVcmJG+TB2CSttZ0Yv0WRaZyUx2gOgMPuQAzv4ZFfK9NKp/U42dx0JvBkmH+ahwj2AB67dsGZ2
UKozg+QcaYZyAVEdExh2Qr2o9tQc07RWn8AMamcG0HpHOzf3hhjd+I4yAJYdNB60TXehZrBnuizY
70ql9NUxyw5tUs5BUYp0J+xYAfb/u1a6rrQ+ZdN6raMqFLMxklyM57lEoSQMde+ilM1wMcyoPdro
xfu9tswvcsa4HFbpnBKNCQqz2zm+pU3VU18gnVIumfPl/lVww8XgjFJglH1umRdeu1icNdAjhpQ9
6ErttERu5Q9DGR7vW3lroax8DDOUPijtIG61/tRanNmZW/bj2WxAA5XAPt6bcMUZ092Gx2w0Mj/K
W/syWW13UFomjEWenp5Sp+l+u/9Lri/0f78DtwMVLaAtEg1xvd4pU7o2Ksrx7ISx7eeeq7zUMKXA
6IXdeRDKY/zxf+3ZCLqTK6Bua68xehE6g9lIwfpsJylIpYhGXK9VgpZcuSfLsHVnSS0j+KME7wLC
WJ3jdlk0hPINlmaNywcjz7yvRZVnpxRxr34nCbpti0YjXBcq4+smKqKUcxpP7nhOzZpcq0XxwQeF
wRQwpxu+3v9kK7ax3EMWJmcJI31KJX7dKxlpAmtRDlPIbpdQvORDE/XvZ+i44zmOnc74fc5c+6O6
hF7iWyNQY6vUrPoQKd4iDkYcIZfm61lFnLKzC9vDA5iMwAABepfXeo3cMEGECGN2xnNo5dknN2dY
Xex5j2lf/Lt8EGDgC8Ak0oRffdfcLJSm87CylEUfGHap+0L1up0jenMtFAHkKwCsd61HmDnRYAOo
n87L7P1E5jk/eOaU7kQDb0je63uANxOJA8lLlDyp1fFreFOEotXz2RvTXqBYGcb1wUT3rPMno/WU
A7J38O2qdnTFyVTDrLjkwoiaS4imWPuizbNeHHs1zsyPxKL1fMgYM908tzYleH/WhnavtnTD0ZH2
kSyDN3LeOswclkWPG4GyTzG5v88LuutmPP4JbHNvssaN/SdoQaYNciMh4LpfYYzgBEw3nAhdKsUX
RZsdinDas7K9/uREKUreCNPAlVojJ0etnuw2a+bzKM9JswDxU4sXI0LD1uqMHfy9DE9WH5vwD3gm
Aa2Euq4KCxHDJsQMhehcKHlxcHpXL/3WNZaTZc3pS8aAs3PWDsmf96+Lt7z62ix5FfkI0hG0LmAX
X1/xQ+plXU8X/1x3VfgzhFzcXkwzHVK/8mrN+5PHZ/yGYE7uvFTJ2Ec+8sSZdvZaLfFOiR2Z/yjA
0M1Dn8+lnF2RG+H7tHHclIlUZtudtHaxI1+Tk4R/uL2+vNJgyr91S511gVmlEXrRVsmsi1ot3Be9
YOK6LxrFqC5JqNvfljRUWn8ax1j/UAixtLT3F1gCcgyReNL72WZqYyhGO+gnMUfayZiy4oeKfFp4
CQtDCE6HlczNzsncup8LIoxSxVtDlYDqetNSfRlsKJEGrJ2lfIqBIx5Ihh+DV8urjEQAphDjbkh6
7XUvPzazdHL02TlrhZq9r+AOBZUq9tgR24CWoBnSlU7XD0iRKdf6S42nqxstdzrHOVeKKD6axaSc
RyWa38cMbT82zRD/GcLiOZrwZXaqdjcsw2mnDEm2LfOqVWWkQuSicgfbPZva8GRPZuLPwvibAWPP
CHa9n0Jb+GH4YEUSmVUYLhJILqfyUNtfz4bQSlefSruxzmPe6MdlnOZzUmvqzmO3vgmxIgmPkj5H
/Q7C/vWuRlxdEX1O66w1lEOUKHH/7vrCoyFtxQ9lwW8LYlqIbWJN/ste5T2zaKp0oP5yVjNGaiBQ
OPwxp+7y/f5Fsb4LWRDFHkrshDAoz6zjpahn6KvkIJzTtrHsQ78szZewGrPRr9vJ+8u1hLon531j
D+XoH0REqJVQ1FpdTWMO23O2c5uAAbHCPmnS88g1cwLgsgedumUKuhrkUQq7oMFW9ZHBLhvNmTE1
OEbvp4s+HFIVplecLnuI0lsbKV0PSURJ0F/H1MwJBr2zdPY5nqb84EaZ/j0SLYMU7Cn8OC6Vc3j4
w9ED5waRI2Gpysjf88v5XsrcEprEQmTmGB2iGiF5W8vmC3Ku7dEgW/wf7BF40ZQmrKYIubKnw2XI
Q6Bj5zpNnFeslOe5WMTFdvr5VGhK+eX++m58OtJxZFmksIgEr16vz0xtQnZpj7y1/L2qc6SptXL+
s3EZRXff1CYv5RBIlQ+phAsqmGno17Y0JDmHrs7DszMNzR9MVAqrEs3fvuj+6F2Ru791pttYSF6F
lf4Uay1iUAL+7PhsadH8UvFkDOjM5bF61MvUbGTdtKl2fuT6baIORoaKD9EY86gCr+5zk8KRqE3F
OSfWkh/Nfu6Oxdj+uL8Tt4zQnoL4QIBEGrV6ANHUo0WG4ObZTJkbAENS8We726u1yL/ya2wilyJr
LTRcZMF0bWWORJ6i9+qd83lsn8e8ZV5i3KunyeqHj3MVRs/m4qgnp9ejz86gtadHF8mbSG3qbTKS
xLdff+0sFWLI+zS6pCM5aBYZ2tkW2d/3jdzwKbxTvrw0P7h/1u+vWHK3qrwpuiRMoibWgYQEz5Ru
Z3Js+sX7Swsb1bwMY+dpv4XmooYp6bDVzUdI4OhOR5WrUI8YU697nWq9/+H0xvjYgDL5xDBQQWKo
wWFCBVnfWYwaD9PejOJLO432xUgL69I3hXhItvC/VtgJKGycVcqS1/tdh2ZlJEseX+IuqQ9qm8eU
wuPq4a/KWqDPEHFA1qQ8fG2FBv7szFUVXwy3Mnx7SsvDSN1w5xbcHhAQxYTzUiwKPbM1uLgA4C6Q
gokvBQVx/lW7h8noyp0uzMYKtRKYOTZUQ77LRr5pmLwwMqsGK5qXnFrwv4eU2T+ProW/DJ6U4c5g
xGQb63rHXCOMRZoq8UXJ7RDlN0/5Xndz9df9g7CaH8rnfzNDq4xKO1mXuno4FsWwp75lkIE6FPbP
xZus5avuxMLyCTiij3Xo5U2gDMqivqbCdH+oc9baI5EIY6f9vEvG5NhNICn/HiqGIZ4jT8s+i9SE
5jYUzvAuiqalC4y4HFN/sRYrvgxgsJPDLNKo9VWjRMlOVaP+U+v2sKDvL27zSLE21NAkZxd690Z4
WVYm7ZCUibXVCASaZvWSlekSKFW2R5e8ZYqWuxxIzKxqYHbXX0vNUka6QYe5WLnNfISCkUYJbRQ/
9ZI9HsI6ZZVqa4wrkE+v1P1ZPzVl6tjj2Hpw6eviqZPTaqzB+pvr+Le5tD/2DIN4eBffaq9SdJ/x
UOuESEFTUbhmm16s1K79hdnYiB6GDACibXu+b+rGySLglMAfYk+i0NUuph4ao2lWpxeR6fnFU5vx
aGXGY/MY3lxeRp30ERgAKYWTrr9VY5pkxHqXXhRotAd04cujo7XhjvPdXAv5DmUMOG3U3q6tGFM3
D0pKeSoh+zuNozYeUhsd1fs7ts7mcAbZmiASI2OlLLaKjSwkBesk0dLL4HAN1WZpvjR5oUHtMZW2
83WrHX7MmpU/m8jf/3nf9q0VYpfKE7UaBBZXV0dVjFHmNNgm+6mP3qjPRwUV6IeQZ/9+LTIgEhIy
O4zJHfglkq7qsapVxWHSCsLVxyqGG7gsTJ36H9YilSlB29BkWKdzeW5Ey1Co6SUrLPXgLA6chUX1
Hn0FiWJpI0EEoVhMkLW607Om7wYtzrOLvijxk1f0ZOBt/vX+UuS2X8VvUHpopvMPuH0aCCsjY2Ia
87DU+aWrezRgF6oxnWEVsw8qKDk7otH+uW9we/dRlUHamXlx9E7oVl1/IacYQgghFI+suBs+LP1s
HIWS1v/YWb5zFW2WRhBEwQQQHa1GEFvSI3/xhRF1oVFt9OyiTUqrvphjr6V+GSE6/2Tq9Itfp3KA
Z3J/ebeM0kAgPqIlg3T1anlRr8LIi7mU3DqajrM6jheXcZDQm6FC+h1f4T/3DW72k1WCRpQzmtEz
IGW9XqVR5U4YQri95JMuvFMYOyCPqthxL51ZGntTY28tj/gXf+Tt4gJZLY9ANkocdcYaQmc+Iv7d
V9GG7t9c0ca7ULEfnJDBgWZ5b51iLl9i23WvoLNhr0SIrF2KZqrfKaGmfVKAof8lGpJyLSr2Rgrf
WiC0CLJwmgZS6et6OzsqyNkCHuhSznNaw11VBuPYdVH6VIxO+Gmqx/z50Q9IaYjcgkiUAwGa8Npi
FOa5oqGrdAnLha4wYr5B5ibJB2Weq/N9U9vFYcqDqIrACqXydWO8jaBx5ZNRXhw+FBQMVXyznIS2
RTZEYfmkzUI8WoaFFiGZiXS7KH3B+livjspTYhYdoM9+jqideF+By7U7Wcn2DFCWBw3kyueTdcn/
/stJz9xGnxL6SJdJI6H2FREmHwceuy+LGS0/7+/h5h1jQWB04B9xaW6H/EAKqvM5KaoLjR3z0GRc
3sem9pQ9HYE30eqrm1kakjBtcNp443rnTCUedLxPXCIvTz+PdtK2h3Bxk+mJcBgxuHn0Mr9yk7oN
Sjdpo/dcddFX4STuDPilrj/0dmb0fw92Sn02zCOLaeMqVCa/yi0r/CDSEp5WHjfTN1A5VnWAxBkt
AZS8xQhmkN02Gv9DY536WtO+V27fx6VPAWDyhO+YY/VoJV06Ckkfc3OJ6eRwwOtv6JXLMuetW1yU
ia7ZkIXaO5Emy9f7X28TAa2syBPyi6cAddL1MjMKvp6XIjlruYeq6JmwUhTZyU27nH2NxZeyFvnl
vmV5caw/Jxc1qCFYcrKMcG1ZAKVoo1yin5ly+wRHfDqFel8ftEnYv6ErMj/VWpR8ceEMv4sGDTf+
H+xDmCMAZJLkRvhImNGooE1bylmSBVpbRfo9VrLpUAglfy9aPT5YTI171ymD9y3h2X80DaZAAa+G
hwPSOqXp1cPRgyCxlzLjiIaZ+2wbw/Khzwgz7i9yRUmVzwUAHEnDB1wkke2r79t6OQ04xgExsdoT
3bO65J3lJ8ncGs80WsXs25muDP+Je0OJfLVyluKZrLTWAqG3tupX2ujCMFXsWKDalCkpky30qTiI
EiKs3zrOhK58XqvJYcxNmM+tV872M3p7ZfrSG1lj77irdPprp5GvLO86txt5/bqHyg4xUgGUDZXg
ofLnPHcOudJ/QZZmOd3fue3TIIvd8j7jwtGR/Lp2zyYbGxNR9+qCVrGl+V4yK69VaZaXWoTCN3ot
f2xKz9unoowAkpOzQA10HZ4hMOAuEzIJl7mK8tOSJl+8RvEOnh7v4S22VzYhLi8stWfo0IazShQn
KFM9yVt1iSDln4bRVM+qGPawyturhSISsREAMBfvW7eT9EW4Sx8b4tJ54Z+89MPBHLQT96h6QNhK
P+iV8nGuzZ3o4cZ3k66OFAQkOirJq++WtZEQI5qwl8Wck4uZIjfW1EN1MJciOg2LIb7d95Mbe3ll
b3WNMSU5Bjw8ikvmtOrzYgzMsiavPdy3csPvkQMnJoKOQBC99sbeJQBKx1nKQNRecmyb3JkZ7aga
R/QanJ2b+cYW0sHlUkJ2UaqTyh/zy5tQxWXVGUUlLlVlgFqbxp+TEX1LyvLH0oV/31/Yje3j8qd5
xVUI3W8dP6MKqoRZSZRVCrU5RMwDPRamtxc7bK1AlKM2ImFwLt69yvMZXGO6zJ/oL7nntFInt1P8
0B6qR+FC7JecWAJgFNgU0coq2x7SInMdgZ1BbzW/thftyY5y43h/z7bOQEXkDdgrRds2CoRtHNoM
b1q6S6LPenQIJ57N02DpqXmxl8LdIwNs3YHGr6xe4Xu0q9aIkq5v0r41p/7ixHCUfLdx2/KJmCFP
3jP8Nqs+ilZrHmPcystQNvdpgbFOZBbXfQxFdXK71VSGnGt2eXSbRDnki6FR++733sjtdkpsl9T+
pBNNAXKV4dA/E2qtKeol7IbxEIdJchSF2z53ELJ2ZLc2fkgwR8WbDM5ED2jDNs9w9nKiKn6Jmno6
dlFdnyVmcufRf4MsXb2S/HnSGRASbwKSa02XRgv7jCkJzG4fy+Z3zeaCv2hllLSHOBsj89SXZvPH
HJp6lxzCtBnn10qr2vnJyMCvRju/ZrtmGiPENyQ9NC424ynNoh4Vo4/Mi9cj+h92jnoZXcY13D8T
b+Sv6zUDOsM58VGTa3+tveHMcWWrwLcuQ2Fly6ntnKh5n5pLUh7pUSmun9hx3vn9mE7KC3hQzySc
F1r22lJ0W8j4Jq3XvqpJU9rqZZmdeoAb0s3K712vQpd3Kdqan0sbkMIJcZnRe4lFBUEmr8HXi7pq
J5KBKuqWY+botf7dSxbnWwNaNE/8ps+Fc4gXrZhfKKAjgFwwxeRb4aYQhAd7FMIXpd06JyFErT3V
KkjGl15Ntew0DMLu3xeeAFlfV0MaIWZsZsNxqWNd/FMVbffNyFuz9YfIiptLnbba4Lu1AmNcCA1M
wMGjERgwUqtrjxHluxJmkincJ9eZw/zTEsWdTZgfzvYp1Jqw+9qjzOMcyaSS8V0L8sA7Q6hhQsRi
OV1zKss89Y6TMyoLpZxpHp8GU0djJ8xj/avhLYvKqZFy/TXTIX+KCkj3H4WKFOxfoRHm6mvuNml+
asK+DP+5//23Xia5bUTzBBrgwtbo60loU5vSBry0XiuOdqdFB4bUiKf7VuQ7sXYypIvwZCi2tJZW
QXvT12HMTWFf5jEWPxAiL1/TxhbI/oj8dYkN7ZSVdXq6b3RzP4H8IY6SQuEmgfxasyT1/o+z89iR
XMe26BcJkDdTSWHSu/IToaxIeVFeX/+W6k1uRiQqkD1p9O1GN5MMijzcZxuxaE1t08PEkfA4ubVx
KBGoRuNSXXI9fHMVKa8pnVC0naHFwrZHFAJ8RPjwjLcV1Db8D3X9f5jQ1paDtgI/B0uR1/XF0hSi
lXniHoIx3Qw23GJXwtTfV90yPv977d6a0CYdQg242X6ewt9z3ndGU/nuwSOB8L7FS/I6cYLmvce6
T/kCnkoLC3DVOmXWtroqBq2etMNYFCbSCi2JofoZ7102mHtIrNHYbOzOM1xM+CsqjsnwDr1fe59p
aSaxbJ1gP9vtpaDqsy3HUGwDrIyozOhPbCXBfypAfey4KIPa556akh9mUi4ZDnmGJGMBC4cLF8T5
YGjKmBqNeiA/uMmvB/ObtSTPWwsOFXKRw+hq/k+8WetI9GRFXhjrbD/AjADG29B2AD/evK/HUm6q
uZ10gwO7v4GR3IEk1W1wiQX99jBQl7iNUJOf+k01jZ9BPrWCQ1lO6G3drMayPPHfvSGYDMcvnM5N
ZHiqU5ZawHlsJMFhsnsdRsDm05WN/RA3easuZXm/MSXOVXBStjd0h9MvCWWS1AG2mZJomxCW8YAd
dX7pGn9zFIgONAxwfz1rBAsrxxGoTpPDWNtJHqd1lf4Em10vpSKc7zl+mu05BfLDjjstL4vZbXHO
zdxDkkk7zEw0KpXd98dZz+0LHOk3hqJah34F/sK+O/U/JRtgwvzQDg6dyqYddfYSGTJxSegY1Lt3
t8uikZ8DBQiB+ulQyHSxgkq74NB0fRDqox1EqXGRnHcG3FHOoXqGxL75x8CZe/0NtZ4/4PBQJQe/
89PkS9bVvv7Q2FaqQ32lpxTKdWzKGNp+/ktoWxdt9UztUuPlfFmhF6NO5kDcmJ2n9nTOUmuWkc0B
8e4ct40c7Ijk6yAasotK/fNNyXMYsG6TN/KsO3WfqJwqyzVe5wej7PR+J6ZcL8mGrq1L1+8bc8Ka
jIF4e6MQPX1pJcpJlafXycEZyi4qfNCmsinpB7rLHP/7YnxjKM523gk0U8GYT3nMHQe7Pdi6diC0
Dd+w1vw66RA6SzhZ7x9pgx553m/NTdQtr7dLXuSKpK82PXYDMSNG0Hg7TIa9/ZRp7340ciyhF+aL
ZjyfSI7XQ43J2FaDYabH3O6+5j4837lbtN32v7oAkbyxJTZMiwcjw6EeObmzhFZB+5ZLekxt1UXK
WYfIDqZ09+8f6ezlzV9G8QKPkKITcuTJNZzNkufYZKTHpq73GkS8MBDur7ofebRU73M/4cVNswhK
/bZ8aFHZGK8Xz7GqHinHII4iGfwQ3i0o/DAHF2Dvv3v4VQlN7czZRD+DpiLPtZPfSDNF52i10g62
ZtnlFI7BLPOHRceU+XE1iQAOh0yNLoD8mrVhTfbRc6aCoQrzDvPcjUBTFYdauKQf6z3ZZN+HovIM
6LPCTy4Uj2ffCBcEFQll98aGw9vm9YoYU4pzVJqWRwzFPjdVxguqKr9WxIVdQPfOdhMLz5kK/oBy
FGzn5HdO6hH9V95UxznIRezVnbsLequ+8CGe7aZtFBT1tJPYubQ8X09HLcZa1Q7aD2sy1Rxh7VD3
4Tpivh9iGDQW1yt/5CUX0fM1pATipoUQz92EIdzrQQe3KWhPSJ8XEz5BkRtMYJbYgc/rXtp9eslU
5UyGSsOMU03f7M0xNgMGfj1eMBuBqNzVQw9UrneynNNrlRjlH33BYHSH0E4O+PaOAZHPdSW8YxDI
eoosTRPd3moR91x4MZ5dllxOPNk4+SgDMe44KTjLRBKtANHksMjke7+sB7PSrp00/ZrO+a1U7mer
9W5L61KX+RwCYlzODIp4lDhba/v1OvidVQV1mgasQ2MYoZFWVujLxI+GTjeO5SCCGyPo5E1Rm/OT
MWjml8QunQ//Pr/OnsvbH0F7Cy4aRCvomK//CFGPtk3WVECl0Eh9Dy7iqx1BRZZzLAt8k0Nf1N1j
Lkq0UP8e+fyLAmoCCMKXfevfnDpWELDTokJagkNutE0ZOo230PNdnfF/GYfDkgczZhX4spzO0K2x
j+wDtO3K+5Hm6/CkW115oYR8azbUBECG1HX0RU/OTPqj0ujYW4e68bxbGvEEsxdyid+/ZoAMfDpU
qZx6J6NQqBa+mfI2WqnZrN1U5cYU18Y8Xeq8np8JvPRQS4NO8pAg7/H1os1OSnNhpsjn1SwjOHLN
TeANbZwV7SUv8rdWbku2wXkNwIaq6vVQdpBrgyzyhO6Mkl9cNJcHJ6/N/ftXDrHPlkOIESiw6+tR
qk4l5MWJ5GCN+bKTVqYfBy1zL9wS5+c3y/afUU6WrYHv0/EgSg6TJ6uHanXq60bY5r6XmnlHn93b
/XtWb329m+8zdccmbT9NYSfwKZhBg6iwDXe4clf/e96OcwRbBS39cp3V8GT+PeIbv9bm+LJpF/7C
KCeHFhoAfCiMMjmkYukOvq6yWMzB+vTvUd7YfqhNGMiluwCOd7InijbBDiZrkoOWdOmB8y84TqXQ
d+yOS+Hnbw5FQwiwZnPSPjXemvqJssEakoOXOx+XagZZ9jJFzVMVF+6ZN5fOgde8MRcR+ZxsQVvL
6WzgDX4gqFWFg6lZO90enPdvdCwetvIQIQ3n68ltXijXXdKs0g5BMbRulLhpcmtbm0Lo3T/R5mpJ
kcjJuqW0vv6guOKnKqhEeoSCUT5oWTndZFoTRMvQVd/+PdQbXxVNEsRfFPMQCk5lIlbRrCxoL45D
Zeo3fbL4V5Wmdc9+4fbfHE+pS1jh9pm+KoAJW6YG/ju/DUA/2eSKexJL0lwcyUWem3BqLV/EphI2
YnlXUz+pZhN/X0+OqD5aee+pECOETv0avEFVOzrbepuFTdKVD2hBrOlxwPQDJzCUA05YqXqqosrz
+jRc/Wa0YTsNyfeE7K1+x2U7g69hndfEXWamWajnq+v/cFsv2VTQhi7uk8nkgDGabugPaV9oPwOs
CXwuNlXVe6PrRbDL8k5H0Z8irkH3Otp6mE+TlkdWP/MXTNbUDVE6pdmXCvNwkokDXRYHXyugcf/7
l3tjy8M1hkOD0HITIm3//X9ASgU118ZrCCbwJOpnLFCzPTKd/+FW3EpzSEK8EimaT7biMHo1TL0F
X/ZaODvQlTJqV6CO/2Eu/xnl5GxHPuVaPF3FMTGy7/YwzHEDjhH/e5A3TiOADOyMoEeAMNjbp/Cf
BcNuUgnAfbZ6Pk6bKL2hnVoaO1Gv73UPAYzcaLi0bjnMwYlOhiLSaLHLoiBQjgySY+bwxhibzDhs
jbsLS3c+K3rgVHrbv4CenT4oK1guhXRNecxEKnce9i+7ZA7mvbXCa37vAtK2hXm4tS3+ely8XsAC
8bfrF/i2YhZrRXPrObsg9Zyn3rblhRPwfHMzFE3cjccCf/9MrZ8UndU6sGwF3cOQG7oNjSG4xKh/
a+02jS26fUATut+vJ9T22VhZEs1pUkk6hlkwROYiP2OUdEk3fz7ShmVgFbtZatFqP7l0UabmWAnq
9bH1JiOLYIPg4CkqYxpjvQz0Sy/q0+H4fbb7HbkNXX0KwJPviSZ3XrlFkBxKf8F5xDcLMz/KtEiJ
ydQHsV6Ag05LpW049H88cWmboAQ7OdOdxmx1T4Gm4QgBu6mUzY0xWkXc1XI4KB+5aacX+oU65vTm
+jsoH/PfdYWsdvKNaWB1OKXiq9UthnjRvLHbLY6yrxoEDHdUuZf8Y7ZJ/PfiYry/QpINJLKZ6slJ
mGCusCIE12gOSjykmu53ZRqfik49Tn6Bo4XR7MtsurLL/MIj640fk7fPBlJuxL8zu4+khaqQ1mt6
FKZVBKQ2pOXzAmG7202r21w6it9Y1o33RDVP9A7F6EmN0w52oozeSo9GSqbe5FdU9LIjHCrN5/00
Bst84QA7/dS3dYX4xL6BF3LuGu56QmiqYsC09ecw8BVBn0V5KU737VH+WlECJfKSeP2p+35blZig
p0d7IR6QJDMVk+34XrUHc/lLa2U6KAYAYV6PYli865xKyKNL5jP6PbtSN8SQpbfCdUo3JNXEef/q
4bpFPYoMeeN+nPxc+kJMamt3jNj35QNZpgNemMYlE7U3tuDW8gD9R9ENRH+yeoUMZn/Bo/6oFXm9
00Xq3C+aaR7MIb8E+r5xltCg5CnJWUl341SgqCkot3muc5+1TfssBGSNhgNyZwmVFOFCKPJhcFrn
gmLg/OPml8NpgbboVgifftzOsgZmra/ZcfH1ejzIfjTHGzt1DLmfcA7vrid3KH72iSRHLDfU4MVz
j7L2nbceQdrwrzbMBiYPaOjJ9pmk5hq9KPNj78j6ZRL+8jIMffP8vmucUbZ1pens8wIEvX+9SVuc
4Bxp2PKot91wg7Z2jfBEMO9lUnkXKobzr46h6DFiCrg5dZzWqB3K/742PXmcq/lXXettXAMPHf49
n7cG4UAGfdoUGFx7r+ejO32mKSJGj9j5VI+ap2Ef5lbr93+Pcn4u0lDkGN5O4k0OfPIJALC0Nigq
up/GkY96kXqfNGeLN0yFQXyJma4XtuRbAwKe0uAmswRw7aRksJWbz9a05JQMTnZrFqlx3YrMviZ5
o99X3tJe/XuCbywjxyM2fpt7AxLXk22RLvARU60vjk5Tqb05DeLKlMZ0YRnfHIXmxyaGo/F22mbJ
9NmwSuLVjo0/NpHMykyE+qTyLxcmc4aEs8vpWEKH4qzXt97O610xmLNltxZgSj5XlbpfnWJM9oEm
m/FDQ8zzbw3YTLvp2zq7mhNlBseWea9X2Ypkmdd2n1o7rUdwcjt1ttc+lcNiFiqkZMVXQrqucnci
T0Vw2IZpdksmp4LCewx+juzzMTKrZmpDxEF+ezA7pexIH1fSHOo8basvetKbdpxiSOW+JM7EvYfM
o/XifoXYfJVa5qhujVVgcZ0MqxDPuHu5+Y+0SposTAfb0MpwLDWzuzGt1RN4fSVQYvDd8JdD1vla
/4Kix7Bip9UbrHGStte/JWa6LDtlTku3E6X0CthoOEdFObqfpzEwJApjUxswX4XXxsM8S2rbEzSc
5sFECdykxhKKQk3yWNVe6//O0sYa41kYyrjFCmN1oq5xxyqeSkt0d8vgLvohL+pSfxI+qS5xFcz6
dCMqPSgOOWesF49VjZ1NoDml9SF3gzoIXfa3HdEJSkU49cQ6DWGXEXpxv9lt6bcO8g3MWAKTdD5c
jKofGPqXw0M+Nr4ZTrNeO1Ffqeb37NHouTZWbSmflO/jYUMTkfQarSFaJg6yGeVl6aJ4ied8Xr1d
72eSM9dOuuqu1Upv2Guaq5lH3lFT+bKk9I2uEpW4xZVac2eKp80c52XGHcG8hYhYEHXW5bnxFZM/
b0K/D7lruWcUXOh0JAzqp0bP0f2OeXlC6TGmVbXDQkhWIRHQdbFbcIgXIgxmDusU9rwxTPe+Q4tv
1+DkQsxoEaTEMSkuWwHzxHGzR6NfLB1DSrfHzKZbFsTaBfzgPp46o/PusgWCPEKttDFj4JZ8eiyc
Og1+IxxOg6e2bYzmKbDGsQh1b7RyN1xLrSuPuavZ3s9OuH27m32rV7+U5tTWEialmDMjaixDq196
rw/4Afymn+bruh+s7rrI+sW4Vch56kOhBTLdJc2QJeIqp3I1P6EzNs1f02xl3r3bpbpFyJthDh9n
E3x6r7QMdx5RzMb0ZYEg2V8V9K4l35o+zNlus3tprvDwn0W0YhWUmWGfCj6mcBRZTTPNVPX8Bxht
MuOWOql7qbXEt/b0CirxpG3I+L7sIHruBOyCLEqDyeKZNy1Gtq/nfvykGkPVuz4YhBuxZ0YVktjL
qZSsDb/K2NVdvs/bwaq+wTQnKbuxZ0+7MrWif1rdCgP80C5WP5lC0+/G4GGtu8p/rgbM/x71djLR
GAfVpMs1VKvvAn4iraFol2Pl3Osj7d9j7YrJ/FQ6xbTEJhkIQYg55fb/1GOHEhsyE/31TNCI3Dd2
7+hh7y2dfxgt6QU7AMKkemkoN82w6yz5ramH3iIOb+h6a4/ZqPgBckAc6Gp0eXJcjXVodmOTztMX
zelFtvP1wnZgt6nB7qNSjFO5Mwaz8/BPmPJmL+BWZQ+22WqWCGk3pm2MibGbhVbh99OPiWiv+cos
sRCMbK9S4ADVaCojllLWxm5KkJFiapSX6tM4BEbx3V90OUfjKgIMGWEreL+NUpHCFc6lP8lDJXsj
Gq3uyjEneEl+u/g7y+naRyujyoiq3m3TuHbdMYizXKRdhPds1z5lRLffgANO+c7EbWgkC9XN5G2y
qFWGq+blGcSwYOif/BWddziV1aihbEvSbxuQK2ToqkmtERdj0v3JtCz5MBhKztdrNSTFAFXJH6si
9mQp7Ahwc/RVmNIx7/E2WmZq/HAYZV/mIWdZpt8ZsrCXK8MuyNFxF1PqH1XSzGyApCzGNXarXMON
OUDkPlahYee6+8jKmutVHaCDf8EZw5l+zO3g9nE1+lCrw74T7RDiu1e5BxWUrhVVQz9V6M3c1fIK
FD6Y4cZWLbvsNluTucF/oFHb8W1WLqI16Ln5oyyUFKHXVsUPPODGNEf7rnoVS6/HDXp1Gv62biwb
bCS7uXWNmzbRxHC12oXLKjadqvSMbZv0fujhH+lf66tZG9dBXtYfAshd47Uwlq4KZbCK67Kdde2Y
sarOvpmH1g2njGHivLKML11g50M0E9VEM9oWg4xX0hzcu5xLV7uXKTtiDlsd3eedbyvHvG7bfkwP
lZf53o8sT7L1nhjtsePGak3VHeds8RtM10eK3afEDRL1gObKfA7qHPCoWu3+sz/axs8EW2biqLmZ
kogQp+m2S4fyCzWEeGzGwS5D1dCDO2pSd78gKxw/tVU1zxEo/WrfklrkOdd0D0cZynke/2Tt6vxO
ppmS0M6GNj9WpLZzLDWi0wEIAgfzoPvcs+flkzJGVEqQ61J/75dryldkidX1WCY3GZ4LZ7Hkjd8b
kgjylvu4JA2nmd07GIdj/qvAlcC2sIy1VPnJQD9RQuZXi1cT11e55hjyxa3loYHcWT4LXfh9mPfJ
ah8GfOTM9bHd/uFTUWc5Dixa0diDYN9SrO+DSg1jpGOe87NyE4dAvBEafZh1Wa/daa3VPxodKP21
5sk23cohJw+zNjUHKouq0mNrHZwf2txLTK0ymTk/bSID84gYF9E8a4nTFKHjwpe8GxIhOzN2CJT5
Y0yZ8YHvSUs+VaMq5W4xTJn9yXmAzVEF3fu9/VYqwYBu+EYIBMpGCvq6EqSC0LkQl+pocivGjaO5
EZ0kSHOF5cYXyk7+r15jRK+HOqmhDUsaCwBgdSxZvLtZFNU33Z8uIf/nT2Re4BgzQ/3jDQdO+npC
pO5mzbyM5VEitrkqnYGGiLE6z4tftZ+k2+txNuf203unRu91E+zzyNrEUCfvn2bQ1ehlVXVUxpyJ
uDOHZCv59EtatXOoAaMWeq4bnggJ9hRqaEepm2Vti+Nc2sW3sUhVhxv07Ovxsura//AURlCLwTV+
eFD0Tn4vE9m1tS6JOPrYkGh8Vlb6oaamXqIG+tUl9vXZ1DZaKnRlF5gGx4BT5mi1NpS9RlMfZ4+j
MNX84gdfpYVNZrm+/PvXOns8sjvA7tAV4quysaNfb5G8wXIa3Kk/Dgm3pK3peSSD6RMW/VgFW+/W
aOBbiEYYKa0LfkJS7gkK5TZSzVNgMhzp65GY126zVMF+3oEP+++ZnS0i0AXbAngNrBD/yJN3nb50
GWkKDhSDfPF2vE7cD8FUyOt6Kfrf7x6K8hCWngVsj6vpyZYPUBx5w8pQfcCOyAdfhkORy0OdNZds
q9+Y1YYZQjHHoYa2/MmstLkeB9H2xtGwE/IRDK5zuYmeRkdessnyT88oi+4CuTlQkzbHz1P1s2HM
XlrREDgOi22oK3jE5vdK77wmNNM0+2QJM3kSKRPdFWsty92/1/Ts/b+NTpMATgB0FIwdXm/M0kh7
aQlGT3n97nmCe1xJ7iXa2VujQFcGsmQMMnS2NfhPq483SOPwZDSPekEzAMPOIdZxBblwJJ5+ZOCh
ICX4cMMaBS85JRFzJDabxtU/jpXhX9VWu14V9vB7QJa/t4fq0tKd7hFEKVubhc3IYNi3nUyqx0HN
m6syOUKDqff16i+xbil1EIG45BJ3un4MBUX1b2vZAg09dRiX8wBfaAF6pTZwogJG6tWglLgAd56v
32ZhwDG/OQZTRW0T/s+vFGCCHGiz6x9n4X7thXHblW4d8nR8mtw1vTDY2ZSIP99OXg4qTkX+4fVg
ssJvOTFX6wizoJniflHUoLUssu//3uBnv5JN2xfRLMvHo/6s2hDMJUhcI7tSi8KkMMvqMto4Dx/E
KJwLp/z5WECRnE18UtD8IA69npPjD6VbNnZxhQjfuu64uO4xr9BuJojTF5Zv+y7/W9kAFW9UYM5b
sBbAyBNoOjeXKa8CrbhqibEzdmMuTfeHbBMQjdVMvEfVIAt4MMckz25HURfPet+M4/G9a0uTAzIb
qiIEZ/BVXs933fhlqYFHh9U1Aid7MXwyetgxYeaIS2Ej5/uF2C18n/gx6S3y0n49Fk80iOYira6a
lczSuXOd2Julu//3jM5cfVhXCjg4wARDbCSzk2ES/gTXLM3yqp54qJKozMkcL6U+ZhFAi/+hD4jH
ugKyILGtntS83PpoXdeHpFgyG+QhXfXjuvjuR2MSPQ4POXEdcY+4S8aJmWQEo6vObz8lWjbpSLHS
PMjjQHhE2FZe47U7p52X+tjMej/jjjS00wf8Gp3xNljJRdrZqr6UN/H/yOvrrURLYOvq/5WVYHL1
emXNvuAhEvjpVWFWlD573n6Tnl3pTik3KGpp/fGzYzfD+qFr19n+MjdmZciQ/0Ra97Adcid2HQS1
97KAHnOHmlbMkZPM/FZE7qzGYymyIj8OwETgWAEJe7s6IwE8nGB+Vj/HAmJPhABA7x6QO4v5qhY0
bneGl7UyGs1WJDEAk9A+9Gbjk7TaLHW+WxJLG3c1D43MDYNCn/4MdE7suC7Mkmd23vrOcZyIQI7q
1DIm7DeGLrtb56KSt3XTYiBWOwG1kZ+vloiaBUYcYtm8Se+9FIPMnTMkkwploVvLjVMg/cFnXNKp
f/A6zy8fRFda7iMfWkuuYqqSMjKmJUUP4PPyvxFl1WrPixNI+5oz1atv7CxLy3C1rOU7r/dG34nR
q+Z7gyQH/woeAOSr0FBouI8OBhTqT77OwBhAojYJEZWXqCjJ87zcC7TyWbzyLDN2abXFGInC9/7w
jTLrCZvj4UrPynbYr+VSBBHBSskPURSYYlqCQKBw8TWnCKfFJUxMDubkH7rENL5zJVQlm11W6qiv
ztDEfO9kzrdd0evPU724H7RpXIrHvkgcbSeTvP6OqlD/I3szfV4yXWFIiFUvyLS2ZV06+Tx1uNL0
8qMESw1iz3Xb58xb50dVawNCTmfWbvuld6Z9RYqqwAOI8i40x6VtIq+sUJYXTuqJqDTHIrjNC8/5
qZcg3DsaFIXxGZTGXm7TJkh+YC6aJbFR27KPgjwQq8BEyFv9KB+d7kPlNhgaEH6hVKSrMmhjw5gm
cF0kmXI8kAcT4KuuC735IPRgqW4wmZ3IN0+XcjxMLQrXG5HY1rdJ2Wvxw02FXx6B5Rrt6NiLVTyP
ARc/sTK6qYVd6wWPyl1Ha41GQxPGR8TR5oeyXOxsX2AkVaVhTdmQfPOb1s9+g8aWHzMpsuGg1/nk
PCwprdRYtxtYG9Wa8ZMsK272z5XKujQqNYcAq1HOxsrLSK/xQtEajfarWfT+XSWqfLivM03/Vq4w
q46mqP1sjPDC9IbHYFZe83MKquyTTTJW+jDOVfsy+YthvFS4Miga/fkCTJXNq3vlq7ZB4K97U/HJ
CfLFiZcuMAiqBMP9M9OSHsPFHIhZTHHf08NA1/T5tra7sr3NvVF+wP5IlxA/2PmhlS2J+2GeyqD/
I80EXvW8FLoI1ZhUnyZbNv192o+Gu3f1QdcPfpu7znXdwse+hXpb2U9Znag7y24crEld9Pp3dSI6
GRsd6kzApBbszqIDsT426ILzDzQH+BoLkGkjZHsJj0qJJ9mdk/rNA8kBNEYcnDVUJKzECEIDj+xy
V2g5TgcE+mGbBpRdX00pUcU7MwHJ3Xk6qtZI2lVphb2lZ20M/g7CLzzp/9Q1Z81vAPWEs18oPkXU
l4H5hEtZ4cSrKPsCoxCzJ5vA93vAqCntVGRNG48SyMZ/mO2C7ofrLe5I8OLSoI0YrHqMpNnRW7IH
rRtDpy/BmJrUVVbsQ4ontMjz8+xqMtvS3yRI2Ei2rtsfPT+RRSSFRu7NkEsHryPPzESkaJn8MidS
SkKFoQItc9C6LHKydH2R1HZiZ1lKf0gNGoE7y5DtPdJ+VnfMe3VFgln70+3g2u5sS9qP+CfUOa77
a1lEy6yvP9tV0Kh38Fe6Mi2MEneiD3ygJwqDUFvIlNl5WdPssO5fP6dDWpg31mIm1sED7/6da6rE
aGesR4ez2ErcWBOz93mG599GC9eSERZ13t/xDCq/Do1JKpUwsxEI12yfDFppv8gTWH/01Si+mD29
gUgForWizutdVs7IizKeTK4HQBoPcFXqzs9cyfRrlvtTEPU9Un0yncxxCrUVnXJM69oXNxP3+W8O
T6sJYXVNRljbs0H3DV3nEMtRbz47w+oHxAmtK3qZSnz2PS0pYznjSbPLBj+D/ToST48FWUl7Wtjt
k92WwffJUrUZzU5T3nR0G1dUMKK9loE5GPFcEIxA+oi5dqERJJPcBZkyf2DtRcoFIAHrKQItNcI8
C4IldBSgKYRdiCaHie5AwoPRs6adqaQfRJQoKwwX0x2buEBCcZOQaPKznNYRmEpmY8iqou5ayHf+
VUi9tK9y1xjyqHdr2Lo1T4wHJ0dgsLMKpJiRlJ7/yzMb86NnL7oWpmxhmnAmWNewlp2C0zaOHMCt
1ODbBonjxDKZxi7sSRgn15nD+1syeJ4F5Kznv4N+Mr8mE7FMu6Lrh8/jqGjAjo0XfCzSxXvxqqEg
nHlci9tkHSAD+u0wqAi7AUoo0dV0hTRYTF/JgTP5txMG7vHaEb0Wt6kx3yGo7ot4oDw9anXAyqDw
5P71PcXfiNtMJeMhdbgwgLA6g/usnv2QHaI/tbbb/OpS7m7YQZlZRknF5bNrfW154pebPvdd5Wih
kanmxSSBqQ2VB4YbKpVad1k6e/MuaLusinVIW0NYwx0njgot5uea5MUxzCY0yNvRSkuXpkvLwTBm
TbGDSSru1dRjSrsKJZ51O+vFgXeDc2VyuVuItL3WCbspccXeLYfqpWiUhy/7UtA5GE3yffGf6zlo
5gy87FmVZbmDMJMUceFXzkvr0VEMKT6tIpqnxXmWnTZhlY35uL9fNbv2cBQurC/ayhfC1IdGRn6n
15+Kxe2xXsTZ9Ve91L6KEOWPND+SFVGOMdDBvVHdUn7XeOk4fCxGwHeb+FLfLV5nscLavHy3St1I
QuHWdbKDI53rB9qY2IXMs0lPL5dC5SF5e1zLbWOXA9Y17ppHRls113QZljxUUyFw6xlBcCNMGrtn
zPMXmtvQ1e+wNB9ygG2n9UNymvQ87tbWl1EzeE53WAfWbJevdqaiwCbkMpq1fvmDfbzzUeG5+KWk
ffxY2cHY0SsbVR+qwF3rsKrHhdt2zNvfwLrDbx38LODM7qxPTQu54FrXK908iHFsbq1uhb6OfpBb
c1U2bSQ3cSU94KYqXyi8mo9lXnVfncRE9mYZxfhEIm5b7UGzvJeinYzPPuEDXjhOwIQhwhrK3Kxc
tBcPusHzSIA4FuAqx8LDmHVBtqCwZm0HfmrdrtL2urh0Viz563GtevpZK4ukVEvzInHcZN76oe11
Tn08PEijClICVYr8OdN7H0f2uTSN41oXUxmPkza3fB7cfZE1uuYvc+EIjBu1Tl/dQCUfsDcOas50
aqqwX02ygm3cCMfQ6IzWPPBCmTQRubOzlMfM8nt5GLSKrxFuthyOzejk088Bt5/ljgLc1uLMEqPx
IVlmzJCZrUqObZsP655VKsrDXKYuPyjZktD7B1slX6F3iOWBwiGrP9uOprRd5c+2ioZAZfNtA1+u
e0L77Laxq4+80lrTLuw6JPCUwzsc6qz3d7VuyjISqhPp57nJWprp3Cc/3SRYk//j7DyWpEbatn1E
GSFvtlJVdavaAA008G4UwDDyPiWldPTfpfk3lImu6H8mmAXEkJ2pNI+5zStc+5mWTR2Lei81bYbv
MxW9hCTJM/IErM/qdonRu95rvInSHczWkPW+8mRXHMfEIeedkdVYD05cGN6jRYNP/rSlN4i95hWG
f8BlcHB+Q6gbWQJdLICV6nYs8a3uZRTn0CV+2DWWfM9+kog1WpdlNiJMRZdvPfun/2q5q94mQQHV
qX2qIM86z6BCrC+UoQyxZ5FyJw0SFddjKHps6SJEwv3hwRk6Mh0U3esx6me9Lh5moZceeplz7T32
Ns6goTvltnPIClq8PNcN4SbsjyQPtXxs1T1BhDtToGzbeqeTWs2/HMMW5iuSXQvgCRJb79ElAP3a
NfBUti5nzWPZ6GQfudXUJG0Cp+nv+BiXyZdRbL5JoSB9acKqaYbm1YZFrYc0WDreuASX3gktXDnO
+1ZNovm5VCOUVByXWv/BIls1n3G+FOVduxipoitn1eIZ8SpcHdmKlsGWTz0t8fcqa1QZ1VyX07Ou
KkI/U3Sz94Bj+OyvO68CBP51xu9u2XV48ZWBEduN/QCeJusPeeXb6z10IhtNVmpU9T+VkWHHjTn8
uAaJPcV6CNXFqg41oPV8582ksJ9Lqx0WdGkW13kuitYdd6uSeDeCZFiXP22nQPoFql6QxVNDbaV7
EJCed6wnlXf7JtH6l34QjXlHN7Ilk/GKodSObQoU8ZnSs84Puta9fxDmkqdzgM2H3x6duvGbG/Wl
K6Usbkyg+BRcdFqu57VAE1IfOjhVlI31uK+TOA45uF8phA7R2yWXayO5EAsomEEJo3p2Wn4wM08b
qUdW0aw36RO+7T9WN6Pg0S/f3j8QUkUQZ6h2IwN6BuDLLK/RNa7oiPbpHMaxhmE89YwwhVZ1o4x0
3hGkCKiBmLVBPzIi1aTTOSlVECXXZRP5tW8/QTfxw6IcXpG8VRE3irkH5PHv27O7rI+BR2cZ6SNY
9CsuUJcEVA2JahUheuLuRjMZuTkm890fi1yJviNBL/0CenSnEys0gRRI7tYRlgQZxi+zLI8plbJl
ZyJNcGMPXq7iVsiH3bcVf5CcONuDiQ3XJKnJxrZaprcTToMSRK+Pw32yDglpX2/rJQJA/vJeu57N
QQlZU36B/WVPnhWnrZ6JFWpsIpf7LA+qnsJ0IDvPUPu3v9rF5t86nZwxNK22k3ZBSdctZ9VAyERL
vCyBFQPj8GK/DgWF2xtDXVT3qZvCGNssCID/XhTc7QUAq4smYbSoxvhXqcoJq7FxcF3TO27Ednpv
N2YTCeHKpugOH46debpVJlQGdW1ci2hNO+OLwUl7BXPQ/vLEmH/GpDq7ceYuDwAoAW2TSKap4MML
PR2vjbvejMHLRvMgzNBpXe9zW9f1u9sJjEIUC2eBVh3R++koTh03K1CaMsrAjBJpLnjoBqZsUyCM
iMzfkhW6nBSt9019GY6Si3zB2SKqTvnA58osMuMVs9jUH/v/eWiqvlcXg5Y00klg3TflAC7Hs0q+
1VLlBc6So5eIunuSDrxnBi3Hqi9uUcku9uHWkMH4FQ3B7bo6vxvbOJZSx2wtElXT7QrLH7/oejfs
JiczX2PfuwXivzhi23iUmpgbfWgISqdfTDqLJddkzCOnJ6Ao13muEduttUdZ1eLH28f54nNxtqB+
wtRB7YOw9mx3JGaP9IUY12i0snmv+bXYuVZl3bgXr42iw3fnKUN9QT8XRE7JATNdI0CcUET83cbF
8h2lmtG90dm/uH4RoYWBAZAAMR4kd8/eS1vVmTE3thbFM1yZXPpdNJZwXIOqLtYgp6ifBHOWrH/e
u4abfAXPDJ0t4Bn22d3rF+RxmCn00SL9/rC534ZtW2Y3bqfLNdyeSVYQVDrwmfM15BuaYwkejtsJ
+fZBUfgaRHELHHFlFMInFpCbHWzQ+QtWZ+SdhVcPkWWJcbeM0g0BFAy7t1fs8kNtTwfDgLmkbH1+
01ZlV1Da64ZI65Ub5j2SpnPxkCTFgwe4Nix769bLfHGGN9rR1lLVN1dDtsnpmXIyi+q/IhQU+bi8
VH0n7/xE9YfGjc1IFs18I+y4XEeXjh9kiG3bc/+exVOQ3KS+avoU5YOfhC7e1gFQwvHd68glwVsF
UIF3kqj3dFYsnonmgisj1CuSf93MpJOJckvSheOE8fM9rRL/k1431i2F5O0vPunAbfHNdl0QWEE5
Opfan4Z4bCZVQlZcm+VfzZzavUzr9UFb9Op+oSGKzm6R2686acDd23vncmW3odGgZMdDc/qvH/pX
z182VZ6vQzZHmk/YWNbjEhk5Vc+3R7m4g7cJ+v+5vvKW0S07Xdm0SHtDVtMcZb1OSxF9tkezowvm
D+utF/PaUGjTwG8CA4V55NnW1D1cJOi5z5HRmlagKdXvFy9zwz72bjWL/SufjWiADckDwwbdTslf
a4dwR0OcnwO41sv8B1zCpKU95QgVojOF203crfEH3R3tn1OqpjLUEtnc0C+7PIi0/kFEASBieYGJ
nP4IssercEZOOZpTOAEHY0JQ+2epUY9zK1suH2Y6M90N/uu1LeP9v6sGljYsr9MxTZkZcqTSH3kW
dQ9thOyIwYb77iMPEAV9d+jEiK5fBFoLJY14LBlFgI7fN01PT7KUn9/elxfybwTdoBrJZLaXwILi
dzoXl/5ejW7FFKVuCjG7FgO3WGwv8/pMFcoag8qU+kfkWRadi1Ur42BxHLTuSjcRw0GnwN3fxWUP
PSFt2lkGUvVpsQcrree3hDr4Sc7vCMzsCWEwHELj72xfryLrLGD9U8RGnl9S3Rn+lM2U3Vj1K1ua
U8plAFqRoOk88cGKr3BSXPoQdLJr5wNbOnHCQlNVtkMx28nuO2tdfs8GuhAH7EgGLWxsL75VEriy
w0CDUX1AORSgsH0Weeh5p1xJK4VctvYOhaN1D8iW9vu3P/7ls7k5PCMmRKpOjHjOSEtw88TeJFMR
8UY18GG1TA9VXxp+kHaoeTylsRD5E93oYnl3BIcSmskcCYHJuc4J+kUM8mmJCxW5fi8fqC5+8vOq
f/85Jboh0La2sgpZ0enerk0jmeec+ZXDgrB/qlf7TnDzvr2Kl/ctKrI8zlyBW+Z1AZhRdMGTZoGp
JwkGdxBv3Dxw0fy39y7W8+9VykWgC9wzMKANPr6Bd08nZeFlrQpsKCK9nmoU20ry5GwxrGMMOfCW
ztnFu8xgED5JZNkiCIicrWBRx9jeJqYb5Z3X/ptRT67vRjl44l6buOx3UJKE+yIbvXg1Ec0zwxSV
/DKscFJoaUTZxY8UTipJzpKk1QeeA7f9uExF+1UYVi/DrirSF7ycfBUsdLo7KFRyauWDIYuiDjNq
OD+mdc68HbXW6h/6fGUVlX5ZfjNTm5bTjIOC2CGKBfLfNpe5iXqkVmy61lqRfaFAbuGIQZOnPvSO
8pPvK8SfP9YqS+M3ToBVGY31kkyfjNrjve8geo84forMellxzeweRrIMoCIG4et+XONBhpZOrTSY
lDvd8pO5OIostEU8vpl4b9XGs/iuGsc5zTPTjoTUvqLDaXGdTneiaKF9ldi6um1/46K72LaMyE1K
uZHPu7HoT/eRndneOsnOiegcLvphcAuExBNYM1lorsn07jALlDkhIiLSIFNNjuXpcJk19+UCcCMq
bQ8Bh5Y2vazi328fxYtggEGIIjF62fJdXs3TQXgYZDrhmR0J/CXDsdaHjH6aIR+tIu0+alXh3Dj7
F/c0A1rbMpKrcRbPtaPQb/BbL53IEH1sJKyYhjqa3MaNT3V1FBjeUL23gpJ19qnmtPAho/la5E3F
9FGB+fq6zMktVsq1UdAaQK4aaJNN2fF08ejgpY0JazRKTaO7z7V6DWjQ3yp+XG47KPE8OPg9b8H2
uf6o4Scz+y21I7i2xl7QRgpLvabhaZm3nrfLCcF9+a+ASiETmPLZlnNpuXL4DTvq1db4UFChcoR7
b7xklxOiGkx7gESQ1POiurKJfSaGXL3IilVWftH8Ats1W8/b4h+EdayXt3f45Zy4/G3OrM0DwGtz
thUm8L2z6jsv2sTSvwFWzF7LYrkluXJ1FDJq0zRdfp0rT9ZjN7RtPHvRqHvjazel44MuMvX69lz+
O/MnER1FAdCkXMko+mKteHbpYXGrWTCT/YhWB1QreMgyOywoEHQhVC3TPLrm4v2RSi/+F4tuyu/S
RJO/6gx9hQNohlUHdlnG+uHtH+vKB4UIsAlibhLD/Do9B3NVJl4XV3gAFnrqfFQARob7yq6K9esC
MuTP26NdWWqQp2hLcS1SIrngxQzJ1HazYjQns0POi31w0LnZvT3KtTnBgsHKjiYTYgfbn/+VqI3p
2GhFPPjRjBMvkK9cixSMb4B8owzeHuryJcNwg5oU9AOcvElDT4fa4gXa7XxU28qrO48ALFjRSzlm
vVYHIrG1P2Z28xBeWUWLIhP1JfDYG0HgdNCmLRsNrlkcjUDpwlYrq1Ab51vipZfPCxZYm+kbYAQE
HM5xwikYK6mbcRyl0DufmywrfiPPjkD2hB5iR/3nxnN2ZSkJJzf9b51WGjS301m1s4otGymFSCaj
HwgNar6WOPkXjZrjztd746GZp/6W7eG1tUR3EfNrXCzgBp59QM0epjSe8ziqS15qz5u1O99Yb5F+
ro4CixgFKReU+bnm7IJmgmUtQxyZa/kbTZl5n3beu1NoPJnxReGxoZdFE3L7If7a9pXWuwWxuYgm
5Rm71TLEoSyd4kaUfOVwEUGhC09JAAqYd7ZgaQc7kEdNRMoysrA37OpQOSuyJWv9691n62SksxdN
sxFQSGJG8lvEzFzY/g+JZnOEx8arANMM+JWWsRj2bw97dYLseHRGqUdQ8DxdRqPGbTbVWcZyyuJf
FAv0IZzHvltDZ+76n+8eDMoZLi1b2x1OxVkYQhSMtR3l+MgiBPlo4oMW6PVS7cZBs2/Ujq7sQXqb
RBbUyrjtz5l7a2auICPcOMpUHyOZ0cE3V857dfx5Ryl8U2XhMYUpeF5RyHxssAZliQjxejCBWg7C
1hnV/buXzWcmKLoTXm3lzNNvJEXROMmSJcfYHMrNKdffV01vPjY0LD6+PdTlNUjnjzuWBAImM/v+
dKhxzCZAgusSjSr9n6XiP35uvqxag7lJWdy9Pdbl1mMsPB02PVhtYxWdjmV0uHsl07xEMPhMABho
xqMN7yEJ48+7t4e63A0MtSlgk1YjB3Te2FwyJ/MK26CSWDpz2IN12mWrfK865n9dK43qEkpXFGjP
YSVJ2xBZLbMVVUKXu8ZNf8vVd8B3qebGQ3w5H6o6lERd/qFadqFbNjeA8nVyE6Q61o8Y7xXHwh/U
jRrL5QfinacDR2pCBQkRr9MPVLhxluKHZkSxTK1DO+Af669eHZT6estJ9sqE8F2DzssHonHqbn/+
120OmKN2q16ZEXJim6yHB0BSFe6743k4gBuTl6UjmnDPcsjSmSY8LR0nwnKVnuzo/UxL52nNrenG
rXo5HWJf0iC40LCCwD+cTge5m9Vs3NyNhlT/V9pJdm8VyroRzF6GEAyyTQOWIaH8eZ8qTmaUNtrB
jVAeqafAbAUEj8JZv5EmC0CsyEQgrwCG7b0ygJv0OtarwEegVpEVncUusxR60ffAb1Q/dPepO75o
YxvfmN3lEoIzIkKnyEdNAT7g6RLGXolyVysJVVpyhl6pOBCdNt64g66MQsK6ifSC3XUprZ2Ows2U
VpSX4sha7Ho32U0dJgMQ8bevH8oU/D2n6dBG6uYKB0RKJdE4O0oahIcubbM4KqVy/Z3IJ1e/HyY9
/YW6gnxNOmX9U1uNJg5mKjfuN6r9nbc5mfkL8Cob9G3oFpNRPhkZhaOXvmzF9GVr1otDnMej+WTQ
8a33hVvW8SeSVc/Zz1qsy0OCUI6AWaGZ4xNYgdY+ePTAUhhiFUU13WgAkCd1McwPcHLm5Q75jxFu
lV/5xX5tE9faabK3wd9mzTgc0eos9Ud7saVTBnnTDsUeetS43I1Id6z3zqSX8R6HSsv6agkxv2Zz
X9nQkZDX+tQipmXd16ZI553bxyBftcWsSrUb1eSs9+Wql3ZkKoouoT1UPa2tJe2GlwUzaRNWSjf8
21dq6J+aJqdnaPQy+ToLVLJ3kxavyQc5mzgcVBDr+t3KTbwCyQYduXO73v7CuW+Te8cUBmV/pJzC
gpjS2tcuSOkPyjXqT4PBjJ+S2TCLg4NEdHc/utY67/2sVMitGKXlR5OFCFS+Qze/XIKmFojm6PmC
/opbyfHrlE3L//JWoqEj1rG0wynX7fJFmTR5MBQ1Z3hBynGSISjBmeFqhbSrwtTT5CHi5QI04mYr
5ozQXaYOwg06VtUniFip/5RC56voRuhCPVO6TN1/lk5o5c+hVSp90CVKoHcWzlXad8Nd4bZI7OrE
cTEctws0JDYo/82xnaeHec5mdU/Htzt21Ee/2UMz5Me6sxFcg0wlKjArlvJ2q5z18ZDXeJfsZgS+
1J1ujWDxq47WyTG3cZo9ug0wzZ2NdkwXNqOS4t7KUG3YpSCI6ru8JNg7CkNXvIAWn+WR1Hv5My72
aDy7Sof0I0C1/Ow1u/eoD9hOf7+2fS33bj0kSPgYeTuhnWKun7I4drwQoG+aPVsTBYdHex308UhM
PuZ3To6C0C4FCYNW0IxRqg39SiFnsLRWjfDbIlSLNlhXDA+qUkUcLpUl0Y1ojLUK+zEWSTAOZq52
ysltKB22kFOwdgOSNa2Dj+2mHTSWxyEWkwqytjD7e7MHPbUrkFUe9rwp5cJeabUuJGiX4OMF3rHT
i+srPm8C/k6FS+Z56sHvncU8jNqaWKimjbPcz+mUTHdNYsOfCGp/MKaPPg0hzInmWBN7hL9b93uM
2enw6E+F9z2VufYZGTbfD7O4TevHZEJfIdBK9EoDacKCCou1Zz9tmnJV6DmTiIM1gYgQTk2qd6Eg
a4spAjsqDzOqIUvolNAACFasTAVwyH2MGinKfKgXkX829FZ8NpB8yT8mmInpX/t5rdRHnf2CuDQm
7MvR6QrlBnXRDdUPuLbDuJuAqomdNZfAdjsn8cYR9qRdLn2osHtugqwy8LdOzdn7brvx3NxlyupM
SCd0vH/JFHtPcNNQsnrqhrP1Usq0/N9ot3p7N/XmUoKU1qZXYMd58bK4YOA+uHAC5vuBokf/BQEk
vn82+M1rJ6ZE38EL8oGN6zN+xB0uBx9yiXPuwUdS7edgL2X8pOMeme5zzrH6tUz6jDFbzXF/mNCM
hbcK8W94HOUyAuEGo9qE4PrL6W5zKXX2crD1OeCUsIRwcVL/B9dwXNzBOBv7QG6GkfeLG1vyPk5d
fzj4Jd7yYediVP4vnY3WC+U8JgbahSuCkWL2dSTqKASuj67E0PdT1jlQvJpl7o1PjpiT9W5MJm0+
mIUxfFtjV84fEsg03T7T2rLdTXxKLNe7Re/31dSu6jkrkhhqYS9wp0bBSQ4afiKjsHbjLGpU++y+
sR55amPoKhVtyUNqz4U6YqVgtQ+lGuQcVQhwiQ/+2BZW0KezazwW4wyNZTB9NUTeGhvLI0G3bf6O
DVu9lsqczBe763z3a9F6ov4WU9PUPutlOhZROWrZEKSrste7yqiH53yFin1wcoiwXzF6G+wulN1i
i50TT8vMm69iuMhsEzT/UI/0IBmhNNPuNEhBFYwErxebpNWYHOoWZeJD1cXFHKpBSOMZY5N1PXhz
2zahbJOFjbXCUbzz2tHB77JcBuc7N5Zsfq2o0wo3bLSyhl3UxvV0oCsmv7hisZZwbL3YPQ6CdgHX
Q7KmEQdc/+SsTqPtR9VL497vMWH+CVeo7A9pTg3yQFeh1M1gLkSSfswWNHYBtLd2SaPJEutB2WTa
yM2R9CNClqw/Uhs69BAYSyyKnd1zb8IVqJvug0//djgCZzc/wCtp61+a6pN4B9uIxDYjjvhD+4q0
SRbe2twDCOvwG5MZaGKodbX9j5UlNN/Q32j6XcndTMsU5ro9sM6rWf7h9emmJ194wg+WvsJQQlS5
noUIckrxMOQ5ND5/ob+ytxuk7wIkSWUc0P+zKYpgSkmIaYvVDf1mMb60dtWj/TY0kLnW1XOfE21w
8mhx1zzfr6UlEGevtKHda7yd2p3jL8Q1eaNhqp3wleYImqJph/xPXvlRIHO7HDxFSXPndKmPcd2a
tpwkpY93Vj6L1z7DGOOjuxS6FizZan6XSSKzT7nwOo7lijALtxnSYsPPTqD7lQbskXr6vE7C9T/7
iDvAFqJ7aO69sqdZgYw8emtIXjrN3Qqr8xtmUBb0KX7ImOc+dU08GxOBkfiyiM3jqy7VV3TwAOBw
/66PiH9ZWrS0eSZ2EpbY8E82Zw3m2P1U/4QDFaM+Cwzrl4Lg9GuGn7Lu13wDCc3uaHAfJ7B/oPsZ
fXHIkAv/B3/RTO0NSDT5i536Wf1YJVVnEBxOrdEE5QwTY7clf3hL1EuTveYqL/rXGvlMaLHGhCyD
QpcG+vNszh/pNeIHXi9qFZ8Xx4BVEaS8Y19tQOjdiyLh73YVPdocaly/PBduKsv9WCxD8zRPUzI+
uUKb1D20Re0RRgPubakr85JlFv3LoI0WHeIc2s9dMwyxG3ogC7QQbi5kEKJLfiJI4vWnBLHF5pOG
jbJz51nK/o2EObttHNI6/RCnjcKxTSBD9kgpbFofiI7X/r6NjUw9l17e1yG62Yt7F2ujPv5yUa/7
WK2bTiV2Sc5816x6Nn00J1n96w3eoEe9JfVXMfnW+NuP487Y19i7LJ89fqsL5j5Plm9LJaD241+e
3XUEp5GOioMdokpiz8RuOXdlO7ajOshqRaRiMBqKJEEn2x7vn9ZDJfNoIuoJuKKD1hKClo55bM24
yfaDJswviUd98aBwagc6sHYWJjeIMnpuUAkLBudoeTlXti8aGZpeItMfZjp75mcvtWX7Okg2Q4Sc
HG5GNr8vdsmwaToEYFym6tHpy6pFWDCvqE2yWe1PiTW6+nPDhuu+eElrjPsuroV1V3PbA8NwFvtA
VmgiKVBAe3moK0ipeNhY2fRQWH3hPUIVmpr7jU/U/imdLi73g/SEw34uYUpOboWOcYmspryDfAf0
EucHVQbDaBj1Afywa3wwRCfifZ2lMWqByCtq42OLxJtWBEpLKsQqVJKJf0svLuShkmqlOSSgSB5y
CBAWUrvZyulJtE3dkBYTClgdV1oTqlzFz2PbWZ+TboDxZveZGp7wva2dKBG4/oaJJqpvKO6x4cre
b7RDHEOJDCa4Hs3d3Maj+lCmiVuhjUlFDx2XyRrKT7ar4MUF0lGb4nsNXeHRr4p+/bTYjmS7CWVM
3yqtRlUyh9eYhnGSr34A0a7QgqZxMeZKeQqdzTc0+dnOc1yHxG3Ah+PVT3ezyTUULLok7OJxc25Z
5mz12dPE0qegT/pKbkm+fN57j+sqt6vY96lAmsld5iOjqqRjPi0m0htoH3xquhSxClEtA1Kz1ntt
bmiVgN2npkIxZWM4nRU6EimnpjX7OAIyUgWNJ7Jn2CVY5uGW/vx2Ev1f7fFsqui30DChw4xi1LlY
n/Dy2e2EH0c9SrZ5oDwlfyXQMD43EHLdQBpt8bMp0nUOKt6YF79IND9cC5H9fvsHubLk1MR0akiO
vTXczuaMpqXWAAwUEVKzTaDcojvw0eUBbZv+AF16jPy0wvshG9IdjM+Xt0ff/vazVQCdTAkGtTgc
6s7JDMgedzysZXLkhK3dQfarC9OSkObbiq4oQj4VtKxb9YvzMUlnwERvLB4QCheYfE3MyuLejSO4
42R8btwdVk9az9aCmIPU9OVGVWar7ZzMkfGorANKwrFQA3vBn/9dDST957Szq+qMzoRut9ZvWXKh
5koNO2zr4icC9OlH7shbQkwXJc9tZE+ns79JDFIBPx05x4JroGBCnSZvirBIxfIB8jpCzki7/Xj7
Q16U77ah6FHQRqURSEPudKiBnvFcz3QAQWQu3+HhV4epd7pDhVDKXSpJ3wCIof/x9qjXlpYvSCOV
sjvNhLPN2xMqSU/RZkr04lvp01/KU/Wgj+NvsyGZhRwbFA4SGG+PemVZod1QEcfPCTHK8zLbMGql
ILMSUedKfS/jljiwdFUQ4wLw/zMUPSTqopuW4nm7eM5h7bb2LCK3jb09KjQyWCBVU09IbqmHXhT1
XNCklJN9DcQG1+9Z8dARrlUKMaLP3U2oV09ov5urVt84DNdGoZhMZRxaG3Wgs30iGq2qOSZ8MUoi
uxoSWAgW6VZH4cpu3IwgQafhi7z545zuRhSNcmV4OPhmtci/SrQZXhQraR57C+9YMc8eJRkUfI37
t3fGlf240VRomnjgeLjUTsfV13YFxJfkRw3zN3ikXXnMR4WKim0hgFnLfJ8ofX4pUtndOH+Xe5La
8obrwciGEvN5hxDcgtMv1EGOiFqrsC9S9XUk9w4pGN0CeV2iYTjjdISQ6gPeuV1tp7OMxYKQnSrq
o9n52KJiYVqon4kakuy50HpJ1VVK3T6m4Nzte51a8ZeFhGc4dF4sUelwTFQi2IiafH179a+sgeFy
MNlVnEwAMac/l2NunSpEpY+9htkHXa0pCQZakeS5hI2Htwe73GJcdKAd6FhtuIeL4zLMpkY/vTiu
s4nwyzD1fjCiZfKgICQiumJqafXc5lW83NhjlyfIoNIJQZQOLai9872dki73PbaJx7rtxKbZQV5A
1PLui4dRfEqWBg1hOKjb9P96tMwiR0LFy8sj0gjia1Fn8d5c1hHHhfjWxXN5aDYcH4feYjU3cP/p
UAPmwRCSKUraTasd8zq37lqUZrgh1g69nww5vhJWNiWMd99FDEyJEEMyuk7s5LOBS2OAWV6VRyMX
4x6VqjloyyV+b9/RZRRU3YCTEnbgL346ijvZSHUgMHREIsL5x6wQtfTMtfsee6N8L8jzv6EgiG6E
LyJY43QojbyFg8tQsd8bBDV0Gjyv+Oftjb+tymk4w8WKEKgHXxgXmnPInYeCVN97K5+rKL2PqAgb
6w7gAmXhogCS23qNfYvyem3LkwwAjgG3wsW6/flfm3EYdGdY5rI8VmqtfsxjuT64OZI4758YOI6t
B0kL3z+Plmho6V1TZ+WxnTT3gBUJqc+y8J+ByNuaCu3947EnQGNSxQJcdH6Ql95rvSpLq2OW4WK4
ruXrQK8zkMUU+Xr+79uTu3LIAJxp7HUexc1r+nQJ7dEZJaJ5bA1vV7mquWus8rORkua0phHvJ69d
qKp1N26RKx8O0DbKALSfoAOYZy/F4ieyLtBMOhai8r63E5chu1LdCgMvL/4tZ4MbBBsGpMd5hN3p
Q15sKmdHs4ADO1HLP6S1WTwM7nqT0Ls9ImfbnxiZmMLbMCzeOYliXSnraEvcHjtEctagQrRWBpqN
bDwVfheXkpk2wxetL4ePYDD7n3PXTirS4gTHBm7ufNhBAVk+1wWiYUE2J755v4y+WT70xWAa9569
CrxliDrFDgOKaty7mSzm3bjSVjjyjrabSDhH7FCQQLteoKGjvN7xGm1W3tMo5a/U82WO2CwfJCzA
iix76gqIVhZm1yTHppaJG9IerLAozPR02SNFQZ6NkjESgFTT4+JegDzRQxtmrwfGcyWgQCqqbx4g
Ajc38uArO8TndtBIuFHhRc31dF/G3mCxR/L6aNOn+Y7yn/qEXc0tt9L/sumzr0Z/n777hjhCo2I7
Hn/dIDo7zytHWR9RoTLbBzQbPP8bdiV0Z4uVUnugGYiOHmkI0qaTaTfLRyMzk2oH333Jdo0zmX/Q
pOznOy/u24767KLS/Zq01S8Bk9aOuhxI/w85aakMRwqwSfT2+b2yxaH7w97ZXhEAbmfnt0KDNKb2
Vh+FKMT3kj04gWnT9P3iCPvdUheQ+EirQKfwC3fEsycLMytn0clWjxgwjvdS5ck+c832QEdM3JjX
5ffnOkIrmNyNtBEU3emHcQe0fEwKcdwQq2Pu0fAdTeSIqjk9vL2Al88WlSWqOwxGgnoB83BzP9e9
jKtoJS6WYVuW2CJkphkUMVZN1D5pYLw94uUn43onHiew+e+pPAtHGyQC+2JxymPDOQtRaGo4djTS
sAvXw7eHurzdN2g28DOAH2D3zlcRcdiqj62lOupd1e+M5alu6xCzHYqDWzkZK9JqkwGNb1zv19bU
33hxGiAnYtJtBf46VSVuLQlOINUxyYo8SCdvlzmlFeqd9W3inr/xXl7ZKgbwe6TIXRJI8OWno9Ub
orjOvOpIqJDuqsFMH6y0fDftg+Kj42xDEGVD0Dk7aCtiXDr6Y+0R8Rz8pwyqrcBbUE7lc974alcm
tMlkbxB0eHlk36cTGqcECWQxtsepUupj5vrJfVxgsfL23rjykcA/8rcDR8Pj+hxY5SH7Db2sao9D
e5D6xKLV+RxYiraOKW5siCsz4pXX3A3ntMHszrIGlRKqNcjsHROqQYcOvMUhXcrl89szuky9NuoU
KRfLRgB1zsaYTd7VOHdYt4UMl9C+oJWll3Df7AanM6XNbVjgV7TeWMkrBxriP+8g8EEYLec4uMHt
xhrd2PbYl712UMCCA7sS/g5TgXeDznmqoB2BZtmySxDup1vDzLVk9Ia4Oab5vO5au5O7vJtuBTNX
JsS5JeAlmaQIe159XVPgFmtvtMdVgkGqks77XAGgvzPH3Hl3FsTDq4PuIzGHD3TutT4hwIv3SNsd
EbUe9kQ0flh1uRUuOtaKb2+PK5sQlXuKAIjkoBxyXjPbMNRjPjXd0UTS0ALh7gt/v5jdeKvKdG0g
HsdNXgtXDjRQTj+SUtmUI1jeHXGAzJG6mKGJCXErE782ig+KmXcLBjxQ3NNRynKxJl+iHYcSrPYh
FavhoesIpO3Gsl3eE/ADIVmCT9zupHN+TzNUCLcqYzz6cZ6496ZaUHrONJnM+0X4KOtli9vdCmsu
J0fQxwuC6wNSRqRdp5PDvpPu6tKMx2Hwy+NErECjp2my4kaYcbnTN2dWDH3IwIG2nx/d3pP9UClt
PCKI3R0o0o8BnLIhhDx+qzp8bUrEx47r8y+4iO1H+etRHAxnpBLujIAc0vwwmYZCa0Xc4r5cnZCz
vfeQRXiozhYONpoL/DGZjqU+V0/CBWmA4qxt4kQg4Ha/faIuL1xyOHuzXsI9AiWes9toMu186AET
HSdnqIvdnMy++3+cncdu3Ei7hq+IAHPYspO6JctRlmc2hD2eYTGzmMmrP0/pbNxsQYR+zGIMGHB1
FSt84Q1Hq9VIHhwv75ML5XczOM15EX96/8hkBjDv6QbySKpN+8diLraLDY1ctLtMWqW7K9GfLU92
FYBjmWewTg9Nhw/c3nSnoTy+PfRtTKXKKGw4mgsovaxVHAy7E76fZM0Z4Ykm9EpreTKEg5Duosd3
Cw36T41rNTvwftHGct/uIF5OZAk5GDY0uDWLpbFkK6cia8+9Ju1TWre8bGayhXu+Pe+sKTeXetJU
jr66V6bJqDuQne0505OvQ1rgW1vUP3xR/es6bXT39mLeblcYJQqEqnzqqR2tBjMSGziT7qIK1CRI
by/xfMzIK1DxMLZw/i9ks+tcT42lcPHUE2FsrfZMnJhlZNsCiR4Zt95eCjAhe1She30/1YmdKagn
mAEF6Vn2GDHqDzQghv6r8v/D/hMIodGFtpisCO/MqesQ0AZad0y0kQbpEFvKO3OUA7is1It/vr1O
Lxfe+seDH6CgTIpCLXt1rsfYTEdD1vW5zdNFgDVtCuuTbSGgcMjz0q+TkHJ7LnbjVOXeJYL5me7y
1hrafSKnDFh1OhB4L/XcDkd8qOP4kHVUTfJwigvDv6/1xrLrzwXK0+azLUA6nLTGT385fJ0lzAS3
J04nZOD7NBeGEYJ0Sp1HgBDYOI5Us/PPJkYTwz6G24ukGHi3FOOPOK9/vL0Or+0XgnyHD6nTY1u7
KLVDqQMusTOYasBc9Dl/JlpwQq+u3x8Dear+hn03UT9FqtUjjmZuYo0AnM+DKt50oz2cMBgescSM
l8Pbk7o91x7qBcilIcbJ3NY1ddkGAW9bVJ4rHuIPoIOKfW56+btvD0I61dJH2I58aU28Jllpa8/H
d7mf9HyP1mh0Z9aFsVE7f+UDQWGla0/5kvRlLcpWaICrHNHLs3RE/qMxzCXdo+GenRyzqvKNwPuV
haMjqbosqiGButj1KzAsRmnNhpBImfo/FITyPPDKb3yd2/sQxpN6Y0gp6O2u6/SgyCsH1ElzxkZp
vEPYdlmQ6W675KzHmf07crVebtD6bhcRYUoeF6JiIuMbwh0MSYSga54Ykafi29TYIwKVWtBj5E1k
OW58slcmqF4VNDuQCiQjXO10a5SS2FEpwYEqGcLMcWUDbhAF9WM828IGez7Tyn57z782RZ8WOSAP
gqIbkrWpzYHssKY512Vdf4K4MXzJK18+pPh3bMQKt7sEUh1vDLwXKtxcG9e7JLeLGm+PpTvbGGUb
YVNkPhS5ppmz49tzuh0IF0WI1QArUKO6gQlpBiZvBd6tcB46I5ysDPRpbL2bww1/m+CO4hFRCHWP
1UvgFzEFZsfuztjF/IwdeTKK6XGsO/g2vf7+Qr2KiwnCqXgQuq4vDYldru4IrYNL1uU/erDVB7DB
40bifrsZGIUmNQ15ZBypMV5/IfSdgKTqsj+P5VTeo4fmhX7sTgqSuJWrv/KNKJQyJ+JwTvO6S+Xp
GP9QJxjPY51pO+AZmHwrMP67dwJdcC50gBPUI9bgqUkr6X3Y1PfRO8M2Ba/Qj5qxLBvB081cVDtP
XU5InahPtFq2FCqTNwjA6xWeAI+drrzs28rfuIxurgeIqRwaYEK0KRTB9Prj2HkSJGY/jufM8qif
9IZ+wGMMBxMtT04jZvTh22v36njoLpBS0AGz1vG1riPqZaEWc8Z+LPhChX08VONU/x5MkZ00I4I1
8/aANwE9E8Q6TRHWVIDore6/RstxKAis8ezI2T4ksbibluTHNBonUtCPRmQ+LIW9FV68Pigny2Qr
qsGvVxW9eanXi8u30/UfgbfsaDA2YVtjCiNEUoZe134ci3EjjDTUXK7CSDVXigZkD6CHiASuh8U0
LW3NpprOTQx4fzD0/TKA7WwLM7uPOk37ginK8G0qywRkZ9HYX1xp27+nyHl6e81vMkd+B1nj/1f4
ldTz9e/I01mCzXanc1zaLgK7vSw+a7SX410XGaWiOJXaZ2i5ZB9vD/za7kLc44WYT5HQW50ZY+op
D5nBdO77YcaJy/0lAd82uEuGXRX//fZgN/caswyIHak5cX+SuF3Pkpq7O/YJ0o6CMvzHHmcJcP2a
+yOKnN/vHolcFAAVjFXunbV+7Bh1eB4uKH9O+DZc8NKBytYb+XkaTPfw9lC3tw4joZDC24NQMvWn
60ktyMXmdQZ5PgDY/uz1XvYza6SzcYO+snR0USnJcUUrBeHV0gnDxNijTPUzdqnpp7LOvfui0KJP
5tAWG/HB7VAmmSdYWyiy9NHW1U4Sz9wqW306+6k3HtKoGfeTCcNIJNW7GdMUb18EbMgneMDXWRzl
acOb4A+dq0EOX708Gp4J9ZKNgO72cPGY8o2ozaBLSMH9+gvVo54kMovns7HIeWdKP32KEyX7Nlja
0egTUNxAoDYeo9dWEawnFylYVgq5q7AEPp8/T3Yxn5MY8GMAE+n7wKqHWhUvT+/dgXQEEV5UHX3w
TuviT5zNTWvAgTsntMDv8g7MLALh0/7tUV6dkE+woLTUkcBYraLRv4j1GPMZ+edvM/J/B1BtkF5x
CtkY6fZEgXhEJRV4GnE2N/P190rM3PPEbM3nbGoWnLeCKLQ6WGFvz+f25uPTgM7DHZUY/wb0u+Ag
O7lBuZxpeX+tuvrc0fkMy1n+V6Nl+L8MxtFVqF+mtea1N7lR+RHEtHPQ+zNiF97ifbOBAMN3git6
CQj2zI1Owqvz4ylVscqL+/z1Kio2pVsO43KefCh+u9ptpp3UobrIwGyBcpXzxhxvN4ht0MwCMs5H
Y5+sPhsi+P48g/Y4+1HZnA10wo99EGA61gTzBoDr1aHAiAGsQs2SYv/13MYW/1V/mZ2zovGfyFz+
w0hwOnBDNRuTut2LTAq1F09xHlQT43qktpqjyJfIOJqelhyTsrfRbqLC+vZefGU+Cj6g6gS06tA2
uh4lmcvB6O3KJ8HF9WgoGu2nXcA7wujSeX57qNttwaKR/YE38umarbWNsrxvnaJE3a62HbBofQFx
PLes+GDgGoUzZaA9vT3gKyuIaITyN0YQjZbzKsJorCXApsF2z4uWeh/iBQxDt9jjxm5/bRSfS4Pb
3Xv5Xtcr6DRQCzGR8s5W55fcskFZ/q1nWb5xq78yDMVStenU2tFXvR4mafyMaNT2z3OexAetzzE8
phf9/k2nLlolukbFCHTE9ShpGXQ4WGbR2Ugwr88KGRx6QriNTffKXLhflbcOBXTGWX2YqjSE8sTz
Sf1m8dspFv+jnsXZxlF9fRQ2t8m9x7OxOkAyFY3ROZmPBfLcffDyKtjH6GBvfP5XDpAKIcCPkDhT
Zlu9tvGUdh6cTP+sI6CGHJ40PiBIirnplG0Ju748dNc5A+U1nkHKDjrB5VpWyC3TWosLhCEMMqG4
fUD8MuykB4QEvHbvG99zD1J0Eep44w5ptWdddug9YNGRIsA5fxW422nz99n/ps/trhAfOg3+h1t8
E9pzJNM7L8C4TlrT3432++2jeHv2CRzVpUkFgfR1/Qr1Xpz2OCtEfAuQlFZeJ5exNuOdVdtogUfD
lqfC7bdnPPbWSzWN478KGUhTtWFOYRBVlj9heVRWezpTW6AetU+vvwcgewqD1BWooFEyvj4t2Lx0
0HcWpALbejgTkdFxSOC1hzCdg09gz7KL1TXyAUO88pksa9xQi3tlVRmZw0rpVbGzVjsc2GvlYgUQ
X+guiDP6GhgVY724J15LeJLSLZ3fW0ocVWuH/QdjQzVu1oLRepuYHppw8SXzxTz9Z/jYET/EJajY
nYPRYn/KFGLhbuGl0fYzTM3fjlMoYIuwc//w7i0FLFzVgckeeftXk0/6FI51lYsLbqj6frBH82Kk
GqwRlGbxQQz2bw+ndszqW3Ml0mmk/07jeQ0laFDIo3MjmjOc++TQGY19nqbRvA9kKu8AhqZ3vruM
398e9PYDo2cO9Y5khQYIZeHrDYbJoJd2btCdcSBtOPYJYsQQEb3EO2OrhZJdVi3tVuOam/hmruRg
luLIKMTajVFSJJQ2Ml3Uc9z2vrZLEMsedk3Tju3hhYzwMAzV8uQblvR2xajL9McSdL17cOEJfuwG
6taoQel4h5YCo4WM+0hEWcENBMyF4lUN9zhLUKneQbUrnKdkqaMq7GMCnkfDHKwmdHt4Q2fZ9nb2
uZnzSvtRarQu6GVPTq/8tytc2TA2b/ajk/TVP/nUxx7NANHGZHR1X1R7EcGq/Tqb+HzjkqpRj/Xy
digO+uiLHltZlLiPDuypJ23s/OaHk4gsO+BE4AUHV/a6f3InpeSBnEDzu4G+mxxlDGHxPouGIeVn
ejDJ9CHwoHtFk4kbo2U8QwfBLhHFm/5Lko19j1Fh1eKaO6S5ke3A9yzVyUw6Xf9Ls41RuzPqZWmR
NNXq4btpkylmYRTngX6o2ygzntMx8KdHIckjfmPpnCEfUMTzlP03WlEjHswWpZj7eOmRRc2NvBl3
ZuIi05EMefw9zVJhnLJiKcTOzyXwJCo5bqbfC73y6ZhO6ZxOjJ2h4OQdJj9PrKOXeV597gdvEl8z
vYpjgVGqn+FZgC1qA5mc4CkEe2eMH4MgNzkKwZTJ3TQkMAgbqrnmKUhrz7tj2lm/szo9qT9FS5eZ
Sma0bJ97mWsBUhTmUt/hFxT9K7VuKZ6h7Mf/umiSiEOCgnv8oa4NP6p3VhnB9R7bHGJ/3ldoWbQU
qpCG6qtWhkPSO/ohohmMKXXVWTaKKK2uP7UEud034CSx8XWmtpx8AS3cDWfLmVuElRC7xn+8r5CA
EWnh9YcEbKj8NOTZ8PdioSH9gTdsCHYCVaB4n+p5sNDQHdG6wi43avZ9jhjHoXXKNDlhtNlP9zPa
BA66D+VcH/nU7DHL5O67s5aqcfdNNrniknlpNh511t7D7VsrvL9pZQfxv3Iy+nRvjE4gobfkDRzQ
Ui+qj7JNRLVf/FEWd7L22uxBF7r5F/b2bvbYmHgzn6tukrBHWoETdy8QR36UQsLbRy4m73ZVpBlf
Bnv2m4ckRXlkl4/m4DyafHbagB1qDA+embof0IfCdVpi4tk+xPQ+jSMSgoP3ZYaGJ54S7N/zj0kA
yGUPNkh2P2Q8F48osCNWUrBQ3anyjFi7iCGF642qimt8L/3G/ztDbgRN5QKJs0dNByZxFDRG5lPW
uDOaKqYfmXpYplYxHiyb19M49xiLWk9N34jk2+hos/HRiWpESDNYgHiw1gj1JVqIJ9Js4kWKFc1x
CnBMDylLyegyeYhG7ZYErewPlTbK54QaVWSFkVWkH+rMaB+msRoQCC/w6D15TWc5WuhD9ftBKz+a
KjgkeTDkIZJlXHl79JVE/IUELE7wAE6yOtjbsea1xxZ31bZSjqUas9biLDpaoMz0xznndg6jqOij
80xt/Bm0vJ8gSxU43wm0UfkH8DiiOyQG093BM9aocwrpB/uJeqXcTxpSWmihFM3Mccz6CVuUoEKR
zZtxCTPwvcUQ2ncw2+7k6J19bHqD+1EX9b+WYJvfZ6iPVT8lJTz/rFm4sf5w5iz9bQo7SX/A+4ma
+9aYhn9gxPn4JiMcFYSjXuv+TvPjwd4vTjz7p4FHX7skEzZGj3owxdZZSL7tF2fA7+CkpZZXhKUR
S/EcTw6VOTw/m2nfoIkhEcqxOvusZ7jdA7XzyuKDzoM54wUyOgskli5BE1VU3bgb67he9l4/+fZH
sSTjP2Aoh+dh7Fr9cSj8zEeKDYnGsEzKefjv7Sf1lRgG9XtVWmbTAhpagw9lyjYX1WLBmk/1A3ys
aa8tdvkBbyBxtlBXPaEhZeMvNDQfBlsi/eIj0fb2j3hBQl9HE9ApHDD1XC7UgtaRPCi6RlbCts5Z
F+MdOS1xVhyIZ+BOjQP+wjOf072XfQv9ZyzIoL5ZhvTq70ahzZ+4jEq5L5OlR+LDWhos4XEUz3Dj
lqZXpuKAXXRueSEHs+wvvt/2yEiAhGl/mxlndZxKvz9GbTtoB5A0E0bckLfsIzsg+D5Lq+FR91LA
XOHUt121q3uk244NrAazRNmKPloTmpON03foxoP3TzEa0fLRpjU/vjfEU3qMcBwBfL/4AK5CPA3R
vGQZyuRSIjlu7TSe/ybk/Ar/NHc1yme9O+X6+e1vc5M6MKgi6AHJJhGmPXMdc8XA6xZUmJJLGxvD
YdHwcK4qbq7/YRRQc3D0oHNTJb4eRdZzuSyelVy8XIwPfkMpM3NaZ2MuN0EraAyyRdUbAGpFqnA9
yjhgNmh7lU0gZzpEAHBgsIo28wcn1doLQWtwZq9v+R7drqAaVQECsRCg6bpKiYeAugRaXfZZIgRX
oR6E10oI0WLaKCO8NjsYjpS5aVHSAVF//wf0MLMoGeHJ4pwBgvTDgfe0T74MOB9bO7OuZvA1Vt4N
94O0tG4jG7gJzBFSQD2SKZJ3cfxWU3QkKmXsRqRgluSfvhgfmmb4FWTef0JEW76Hr4+lyjIwvJAA
UX//xzRlOTt1T/P53MBbQ0QpitpTsugBDhQWCgBUqn+8d28yOQTUFLeC1u8acIUo3OyYGpMbi67e
BcrvHOlBuXEH2q9sE8WpwDaKu1ARzK7nNTaJF1WlGZwrF2bvAcKXbYalCbBs5ziI1e1mdBmbewe1
zXzvV+3Cm57PUPIw1dLuZZKY4q5NnNjei1w4CfS5AEfyg7PIadhHXlPO97YrEySuUm/wz47yQHN3
ZlQgqKblrZ987zia7tFEqvIJ8bcR2q8et8uOaMVqnwxktbqnIJni6FTTIu4xlR/i9uxUWdIhb+h6
2b4AW0rETOKHDg0OOEgjNrGv74BcFR2/J9fmS20skG7zSWr1nRMl6XJAOy96rl0tH8KgD6bkvTU8
8F4KKAJYAAAMyKXrdU2FsLGG15EPRfQo2bnow8HmR3JzA45w+/0Yh9qDKhcCTl2jeeLJMHtpoq5u
uG16Djonv0dxrdraJvzaq5dSzQYwAGVP4iBU469nY5ECQEBAcAiJ1ukuF36ys61+6zyrl+RmFCSG
VR2XAtvaGlg2jSDnZy+CSCqfJSK9BzuJus+VFYiNO/l22VTcobipVHMVkPR6QhNr1qHeJi61VeZP
pjnI6eglqPBuPJ7qM19PCQqqiXoROig66C71O/64NmZ77M1q1NLLQpcGv0QDssWesBEacdvYyxw2
cN1wyfK03g3zrOg2eKPqw1yP/0LZVwBENgdtwuvxLQe377Kh5Icr4LRDORe9Yy+5863+yc+Hrff0
9gPifkyFRCeqolKyLo9DCm3LvkTCJ5Lyp6Hn47GEJRQuDmj0996OyiWSkIS2uxKjWr3cboxFMJ1c
ovw8odRWFP865fhu2BL/Moxbiv30JwCyrd4Xz60Ss0k0jaJeQlozTATQcng3vY1RXqrJuKy4FNJW
N0Wfer708jm+xOWU/wJOUF0mJ9/SOLrd8BT7KQZ5ATrUlEBWo6TgLEjYvfiiZzl16rKKgrNo3S0n
zVd2gNIn5zqivURIvRomnpu+zeZCXLRS2J+dxbLOmG1NF39IzP3bW+C1oVDiovJKNVABI663dtrl
/VK2vrggLzrudFrsR4Rs00ckZ+qN3fayca+Pka+Y87Y6yBCjXnBEfxzjxmrRcTRgxY5pZQ/7PrDr
IWzKmis3d3qK28CVm/xnUxqp4YaGgSJjOOUdxEFHzKj5Lo4v8ocO1EF+L5c4MY7uUsI1L/GAMc/W
mA1ioyr9yvfm53IaUR/nmlvnNgCNq66rjfTS29QQ7wzq0tZdvzSknW9/htuBVJQCwMEEZsNLtPri
rl0sTZPF+aXx24ococg+OUGyZWB1e4+p5afjRhpC42WdD2SZjesGWgyXPtfjRwQjlV9yOyBsa8Cs
RcM0khs392vzAk2IlAY4WZolq8NvY6KaYqEKabdfkOVCgjc5JFFqv/+SCcBeKpwxmxi0+2r9mhTv
WSvxYPZTn79Q/TtDK5Abz8DtWaEvAn1FhZQmwlWr97sJpGdUdl9dzInketf4U4rkV2/2n3Xws1s+
berkXZ8WparCHUPo6tHeMq9PZuYtc590cIP9arYfa9gIC5XyXitQC2kQXDRAU+e/xFiUE+i+iVIU
9znaBu/emCrhIkfATlpBmq5/hadFLTkDBXuvdePQWXLtAY1N7du7R+ElAh0AXkpF0Wrl/7gZpiqR
ReQ60VnGmfEB0kkX4ixQbHw/FYX/uaKq14gkDcR1HiTgCKsVjfxaL6IRBjnCFr08BfCq5ru40Ics
RHF2Ge+EjyxqWDkRXr1vT1At02potXMo1JAdQGVYbR3djT1s0zwotl7qIxM7GdTcDXPsUOP3RBMK
HisjHJNeJ8im37ox/PoYMnMHMjYUQUoBEPhW+cnkj8NcFEV16YpK23XmOO1MfY43utSvrC83mK4u
lhccn/oVf3xFkuMYK5WluuSzUf+FQnJZ7squHQ6TQxqDvrOxm9PE/eu9SwvqWWEHic24atZiFdOM
0LRhlM0Fqvm/aTPXX4yimA666gJHi5eeAAeNu651/a9vD3y7qGhIgiJkS6HxQW/rerqjjqED6hnN
JbECXH8gDj7KrjI3Nu36zlbTokmHuaEqQ5AzX49Sa9PilXbdXnBy687CpzHXd8Z4TM183M22lZ7e
OyuLdllAPA8CBAGf1az6HPkykOHlpdUprzvdAGKecuzGrG7PAwRcuFAq/GRma3AGGtW+L3RfXuK2
i7rQdCji7qTrTtXey43doN8ly9w056bXt5y0Xl6567Oo+Oc0A0kpgU6tRXXq2kl7BECaS9QvZvzA
n355cR4fbSUovzfAZSMC1kpV3G1Ksw3dLJjru7SLJ/eSLnWX7UiMDTMEioEvBTMkAUoDCH4HbfaX
9Bi4c59/WFQVOg7hbw7iWPSo3DwaST3/t3Sz/Q/R/1BRwPdTdH7jaErPjZU73k53NAq5CMA27aHB
djSHSm4k0SmaZI91Q9zpTx01corrdYG2EljNbgoRra7Gnab7URxOWBN7uzEqLPd+jvIg+rCMnVse
uVFnZ9c645yHXFJpe9ennWOgAl+aKDvD+26+TahxB49BhPlOmPQmnb2uSf6zrMkT/1bW0i3fLc0W
6R24sVrSrMOLEsU0MXytC6spL5OGKPy+iOvAvh+rSY/2loyn6KzbAwYCPl7TwwOtCOtpigLWrSqo
UOyRXrDoZGg5SrBa7To/QLqW7WVqy+GH3Vr1b1PqibNvkK8udlk7z/O9yH2w3KlDmnspgdK9V1aR
Fwi/JsJTHHqAeK3fIrdqg9iIJNXmPJgvWYYlr9t2xpNcOv2M10D1STZAKEJK3lvGPesAgxqNsrxk
THUwwPRen/XMq7i++7m5ENamPmvWzD/N2q0lT0MwD8sWEef2biFSQiSOyi2NeeLC6/E6n86uG8n2
ItEic0/1qDnNg7UUbrZLpHS/ijLru41K5ytzRFgAMUEeQWXvuZpjDFYKJ7sFcrzBU4RsYxNqFtla
Zi3v1VhjOZkdiEODKw0i0OrRNaNq5kGHHJ87vA+qHybvJFJKz1Ud1LgwBFl/fPvyfGVBUVl2gOsg
DKmQ89cLWkBvXRZq7RehA0QEKQrlbueIprQOUWy3AU9v5WxpALyyoi9KNawn4jgQ0q4HnWmkmqL1
hkvqY+MeJoYeHfSuQ0Ipg2S3kRHdztB9eYzYLsqpeC3w4pTCJ42bxgtxb/6ZNBhDcpgPJ7hw46c+
S7cil1fGU1pNED8RcWVtV/FnlE2IoJnmchlsU8ZhUmDkE/Y6nPVwEcVA06gtoi286u2K4osJr4//
iElhdV2vKF1EDeefQb+Mjls95lOZn0o3Fj8bbumNxO+1oUjK0G4CjAPravW8m63Z2ZgzmBf05JO/
K62dEFSngX9pnLLfCFhux/IUe1aplNAtBOt+PS0hjaGnRmNdFmvsz4Q1xr0YsHIaPaTG3nsQCFcI
fij4EB2h+HI9lC1nFEYS4SKLkkekDf38UDZm9mUxO3FAxq5793ggSbnJlICB0mxc5ZnVLNAxtzX3
gq1JGmoCoY0iM4+1aX4Bx9Ju3GEv2pbXIYSKHciJKNIpEtsqk+idURgaEJVLOqC9t0NXYMh3eVTn
2pdoyKMJTFDU6tSrMwrjkxGjEz3ZdhWfNB0Xve9i0qvpSO3X+/X2sqtlXf0uE2Ud6AsUq2lXrTYu
JbjM6EtUB6YOW4ICh5qjqXnxRrWcds3tOJTlaYpRn4SJtBZ4RGGh5a3qBLtWgG6qlBjhnYsNgvW1
l2lLa7PpXJw7ShzAu9McAbrat1DtZrocrqx/jp6VL4esrntvj3iCpX/uOh+jRFH647dqyX3zKfOz
3NqztyTuL7oxOcfRzX3avHQotB39I7e+r/sygtIwJaX8uxtbvf6QWyKKj9xRWbWPzc7/hCdwGhwi
ZZT05NKJfqArzN1holau49uAOPkD/ZUKqzYE+sb7LLBlfk+AUl0qoFz0kwn8tR1+VP5T4Y3TL5Iz
sDRzTTt/n5n+aIc0RRN3BzYjtkLMSHDxaCbL+d3mkfTvQM4WYKfKZcQZIm6gnzZ+ri17gV1n/ju3
MZj4ncXD0p8HYWXRnsa4ZV+KCDDgcekFd7jep8Xyb1XjZ/QRBiPQYoFcY3G0wFLIX20uiuTU60XB
OxNxOaNtH2HO1VGQT3jyIOcM5xyud4zLu1mnYxwiSJZ3dyT1dr1PjcL+6FVp330ck8B9tryymY94
jdPIzxAl0I7OFCC8IsBy+EgV1BE9SNeLon1jFeIzNnhlcA96B1ce2aCBjbNRPJF/Ld53KlB5vcsJ
ddoDyadXnL0oa22cCMdKHqJ+NPSHLtcj5wC/GeiZQIECZocnC2wyvdby0IqUoouOZaC3j9j4IT8I
dE0zjgNsrX/QONXGnSSi1R/ouDsx1NEA966ynXHK0X1tWQ6aoE+2V84gv5xRGvKkm7n8PmO3E1wK
6pA/ApHZktw/NcXJKoLcOLhYUDVPywTtaOPQvKQ0q7MJfF9VWV1wEhyb6ysxNqbKNBZSnjSxUJQp
zKT6mRjKfdxB/vj35KOwfIhx/vjHFOlwbyV8XolLi7ufY7o9O8vJKv849Hrwxc6sOKUxTFi8s3Pb
+O71GuXoOkIP5eyXI4cFqZouOgWtMb9X8oEaEFgCQkZU0Si4rYuI3twtseNU1cVKigKwUtl8dDGh
2kgQX7lhaKY6iiZAzQKs+PVqGW00ZG4T15fOBgXsLo04RLVsTla5SSt6bSgmpJJ4VRtZZ9h54Qmo
unN9ceaxxJrKmz4tmWH8DjTX36iQvHI/ey96VwSIqrS3up9l2hBvuIG8NMFof0CTxDi2Y+XdvfcV
oD2BCB+6eJBxeWiv1457bMAMMJcX24vKh8mvilNCrPruyEWNwuch3lU1NbWsf1Z7NNtpZyuVl3pK
5o9x3GjAKnMwhGjF7t8/IYvKkqphcS9Zq2Ur4k5zTCGaS90bxcEv3HZPSLgVit1+HDqYpHwWBDNq
nWvP3kBDKSgzJnlZpsrj1abXMkS22IgdbgNaRvF9IjEL0XNgM9fLplGAtJs2oWpE4/IBxeL5NBsQ
J+fGHO4FNd3T+9eOc0rNn64C/1+NFzmgKoDQNZfUxXcrr2LrUOtDszGr19bORqjYcnRFQl1v7G7O
yx7UgPpCSXqQfQHKs/a2MEC3J1UZDqARz7bTSQbUr/hjy/GUAF0v0oa3uXf3utcHd2VgDLt+qaKN
Cd0WqBiKiinXAsVT7qDroazOIvpJRj4TeK1dMYhnf0hPy2hYob7oEyFJaWG/Znx5+2u9NkMkGKlP
KQo/GnLXw3a5m5WRazbUxdJ0h8ipjkMl3qyEtVsb8bWhaGyRrjKcIvZeD6X1y4CPAG6mjubgiIaI
M+2hvVdM4/7tOb2249W9qjIqWPDO6qJwA6HZ01g0F7yvP3hoWQHGS3pENIuCGyPaSodv2owkizwd
aPzCW1eqwqvrr+hSLWl1xhvjLH0wki7/GPtef6cFeATbcxns854wUyNrfh6B5T+OosJvE4faH1Hc
FcceXMMutiDABTLrQyeKtY0L+sWz+DoWoF2FOKWK00EMrcFsUzuZuZbiTRgVXbUcAycjJg0yPUh2
pIklYHW9SaOjI0Gzh75shLZvGid4Eu04//SXzB1DoXmNE6ajXY0Hyt/uFHpxwMWYmA5iWSUTccPW
WMYpnKDEd6GLb+TnpCOD3Xtj6qSo/nSV2PjUas+s5xWo8j8wQIrHa69mwsOo0wHTXiR6TjtfjP2h
KzBlfPeGUmArVIyQ92RPrWoCifA1r3Kq9jJHZre3SpF8kUjxYNrQVH8hc0oK/f4BuXB8xsQxgsLO
9VEBzLs47eS3lxgHB+DFGE+m9WR/NnHz/tdIo2gjVrw5msaLwRC0Y+5Sbu3VnS3JKoEkzcPF8SG+
h5ZZc3UvDXaUO3fwrK9vz+5F1PPqqzGKqv+hzffCwFod0KpqI1filIsCt9Hoj5L28wiXQBYB+C67
rI1QjLPp7xL45N6hc6VT/ML6sUKjPZpd48yjOnn3c+enxkGKNHN/DBUibuFcyQIt49ZtcEWShhct
+6qLhuCyiAhjOlIBNzFBUYDkl/dDm09wdTt0sz8YjTaSz8SjgWliL/rgVBeF0Z+Jizuxb+c4oLI+
AxPWP01THbX/CI2U8XeJqWTwVFoVyZCto0P8YAo36z+PTef9doy4/JuSvOp/AZNHbS7Js/6vlHcT
P3tpZUGYY7UbHVI39x4nECr5Vyux019QAPxvtiIFfQrmxXEe+qXLp4d6ouz43tsfrg3YFRquwKk5
R+p4/fG+TfBXwP0MxkWCFTgEQTeEeQKWDz3+LQ7Y7RZjKDR/EUx50dlcbWlIUz4Gw65xKdI8/SZL
rd1TwoNl0FtpvhH13jwAqpROhIjaE/xFsp/racXTjDl12RkXbbKd/4KxE1A8O9/+isahOJVGbW/t
6PU1xP2jAOlI3ylt3rX4hmZ3Gui6xbokXB/yMM1LmxyWpU0/taIw3itgz21HKAKNkKSOTv269lQm
bA1Ztc4lS2J9j1qoHzb6IEJLn369fVLB1t3OjIXEv8bnhUMFeHX1+WIKAgShlwsRpCZ+mt0UDJ9d
fR6XA0UxOBnRPFhi1xqdbL820G2eFwQ+h0uRwA/ajWxw+A9UtTAq7ZPgoS3tgWpB6bd182iC1Ar8
sNXKYflkwGdZwhhJkPIz5pZJtSsn6T5I6vcZaHy0B/eLMaZuqHnGDGFzyaBKZGOHQVCcIJsQ1nZc
T9BS8jg9AnyZs33LopRHrpjZ/LLMlfD2vjH7/ufeljXqDVnnWPAVCh+Y/pBjDNtxwtoH/lTmx0lz
p+kzd3607IbegRuky6aN/hKW/3+cndeO3DjXrq9IgHI4VcVWu7ud04kwY4+VJUpUvvr9qDfww6Uq
lNAfZjCeI7MokouLa70h/okyIe2rKJ6t9Bh6/aCedATU7Z+FmngGYBCvUj7ie+haBwWz1+hoWTPQ
VawoM29X07HHO3jGT/5dlbv2P0XfFeFuGEYv89N5hJZg8dD+o7a09YgTZWufcAkqh72XWIn2oBlR
3wIlmFJyiAIKgLZPnSJPcU5rF7BqInQl/A+Sg2b6SWWN9l6WaFwdCyNNEuyvp/gzxuiYKcNv8/7U
w6zMT3kl8meBquhHshj8gIt5yuND3inOz57qH/S/ELkSf7B6Xiddu3Sokjhxf2WzOlE76dI58edJ
FfpRsvWx7g2V+Be6WGHh12CPcLOukkT7ESlDXx30OO/sU9p0s7vz2kSNd5Wb55CxsR2BbT3a6jfS
j9Z7yXVEP5+Gqcuqo5unXfrgog+UH9UYnXcs43koDr7ea9J+sWI9bg+mUnp4Nic8qWB6Tim0kPvH
YY2QWQ4eDT7+AVBGv2xdI4BgLqAg2jw6hDdzkbgtBsNG7KpgAPLSptHD22fCtaLVk9No4MKw6+up
2cIevr4/Ly9QmuUUAlFOozjCrX0Z4GC+0VWCUhloVme4HzBVj71zNpNL7MzOUMVJAf+hPbqiTyqS
zwYLTiooVo/AdhSlhzYtx/4F53W3OOVWGRanWlExVV4kaZo9TTgr9ntdCCS1vFL5UYRiMih69pl3
FJi+9rvcbYtvSdf337iccT1zOlmY+770snGn9oqqf6grUesf2iIz/rEj1I2PyhSX1q7KxdCeObVG
8mQKrh+M7Cc5qX5blh2o60qr043c5nrRaKqqOg0ICCn8ubp43KJHpajJ8SquMifzJ6vMnE8eTcfw
YYRcMWOrQ8d7nxSqkmGa3iAo43ddYbXf72+eq1SV6xXWN0AH8HYQO1Y5loCnFyVm6wUjjgW7ljoX
HV1zS85l+VsudwbZ/SvXGj09qDirq2/0cKWrpOIFfdbr0xH4KE6Rs4rFrSut7J1hlkZxiPpQOhsp
6/Vn5glJwkpat/C819Swkub/2JRq9tjUfU9XPjm2miMh17YPDDpjri7LfaUmJ0u03+5/2dcW7uWk
l7GpmZGhuwt47PI4ePHodoALs0e1C3sqvnpf/1JcNftopxESD1Giyi9ppSTfwBOI/jy6cSx2ioLW
BNZFlfVuomv6A3qBVwIXLgd97wLnlQeENsfhKe7UNjne/8XXe4EmxqKBs0CjAN2u9iTg5xyD4jh/
RCW3w2C9Hk8Z9fmNcHW9F3iveLTakZcF5LaGv1KzMOdIqYvHWSrhGHjwGL9o1JySo52omE1XB28c
p/f3p3ade1Fz5okP4AXqPW3Gy7WwRauKQS+zR7wCnEM12vp3xygV4mCdfjVtUb1VCxMrH/ruBoTA
hZZoXCHdMstIBujJjxpSNcI3idA4tCpbfLobS/aqH7KIpi+0sFWqzEM4Lid3yB6Fhcja1IHnq6Jx
C6xwvWRUuakgUEdAnYHk9fLrefnkRjMYhaUaP501EU0vvXTE+0l28kOWJ/2/ltqOX966ZHxAmsHU
nQALIsp+OSiNALPTw6h4dPOsOSUi0r656F798pRa21e90DbS8+tPiUgdgtTaggmGb7A8Ff56dbRk
T7Kjmf4I4kv4yUzxkzSz2N2f1fK3XAaFy1GWjfrXKJlm0hsChPioJmb8YoNxRxodX3QJ5uvl/lBX
lFTgh5i+8h+E46ixritA8ZC22WxP+eNQyOaPnXYeV2rcCov+2txl5wa7+PBoCzpUhzk14/pg2zJR
PlFYytxdWOpspDLxRvya8gIoehE5/RfLFuJn0nr5f4R0A/mIiXagIU3ZHEq1qydAbEgGPFM/G4DS
9JrS7Ka87iK/lWaR74oyjBzAbfSW9pWmSOOAx3b1jyK6WX7o+iGNfkU4qId+qOTdF4zQxvSZov2m
S97VOlBYtBYJP+ro6E5faY1ogwmELI6DhpRkb8XoXsiu0Q9C2Olbl/x1qFeHQ9gs9Lwul5zeb4Hf
WhQH0k4cVFZN8s8w/qcgfz7dX/GrZ9EyEpc5qClaYVSHL0fKEis1vQrChMThyAfLG3+zncg6m6mu
7cd66iCDDMOjO3nNRny9OjyvI1PGR2SELMJezbFAs94dBJ9ztFr3zAlTTy04343b/NYoNAwQscKZ
YmkfXs4Pyzwop3OhPLhR3T4Ld+yfwip13noNMheK6wgAL7ch/16OMoN/VEAfKw/oTSfPdTWKx7y1
tlBZN+Zi0SEgziy3IIC3y1GgUJEeZx1KP9gGOKekqsV7HTyPfb6/J65iN8BcOPG0qDRaanCcLsdB
O2NAkSONAsVW+59I77s/cDZo8TToxsn5NFSF7E+zlYVb9/yNEwbKhjFhXPLHGl/Ki3Qh9YQKBLxm
gZklscBmvmgoCTSel2wEu1ufU6coSW7JYeaxuppmxjt2BGUayNbx+iOtMr3aW5VNyLn/PW8NRHED
uTYUilQiyOVAIsziIg9DBvIw00b4RJ5pNadf3j4KxeNXjspSTllNB7onisHFEAWdo/zn1Xp6yPRw
i4l0I1zQs/y/QdzVcSK+w8ADnUu4sKcfhScptFlh15+hPcf/1Elr7GrNzgiRJi/5t09wAVmRUECe
vOo2q3Qm+s6tgAwL6R0dbkS/xh1845V1a/MTMKBToGIEK2YVECOkPfo6buJAcyZ5rPqq29fio1U/
o1tvHnMS4Y1p3dj0NgqEC+UUoxcYK5e7g/YShpeWmgR6aJr/eEaD7+o42rN+oMExbRlC3FhA8lnK
1gtOnXr8slf/SiaaMYKY5blJMCVUvoYZ6Q98MMW+zz36N2qqnUPKtl/TNE6jjYneOAYELXRi8XoB
/X/FzSuVWmoZWl2QHIYzKg48Xawq2jjVNz4ndk4knPS8YS+sW/g1MoxtmkA8g1ipnVRr/GUAHDuI
JnHfPh+gekjEQoihlLIGWtSx1g3d5KTB6HX1cyZK9Sd4pHQjGL/+4Iv0Dx/nhfa3NL8Bba3vybEl
Vk5VmsJmchT8IOCbDfFBWktnY3QdlJKI4TS+5shQrGjXt8o0kjkBe6f3OSojHuf1IPedblN6m+MB
2U0jdSks6eiKqfvGFJ72WIm4bfdh19IBUsH9fK1cr/zTFXUP5cZLzC8z4CjzKW2UxPRnbIjnZhf1
qWV/gstOFlhkvaUfbc9q2rNdGHn9vsxm41scqcD674eBq3cZFywcBCDQNBiwDFilw8D6uYmjAYtV
/EjRypHTXuIz6E+K+px0xRa/8Ho/kXpgvkTyQD0CbvjlgRExHZMUWZVAlnAF1BRdGkwNcx/O/hYu
5PqAMBRqa3QVcWDizXk5FETGsG4ELKserdZjY+XRSVTl7/uf7zq+0bzwUHQA58jeXQuwNmZlh7mC
CupUuMnB9Ab5Y9Dd/F1VVNoeHdjhOYv7LeXHVzOny03M/qW8tyADuAjXJOPWzKaaugZcB5nltu1n
gxLJZ32BpzwoSSnT2M/MwfOetVGPi/coZAkTqKElUVAoVTWMP+NU2qtflVTP5h9l1StPTTaXuj+y
e5Md5e7ms2n207tqhFsIWcpFsSuSZSn9QYQ6ykZmCdtPrWT2PauQufUlisT9KY6UYuvpex1iofUv
MgJUx0ASrQsHohlIEu2mCazeEZYfu1X7OOmx+qGL2umr2ovu1LbpPDwW8SSNjXBxDbAlE+VoYDhH
zUIjdlxuIk3PptxIe1q8JmJs+8ExJe0iY1bsjyL1uuxLl+RCvquz2q0+8umn6EHrsvI/AN2x8c2u
5aTv1IQS7Mf7++56cy9OX1DMyX+oXq7TE4+M1WtdWQSdQb1Gn+T8oqHr8Of+KNenFVaZB3KahjOd
s7V1SeL0CfgtuJzOBITfF0BGk90Y8ag9Qz+dt7wqrmPRgs1AaxqO7sLcW31s9F50Yw45TFgHi/Jg
ugrtHgv4rNjNsT1+szLD+nV/hjeHZFltNhdRaY25c0XejB4a0EGDq9euHVT7UEu3P1alcA91mm2Z
H90cb5EoAjvEpbomCdpYJRTIgRGUxiEUx3SIw696VhYfaPxyxSQNbZSNi/XGkNRu8G6HWc8BWieZ
VaNqvHMSEYCQlmclbpqdbjTxGTv1Zp8hurORn9/YNDDU0dQhbwD9utZKQchMyNqNRWBOWXPUtHx6
GrLGeZQI2W0dz+UleBkIFzIrwZ2jQHK59i2mM2eOqt2BMNQjECZpZ00OrALX/jIhntoFqRTu+9Yc
qvfA8ul5ZAXbdme1rVkcE8NAY9FyZDthfCeH8nB/a11fDXwDOkMgjigHQPO7DB2FlFlGqbUM3Lro
kOU1DrJI6/8ocBW7saEYs+8GKTby7Vsf/+9Bl7jxV0KKMqyc2xAWnIq31VHmhbfXygjlTVWr/od1
Jvl0X5VUKREuP+WvoSaE9Q24MlDdzVI7ltwXga4W3R779C3dk9eS9Hqdyekp5lJXge6wnhbNLtAt
WhmEqKsnvqMqyEZGRjg8c375uA2WO5Wvd174Z+ord3ynz1P0g/ql2fhhnqdv1UL2FkUMOn0kMEvL
Zp2sKvHg1VoIzV+gFekrLVW0uU3e6ofMKKCEFkE7mOJgNVcZTKsYQ4xceBnMMsNo1DIlYE2nPt3f
pze2DCmEunxeEhii4OU62oM5K4NSg6OOpHJG53om8JVz0IXE3ftD3bi1looEKSU5i0raeTkUXeG5
j00b+jdtfWAKAktukVtvlApYPhtsXuo66NwtCMbLUSBHSYmKBYIFQ40IvyKM527O5P7+XGDR8fes
NiXFcVpaIFdod6/r44XXOyGQ4CHAnCqffyRA3OefBnQH+c4oojKvdrPC9f09l5lS0PFNRC0Pbj/r
/a6csAT9pM4aBmqY2oz9wU7iRqHTitHkQzMok/6nyITxFRBAlZ6otuEwr6eZqu2Mzqqj3ZzGxmfV
zHm1SJAk7hOP+RQ1V3usNffQWDVgohZPBfscl6PWPDYWb3ufgkkpUeQiXXmxlWauEt9KtcSJfFkD
90x9WaZKfJocPdL2+YS26r5ye7OCyFLms+/0VpODA5Rt2/9Uq35yzp3VFmWQKLma7HQUs8XJtIae
EBv2bQcZL66L3dRHYCDCHMiq6HUt/tiXhVMdWhJJzzc0aUXPGndTtyvTdMo/RhEQrdLvx0RP/FTV
x/6Itqzd4x0SmuW5rHPH/lUKfepgjbmTeEBBszQ/FoiNgZam0ev8Si01sgMnrdTiAA8jCX8z28ba
GdINbfAioaFSgS97hLaTzkMybEYq9yhYrSdzimT03a1t8SMcZklROqsRIW0om9cnbFOHnxOlXbG3
vM42/XFo8Cd3ElOpz7GpdMkHZ0LJFUlH/CAb38CSLz8hB6l/i/oRlrVvJyKduj3Cua3+GxoxUQtd
NiRZZZ87n7tu9iw0dxswLGWDPkqWlPjRuUXn4IUR2xIHduzf8uJpbnmzn0I1LHRfq+axPhqhWiv7
rAsT5+s4cLf7g23I+QPYz9rhSyHgtAPNOWk/aoMqrt+bVvJzNpJShxzUm+KABI/rfJv0svuYqzn6
Mm3WyPnJU2OZn1q0P8YD7qvclL7TNXCn/bFu0/YhjSqlPY+a6JF2djwiFXRPNp0vgBMUvkEuNxyx
utN/D4Y9R1/vn8IbEWURI6CsurSorrr4Jtu2KDNFcDGkKPTLuUfpOapqbyOJuhEkGQcs6YL2pq6/
iikeSrol9pR1kI8ZjGjku5FInjrIQj41ErGFLL0xLbqWvJBh9QEqWT96IJwMOj6IdQBVrd6rcR1+
0WHkbHBor3x3iZRU5SjrkCDisLdGy5sitMfYRrYSuIYXfgAf0/4AXq59zAG2tf9EdOTmFzLZYj5P
osTxsUq9mi3bl51rPQgjtbKnaXLTeucJGspBw23Y7pTW0b8h46fL53YapnQXNXjl7u3ELGoeQ2H4
XxL1OerktWKkn612VuMXdrzRPqXzbHcPTQJg0x+tHiKqqrRooiIU4Cb7Co5C8XB//yxl3FUMX6yg
lx2E/MOV6KTWal5jmxPgc1Poi1I4ElBp5NIStACiK5mKGGxhgz9SYwMam6XYv+//gNelXP8C6gew
Inj1gH1d7SwLYsS0uA4EyDrY1n6cPfESSiUt/LwJcV3u4sxTd5MurHeuraTzY1fOotkb/aRrfpUV
NAcdV2kMHt9Rme5spQ27Q2Gm0t6hUlfHpy5skp9dPc4vBXDzLXWgG5egbaC7y62OMCKAmsvLNldx
xhp6sv0RzJFfV/2+QlJsF8nmHdmutZGr3MipadawbSGsaIy7ylUy1Hk1xJZRpnLmxrfY1XuBhv1M
68ac50cO0kZbbXlyrleHDA/sMxAvilbL9P9KcnkdxFXSZcSXbFKfdKMr4SrKFpn7vD7jNqYGUza7
IONae2Nn3ggB2PoguYJBAu3jddtI6e0IsbpcMFXqjTlqivs6bLf4MjfjGmQZWm20Yq8RY6UxoiQe
isCoyn6nSDwi57JR9q6ajhsh9NaE8LqgMI9ZEYX51aeUnRlR/2eoyA2H2jfSUDuVmdlvrNiNDclb
EOESlIYMCnKrxs0IFRfFNksEXRw+QdAov3em+5+BptmDOWbR/v7xvZ4U5BiKBzprxBN7XbJwU5Gi
wOdI3vNN/pCDVX0adTlt5M3Xc1q6DJTHQTHRYFszV+rIBJiH6kpQjln47yJTDoTGzsWzFpqhujNC
r/t5f17XcXE5XRwzuI+UvtZ1zV5DJXzIxi5Q+6IeD51Zd8O5bPrCPPRZHkU+eAGnPleOQ4i0pGt0
u0zpwvDz/Z9xfd4p0zNnniXAoqy1Q2+j6pMaqU0b9GWKm2iums+gi/UdtbhXdbrkRxza08bJu/W1
F4E1rnkKx+g9XJ75yNP7MOq0FvLIkE5BnaodODUvVSIfv9YhOoMgFVvGx68ZxGWkWdjyC2UezysQ
46tyQQ2Mqcsg0QTcpLHy0Uu6RvmCIEXXvYdI1EefK2+OJyBoJTUqGMm4289ap6gt9BYwmbtcM7uZ
KkMhfgJ89tLvid4AWG5wd43eD11ruyeek+ZPNWyjBNYOReEvidkr3t4aRD4+K+GUNBv1mRunA/Qd
cticM9KZtQxJWCve3ONbEbgW1hb2kM/vS6oXG2fwOkYvpSbQ9YCj2Cmv1fK/YnQLRRvHoK4Lap5e
+5KMod6FJD69r0oj+WYVY36MEHp67GIne3sblcF5BOL2RnUNKYbLzdLbQ9uNiuyCGSD8qaTo49sO
GlL3z8GND0n3FEgE8BXenOtraE4UWkUxo9i5YgbGqBXfVNGZG/ng9WWwlNIXZVtUvhZ29eVc3NGL
qjK2+JBlOn017H584nWon40Kf4j/YUI2x+sVLsOD/XKomFgx6NLsgh6+KbIGEM5qI9eP/8MolCCX
0ic82nUpUqJoFxdG3Aekof0+EsaAem21VQm4uThgKcHxgv2mXnM5F53Np6ex6APkt71jqk3yhNfA
/OP+XG4tztKkc7nZABhdwR4arUnj1u2DuWjkh7bXE+5spwI9ZikbBZTroSg3wWijHwj+D1bm5YTC
rnLknA4E/04rHwrTzX6FUocyQftu47a+ORToYLymlk7jWvkXdmnUexJcFM+C3w4tYD+2amoDvbLl
EHq9SnA+KaW97jggtqtVAjg1tZWZLIJBKHNMSpX7Hholh/urdH13/H/kF4ByEuIrUYJIH8MUD5Uh
6Dq9m/cFjZUTPItK/ZBELC3vpNpM9/fHvL4kyahhVC8d3AXqvLqvwNtDOsgZ05XSfj/Z/eR3Zb0Y
p+hZYBt2clTcauto3ZgoqCkUg1ARJ6Nb99Fx8UDNA4Z/oBotcMYY0d4cV48PsWvX78JK3/I3vLFR
eA6jS7uIZiJFvJqk7UwQOnp3CJQOBktn463khVV0TJvee/OtxcublzEPfsr3RMTL7Z+hOgLRqhgD
6erVGQ7D+ACDdAv7c+sDQtWw6bqjFaSuq5SW2cN/yOIxqKvWrvALyXDPqTo9mYJEd7ovxZzrb8dY
LNw3KpnQ7Ugm1933sqfda6c1As4ZCNsQNiWiNVluZhvX1a3FAnzDsUbnicmtFms0qxT9+nYMQqNq
giyy9VNpoGWPYlC9sflvfEayJsok5iJaRcPpcrHsiYZHKDw1kEKzzvHUZ/tYumKXEByPvVF2G+Pd
mBp1IEIj+HIQ3+sGXmdVqt0g9Bmo+Cz8mXDBQkIwtMpHHgDWxn18a25IZFnmwiuiNL/8lr8SG1nJ
qGZXaMFYV8rBLfHuLsy8eKlmFPTrcFMk+TqQ0ACgwgUiDFafvgb75HHe1kpB20zPXOtZpea518g3
vpdZUT2EgE4/5hP6Qfej13VcXpqhuCvw1jUXefbLSVYj2DfsoIaApFs9aKmq+BEeFsc3j8IDfoG9
kkeTK65AmNBf0jkrMKo167mZznSHkJ5AMKTu3/zKBQ2CAhhjAAihGHs5ndbGWaNoONaN0cEB0+zw
/awozVtVaUBJ8dVo/NNYVGm2Xo6CL5eZFhilBcIlp+EFb+5DhJr9qjLfKszOnQKEnTIhuGIIjOsc
ipqUFsMzHoMW+LoPK7LEd0bLd44di//h24HxcAm/i1L3upubV1Sgx1Ydgxl2ud+FSoYWhLN1XV6f
4KWGyyAk7iTUa4RgKVVtlhMq9mx3BX/LQfOVpB9PNg4Sh/u77tZQsPWhs5N7UKBe7brBtXLTEfUc
CMel60vmEXc+5I0hO/XgH3+/eTQTqAZawIucJVSRy03h6diH8blUalUeUmOTXezlMLhH7BrfKqfO
pgBWhUI84QJ8yJogLkVWyyEb1KBpIm+vYxu5Q92qevvnA7jMGeKe5GW1Bt+0iEWPAlseII6l2NFn
Rxu3COeTkSlb8o5XUYheLu+DpZLDa0FfM7V1A1II3mVO4FKm/ncck3YvhiT7eH+FrkeBBUJoBVXM
hc+1f7lC0WBmsWhQyGxG2Zyo+89PbitgH94f5mrbGTjSEUqhMy/g73VSPXS5mw9KRilhwbMUiYc3
qFFjkmNNWxvh6oriKDm8vGmE83+gpC5n1BnF2PSW1wddKsPPdp91+zaftdOk5u1RymoLTH89NY4u
8qI038E9oRlzOR7cfuQncm0IaDArZ2PSU3/oRHwcNblxmm7NjPcIz5JFV5tzdTnSVEMDzCx1CFLM
qA+0tGgTJmN1FFolvplxtfUifq0UXBSAlqhEsrRIz9OOX0/N6dQ5cij2BmEbR7sYNvijUyBU11Vh
9c4F6/Uj6ybrEU07D1a17p3ohA6nGchckOp4CE5Gab4z1GnrFF5lBXxlnDJQtNRYa8tZFabixOmq
zlDGIHeqyZ9NY96PVVs9x6IYdg2Ka5+crN1i515Tp6iEcYMa4IdwBaE3c/n5R2HVNWQwPeiozXsf
w7Sbis+5ATX3U1VBgfoRubOZH0FWm/oTdYsJhZe2duXjEKP/fJBha4VY8DQk1V5jai8eYnTmDryV
OdPNLvCUHXQRhb9ayq2uT5UzV/6zlcjKMyxFRxUqfZEWzS4eZOKd2yRz60OHR3D5rsOYxfs2hZVI
9+TAlfR57uXKvwLp6thPak7bHoWfOPJxnJiMfl9TnQp3FUXS5q0lAb4OeA3wectJuKJQUWMvetIZ
I3CRAFUBD+i8hxKsg0ejTOVGULneBgwGEhzCFq91ni2XCxLmjjSy2Vm0rj37H6N16+hj3Qxmudcj
yyhPjWmFeUDXctoi6lzV95gm7ySQHGQglL9WKX5tlV6UTthppI1r+oaXyTNOuUDZuq55kh0amDur
FvJQZXb48X4kvQ7YTBScLU9rOF1M/XLSCAEXo2sKI6iQDNnBmu0fCruaNoiP16GGUVCLwg0FnD2j
XY6ii3nM9TAxgzjSp9T3KjtrPlPxFB6jwVNHuqYYxo0U8sZ64oEE6BdzD4oV65KipaBHOg0MylNw
6nazjeYXzUalNHdCH5V2lyNmE4HaI/483P+q1/MlemN2Tmnp1ctjtaACMMtsDaYZgNeyjX1TpdVE
hxNfgUNcxkXom01UN/v7g17fHECCFsYhReLF/We1lJ7bAcyABg6uyXMfZGQyDJz+h7Rwt5Qprzfs
0lXnPcNL2wSlv7qkDGtMmppuBgqbuB4bevhS5+LLMKPhb/bxF6ng5Fz15sYuut6rlNkX9QcSQJ5x
azf1RcJjSA1wL5MN1CPF42jfd4l8K8CQggh4gUUTcxEJWvP58TRTYa0hMTE4rtyNwohOrRlZvkCq
dGPFrvn7vKJIY7CFek1q1zB3aeqg30TjBoUaFfWfduJ9sMuAXAFZodftnAA/h+GxiIrE2YdNZGho
nNOOQJPFKqzTmEadeLKNUMeLvKPKci6NkEyVKC6rHGkVgQVYazVltkU9WPbS5VW+VHaIl1SQgDGv
u2dj6sV5UZdeAM5LjkGmDhbcCtih2T4fbC15LF2hNTscc/GycRWMpw6yK6Mv93f89YYgYiKMigLR
wtdcL9WAwJEDpSsMUrXqvkaZQMMPRsrn+6NcQ+QXZCIgSHrIbHku68vopblDuEC0wwBZWQ4V0DEs
ty0rx5mo6CmHnvGPQBA3sxb4x1DiW/ne7QzUeyYQXv2D0jX9g95kylZl6Mb0Xcq92DFZgPPgSlz+
rqrA92NG3iEopghEAm9mT/hDXQxvBussHIxF2gAk8lIuXx33dqqSSGCr+4gkbLbTRtmdlBqhl/vf
+SpocgbgLS1IC0ozVBgupxMNeYVViaCwQCv4xatjeRYQmJ81p2gfcbtvt0wZrqIYA6JNArKKThDv
idW0yHOVuVQoR5pD5z3FLZ4+J1SrROVPSYvadeWU2R+zmSd0gNhcG3HmavVoqQNZ58Zn/RZG3+V0
URTOQqUCX4HZO+l3SVcWjRYvKzfSmhuflZuIvHaRgkGodnX3VmWR0V3Nqee18awcc90Mpa+nffWE
3lxsHC0jHrfuh2s4MxKlCHXRYn/t5q3rsOiFYtk9oes/DunY75oyrbND2cfeB1cbHc133S76k+O5
B0wPzN0eWKRwfSyo028x/fhwf39r3fjWC/MLx1+X/hU2c5ffOpMidgoyzcCwJRwEq48fwtgS5/uj
LPvlIigyaTRZF6QxMRh7uctRRqWHhylLLZChzM6tQPyjSUIv0Nh+G5vnxtalqL6wVkDlcoesjn5Y
zrKgU68Fw6j2+8ROHcRULCSplbHYmaVj7ENNnV4aO9oiyN+aJChB2KCwOxh6lWWk9mBEXtMgMYes
0hOw3+llYaH9Ku2hf+t9DyGKxyLpDGCXRTHm8nsW7SRB+Gpa0IBhPYMfcM56XuYbBNAbe4POOl0i
ys8LkX1VVFKQTKl5xnA+UiFOSaP/a8nQ2NiAN9aLXUecWeovNOhW65XIyKkShcdeZPf6IZK6eATZ
CvbNaG3pT5nufMpxDDqUkRw3wurNoUmBFw2AxahgtfexnSmU0Ij0BeCVvxcFku52Vmhf5s7uv6m4
I2Fu5IUgh+0t5cMbkQf/p0UzBuQVFfDVeQgbq02GcNaCMjT7pyiR8bFv2+QHAtR4u871W10DuZ15
xoO0oAoOVXHtJwQITNMW3XqU+R3tQ6HU3V6d6xTnxR6s4P2zfmvXLFVwdgwdSeQiLvdm3UYqpVfc
RCJMS/ZpkcXHKib7uT/KqyLMKqRQrzOor8IP5JZfXVFyCm2gzKYe2GH1OCKikgvlwYiVd6oafSkU
66D2zn+1Yb7vYu8frXF9DDIOnWVAby11ZxfbW/jEW/MGB0YdkU4lr6r1D9JG3NHKVKdj05Y7uw2z
xwIq7/n+vG8EGa7FpTDCS5wy3yoVUEQad7OokZVMi+JTl0VZEKWJdZibeQvecmuTLlQ8UPN86CsX
NlWtuzp1GEqFxf8vFao+MOLZ/hLGYfqQhV771qchnTxgPCSTxE9Czuo45qGimrObmYEsuuKFAn22
91Ag3FWKGh5Vu3beHkSX4hZlLXRGoZ+v4rWWNlqEtZ0e4Nw84/5q6PtENd8sQMOsAIiAUqJhyNt3
tWCN3c0JnAcKNY4iUTbV0v2so4uMptOWyPWNHYg4PTh1lX+X83558oRuhNDM8NaJZVl/HJwoOgt3
qDaiprZcLquTR1MDRBcxk/fZVWejrwczj1QjiObWO9GPCCFPluHLVEx96QMXbBvkb4zYVyr4G1nf
hYdBx4fj/kG4sTs5AOQT3LhEr7Wq3dxQM60qtDXzkacQlVIZBgosDmA+g4czqZluybHf+rwo4prE
HDTLr7ph42Q0WoXEKKjAcNpbqavvStHOx/vzWpLb9dcFq7IUuXm7Xamv904jUkOPzMCyht+2UD7X
k/VET+ID1/0nN5k+3B/u9T26Gu8VxcFDBrAzj7nLTeMUhW5MkbDAIiBXeUJwqk8eeD/Nw76lmBHv
8zlFa94ZM/HAyy1ST0OEb98umxtR/rLitLAfFLdrPoiot8xPAO4Sdx+OfaLsNKEY7slRBuelhfO0
ZLHJiNtEaed60Cpqrv/s8xShIpLlLnmSU5J5eC4a3mfLniexE3FO5iRxfm0fwllXs9MUSwt6gNK7
xRnef9/6UNeT/rtRTyb+N7JXFOJ8OFf7eJTmdzHkuXsYdbV190ajmMAmYTTBhkV83N3rDU8DP1VQ
ifVNJ9bR2Bqd8Csr3/7SinyM9lldpPHBCFPUGUlsUdMaBHWrYw7iJvenMCs+uU6o/56oQQ+7Xjen
Yj9iUMPTQQ2V77aAnvpiqSLSn6q4kIEeOaLcdbXZfI2nMBQ7I1Y710ez18jPNe+UH0JRqUjYbWHG
/kSchP+kKdnvXO377DQko/6rD+GM7WAMNR6Ba0B9tSi87GeUe7A8a70o1D0WbJ2zcdxubH4bjD/J
yqJrfFXXomeLtU2BnHHbgywthQPwZ7Dn/f3deGuUhZPCN6YmepUMViXVfW9g80eKbvnqBC1aMact
nZhbo3BTk3nxZudhsgrJPfAJZwZKFDSyi/dGPzqHMey3vA1ujQLukEcV2eUionJ5sAZuFs9VQuZi
qf3nWc2G70WfRYf7X+xVq3R9fhf2CDaDLMtVvBgpLzZ4DFHbLE3klaelOfZU8UqhcI2Qib7H8wxg
jLRjUtm5Q8Vyn+J1+BsDTWnstdTJ5RdH6N1vlRpNuvXrbtwV8COJmksfVwWkc/kR4qkCUhWCW7XR
pv1WWo32cUoVx0FtxDLwM02l6i9CRf9OzZAd6clNAa2GrYf+raVAAg4c/aIrdkUhbu2CXAax20Bv
Cu0Z8n38E60Ba6OccCM1ozeJoh1aERQu1iju2TUVSiYkgISdX1MaRqees7/Lu77b+Kw35oOAChUn
uCELKm6VuUA6AGBSh3oQjwOENKt0d4XiyI2b6NYoLieRcwK5h8NyuXa9ZWUlAVcPkk4DR1jAfRsq
wtX9DXzjvgPW+n+jXIP7BpR/m0EPimron0RW2J9gmOl+MSTzo1ZL8Tnvq61H582p/T/OzmtHbmNt
11dEgDmcstNMUyPNKFiSTwjLXmbOmVf/PzX7YItsoom2F2AfaEHVVazwhTfoUK+IlxwiiFWO0gXJ
nIVNxtQKu3OlxhmfqtwydhZwY0MABAUqJiIGih6reyaQwlZXi1G7xr6hHofA+SHLk3aMiiTcWURx
jFaXAGqTFAQsk0yd3bf8VLi0xWYNcA22OGBMqUrN6dROdtKc+yZPPpmV9CUP59qLa1//fv/7bSwl
QzM7djx7ZL1LNJtkNqULeK1JoE8pV/gJu4S9guQtVU4UB5gcQh1EYNQklzOspCkeCyfVr2lQv/qG
8m+f2RI0ue5sS8YvJ4qOsfTdqqSPXIZfZtqhKNmobzZoEZcg60gDtnCDbvgcNdNbW5vzQZn3zv/W
SvBAgoZAqUCw+pY/UaMVYqkTK0E7C2/iabbPQYyf2v313iogUs/nrzKEYBazWA5DzEj7yen0qw+d
HrCAXlToF/ez/ikaMIY+I+sZdB8yc8jTF3VOqJ0qKkI2Z51eo0IwlFh7idvWxEmfIEJw0wNRF6H6
b1hFsPXIJMPivGYdxs+4eGQnObb3xIA2RxHyk1QR8Qdcw01GKlEt89OvlTG250Lt9XPUV/V/2M4U
8gFDInJJ3iuuq9/mEs3DFKIaoVOeTftTJZv5xcTcfee83t4MkDkEwh6oDvNZp7pDX9FDKkr9qndy
cO5teLVOpLTnsmgfXzYxFNASSqG0KtaMpgmZ/FRrCl5gOTAg1dfR8MMKd7kwWzMCnQNWi+q2IGku
163v0y6SNO46zdBjVDpiKjJBYjjEr36xk7NsjQWRkBYBmBmF2s9yLEim4M9N9htK3sGHsdKagz7Y
0nWqC2fntN2+TsSJxG82nUidMvnqsHUdqv2jZBjXYsB/3Qj04lOut/kFgJL9KwJF7VZ9K+/swffK
w/I6Z1RoGKghUTOgk7ycYJS1uWI1skHoSGb2aaZE/784cvLSPBZhiQt5ReIQkp+p5ZuKSMN88tO6
+TEAE+4PU6P2tSvjnPPmow4Rg/IeBhQBMHeApdgLRjNJVFeejbLoXn0nLP6Ka6QjDp2up/MhgSU0
u1rmBG91UURvRmgo3yii1rWrNrH/tezw9nRVqY+ly87NJhZzPW18FPiu8EFEK3s1baQpIqNxzCu8
b9+lj6s91dz7h8TnRtFbhYQsNj83faw9pT52PnhWYI0xRlH2AeO84nj/59zeN/wKIgTxuAEbXodz
Et6XZpePJu40dXDEn9SCWTbZO3nV1gYjZoRyQONccdZlTLXDMSSpVfOqR9L4cxzU5oAzRvbkN1F0
naEWu31fOjsMz42p0V2jMQwlAPjHulPRK2qnGV2EXFIT/FSwAXmr+9z8cX/9Np5sLmuIxeAdRZC6
hiIaTa/bc9P71zwIjPqnbEkqNHsH+fnYTS1sAeaxR8AuCCJbvfBk68G1TjG8dRHFTZvmUGVqErlO
QI/5KzbqxatdVGrybMV+OkDKN434GkVzHlzjLk8tF/nFTNvZkhs3DU8AVRF4qDw5axTCOA45/wQW
koVDcUR6Dk+SFo5SgY7G408CyyWstkQ77qYlMM/5nHAKLaLt1DxXvtMcpayQLknZtTtDbXx+cOpM
CuA999Ta/qLq0x4rhIlZgfpCfaamuVtYeyHb1ihUlER9jvkQFixPcyv3jhqMuX2VZgMkjIbnS6/O
/s4FvTEKlSteSxIielXvxcrf3ms1a9KyDQV+ikbVuTWj8QJua48VtzUKXRMVAjudIhqZy7lMpaNH
cQRqKbc7fG2RKX0qi3HPAuI2ihdwS15qPgvP6NrvcdITirscXMrsGYVUOfmmh9OTpc2QycLoGPnm
iT71v/ePqbhUV5cuyCj6NOAIETpYQ+JLy0RO3kmMq8XNzvGUwreEs/zDrnMFXYmQz3Z/wI21JD4A
2wNvB5rEmjLZ9xn4pLiXrqilR4dS1+Jj1JjZzsm9HQXJWoEegDoPZmKtbAWhBER3N1tXDYmSsxN0
GdRZCmePzgV6hEF1gyiE5sX6i9VGY7UE1841oHj65hejeo4gTTw+CnRMAifBuIOetnoX+7of1cmn
3meJ+mQH/vEvM6E5+vBc4MnyZQBcAPZdgwKjGE2zBgTKFThA8DZ21nhO5yT59h9GwRZegCrFjFa3
wlAbE3pPsX9tm658mm1shUIS1YdbO3RduNkoHJOQEcovzysRQVAio+1fZ6jV7jiDWx6CfM9m5Pbo
gDGANg2IBBYavJXlKObUtk7VWQ5Ey0iPrvJQa69lEGgvE+ga5axPjvPl4dUD1SASfKpM5MGrLBjJ
DKzUqMRewa3Zz76c9Eez0vZ29e2rB0CF1hhMAlCi8ho9hUVU10dp5l/DuZAIGaf43E9lch3UeM9l
cuOYEmWRAsGgFqzBdffB0arC1hP/6mPv9g/txuhjWVT2Dt51cxSaxNDU2Nkkd8sP5fhOMQ9W5SNS
WLU4X4TVk4xc0df7H2dz2aiVibo1Le51py+2Q1xBS0bByc4/yWoQno1oTl8GUX99fCgABKDvxFHi
WlhOKFSdrNDa1ueTVM1BUXv7kPsW1sptugdV2Fo7rgUSx/ci4Lq0ZLTN0JYyzbUcz/qP9jxE51mN
9rRUttaOnhelck4S/17tg6RS2nCQiBVD3yqfgsLh7QlNjMqGvHu+v3ZbE+JuAKBAqIWu7Woz9IYq
QZKd/GuCOB8A9sg4W2nfPX5nY9bDcy3o5jgwrG4gOcCS0Y40epLhnPyR5OM30M3qToi9dQEhXyVe
H5aNbGW5DXpJz6K0ivxrVWrShT5d8lEpwsiNejn7Yslz/vT40lF44QVjf9MvFEv7W7AVIjpYNoDz
rq0ZF196K9ReuCb2XHq2PhD8HpClcMwFsHQ5igmWt49xQb1SzhhPM449V12fnc/357K14yx6MzTL
UYsEsLUcBQ9v+pLN4F+1XomOAQ7XL4GOCGaF8ez5/lCbE0IGRTSN3xvWy6H0ukAJ12EogOHqX0VR
T14Ermlv3TZn9Nswq0uhxqYqztqZS6Fo1Rc5Mj5JhRNeSgkr6fsT2tp3HCDRCCQuYY8vJxQoPrJH
jepfu6b91mtWfAmkcXDrom9PiLGm7v3htiaGZCiHiKYgKhirDTFNeKgYmc5rnujW16ZLqu8FHJ/0
6OOItTM1sUjLcFjYqKLwSjaBquCaidUiuAbNrA+82TLq00RF8+/G6PxfWTzmupghienYW8hw3p/j
xh5BGAtCJVc6cJQ1oq8fZuhHfY9yJWqDp5zL67UdLe3vh0ehis6bAbIWyvUa8WpIbZYqIKKvYTjj
i0ZB4hS1hfr4XESxDKqt0Aem9rjcHkNV+1RmmIuCTpW4jIaXoJKjHaDnxooBPrFADWLlQ2lTW45i
jUFpN1j2XP057rE9HeWTWVvt42cX+xwQitwR6CesxR+NqaySgtrAFSXE0bND7DB8lE13VFe25kKX
CJgl1Ar+t1qxaI6DqFUq65rNeu8Wg+2fWmMX1X17jhB7I4/gwLJg8joncpB7NBWssUHrz/gx5oXz
Qn/WPqVhKz/8yPL3w7EGHUSkyndafhwcXtJUkktsUa1RO8oNkh28/sXOsm1NCKYsNyuKFryCq3C4
KVUjdTRGwWXXdkPUUA5Oj3NogVn1zp6+vReYigjqODjvgofLCUmjNKhqyJ6eOvt7l0jXPqz+Cazu
JZs4SdnU7JToNqcmxM/oUFKnWe9uqcWIZB6ZWpjL6mG0h/6LXanGh1RrreP9S2FvKLE5f3vVSwVd
sSQRB0mSp6+jOmC8ntn5pUnDaGdWtw8Hmxv7FSgTAO5ukP1KVc1ZllgmKv/Gm2HV/6A7/SNo7MYF
TPTP/WndnikxFggPwYLmkV/dD5mZWk4taneR5FQuiKL61DXz3r29sXj0iUQUARqH4HW1BbtudCRH
H61rAQl+PqAXbBz6YSzUI1VMe+dUbQ3GnUyUQESJ39YqZkFQ2I6bwLSuQTCmrgS4yU3T+W+cqrWH
rz36yGx4vhP7ndrGck+gp+zUQ6ja14mS9EFOrf5c07veOVQbnwiUsFg5ClBk6atboq6wLqrC2b6C
2ncOE1puR6ku/vfwPqAhxWMkBB9Ialf7gMd+iFKVWoBSt5LbFm32lBbqnvPBOyd8GTiQ9QlFcLo2
VHHXAf+Ac7k0YE52xSV6rq/50MefayDsXwdM8ky3UieUcByriz9KCSfrmMzpGB5KBPShCWuVqXLo
Mv4vSoqx9w99mEv1UFv+3Ljm0KrWlR1YvilON89/Bdy7/t8pYndS68qRJhW+i3djGP0Ii1ppDiDL
kZu6v4pia92b3ioGQxJJCHnZpNDE4tl17JviFGlj/zxM5vyWZP43CHYjZfko+dQ0Ufrr/vAbOx9K
EoVkURkFk7y6o/Tc9jvdaHBsdqDv1VUZn0MEub0gNf9+fCTReAPnBnmPnHe583vb16ZQJG6yjkum
3cvSiaq1RWUUWvf9oTa2P4EYjUWkBoChrOMk345bXY5y6SoFWXDyMQ+7sAYPy7xSjgAhj46BWD+w
dcsJ+bU6S2UeSVetrKez3ZXw1Krgp97Ke2KMW/PhraLaatLZJpJdjtRrWZZmkyldqbbaxx4NDQPE
EOT7nXXb2gx8GKGGCvGQAu9yHDoyYdkWYeBZVlEc56zJ/7DsoHiaZ2u43P9EG2gLthw9SZJdAmZK
/8uxtEqaqcnWiMWgiMjd+7nWim9TqWKmmsLXNq1Qds08/yzl7QVFzW/hOO3VRrZ/A/OkEcUBII1c
/gYijqpWwLZctdRs/jX8tvrZTfJ8tFGGPae+6biK3/iXJKut42Cr9Zvdtcoh5gbfyf/fe56rW4Bm
peCsUGwQz+ryl1itEctI2VfejPBHetDRBHC+Qd+Mw/M0yrH+l5yO/q9Sn6T5uW0CtEFKIhysJ5U4
l/wjQSHCVVgKq6h0Tn0qfW2iSUJWNoSBc5yhjihXwJnSN2gxTvsJ59oq+jKYndQdzVaHIp5UclEd
0jazGsO1JqvqAADX8rUEbqB+hGLPXSr7UX0ynMhJfwx6OX6La62OD62NkYKrtKNfHTU/whvaJI3V
ztIovzemTGt+lrt6lL7CdqUO4FZSVc8fMFQNs69RVub9aznMwVvet4FxVTLfDA9TljtfwzgdlYOv
BonjafhulX+k0yTnB6BM0uCmWuiUmduQdCbfDNhM+aUnZiiOJC4hfil+UrYHvwgdcKjKOHTnwm5z
6UUbrDS92GVjJtfJMtrRHY1MUVxDUskKdLvDMRexBW1yB3on1hNkijawXWqA9T+xrGTOmdZh6xBW
KaPPrxuVMc4PhZ3RLU3lvJlerSlNqje1LvL8D2msRw1Bh9aa/k70OEhPqaLWyqcR4pPlxiDpS+U4
xZafn4B4hIVrB5E1Xhojw5vyaJaBoXvob2Xpix05UXkM1NkgkZ3NVNnT4t+4YrBJp7BPYEJxfx0B
BXmG6YSv+Fdha+xhPBMAVQi6nejnfR+v9jlYU+hZVPAQ3FwLBkBsldKwKSXwgariqanefotDZThE
voB4g5bon5GpVN6iaXY+zaXcfcUMMnm9f/dszRXHbyCE4tFDm3V52MpRqzANdPyrhSTbQaEsforV
ati5TLdGIVsHi4wYvlCZXo6iK5WpzA4vqxmH9pcg80PatFWx05DZuLIFBIl6APAOSuTqchRNzRFR
VpPAy3wfYoFTqF9Ed/slVAJ5j7e0MSNQG/RI6DlbwMVW12Xe1tk8+5J09WWu6IPq91/xaaj37Azf
Y+DVJgFwjWwH+TQQkbVEVWy1yWRrjBP18wu6NAfJDGI3zsMP3I7Pzeg8xbJ9JOP5MA7Rx0kLnhsb
Q8mmCz6lZnqsgbG0ynRB0PecZ9mfbVqdMR07JRkkiEAqDpM8Ho1mKtxI03eetY1sFrimYD0BamCF
Vi81MrXJiKB24AHX/NFx5btUkaWj1tQvmcZ/C/NxViAHVjTqqeJRO17jNzOYXfiJ14GnGWHr6pky
PRNp9TsFga2nkgHEQ22IxHnd+HOqyBz9MQ882catxs/iS5imkMfAChrmR9PvB2xl7F91k+NsaL4O
nbXzRG5tPtaUB5KyBOjs1cqmZaBlUTgFHhwT5Z9ISTrFrWqgXA/fDWBgRRODciiYu9WppT6O1drM
BwzRqDnGSa3gBxHsaXluToZjRGKDLtVNq2TqpUGZCz/w0kEPqEsV0E5cFb/b4/3Z3G5HKjj8g6is
oP6toVYFgvJmL+uRJ1e9mZ6ov+QYoc4JSoCB2lnxazo44WctR9xkZx1v7yXUTCD/o7FPZYz6zvJe
AlCaQowvEk81tGdChOSCxKdF7Lon/3Zb+RAsagEhAp57W8/BKaCVbYBdXsTr3x9KWakzV6+s6NVS
xglrzh6a0c4p3xqTXcJBB5NLuLzaJLMvN8ZcBblX8hnfplSpo0Ont8hWVWlnfBKZ5tv9D3m7YfiC
7+JdCBFS/FtdvVZsa8CLc+QwdKX76ZuV/Jwoebqn53z71SgXkM/TCueUoQ+1/GrEdkrbR2aOINrg
YL3cm6TNzngp5PLxQghMRzjGwiKHo7aOvfM40ZSpZChMcvzieVIif7wMbZLtHIGNKQG5QJmXQqYs
Ol/LKcV5nQBaUHm0gklyNaOMToWSdmDO1D3Ywu1Hog0FhgnMPqVFdGyXQ8GukJQZSXGvhyP3i6qL
c7FBZOzJIdxUDCgbgeri5gDCSpN6dbRK9HHBqk6Dp0gz1oAWsmHaSxWqQ+LmRlD8hLgXxi9zlWX9
pRtqHyOgMq/3vBVuJivwm8ROlH6Eb8zadi42sH+bYSZ4KVbWCly5VkHyDWb+w/g9Aa5mCE64Kdrl
q4avhZtCGfCwenJSDsdujKcvTTdXXjir0vf7p+zmXINIFlZ6tIkQJwSlsfyAujNXapdqvadnZvC9
Tp0+cMEhYUHdGR21IxTxHzZwESBoUA3wuFC7uYmpsFQo2rxSe69W4/Ijpra5m8jl+KjgBEYnJpcx
6pj0zfkIy4n5NmZmZq33Xk8XsXyS0zn7HKEWtqc7vLGAFphe7if65oJuuBynwhBGkWdt8HStoQci
9a1+Ceu0C9y4tdsJ+bM9yqH4JItYkZnxsajxYEaA4MPqKh7KrJTqToxYOd3/UqXJn/peGS+pESDV
pSnhz5w87hCpUx+d7u+Wm5tFDE3qa9FB5Q1f4+0qq8AdmDfbM/DkeNLVOvqjxjjpYtTVHhlxeyhu
fu5k7rF12iTPVmtOYT94nW/iSV/KhZad5jSVPyjRvFeo2zjZ6N0DvSI0AR63xsAEUcDRrprBSwpT
+0vNW93rCPiPj68eZBB8RwXKC9DDcqtQYjEpY0hYTGdqjA9fqObk0/pglR8KCfGgH48Ph+ogxR4Y
Yw6KAcvhUnUsw1H3KWwGgktstdW59Icfw9zuKStunQHkvilZC5KqsdYpg3GMdFqcjJ48j/Mv0GDl
X30wKcMTWr5pdFbLOFd2duLmkIAYhcw42Ji1Xjut9X7IjXT0Asr0T6km16abO7HxZ1tOWYqBWEB4
/h/W890pXagcWeuWZ6pEcmxa8eiZeZ/9MpVpOlOLQQtsCJq9F+D2waMUCeCUZJpaKy2N5bdjFKsi
pBq9Vu3iQyxxR7tSnYdPHfnu25hb/ce0zeuDHWvFpSjLvVb11h1Du4vwWeCBbuoFijFnfUu51QuG
qsfKy88ubVYkz/X0S+9oXrqNTbMXcKE676zybb1EMGv5pAgjiCrpeurlkKEINrFtx6oa2yvG8WF1
KDQUKA55H/j/BnLQR64e1Plr0DT9myLpbknBIT88/LnJLfkNRDZALJ3VyzhVwrcTXx4e4bg8V/2M
3aYU/d0bfvd0f6SNxRbhJ050KqE1UMzlx45CFRqMFY0eLjPTsxTp2s+waopzVo/Kx9zvO7g7knoi
1ttDiW/cewiyC+N3ogCy+NU2K5xY1qjCjmQSZX8atTY+d4lf7/gPbFzlRKGoo3ALiT7Ian74sWcl
j/7oVWVbnnKlyD+1VjeciOminVd/Y/cInVUbFIcoEOnrTq0UY3Im5QHwitocx89q2hSWC94tfhmz
RBoOjR/WuauFE/xFbcQH7SBpUKTOaUBnd2cH3X5Xbl9BpqeoAxB//VtKrAIUOwzYyXL9K3e6Pzrb
fG6G8XsNA8CluOz6evft/l66/aLLMcWf/9aAx5c3c6jA9Z7Uc0BLcImIQVTRzo69/aLk1lQ66OuC
775hV9lNEOEoLB5nK7P+KKtG+1NP4ipyfdsf/3d/RptjgRgVNvAq+2e1R5WgJq5BJ8bD1mw4yPow
nqhcS4chdB6/4QVrhs6WRkuIV3oVM2qRleaByrRSv5WepihOn0w5y8+jbe/tjY3vRGdVFCgQJqXw
sjoTxPXTmIUDGU0UJueGOuM1TYtgB9ck1mYZKjIhtFjor3Cx3HDT7WlqtFQeB6+1YC6kOdTQ8FMp
y4k7FmGBhN2ultb2vHi7OIT4ma29P0ypalW5ZQnbgZcpQkDiQ9FX8Q4Ie3NPAMOg5khtjkO23OVs
BLwCkJXx6g69ql4KRjj+JcBlLX+YYoICn5DgpbdKsZl6xHKowJftUKc24LVd3SEdCTSsolN8ur/J
b8MZqg/ItsOhY9nIJJajZKRnZV4og1fpPdgZo3UxHU8ODZ7XbtaRIf2H4ag328BaBFxC/Jzfbgkl
H7TOhNbtRUNsv9DhG16bUbX+7WVFeqK8NO2Mt7Ur0FfjjSMM5d/qcjyrMJEYS/rR8yva+26J+Evi
RnbXPL6M/P1QaGgbc/mvYwdtqoFwldLkaQipWh/sBsLiMbWroWG0YY5Qs1KS4vn+Ym5MTqRFQCHR
+Ie6Ljbrb4tJg5riStLLHoVwMMZ+9SNCxOF8f5CNHU9cZKNnRiGEF2VVEqj8ZqJ6WcueXip4C5uh
+aaSfj3rlV3u+T7cBp/QqQRLWVT7SPdWd9MczXQgg7oHWWym59GMGSGxo/mEK4wpLGSjAb3joTvE
kRT9nGpjz/xma7K//4DVaUjzTvHzsOu9poKZb8VS7Gq9NL5KSjH+h4/3+1Crj1f0GRiopO09ok46
3k6ouVqCF+n9r7cRCQgYMNE0Oul0AdcrOtnWoNRT7yW2PR5Kdow7BLifZs2UHvJQ+SvuYsdtWnNn
12xtzd/HXS0k7f3Zr4eh9xQjps2oVckL1s97UP6NV0YAQgA3sD/RDF+toSbx6ushBR0dI+4jQW54
9E3Fh79UBP+T5N53u7qyj48vKe/n+w6lWLYupoZIe029TeHKydr0x5R2uafHffsa000/88g3h8hs
gleadw8jRQX+BRIy1sNIdBCTLM+7bOM+XKdMV6Ja/BwE/Q+7L+uniH7oTgD5rnaxer9RtxfQQwSz
+JCrfTOYWZzrEfWWWM/Gixq1I/CHOkVhN3PsYxbMyqHPNcwqUr25REXunHU7dC5xQHlBG5v2pASO
fQLcJRN2t9bZn+s9au57FHvzG6Fmg7klxqBXtVyOcooh1+jhgHh0W7q2kmUvpU6pwU6qo9NqAVaz
kXFEP6o8pwUJO2Zx6hXTDRXttVY6zWZSfr2/NbauD6iHVAWoyQGDXkUHSpMZSt3JvReXRnCR7Dj8
ps6oQc21s8eT2Nz6onvG1U8VfC3RP2WynaHvPHjWTAnzHI1ZVoByCNLatY1We5FNyR8O8RjuqbBu
nWyeOHI3evqCgbRcdTjjsW5NCdnpYDbVyaixHXKN0Zj1na7W5kAUWkSBGMjSumhlSo08q3Y2eLaN
IESMU59bUynbuYY34h/yfaE8Rq5NkLDaRC0c22hy9MErIhPJrlGfieiatohc7k1sp8xabvZoVVvb
RPiB8NlYxRuNLaMGYmOLot80KM63Xu4njlk0fVAIjHbu4c3p2exEwZMA87S6IeM8U/Iu9Xsvd3L5
oxYPiLRkqpm5ch9iBz+Gey2gza8GsFewYoVFo3jif4tJyt6UlLSIRfFijvxLP81p4vZdUuxpyG7N
DJwqTWrIpPhFrT4cnDEksIeWHBfkiuoaiUIs3mnT+APpSb08F1JT7pQTNockLiHwJ1e74XSlM25e
UkTq5IRKeKmHLv8aVbLtoXuufW7oB+2cgM3xBJECrCgF4nf14N/Wsu7rpAhHMoCs1o9yFU/nEiOJ
Z8nMzYNuD1/uX17bo0FgBXAg0Emr10UtDScwQ+CoWoaOO17G87eqkRpoPCZ+g80s74y3tVNolIgk
CiAU5a7lTgnmXDEj2+EDIv2vuOWQU6OYYv0/DcOzSWUPnv7ayjPv8nh2Ijp4ddMmnxOlGT+hsDn+
l08FTocrBAgSEPrlZKbQ7OdyoDWiSG3wpxSa8cm0rehnOgzFjyFJ9prHm4sn4KlkumCx1wBfxa/1
oece8ZphSuKz5Le4VTSD3Pxxf1NsXVXi8hB5PBrD675LohbOEKbh6PF22iczT8ozwrTtFWMr43B/
qM399/+HWue7Yaoas5FTfkUXMDrQ7SndQOk+yL7+XLW7isZb7yfrR9ZEIs/mWF0fs4OpSlmx+5CW
M5+GvOxOToMraY9KxmmC5RS4DSXy0+NzJIeiX82YnGltuU3UvIM5EnPGbIy6TkPTBsdmqNUPcwiu
wkVIcs82dCuj4oQJQSsa/4iYLAcsjcKX+pnvB4RHxcIl5/C7Ra+k31u/Sr8M8H5OaTJJb4KbWLul
lNv/+w9TFgpQ9Ld4gtYkqtA2pLFMaV7YcojpRp85snSwBkoAA7hUyy1qYZt6f8ytXQs6gNtFGIwi
f7SctZQbUgfJZPS6IVCng58k5hsBUvyxSHkmd/bt1lGE5gsazMEph/doOVjiZ87oy3QsZFw4vtac
EekgS9awF/FtjiPMlrk4iC7XrwFtSQryZk0xO1UAtOa4VXZhX+9cZFsJI+RN+ruE1GAfVq9AXIda
VfaMYgVT/2rPU3HuKoxuMJ6J56PSasXzMOfEl5np75TQN74a9EQ0XPDmpB261vcvE9maCeLpRgCE
4HA4xgHLncCdpSZ7fINAmGYRAcfyuK6BKlIdpJpFl8djGYLvlpZNmZtKmXWKc7W9PLwZ6acJRQXg
PsD9VzeNMbX47igRMZ4/B4jKBUNSnKVUnsOrqvT1XlFo42IDDQkbHJ85YR+0CsCCwZ4ARsHO9vVa
sQ8+EdQvggVFdTtZ7/4R/lLzxbRTS98pjW7sT443iFWeI4wg100HWe5LWwk46GgGJ08VOnsvQV6k
O/H65igUh3hqcZxD3WN52mgq1dLcsknAVmTPSasGhymP9vTLN7ai4OQC+YE/o2KguRwlt7I5z+tu
9IraML9Pat68NGAQvktNzoD398fGu0fKSC2UpiNX9ZqOkOhNUEumw7bvLBTJo1Y3Do5voPM9RHGt
Hu3KUB4/5IwnJMGo/NLvXO0R2xkjbDBJO+jTNz6ej6k5f1C1tMoOHbCRnz25T+TmWRlmB+ph7Z52
19byCgY3qjZCgP/dSfS3wFaBXlNJ9YSCQFpmn4cCfdBjWGGDejCbdqx27pWNE0EN/R0mTEkdQYvl
x6T8ENsTmH8vqZ0eQcewkboDVqBzcVISdaqeyyIuP1lRqQTn+592Y7OKTIgbmzo+ks2ro58J70LT
nmQ4Plp2bGUr/mQ1pvEoLB2dVs46T9B7IWD9wsZ4gtKcN2TwinXpZbLeno1QKA7Kvb0z1C00mbFw
V+cq48tRHlqtZa83NSaareJFBgU+dw6pkIIjCfBRBYv0AZWGaTxlQ5zpBwpASMHnfi4JmmAbunGv
NHuqClsrzMUq4npsYaBfLr9tPE1mSEVK9mqkAN0ulvuTKrV7fle3o6C9JRjMoLmwrVwjzevaGLM0
7mRvQEvvYye19pNiodJ/f7fcXgRgdwnRRHGPHGL9HZ2wAndOhdabHJAFo6Nkf1fFNP5ZmlKLmb0e
/XN/vI1ZwVkV9QckzTF1Fn/+2yksKtw66UHr3jQV079o707TcXK0cC+wvw0pePaorlB+hkV/A+mI
GhVTDTXPvaiItJfe7IIPZi6Fz2kcVG9x6hunODTUi1Yb5cPnD+CkKqSz+GoC3LGcYd9ZSpXree1l
sR+fLGOmA48Ii/P10YUU+Ex0zAk2cZpZ43MSzZhgwOJU2ZlVfAYyOrzMmrWXiomtvCx3QujEk0gQ
XIAdrdknilnXjjx0lWdIZnvMUit168n4AhBLp/qRnywU1tymyt/4DH/fn+AGuIGxhUA/IQUNcXmV
qxt1rHflJFeeLQ3gvENBFMlsqz7CMu3cvGi7s5YW1pE6vHM0UqX4qqG99fjXBJdKfEg/g0d5jRjV
BgpBcyk1PMpzNLp1JHfJwZybeM/o7fYgiuhJhGzk1lS/VwcjskCPNZnU0ldTre9QzNrpaAaT7WAX
qk/dMQ7Uan69v8S3TyIZNvETNXdqCDdutmWij5JeldDBaJa8grUqrL/qKU7K45jR+t25x29HI/yF
g0yKRLAGO2t5MOgK5Rm3wnvnorho7ay+dlzVqKnku3X6jbFEXQTxWWzWhej1ciyjChw9iJLCs4c4
fDLNGNZpnqVP0qwqOy/97Y1GpA09B300Mk6kh5dDRVxnAytceIVcNUejHNuvc5c2n+9/qtvtwShI
+8INENQ6Z7U9ZLXK/QAOp5dYSn3MC1P6EBh279lzJH3O6kbZwVJsjEfazMXCy4PF4dpcLglnf+rU
qPS0utUR+o+0dHKlPsDdG5BAEh8CA2bn+eFJMhj5A/AhESiuTjzk8SrTErPkcbAQvG3n7toCrzj5
Zdd8SErT39n/t5/uXTqGOQq3XMgKy0+XJmFHqZiuGsZrP2Ktlc7BVI2n+5O6fYlohQmRMVDTJoJz
q/1h5uiCtBqoFDlulEOIwsDnEq2VSx5MPy0lTAO3tHL7RMf5j/sD354BIgcyWjI96rhw2ZezywNd
9RFfAYaQ5f380SEx+hZXytR/AiurPXwKuKB59eAECQzn+sCN1hAVUM6p2VVB4mlTFB4qSuU7ae3t
B/t/4lkitwWnuRZGTqsElJYdzl4+jMF4hJJjxwcEzUfn4Z0IWRaEA4h6gDcklsu1i/whwQupU714
HLMPmR32h8YKq9cEC9Jjz1u5k4/dfivQDuDpaSojT0J1cDmeZASxiQWR5mWmpDpYqWp5eRj9unKe
9EI33x7dGXgtcMyAxFCMQBJlOZpRA8KOOdeeVTfqYUYS4BwYY/ixTWVpZyE3XnFCIUJlsJ4c6hvF
7Hpo1dSZwtbLez99smMVElUStn+3Knx1VAqj/li0lnQUYLRPSVdGOVQTbdJO96e8sXNAGKNCLIiU
VGFWh0Fy4lDiTzqQD0lxbNs0kV5MdLDqnSvl9kMidQW6lIBMSM2ss8xI9eO8MpLeQ21Ipwml0kYE
BS89h+2g7LwJt3MCP0WxgFoS9BnyseVnBFKhZB1K0Z42B85RlcvhlBCeuPdX7jaTRTlOcELpZQhi
2mqzYLwUqz02tF41FtKfQ2iP06eWcuAlaYbgG5C3WEJk2Zj27DrEr1+GnnDUqIdALSRTgBu3nJ1m
VopVF+XozUOlXJqyGy6wg5NTUyTJJwktxYePIMJuXFyw18F58vYtx2utpG4I8bjBwilDjiFuz3nT
6McIHs1OaHvz4RDuAVUPgYBTQWK7euf6fDQGWDwaS4qMeK8M1rnpo+TRLS9GIf+AR0bYxSO+nFBo
ZGYNZknzyJP+VezKdtW+fPh1YxCBGRQoUq6udemWekqFWmdkQnQtwupbmVl1FhxiK8yiy/+Rdh5N
juNMmP5FjKA3V1IqJ1W1nTZzYXSPoSfoQPfr90HtYUeUohj17UQfJmIMBBBIJDJfYyzC/aeSIphf
kmIo6oeisUp/J1G5sZZI+gEDpjSgnrCbyNmKvCvGstBPAT3Du0HX/MgyU2Onzni1GZVEunL5o+Jh
8ebafLGEowHNMNBPI+2h58ye4cIZWt8/212bHRd3Sqb3bkemApqV7JXCO/3RzeHO4rHBQcM2Trg3
pD/x8PE/VXrhv1TCLP58+4TfWELeyOoTsmHcK8m5weEh0MS+cZId9ozxMoD8hKizc3ffWEK8vWhi
wYXDSGyrcZPZVUyO4Dmnonfnr2mmG9EshHbAEbA6epNV3r09q6tITCOGdz9pgktSzmP8cvvHQ7oE
09I7J0S53eBYWI1B1c1vQP0bqzfmj28Pd72IXN8AOigK8VSkuHE5XKC31jDkhnMKyBhwUexMzMdh
K7U//4dxiIf0fEFhonBxOY6ezahqwrg6SSMfP1RZRxbZiH7nGrv+WBTagBzQqOStQfi4HCVuYbo2
TemeOHiPnV4NB81pTq3ha4c8b3+8PaUbX4obxiU55l5WNJjLwfTYbzNfjI6yr84OVqCV+FqaNbL9
7R7T6MZQuLBQliX+crVs0WxJPPjB6C7eqdQAFP1VWV6N/0WjozidScpSO4nWjWWkEQjUh8oJbcEt
bE+OqVc4yMOfXOrZTzS/vC40gqG8dxMdePrQaXutihsTZBHJ6ogY/Nk+aZqADMp1G//kCjndDVou
7+ISN7Np7N6NKFLdLEVRQIYLitgW5jm4pdPoy8RQ2YDHBwpt1nhE0wYbTiFKfSfO35oYsDsFS6F8
zbiXmwRpiHpcpBuczBgFHam1XzIvKx9609w5yDcGYmJKko4rE+7/Jg/IjC5x83GMTxUUhdOc+aNz
HLq++2YPibZnp3dzMJCO/AXAEtTj5azglpVVil8hahRuY4dZ7Ms/tb4EzQF++/e7jxkYOlWl4BLj
UbiZ2JQmeko6Hp9y05kPs2jEQ+cBkdU69/D2SFcpI08YSmaWotIpt7VN9ADM3zZea8QntxP5D8r6
zhnddeNYt/Ny6PNhvW+SIH14e1C1VBf5ohpUaRUivE+ZZNukW+vSxW6XQSvNMu8Kj/5tlvt7+vHX
J5r4obxEdIWNAhe7+WAZ0WkcHW6xtfpTTOt34NQIqIrOC5es/evtKV3vDgbzVX2eSjZEgs2ezxO/
1WRGFE6MNj4arVM/UhBuHqw1T3dgZterp4ZS6BCQj9SV1bz/U5d3xmCQy6Q50KyzVT/G/Ms5lDGV
cL89p1sDgbZH55HFUy2Hy4GaxE67WJYeDHJ7eShTx3kgwOyZmFzvQPqoFMpUZY5XyzbOdzSn5tmv
PFWJKENsMBHhb37Ppv7oDMFHSGPf357Vq3fg5e6D5wEZGFggMFXYVJfTqrTWzbJ28k6ZMb7IvDvk
zYKCPcS38Rzo8i6ze/SJKE+LNXjx6imJWs/aI7qo/XD1I8hTXw1VCP6bEw5FjJAFTfXkonmHe0fZ
lpFJdfKh6lLkMAVCzIcibZYw9kb5+e0VuLFXwYirfEGZfvGCulyAvNBsZ4iFp/ZqF4KB0R6g1aPm
1hV7dme3huKjKtUIhe25OoOiS3HCXb1TDhr+yTcLlxIaLcB6io2dSHZjt3KiXlmNIN6uYmbe1B6m
Mayo6Iru7wq+z7+d175b/pF0jmjCjQNcisXbrB2Po8EVmHmdijktPgpvSl+6XGo7ycj1XBgDS0MS
A04eupmXX6iMm7V0iiU/I+1rwbZiRnpkp2Lak128MRAJt4qTbEQgx5sjDvq3HafOzs9AanQkIbTy
gACgGb53w1GZhnDKIODpsEG5nE6mLWThiZOfh7mfj2gqrJEcbeOejkb3PwylnhGA7AGOXnEgrFQs
KNmJ4pyWnlE8za4XjxFNhdV6qNu42iOFX98xhBDMaMkIFF9tq9IpK8RruZWLM8oWwg3X3moirXOs
l6QvQexVpEHvDspqRCWyRK5BENMv1xKngrQo2qk4s8wdNvPBcsx5QO3c0Nfn9nKUTVE1LkzoMcZQ
nEFABOj6utkBtuQQNm1W7kxob6hNOBZaK7oM/5Cz7jTD2V8784PVyv7j4i3yvZVvGhYYZOMn6yho
19a/s/YaHmEWQ80JimVJPnlhDx53JxDd3BNcKyrZZsNvQZwaRdZcDHpxHnNdC7G0vJ8HD3EQ91l2
Q/Pu2gNT4tlC30K1lreRAos7J+8bqzhP5NhRUI3LMY5l9uTn096HujkvVwEpSDyuQXFiFnNFyCrO
mbW+lGV+gKb+JFPDibox3qMhX9+PFL1V8cGEdaogCJfbXI5L5dWUD89iddLvXt+vVmjiZGKEudFP
VjjWSk0jmEc5H9bS2xU+vLUrEbJRcyXaA22+HL/RIQxYVVmcu1az2Pfu0EUFOLkhGqny7ByBG1FY
tdHISnCngxCt/vl/MroBx42yyznTAwqqLyTc4p7ienz/dhS+OQpQZrrWuDeDe70cxU19d5a4nZ2z
aQ4w6Lazh3kY96qMNxYOdWQye0gXHhXhzdVlLbpJbcUgAAuUvbLYWxGZjn2U7rxdFtqtsRRiRGEY
qGzqm02SCrsqk3Ipz2O7BObRqJrktxfH/RouYyDmSDaCe7P2XPhnLfK7/9awkYzIqDydLj2SoM9C
c9Z/ZVcHLyL3Ay3kbtftd+frQLkROyMUEHXoU12u+yp1Q2plXJwLSly/ADW3x2nS5O+3v+6N0wnO
ifojlU+wk9viaj5rbYbqY3FeNPePwsoefPCchxXPw6Qw9z7yra1EDYjmL9gA8EibhW/TtFpFV5fn
1PTFXSuFko1YAHvs3OY3x1GblVxVMTk3r1OXjWoUflueWy0uDylyymHqZfbh7aW7tY3Qc1LLBuYB
wO/lB2rTqckG2ZTnrLFeZlvTcPrp1nBckve/qHjUg3FQrXNQZ1s2mXCCTptGuzxrazEdqsBb7pYq
ne/ens+tVVM+5Uq3RWUJm/mUdZMO1D/Lcx301aFayhFxVsv+9T+MwvVCcFTdke1B5wa1UnRDyjNA
SXE3+UV3tCW4n/+vUbZqaRR/9cZMtPIMwzuLprEnSx2WPX2NWyummrrKM4Y7dFvb8RKmmDaMMiAR
G4mxMIkE6G6/PZcb+4znLeAC/tC62jYBJ6fWbCmK5Wmpkg7bN5wPxme9sKqvy5xYe/rON0dTQUe1
p3QQKZe72kuzzHZRaX3qJ/jOoV/bbhQbhXXoM1v/+f6ZuQoIQkGTp95WnyR1yjinC7I8ma0/3IMa
LsrQZD1/GmU67lxj6ndfvpxVH5X3COhrVQDZxJ5Gn5Z6bJz1Kc2BegMpGIrhPPqT3hwLN87sY6GV
rR75+L3uJSXX20T5rLiBQqDQGdmGvbVchQ2K3XyycUr/7kxoIOYOjIe3F/N6FFhOyKiyVwJAwdti
bdHNHeuJyYaZuOudGS/iUTfG5r0QL0DHKhfAY0VJe2xzYc2ouzWxJUaOaF58FFiuP0qtMe5QSd+7
p6+/mHorKwG712fglrmV4Ke4zJ5y8CsrL7Iat/ptaq39QdqJfzAWzfjLHa13g/SYHzZ+dBpp8FBf
2mQ7JmTrZS6YH33MbA1dGciDufD5ojEDQe+N45junO+b84T9SSmViVLfvDxxfhND2FVe4FY26WEy
eymETMwbOgwz76jpLmHuul/fvVnILdC/RU3Hsq+aupWMHbObsKPIZnc6a9MgP3ARv9uGjDI+VDjA
jqrMDtLmcmYBfTmvqnRGSTXw225mPlix3t6/PZfXMHF5tFFXwzOAC1LRK7b4hcDPaj3REFAve7uf
vhSpVdaIdouu/1oBocseVTtvCqtMDGMYQ2+UU7TmNqpvTqsjS05mXsVRbyzqP+vpNL8EGdjbk562
3hRaQd2VR9sqhy4E1x84qA5mlYwA9hd719Z18GUmbATV6oZVvb2CV4SohO0xk761MG7DuMD+Fx9l
fEz7YhW7Ku03QoZ6KQFCV4pK6Jduvk8s6yB16vS0OrOrHyWiZu1DoCetf+/GvWGcxwnl7NNo2DL4
hnJenTzyCysqMGtGdR9l3LoGk+xobWQtGPBWoRMva4JAojZ9NaUntchfrLh+zmRnDi9DEU951PX6
rP+ZuVUVP7p2KyakBRD5/zYNIhjf3VJSgn+8jyhcGrTYN0HfWbq11Xu9OBVNxTt6WLK7OkjKl54y
2vHtXXidSHNpQlSi4A2SmsTmci3xOUHSJe/K0xDYM6yvtTx2na+DIWD3xGJ9t3UNqH2IGaD/qOdA
3NucLb8JCj021/I0xl1XHVYnLv3DgHXFZ9PMHX0nn3o1VLg8Y7A9EY0HII0nMTLyl9OLaTjSoWC4
ChOMoQ5X2Vryhw9IzzvIgkJ3HaJtHXgQbmwkwMI+750kmhzdbz5i2Q7KITdk9svqXMRr6dT37l2R
J4Z1TucW9RjsMoL6W5Dl5nxoEs/8Bx/auIJS7dRw7hNLS4/uQK32j9LkMXanWSu8jDnlaf/i1GPw
D/WmNg9Nfk9wWuWi9/clCs7jzje+Oi/oKtDzUtBELlp4r5eLAMm0zhdR56dxHuxw8bT8UATlHlLw
GlAH0ov9SllGsXnpv14O0zfDWlg2lLcOf5Tj0hkIJzu1c5d3cRWOSWqGmN3gh1Q7CPDQXbzvlzXb
gcNcTxVqL37Qr1AYSgyb35D2oia9BZqPGIP5aExx/8VI0/7L24fmKt5RVkNiSiEUed9AJ76cqQyQ
dUCsokMWNG4Oi780UV7F5r2jp3udkxsTgpnJzQ5SUTmzbl43Qlg91hdud2pK89fgFDYSLnjEvD0f
9T+5OCXMh1cnpWiY2KrAdjmfokobP1nX7sRRKOxjs3JED7GdOdZBa/vJedSpHLjHiVLH37T4iiXs
e0vbu0XUt9n+CrRNGB5+GjPdRD0EtfrWc5HbrlohXpxszO/nvJrusWV0AO1KL7mvZ7/8p5hcfQdo
dBUFeaUqXT6oBoCaaERcLsBCDdXuMGY7xan8Pha2/BDL/pvT+taTnqflTlRS520zUeXxzY3JK0zZ
zV+Ohp5pbGtZNpw00bkPsW5BO29ygaZ+Jqq4j5apHnkvd/66Fw+v5wmNU/XZ0dIDQ7yViEI7z8HC
CAGUqkOh83HyCqbbmkZ6N7ZjUz51sWjbnehz/VkZU7VDyIgVDm57WCqc3YY8nk/9OpK1lPWk6c91
h8dVduj11u+fx3hYxIemSYtvQvTrcvf27r4+reQJvNjJ2xDFonh2udxKscOYZlfpEBnO96IM9Edb
X6Fd4W63c3Ffn1ak1Am1aC+TpdLmvRyKyGg2SYwcUGlm01db5suHBejQzmPmxoqqYgegUCi/UNY2
E6KHpXV6SRR1l8LRIkS+9CHUPFgsx1qMS3fCOsqLP3U8EsdQp9Ja7UTZ621E4gWSmB0MERBhm8tp
SmnYfSlgrMIl1VQhpHD7SCRulT1DIEKks4M0tMfBuP6M6pHB0wZRWbQqtklmgHIgeNt+PSXFKA6J
nIIw0IEFwvf49t4NQ/ShCA7rCSugK+f6ZJ0lKiwGFNLMcR8QheiPVmsk90Yz2zuv3+tQgFcmrTs2
KCeS1/blSoJzs+tiaY2TVzoxOl3S7CGzLOZnUsPss2WM9cukGenOkbyxlJxDpFWh4IOp2KK/HDSQ
lnUANBpMvf+A+Ee8hHPWdp9SgX7i24t5vVlBK7Gcyq6VULcNOZ4SQStbxzytFYV0fCKMlGd+igbx
XavcxaMkLaT84BrV9DOZhLHXQbwxV14miiP/f6GJmyPpxWYBeVdPTray+LIXOvF4CM2PNYaQO+cS
cC+f6zKyv9YZlNkkL2NyjMvPaYzDUq/JXJ2gII31B6GNuQyT3klXI3QHFNiekm5c80NiGH3/SLjU
vcjsU1v7o6yzPPnaSiioJxv0wNexR5CwiSZ31dEym+w67w+DH6/Z0QuUVm0W5GP5zY1d+q5jGfY1
D9SUXfSNZ2UXqWQ3WufE9kJpa8Ud+hjVU8Hl7t8Vc9t/AQWhRYWLVHA1Jn/6djqGRYbwA9beXmkg
4Y4iRGiPrYxE6ZRD2BddJaJqcr1D7y5/t4UjnmllesVHw84MC9OpMX+pB29+CJzSfuwHJ84PcaPf
eVqw9kds8nJY5uvQB0DwkMMN3S6mWqs3lpG3/PjO/9iVzdhFVdAmUxpaIHD9qNcC78nBvBPKzrCc
K8uclkjKRfu3G0by9ARy8i/lTR5Hc2YEL7U/3GUTqCSk4NvQl0b5pRss3nf+Oq5W5HGhhsnapvcW
MpMy4j3ruyHyZr/q2LDCwUSQN3Yn5+iTMs7h2tT6AhwN540ltlYQTk5zyLyEY+KjZBTGsTtHE64g
MhqEe2ctJdqRdq0ffK5RLYIEB9S8zvGp/UvyH/yylxajzr5bCjuUgVnUkZWnaX4sOtnLJx8dqylC
QLFpwrFYA++hNAdI5W4VO8N9lqxVd7AK5EiOuHYkxgNVpviHrc9pd+DjSE5wLeXMT03XtQrTHkWI
qLd1bXiURlIvd/pSrf1O9Lo6W0As4QRRAkV1ECLs5iJapTM3mD3CTOj9lNYTuIMvZt7ndjh5ev/1
7UBydbdyn0KyAiNro2ZDLLk8W0HaGOZkS/ukUbU8Orn8XtbVnhL7VSYMNQaCHzVk2jBoE21y0MRd
cp1v4hOPM3QbLUozSbTaa8+U1tL/pC++iCPfHju+daMV9UetbvR0J0G8ul/Vr8BslR8AROyKxy98
YWk0L/3TbPt0uBOdnl/Q9c9Ok+NWHuAy+fbSXn9HElxUIw3ckKisXVmZTHJAQlai3Wb0KIR6yZz9
ldZx0BwotLef3h7s+jsCclZVAPrNSnBmE5D1dmj1lArOaTTrIvKglx3mWuzhqa9GAe6uFF6VQwv4
5i25kVqykyQEjFMvchwv7TbpU8D8cR3sfKurtUMEgZcgXF6PEXknXG5LS5RjHFfCOWmYcblRaRfJ
t3G0un8GZ852wO83xgLPzEWmoFgoT6h//p/O+eKIMR0z38Kyp2/XCEG03n1c8tI0Djh57mqxvH6K
i+sMiBSlDrT9yGZJFzanQZtU3aiSlBSTZpSUFMcgDvWiktOHIE6xPF3yKvgMxCTLHszWpObtrH41
PjmVMw6HDs8K91kk5GxPK9aQ2c7KX+VO/Dr6fRgNqFcrC3O5Gn6XFB0XPzwKisFHnJrS567TZ5B9
mqDgM3vNc9XB1tp5LF8dTvXuZwMrPBIIm61W2kzvLMHByz0tc+rdV11QTj+SuS29e9nEozjyll/f
21OHUsG7jYIgsKvrzdwWWdznMhHE2bGI7wrbw1SsX/1pJw5c5WrgauiksrPQpoC4tFlRadepP8b5
cqpqIz5mcO/DfBr/Dpoi+OpZC2IGIrY/JfW01yu8Pq1Kt5XSMXubX/BaWvrPxrbyooCn22incbDd
Uz9M+RPA1XfXHqnUQJsFTYywEAi9TXYmnczvjDgHqY/fC/vYGb55so1f1mDXiud6b2LgiGU2pADF
vtkiQYNK9kPttQEPwaL8LKXn36f14N+1/tQfvEGP/3GLPV2K64356m7Bh6OXpjTDLs+DHIasWegQ
AWBOrRdeSyXmaJPhlQe/X7TlPtW6KnjvjqG6SlMcrId63LNzLsesaVbUtjMFJ8cwmu/DOnsPVtZV
EfAbvJndpCwf2qIsfjf1YOwkHzf2DEPTBlI684gIbjZr1U4UYkc7OMVFbB7xhraOQTFb/8sodNSo
9rGiEK8vJwghK+v13glOFYXrcNJiO+zRpdlZxuvAjp0etxW9JlUV9ze9tFkfhwIV5uA0m7GIEJzy
D10zdWdXUCN/5/XLF2MAnidUR/nbzS7xmjkYVxdIb1/lxm9qi81zXVfpv2+PchVJGAWlVkIzqFTQ
ySrP+s+B9lIhhjVQ+58a+PrLw8njg7X29fSrXFK/jzSP/PfORlcEzUPNqH69PfytvUGc5RioTIrQ
cjn80gipC5kEXJRxFvUVZiX6KuedC+gqWWSShBS4HYwBDVn9iv9MslyadUKnxD+V6GPYBzf1erBz
xZrKUJZ6kIcZrli/rWZoV3qVMB1BCRTTHsrmxq8AlWKTulF1R4ljcwTJwSEr8sw69XL0naMp5/qD
1NdFD1N7Cs5WL9MgLHNzXQ8ohKfmd7tKsSJ+94IraV6apZSE8Nbc9FkMTRAdZB+cgiWrj3YcoywW
1MPOKDciHKGNLIuiF5S0bZ1ai72pMTufw+iPdYiH+U8RG1loWOKnsXjvv+jpwQF/J2SqNuM2UV2y
2MwX1EThyI36C3SO5AGQ7vBidZipeXa8R9S8EQRUqZ9cVTWfITdebqemSFLKbnl8GjG+Q4oAclI+
ZUHode66U8B7XanLzA5QMIkxzBA8J4G3Xo6VzDqqIrh1nvvZX/tDwZ2p5G7wQw2TorY+zV4Rl3cu
wrb/jgI5gg9ukPpZqPVopZapOY5RaqHrfxiNqRm/i7ro22/6WpBppyjkVmHd+It30JMgcT40LO/8
wRA41d+vtjf/Iq1zqvtqrGV+GBH/0M+yGnxxKJaYFt2Mp7g8SBfTiYdqbNGxtqYeUwhz5CyHY9sN
L9OgJXZkeGtuhEUgk/yjLWsPXIzTudl9QztjjgyYGMNhBDPpH8oqtuzj1M/1X6WHhv/9mnTWyCG1
RxEFmuH8GHGZrsMpGOz2oMNEAXmnibx9WCx3FWEbuIlESV4FZ6NY5+Vpqj1keb2GzGxnj19HTl6f
AJjU+0hRFDa11bHTJVB0qFV+op8nbzQjty8tijwGyus5ejMfFTDnmSb2nqH7jZzllThJ3OR1AfTh
ck+Q7AISbThdUK6XI9obU01rUi+epczksfCt9aMRF36yk0/fiNXgGGi6QJtRNbPNti8mxDGndNBO
ehdk3TcdRxM24WRq1U4Wfb2yQLYIHLzrHdUQ3qws1L8pNboxOad+3H6u2jHODs40LOXD0MV+kYYm
PcshdGq/9T6NPmTBnVLojZny7IWGhKw47a0tFQvXSW/02gT2oZT5N7Ho9tESo7tThbw1CoxNJV2u
gsmW7zQXLn6rHOXTtNjJMUvnLLLt/t1NFbQ3eLtTjyH3oguxyViCoOXB0kNq7MeunkLTK9cHdHbm
JNLaes9O7npncoUzH0ROoZCBubvcmTgw2lMrquTcJ7M8j9g0HcaZPVlWVvpIAUr8wF1rz1H2eh3h
iqFJSducPOlKFqBb56AUo5+cDd6TUTB0CYlZ+240ruJfI6NIZUtp+mwxvwUdhm5M3eScdYnxaFd+
/0dAbyNMzYmy69uX9I1lJCOjmQzBnGLFVriRwnMC0shKznaxRsId/kIbBX8WMTy6VLEOvrZz4K4v
NOZG0wbwp5Iu2Wr0ZX5ppHFcpOdg8vUkTMqsjOgS2t+CljT67bldpwZcZXSNlTUTFYvtrk8Koa0t
9rdnZ/BooazzDxSl/o5dfQxhYe05I73CSS/vTypfWKsBo+ZdTmvjckfOHrJITRdrp8lvjTyS6tl8
cp0x0bksMk3/GRcjkRON77SIEuBKSEYDKhP3I5JQetinpWHfG4XjDMeBnstP5IlpTAyTKVBxEoOv
Ra69iObvtxfpxgdRIk78XrpOvH83odZFbd2z+tZFVB5leTrsf+eAp54ys9zJv69DLRUjuApEczSq
KM5cLs8ScD2OQeGeBiALkCDpK30mSZinKNV86wNWDvI0V637sbXT/q+3J3nj3CLnC1YCyefXwtXl
2L5dFe48ITTA2ze7ywdXD6n6BTv77cZSIhjChqPVA6pmCyxa6W+OLQzpU5Z57nO16DQtYGBPP6Cb
xN/fPyNWEeIijxmFt7ycUTuXJkmB61FxWupjUtf9U2P5exH91rohdIEQMkNQhdls6Taf67aeU//U
SHo1DSAE0g17L725cU4pydKIxxdOKfht5tJbYL96lO5xmJn+1Nr109wooUXeDqHVIqb5/pVjHxIY
CLO80zZXfpo3ubMmo3/CuNd/kCK3jo3m7CEcbu0FREJgT9H3R2dlM0ozmhXamC1NA8eb/1joEvk8
eMMJWYh/357PNcYKhBVKUKCYXzkVWxfOoJoSV2imf7LxuGhCxH/q8hD4cnisHU8mB6srph9i5J0Z
kvjnAhDa0GeR7iKPdXz7t9zaL/wM3P3U+xdM7uWunIRfD6Vc/VOqaQavvWSJbFf4D2+Pcmttuffp
xlD9DJBPuByl71IPvo3LhMd8DDV3Gu7LuJaht057769bWxNoOG9YpTZA5/9yqDy25qaxaEyAiez+
qHx9OJmjLb8jbGmGvjCDT29P7cZ1rNxUeTbYZDecucvxpLlMTlk2AW4iwzopCkb7IFYDJEUqhi80
Z6solc27BfiVXANvZ6VCQIdki5DLekMY86zEUfwceaNYas+TqMTRd9vkf4hbqglOq4IHDdrDlxOc
YGbGaczpW0fapYkxeFG/NnsOdLf2IT0YALP4iKjS5+UobZakk9OxD425n560ukiP0PD3ssFbm0OJ
2qlzB29q2wpJ0L1NmmomOo7s9qnOxo9ZKurn2dPrhySpm3/e3hy39j3vYiV6EVCn24q+NWYb8Pbl
oOckVw9LYjhfFx1hRDe1rbu3h3r9DptkhuoRiMbXHiBTvFzB1EdCKV714GQ5M0Zx/JzyowwGywjX
dbKHqPI8Wb10nTDS0NcsdBLNtl21MBFa/hF1P+vbMLq18bQURfk1cPLyW2I7y48GCZYfdSyWj7BW
kp+5PeR6JHrtO6VQ866Kc0AHfTA191PcOvODPTRldWzwgkZ3vyhX78hZMH7YpT/oh97PBxx3sora
mlFU9g7+75X0tl0ChfWh54EUI/H1cgm8BOamjHnOmGXqB21YlrMuw7yzAPwiluFQZaJlOSe/fLN0
rT9TbND9gyUcGxJlBtjhpKMJW3OHAdT4PJWT20YYmSUP8DIazI+6em3u4r7P48daH/r0o11q5b9v
f8brHaNYNNAUgWaR3m+1bTq4ym1Pk+jcWG72dcrsOPSLdT3jtzTsBOUb6R3KEzC7VP1diQ9crpaZ
ejUoaILybFYrYAYzMRCUnOaHTiyiCJts8h/lvIxHwxTx++sFFoVlAjSYZkqOW/aVjj7W2lDFPvkC
pkuQIzxAgv3+PIX8hPYN4CjSWJB2l1MsCgdi0gzTfC7mlRoctWawGKYcqkNeZw2Jqyzf30omh0Ag
C4kn8KhXTSPPq7q1nhOYjD3FJbevs/tctFo4N1icvb1ZrsMZCG3CGEAHUNv6lryj481e6bg3n3Oa
RYD9l/4IRlM++mK2DqIo550Ddh2kAbwCzNYZFfPCLTAqSWI76Be1nOU8HlPKqgfs3PZSkhuzoteA
AB1dYeo8248mjEUvFpGWZ6fIFhw67fulpEA3V/Gd5s/eTnJ5azRgdEqAlLCBNNHlFpnIk0VgCrAZ
RiEPrd7ld2ZtIABvtH+6ldPdvf3JXumylzEKNWgoJVB2VbVgq2hZzDy22myqzpY1mPk9pQmQVRoE
vv4htv0qP5e9EM3TbMNbCOcV+sFhWpzAjlI9t3/hwez7x0kXfXl01w5kkdct3csEDwP0cZFPv4Vu
iY66aZV5VEKrufq9kCh0B3+S/S+7oVqMGoH0vjoGN9OhmkWQ/ZECilk/ksQs3QFOTKEfzQI5r6PQ
EvlZdq7Rhu20mF1YzUSnyGrn9e+EjT6G6zj4H11QqzhMmu34Vdo2fGeHp1t+7wp4woed5eNrbFaP
VxqvDjJ1ZeS6ueRmLTVXG7ftMx2MNDKsdTxUolqPb49yKwgrYK7qLlMX2EqZGUBbGum09TnRHOer
qc3+t3iKxY/Bzt7NSqdDQNOVP9T5yEnUkftP98kMZoJSK+uznphOiL5BfnQGfU/y5eaESAnor9KT
uJLtyzwZlMA06/OCTP4dUp3ZsQZReFfJ3QfFraEguCoSAtI5vCouJ6Rpbob6U1ef0yxe7zU8RRCI
bYv7BhLGzme6EY54hKp+lcKmA6e5HCqtg0pLNas+I9Iq7zrXj+9sisA7W+7mhP4zyqYJSr1Z5KKa
67OG3vlvOQGh6UfPuJ/NJd+Jr7eGoq6nALZUd67cUvqs7nXUv9kM/fAZ30j8+4YkjeZ53DNourV0
/00zNkl9MRcTEEPSjCQxixM4hCwqAy14evsc3RyFfQ3/kqffFVEhsVK91fCIP1sYZYe8NfXI1TL/
/v2jMADgN9pgCBtt8ph2HHN3NC1xLks3Pmr4Ex27od5zp7zxbWC0MA1yFYr/264lJYM0a2ujPle0
mkIa4tND5Xef21gr391gQEIG0Cq4RTr8PIk229qgPjRIn8Naz2NGg9RIHpNC+jsf5/aE/t8wmy0Q
p/7gO71en0e3/NvIPfOBR8AUot215xB5ayTwEFS9YHlaiMteTgitQ9EtUqvPucz8OyhKzRDlVuJ8
BGKY+zv3+Y3BIEDyyCPSscO3NmfAvrK87NzmbPrleJ9lyKiIpi1/Nq23JxGmUoPNZUTHHlErdRmx
+9T2/0/s9vokyIM2bc9KigO14dn4MAyLe2qXwojMKnPOpd/ZewnEjUGVtrfSRjUps2/yFSFaL/HH
oT1jC6yNd4ObxPKQ9sH45e1TdQ1IwEeNSo2CT7+WxC4nV/IqMrvFrXl5zB/nvkVsU/9VNAIqZf6U
CysLk2X5gmX3t7fHvREzVHVMoZHQSoDsczmu32vLnMe9OFO1qr63i8w+4rtTH3dGUUHh8tuRR4Cf
QUZOYeS2UIfMXacy5USfsyUbzM9mvbpJ1NgEemqLddPd+3qcy09TY6X2s3SAB4aDPSZDFHDXzGc8
jPP0xVxpYjwNlTkHz/WYjN2nxJSZeF5jpMjCdV7THnV+OX4DDtj+FQR5njwJe02qk0uR1ru3JB7y
2Ic6DWlMwic/Bi0ATOB6UKBOOkhsI9KnnmfRJPX4z3SyKzfU/SX5xxtnvJKMZhTtl8lr1k+mU5Xj
3Vra2ueSUhVms32e/Ru0TToe3Dg3fxjNMKWHzptcufOOvD5xLCUYJAyMFJZy20XRkOelM1yK81JC
G/ekO0TSgdtQFLbYOdzXm+NyqM2JS8u1GzI7E+fU8oojRufDsYXe++4jxigUtRWai1t4W0lp5xnB
xKDlDR4n2r2RW1bU4A7zP4xCVZubC04znpbu5UaXtkwzjN5agsSyeg+jlc4NyhKLm+8smvofbbc6
YU9dKjxIeQ1fDjSz1WKnY6vHRWtEnT/3h3aecIO3tU4+4k68Gjun69aOIAIr5i6lZZoElyP2fpmN
A4/es50O/t+Ol7ffLDEIPXRoRews42u/82p6oE1x2SEVvGJ9ekFaWNrQ/R/OzqvHbSRt27+IAHM4
pSipuyW13W7nE8KewByKufjrv4u9B9+IEprwu8CuBzuDKRUrPeEOAr0AYWHfZ2Vt/TK5dSwPpE/N
914L+/qzK1GaoiJla2XQdqacjlboJt9EUtSqDw9ZLQO3FKkHQcCekS+em/hHDv3C27mCt3cHOUM3
aK561rDLujkfP9vmkDt+N3SWe4hneAV+35XS+8TFncmjiVyrvov6qINQTE1M+qabWOaxi+ym9ysu
0T7AoXlWdlGtOdLH6k+vghIDssj1XSoU/aPqTHMW6GWcZn/89EOghHWI0BKYN9oQ1+vDR1gci2bW
J0nqPUVKZZ95aebz0G2JINzZfHT9FyAMyS6N+FWMXsHBsbvaFOdG4vGRtwOq0K0x0Jma1eOcR38O
rkdxAWl5lLcWy9+1pJgT6TG9w0mcrbTMfs8Ii/V+HdUNjWslUbawyHfuI6a2KEMjxLR0EK8/ZIJy
kF0njKaqc7uDOJbunDjUNso8t3EGc3IAx4ItXbATqyqWR6GlyQilzxPNmk9s0upr1osx4JbK/NGI
5ksTe/k/77+Qd87wkmc7ADXeiiOrd9gY50xLEga18kn3BzXvOQPu32YxzsH/YSS2IfEMmwS5luuP
WHpiCqveFeeok8Dx0LEQ1oekwCBpbyY8LRub/96aEWCwXuihUyxfBVDUq9JURcvnPKtjuDcwQfqg
efOWQeS9NaMBtTh1L/yzdafBS800tIq6OXtCna2/LKhpo5+3CW6hae1W3hmrb9PdK0RgWyCK28gN
gCHxE7sfMhBZ+PX3zLQZx9nRac6DPpQ/M97nKfIVeIaKr0SVlvlx2XYIG6VpNvtG5CiNn2RGbG88
O/c2EEQHIgLaU4sowfXPaHStioc2b86WVpmHujGrl3A0xQdrTprH93fQvSWlwULqR31jcRO6HqpL
EJvHBqY5i8wbwmNkxbp9mEIUCPbvD3TvNsOocUEmLLTidR+z6TXExS2LVYW8+RTlSgcuRAziydPl
/NUGbrkBvrkzIDpotGeX07809K9nZivzDDmmFefUGQD5GMlvLy4z342yBIzyFujszpJxSVNJpsnO
/Nb1ZCuMRiAXvAuVYoiXOBP9Pmlb96U3p62g8c6SLe8Bzb5FdBOE5PXE6hQTLn3kegE5CLA5U3N/
Kgfzz9cLcUSeH1AXBFnr/luRJ9pIX5HXh1f8lVrHTAcoqfRna5zsL8iybdHbb3sq1L7+/4Dr7vMM
JgLFJlucu0rLiUXilyrPX2fA3CCqL2C3/hWetdGBvvcpSWXIZOg6EISvXvM+KfmEjsMkZ0VrdlLO
XrFDWkn78xIIl8kCdAMRRCVkfXNqRpiUHfnPufGgpYZ1p/ih0MrdKMVWnffO9clQYAThZ8GnWJtL
KYlUmnAqmnNfG/TSXXWUZy/MkseiltmTTPVuX6jhFgTk3qhkntQqgM9ADVttSie0nDCd4vZcSid6
6LNWO0Tm2B163ezP5tCKB3sstiKW+4PSwaHvh6LnutwzFlnkmXnYnEs6HI+NmAdf70NzUbZrgqTk
3c2rzc7Rrek13xVdcwA13JpUSVaPhCaNFIhZ1Z6HWYjmECpZ/ejyqV/QGwe5a1dtiQBFXgaNamRg
ql07O0NIwostseCbv3+t3rl3AE9osDzgJy4wzevLII3gjvBk82NKG6CGmIIOkPEuwjJ2A1Z752Oj
6YfYBSw1uM7rtzEc5rwZEbw7j+2Y/0oMNfqJFWP9BEs//egZSkMQUkXH96d354DSN6PDijgzZ2ct
iWOKgUjDrLqzYs7Z81yWzhN88nJjlLc8+zoRooyA5OxSsUG1dz033Rsx4jT5iraom30xaTni+I2N
WAPOo3ixprDW8znIs6R7okEpg6LLZaDnZX/oih61MERYiz9bWYjl+CcsDeallU05cxX+t7M92mnn
9CfVpbJihHX5mM5efLLG+Q/Zh8tQAM/J1henYf5YDZXUCQDVJplOyEIqvu5pkc8/bR/+aC3fRlnY
8oQAfGdk3a63ao6NteFMYjqpRq7uYkttDoQ+ciPiXyMZGGYRxoO1wkVEc3JdWoSikHVNkswno6UK
fM69Om6OYyMd7kLaBKDctbatHmqzNIq9jV3pr0Rp7QEznKFHq4IW3t92ns7lS2nEc1z4XdLZPzL4
vMbeMEvnjGOrVu0zSBrNvo1U5w+tZZbfzwxgj9EHx7JkXUKhn+pqtbTkqZxsKv9wMSJ+Qw8qqzDy
jY3/Zr3zn42/DMaZBrrHs8TOXyvhelRCTbVLjVNta/DFqJA1yAdLdEjYB/T5bXTj2jx9SCma6X6u
UR8+YAmmip2mp1Uf4CJk/d3yGHVfxqK2kw+Rmg1ZYIoyRjZVieajJ+Xg+Jmm9F87fRQZaVduN7pf
dLVr7Nuka7KvgzYrIjCtvtMORoxcCWPLtNqY7OqqpM2lop+DBdGi9QVqf9UcqEObEjP2VOdhcJGS
6PvO75zpRzvr/UbsdGekpauC3B4VHFoey9//T3W76KDeu4XenikdCV5g9acpGlpFkRK8f6Qc/kWr
5YMLv1QcqLnBNVw9RTaM3rTOM/NkeIi7wOdJu2BW1GiX66H1MhhJ8VdlNX/o8rJsGiStFxi1wfTI
BK+nN/ZopCi1bpzIwDTbN0FHHmdYf4VvtpuknNUL8DYYHQKI9jA5KJIun+A/39Iy2tbL0tk8IRlm
cCvHcwCRutloHK2SBUZZPDZ4ATh3ZELrKcHX14WTOOZJIo35aA5x9GrkpnuxEm1+wP533OCf3RsP
QOdC5uOIsxmvZ5Xk3oTKB6IJSRLaPrCl6kmzk/TR6CPwBmWzJdi3Cq7f5ufScMFBhJoVhL7r8cLO
ayt0oqwTvyj+gdLbeKhpVz1WEBX9CnWeZ/rz86FFuX7jGVuHS/8bGnuWN9oR0MvVAraV7kJyxUNQ
KEnjcyzjYxdO/7QodT2OSVycG81KgpqU7JiFXonLpYffg+S7v39Wbg7lIhW29Ls9kk/c51e7tiuh
YTfUEKFL5/aBwsO0C+GdBEpdbbWIV2WEtykvSm+IPi1iXeukemg9tZpFZJ0aIja/yCs1SIqqDIqx
Uh/0pj/1PQPLrsD9L66ijSrNnbWm/QlnB6wMDIC1vWYB7yW3Oh0fymq2dyLRhyNHiA9rpR1CQHW8
h8eO7FLWy417b43OXiZ+NfRqm/V109qKiO1TI8S47zSJ5EimWh9MvXYOMwj7XciyPw1j2e9a0UdH
M/pDoNXbT+COXzS34D3fEHFN2L5Z7ab2KUkL+yA0rd/FrdjU+lwei+ubl+YXZHVeE8QS6PatDhQB
fYXGqXoSmj05h6EJKTJ0AhvE/ZDEauU7CHzWvt4m2gezFcMUDB2ds13jOUW3m22MzjZy2dtlh0BF
TwQFcbJZfc1ozXWkP7vcUE9tXJ9mntbpyWidC/Ezvt2O9Zyil7ERa93ezRQi2OfLdwZ4sX5+wFhL
xDlNPkJh5XtFjTUfI8Np4wa5PU1ckQSoC9ySHsW6Lj1nuaC1Fxon2Vvjrq/74bEFyxuUeRgdKgDR
6NzP9S90qijIx8OWQt2dSS7v64JnMggr1/m0kDOlq6QwT5VWWWgeecnZAdCwcXTujkIjnHuHFNpd
4wNLzSqaXBnNE3G3+sRXzz6nUeZsOCK94XpW25YGHREQ7xwl6nVlscZNGEm92jmplZcPJ5FkWoQE
mgDWhidj3ZbPulK31gXhxi66yNT2Jt+My+gfd3bS8GNb173KzZWaGeQ8p0XjIN6hwVX9U0ocxR4U
aISq5RdN6HyOwQDLHULAyfdEddG8E5YlwJAqWaE6H4WWt6OfSApPO5Qy0r9UIx70R9PpOwQLlMqe
/lBIlouBe58Liu/3lh6s7iYrBl43Ral5moRbPgv0zeFSO9mP91+Z24iMF4yODY0UFD84iNf3AqVU
s0Z2wDyVUTi9FtncvUZuB11+EMaexvNwaJRiCN4f9M7Rx/NhwZeSWXG9rwY19chp9Rnv3Frr6gfd
LhTMDA3jgbjCxEfOS/aN56a7uBPZlgTEnX1LZ5QHlY4YNcn1667nVYIpD45/WJMNAcphVpD1xZZg
7P1ReM8QcKa4v75o1I59ChbdOU2DzPd0pswn/Ne2StRvnLXV6aCYRGxL2X1hmq0yhERrsESIYYCl
SAziCqOAxxw13Jmmpj0IO81+zJlqfJxGNXn1WNpfvHVxMDTt8AsJbfnx/VW9s5WWVJnaPMV56srr
fFnkWL+1CsaVQFaf6Ipc2gwvIRcSadyH07OnGOnh/SFvYyTqWQurE9YFlKZ14BJFUW1B0UYHrVTC
S9d75j4ZzfahNCd141a/XVJWk/SI1aQiiuLS9UFJeisSxILKKQfxYPuyd2o9KBw71TdC+9s5sZw2
eBioTTyQN+U6N5xojrXKSWmm6UdBrp/5jmj0L+HobemK3h7EZevwUCydKwpJq4NIj04tvdllrDAt
nZ2aD2bpF5lbiQAgVNz6qtkk7Q7RHmkgqJ/qf2g+xSVngX0jEeRP0PvrIMCr5rmNtDI6Yzft+jUV
9WCaxPc/3SUMglYrSTTdMgqh10sXJ0XXmUhMnp22tv3CdLrP0EHnXdnH9kYT597iAb54Aydyea9p
KZrGmlV4F5yrqtAfGqweDqIrrKcqjrSN43Z3KNx8iZ4wciANvJ6VAYGRlKiD7t6XL01i1g+Ukr/M
Ti42Cqm3Ox+5GpDRi2sIwKT1E1F7XRpHrRedu1ZVLp06FL+02CyD9xfp9vbgrQN+htbRm0jPapH6
MJky9ESLs1O4i81sX35vulb8rj2rfZ7aqPsoUAjcWK7bqS2vLNfVIkmFwtiq3V5IXMIyOwGu6IJl
gjHEX8Kyc36/P7c7w0C55HgR4TPJdQdsgufAy93VmM619DVyM3nueZKPfz4KaEHeA84Rcf7yhf9T
eYgJcdJQgI4J877b1UAxd3mhbZEobrYdwTNBETj2RQ0d2Ob1KGjILoQepT3r2RDucpu3M9LyDGGO
P0Uuv5lAgI5eil8Ld399OYCDa+oMQN6pG7ru1Zit+udQG38I7HgbhXDdJFZnB9zQqMl9B0nGjwpb
lIyv5Ywy7JzY3UYke7MFAI+AzMJHA4UrwoLls/5ncVoCGu4htFq6SauCoY6jwJs3FZBuF4dEmroT
/6G3BV71epQSQRRPCqhWyEYZ2j6Z7ezoFZ4xBnqNW8j7++3eYHTO6OUgBLhAmK8Hs008FVoj9E7J
OMf2Y+nqE5XUspChr8PM3bjEbypQi9Pm8kpQFOK9WL+/tTLXlQTMcLJMYft23mZ+ZcV7ZSq+x7Lc
Ela8NxqGe2RQnFm6rauzNA0KktvRHJ5Asug/p3rCzDOrlceOzC7yrcj6w/Y1u3Dh1lPbpv5BS2Od
6Kh9r3oKEM6zAaIpEHnT7XurlC16zF1dHokn/1CObxlx8e8CqAULgWr6qiKQ5JHVjfhs47c5WP+g
+qF8bKgDv76/SW73/XKm4C1zz0KGequ2/Wff57BtNVpR4oyik/7Zq0PxDXqRePi/jEJoxk2x0ClW
cykhIaF5BcTAg22/x5WaAp0YtzTTbp4o6sMszlI/WQQ31xU57MHwQrC7/uyVs/MhUxOxH/AxeDJS
jJ4ye5T7vNb+EGDJMpEF0hwnekFRAubD9SnLzcZS0Inuz4jVFQetytJAbXoEo2EOBO9/xSXau0on
VkOtrvbeouXV0BM+64U7vxp2agYyXtDfmpEEST5lHz0Z54+Zko3790e+zWQ4ZEtPh5SQ3Iwa5PUs
kfqz0O7W+/M0tPFjFoOuM+28Cno3w90nRPt7aGe/akPnKFplQPAcPlAL3xfMpJ+7bbHxg27vNgJG
ull0mzToDGuZTD5CPTdTP541FzcVsJvKBydxy/2EhPVGvH9nV4HzA4K89HOXzvj11BFRFUZnxtN5
aNP8CFfS9vNuGH1tanJ8riq5H0RsbByYu4Pi3r4w1TFwX1ML6C2MuYLozhlzzPIpAiZ2yGpzOFPo
Fx8dpMt/p2661Ye5KYzpwB6QQ+bNoO53AwQikYmKpsqGsx2rRfohFaXlI1r2T7iYfM1onu9y9Lz9
HsCQdhwsZ1Pk9c6qElwuzg3IbC119etPbVXJ0NZdNKI7F/aHyZFJIIaILKePpseNHb2cy9Vhoqi5
qFE5CyV5TSIaPGoLkzRGjKeitvTLqHEsP+qT/EXLFnUbI53CXyWznP1e02MlyDsTOf95EFSYwiaN
rI3TfW/yS0eBNYBrRLvvevJ1T5MbyRFc+Ars/xxr8HbdqBw9tWiOG3Nfwub13NnKCHoSVfPn6jTb
i5GJ3SfTORT1ZNEhqV/S/IeeuxZk2zqdvjt8cPgSCWbD/oBxiW9h57XRstLuTdhAB5HwBPsRRLGv
J6zCsa2KgYOlDy0Yuszz+n1tx97F0gvrnETaz9rQUZpKqin5nmbiMVbdz3Zkxpmfue3B0wtzV0eo
HBwTga7hRvR05zDAeGEZEPfiLKyT0l7Cx7cydeJh7HXryaJMbO0E9XDHzy05635iNZ91EepxYCJT
lPjU5yO50Xq59yN4MwlwFgEC6jbXnyjBiM8blG468wo1U2C7yDkWtggftZRWjOtl/U5E6r+N0+Q/
R7dDM/X9nXIbZhENmzQyufG5idYpCwLLjVBzrqGkr+li5tOzjhHnriBafRC12JjtnfeNfcBeINmj
sbY2oy9qzB6cNJXnpojbR1WENbmLgJrhmzJ6dtWi9hGGb881sd9W2rQWIFvecVQe4CxigkjRcw0X
DJM0Dpu4lGfqosWhRa+AroqLjUuq1B+VEAFMo7Ow0BDCFC4CCU316qktTiCp17d6UOFgeDbmsT1G
eT/u9cb+VVZztTPKeiviWM7F6vT+D8tDpPPGlL/eFK4ytjqOH6DwWJtDj6SG36WmuXFJ3Nl6i+Qw
q8/5pDG/imuMetDqKk7kGaO7+FnRdYAaZaRhLTCb+37MJDprlvg09FnzO3eS/tv7O+/N1vxmlkjr
WTjqQGlah7+Fgzx6zZsDeKSfjvPoRntdjRWEI9DkbaqwfzUiL/sccaXuXAtonhsptR/niXlIJsUJ
HOkYvowsbZdm7bR3KapuHI47bzRkcYAEOmqNqCmuLuw2QS4f2x95xv9zPpWjnF8nD40ePzaahlak
Hrbf81zbSFTX2LK3jcqdtOgqAbGhDHm9/I3oym4YpDyPilfvrL7J/CEepw/8zk/sXcwf66rcO1Xo
Baaz+F3X6vBZ1Nb0NFBnBHHubGlf3Dm38ASxcwdPp4LoW8Wl7ZgpMkzi+UyzgpawOg5kgJ7SI93Q
pVN2FI3THoycBsnoKtmX9zfKvVWgoEJfx2aT3FDeKJH2jY4uy7lVteEfaSBK7RjE+y1AXL/OvfiS
55n3f1kEamGoYiBYDaVgdTrQWcsNfMDk2XV69SxdjaPet0JVj1mpqygoW7wevh4nKk5w+RR/UeBw
lo8ZCnoWov9Z0/okXe7XCvP47+9/kDt3NpETIhr8OFBx+mo10MwLHQQq5BksK6IdaQpl3ddihz7H
3ESXyZi6duOtvHcj0VkgZAMTYdDEvt6SOLuqpWJhKDS3eGkoU25/mvu52Khz3iI/uKKB+y+X89Ke
Wgf9XcLcylDIc6VTgQ9C1/X2moyIxZWxatNHzxH6Sylq818bzMC/CkJn0aGBagT+o9e1LUeUuycR
sKzNSwUxF1Wb62lPlok+stLM58ZI7Wmf1Kpt+vWIpuquRXXpoGassIsD5F+eWaQdEg+6+nN0puJi
902EJCDWJr/HxGnk1pe6E1oRx0OEIj/if9d1ps4bDSWMu/kcjob5tUJfQgVWZc37oTSJIyxNFmev
99ApQf/pd2bWxxkVrsfEiyh59XAXv81ICfiogDl+i6DARkr11re4vtwhUKEpg8kLKu3EN9dfrlGn
3NPKQj3r1Fn7p94LldeB+l/0YAqTWg49+uy55B7V/ETxkldrKsu/q1yxLsLGSLbp5PgZH2Zv2i8U
Zf75toM432jmyVFQGAUi04f9RnRyu8mvf/Py9/9TKUHl37abKuY3SxRf2twzdoggeo/vn97blWMU
h3CLvuud/qdsowVHGqpnA5xFes54Hse9W9ZG/kGdayPdvT/cbWLP444QwILUBc6IBtT1rGDoeWnk
sIeV2QFLaXSNUfNsJnjOzG526LrmMnTt+FFxZEUwREVxwaEr42uOrkyFg9iEhvj7v2kZ8mpzEEOT
k1Bjg8bHrbLaHJOZz2moG/MZMMhY+UNZ5vsRJAy2ZhQVTopTDc6uMcpMDYCJJP1nzYzrX+//htvk
ZPkRtJ95UBao2bp42kw2NzaaDOeqRo/UH1M8u/zIKA5ZbE2UNk1lOCuWnpOjudMuQ8zqEWErd+/E
lEDTTqE+osj8yySTOognFNLf/303m5Gfh2cORFt0Dl26dKtlS9H3DIdOPeec28I34jS3fMRejCl4
f6Cbt30Z6E2UDPohFevV/nBVJZsTBHXP1ZjnBBrFX9E0fVMa5R9hVQHA5oOtlof3x7yFfdHEYljq
asAHicdXT5gd5thJw4U+Sw2Y+q7rlf6LVTUhSJEhFBh0Tn3zgZhXKQC9pUbqz4VhF76Ee6luzP/2
0eG3mHxnrlI6vmA9rr+0NOKSJo1Uz43ZeeKDEhNAPWm8os8iLSPvUJD3pUFvm1O4B0NWW6j+g+8h
FOzBHaILbH57/+vcWXoiYnIVGn5Ln2cV/0VVr9cwRbRza3TiFHpq/5Ja0tvKzpdTtjqFFJ6Iv9ld
bLW1CqTWt/1UEYee5Tjaf9tdCbw+LpWhDsossoqdEkuRPKl4G2iBICsPdzPOGD/jzpOeP/WSBoef
lnqNaUcLVWmLzfDGxbn6fZRdqd9AriQLYpOs1oUamEIUMGSXtNBya1+PmlQ+6mhthSa2jiM+5Jo+
TPJjyf+HqKCXYsh2CB1C0VMFtjjbq44ixT4H2g8JP8vU5kHEeD5+60Ukp6Coi3z8mhipOR50a1SU
1zx0B/GPK6u5vXhh4lidn+qJqP4SRkqryEeWxrLaIMKLqJih0Y1GGURli9O9Leds+m2Dr4ieBV4X
/bnsskLZuDZvr3JefEpHhMI8q8igrDZGUtuTLqYoubiZ1IEQIvnzt5nZxo9pTkfwmYMuNBDVlgfi
2VRS47tMJQz3xojSItA7LS5eocYIY+OqWhbieqGWEhvoyaXpxXZaXVUwKsO0SXK8xJx4/NBaXfeT
LgNnWbOV0fsQO5NqYF+DHeHD+wfl5uqivoU4CwkT0EqQGqsdokpqS1Gpx5c+hsf8IMY6co85MmxY
ipkiB8nodRcoVJHAQR4t1Y31uDmnFFIBY/NfehKQOFfPWD5WBE62HV9E7o3Cx2h0+Kw71RY34Pbz
svsJh3nEF/30NdLcqXhmJkstLyUi5e7O6L2xeVEzpFv/km5c/huSqfzCbQo7hvc/702kwhNNKwB2
D7cDKMJl/v+JhxZhH71KkFipp8R9bBRPOVbYDR9Nq1I2gqLbT7lEA1T6IY6CC1urFnnDWLg0WaqL
FLZ80HFAPcbogwfvT+h2FGvRul+GoeBFJ/h6Qkqc65Xo2+qiNrkFn2hygspo6o3Y9yY9g9W4zAGZ
DI7FTZ2pG+bQy/SuuvSmVx1RUeyPo1uan51h8Pa6phB2vz+tm3BqoVFSyNFAb4PoXWOIdM+t+tzo
xYVYX8dTlCwVAzMDTOVBWokdfiAQTapPEbTDaY+GkTP+bL0mbraIVLf7BZgKlFjyJKjoYG+vP+8w
e4ZAYq++UNmtHlShy/AAo7rW/N7RNmkCdz7z0jlZZDWgF2IEdj2apZcjZdpYXBS21L5siuahdKX3
MESGnvoaSFNtY/vcmd/CbaZiRvESGM5q+6RZZUqgruISTamNZ04KMN5Lnfa75SjTv++v6Z2tSjyy
wL9AxQCUXI3Vu5OaSFUVFy0xRLczjQjTT1XvqdS/P9C9z0hnGFj60mW/qa6kGgaJYI8ETqmJujOw
ITtTmhLPet/RGcjGSW4MePcrIqX6Pz0ICpDX66a2g+smchSXaiRhB1usPqFdOT/ZLqHm+3O7OxTI
M3O5GAmiV++Dg299P1tCXMbQs4vdLFWjDhrLi7zHuHPG7++PRtGcn371EIJPJIx0F0jfwqReHQCI
hPlYYot0QRAZ12NvJwyt+oAObnHG2L4KDISev7m2clbU8VcKiX5fzF55kIKyviTK3LlzNjxPPUAH
H3fS4bc5C/ufUZY7OWXOLo5y7TGGsuWXhhjbHYYYJAZ6kmGSVmm+0efxURQ5mqBd6SXfYk2eRWc4
z15vayT5iuJX5eLTm3n5hZL2dJpa0/3QJHGzJ9odcEkazkPd0dVVwlxeZNaLvRrbLvpWDop/s4y/
JVITFZ2ztt9HUYxNTt8H/KuGg94rP4o2fbbDcnqoVSTaxiTscz8RThH7TtQ2F4DkWhSkhlt8Kg2r
OSF6kp2yKVSPpdVIbgo19JHM/FCGbr7nV00XF1PqQ91nsu7jR5qXU/QtpYr/igzg9FsTRZgFtfSy
c7so+ezqeGztZwdafvLJCUHePNX2zMfyUM32vlh4xqQBeECWZ+nOfR7LQRv8vMr1+sGTTvW7mcY4
9hu1xj+rwuQyO8jCpkTtx4WesyJzSWTH9zZLcYHmrc3eUxIpToktkXD+cs0xTR7caVjUFbpiGJv4
0vE0y8+2CtX9AbMVM/wGyS9p7V2foixh7dRe68YHy8nqf4fJAqrrxlNsHlAxm6pjpy2KZmqSxclh
Bt1P7AYXiYyYo9XsQwXngMCQ7Zgc0BoT8x6m7HRSoAj90vumxqyzItwb5saODrE26tOuczo0ksdO
Tnqgpqpb7awGmK7vodmMp4o6tiq6yUMuHrq8jcvT5OHt9GB1iT4FZAhF+XmELdgd6R8PaBeGOZVw
1CpsAgRcL9QzCC5LO+ZlWuAFVqe1Ds3CVaL2W5enjfLZCLPx385sDOtLyXXUFjuTjlu20yq19Q6x
lznDEcg9kfWg5xBLpeG2gmIbb+wB54Kh3GtjViFENvbuD90s0GAAqdRnflPbNW5DVMCy/WAJ71Nd
CjXbJY0MC+zXwqTyTS8a82M9ZnX/xYSIPf9I4lYmn0TeVz8HzITkgxCJTIOyblvbdyqrLl7C1img
5SSpA0HFjhuKaaZMSQAstFyixk+zPtV3WIXrMRlhm+c/jTouhU9vYDB6fxjpKCBpnvavCCi55lOf
RfnXccoj4LwQvNqPNag9IwdIoekdwyzKWUZbSCixqM6FT1GLqdjFamvHXk5Q6HZPnYVL6mU2Kyqi
befgSZQk9jge0ByW+XOYhnH/RXEr9V/C9CYOYousjQOEP93e1YTMMLtQh+ZlMmTTvbZeV3eLumau
jhcseITh4z1kDn5BNjM/OVWq1ru5sih828JdlLSwS/fa0EfRZ8ge3XliI7ko3dg1FcXZoPzcFbZy
ylD/cl+qcTJiCYEhyp2AgGyo/jaBrXhf4rSr40DMdm3vlE6VKqX0vkeTb3JGGMxYUB9lZrnj36FW
VPmzkjIoDiF6JA7jiD29boYuDzw82ZQWcRqn6dcIYHRxMFNzGHxs73EXCpFU+BbLSDS+5SRx/wH7
YVn6qszG/oRAXJkdFWJtJSBDsCSc6d50XmyJcNoOdUfT8VWnM8Vesm6d781Nkz6ZmVP0Qa4XdbW8
WhmBt5VX0T63zWE+StHlxTlEgczzw9TQxWPfWPp4kYmOgkNvFbg5aahXQXUp0yaEQblUMpK5VvWP
ls2m2CVhEeH6bOK4dlRVWRePVNxxIutnSg++DY/6K5qAVBxsJYbWreSq2X/E/MhQ4aePurfzWq8t
zggeGMqnStWT5oUf0irfxwH2+sXRwinel2xw+8Gpc2MOqKV0esBSu4Y/N9n8zYoQ3qtY3tiMuS0o
fe+c1pTWzkH2fOQMhKFu7bAybq2gKDT0q9n0Y793xlS6x1pOXR4oqqiTj6GtKSWXaNpL3wXNPh6F
Cd3Mb0hCO7/s2ll8lJoJO0qbkP3zS9Fy17X8y6oHuYgOPpZaahUn1m7KH+amoAI8enXxNZoIZTlU
gs2a1U3ztU9TrwgqtRSWD5K+/SkQC/oeuU6o7p0ONSSUESHen2oaMjgURjp3fjIB9ENero6LYyyh
YfjkQC2U86qEo6Tkgy0fkY+LBw53VWHSUFWJ6negMH+oojHbnbCgSz6o7TSZwcg1qX6qwpp+RTZV
MvaTfPFKdkvkMP2pSPJ5P0m7sV4yt5PpY5v1HUylflCMid6qVFCuM+O0j3d2N3jZ79TszfZSKx6e
XFxaofBR13O7g2VUxrlqoEbMfipLWfvuVPaIrk7hrBzaujDn31rqZvXBnkLnx1BZVRvgIUaxV1dF
P/miM8MSaSp8ZI/oRMS6rwm1hKoi8bb1W30yP83lXBYHi1/4OsPub3/Us4aYAeQqSCw7ro68Oqjw
d74l6lxU3EDzXH6MOlw+qNJB4gnoUrbREXRYBnBjTGS9T/kKywnKIukrU914O0yTaPPLoZt+NCBl
pkPlIHKyGyptxiKzHD39FaJCX7wMqHrVDRjTIsl2ZZX0ShDBjnbPENSN7/NomajWC0c+F0h9AtDM
DWP4irfJ1D5185D13ztbxqY/R73SPgKJcko/0SbQHY1rxe0eFG+WH5FFSpNgrgUcD9qP/fwY5u2c
fJel6jSHltZqskOFqp8vozn040F128YNRjPy5LNl1N4Xx0zL5iGsNb19nahg2ju9tsLmoXEWU+e6
CpFxAcrqDi+YrqT5IVPcWTnxmIjvqEFjQ+9VWYJvKEWSvygjpXHQ8rFpZ1toKT5k0SyqZz11SucH
6R8hgtE5xri3h1rpLxje6eUxcvGj280tvgf7yaryjCvJqKILKIb/R9l5NdeNZHn+q3TUO3rhzcR0
P8BdQ3dJOUovCIpFwWfCJdyn39+t6d1psSZKuxVRFaESSfACicxzzt+15EnwdnpHdJB6E8k1t80U
RzZKQdCOeU92KpUrugymFflt5xThuFr2frA7M28eTGvCuXIW+TyegnHYjHOwFx4xTcKAeb6x9EEV
tr4e00J3hBvrRt3Nh2baKV/6ysw/rz7L4szqh1KnF0zWEtLUmu2GVL15SFcDKWioalnUT5lllXdT
6xld5GZzxbaRWVtDoqehJDdn6TNk0FfcjVPPKmKzlRmf1vfEZSnxeE1Lezfbg21QhKW5CqQ6dz3V
bdLkRa99INfM8mN7HAutDjGjmCn0iGYJsj1azKLZXvJgrIIynBqNTCZtrmUfVU2PjwYacNmn2tAB
qQ4+6amRN/X5Eq9Gpmmf7T3Lv+fVZJoftKIfvhiZgZd/rDvbOh5dZBukfBel3M7lUhrPg2bD+8oU
07owGN1sTSnCu+0haG0CYgYhhqfJlEFwygm/EyEF3tgl0PNdkWKOWuAcZzlNwMHVqc8Oc7+zUWVu
dUKaP6HX447Uh7Vh5WMguAxL3AinfTUWXTjxWk2rfZRq1z7pFGBeyNJ11ljthi+i1a0s7U5b9bZM
rV5OZ2lVTZY2umZtBEEUjkBrr4mJhJeBbaDZbWKWckdf26RgOw7O2KN07PZZq8TJZd1P4W4MK5Y3
Vt1eNHNzfQowyt+7xTJ6K27o9rbQrZfc4b9ydWGWTkAs21gE3jlnUm+HmtaYH8gCsKqj3dXCC7WN
3eem2zc3CO0Oh0ZeEwrhA09KZTFjndm4kW1mbzfTPhINtfoW7hKZ06+sM28vWTJ4H7ITjWvfnl3T
6+SJgmOSUUX0MskX2bS81bvpLQdjt4s8zQDV99BdJ3dI674trWTB/7d45F2o5kOvCgCgmoQjn2as
3eWtMPK1ObRXF5uQiEqcpiL8SOdHqzTq6nuG05SKjVGrijVqu76/yLzuv21FZeMR6JZZ17MRWJN/
I6HF5iFDVI2oX3rJKkvR012bQznuesE5vs3lfa0HCvh5ARs9byZN14FZSJA9BBRUVhqsepDHtSj2
cQ2hjmXD3VpaktoLHkmV6BvC6+MkSROExYEpoRU7ZrkXd7Mc+z6u2snbI7eCNRnxv9vx/hqZZh0o
4RAAUzP65RmRAXGsrjmB3Fbebn+w634Rd2619GtiVpQoz4jde3sDG9Dc4K0CSZvurLJwEAMvqikh
VOltjgYcnqW2DiEMik6BPrbB6IcYW8z1K8zAvX/8o0f/X6/rf+Rv8vJfzfj4z//kz6+y2waSrKZ3
f/znQ/cmPkzD29t099L95/Vb/++X/vyN/7wrXwc5yh/T+6/66Zv4+f+6fvwyvfz0h0RwPG6P6m3Y
nt5G1Ux/XIDf9PqV/69/+be3P37Kx617+8dvr1KJ6frT8lKK3/71V6ff//EbGu1/G1dcf/6//vL+
peX7zi/dy5+//u1lnPhWx/o7dGBM0X772/L2x/8xzb/DvTaZB6H4ACL67W9CDlPxj99s5+9EaFyt
ORj4w1m8ssZGqa5/Zep/t0GRoNahhWU6xrz4/3zcnx7Mfz+ovwnVXiQ+duM/fkMY+NM05QooQBWE
Q8Bs/0qD+oPP92/jZ6QXlEdzLS7QRcwbX5N0HjUpqG6pUzSsxh55K2xJNS2f/GC5r8ow2w7DVxyr
48ZxT+Uib5X+4jY9xbx66+CSh0HRhKN7rtnpsO/e71dLfBsnvrF8DMzsuGweOh3KgmhfQR67sV3j
XHcQWZVeATORdGfPqV4IfYaltmtlsuQDFja2boRd2zpEtTUlnM2CTTLK8rJ5ZmSyx6Iyf8e+vaUb
HlzcJB+Q0uE1IV+nfdDTdmMyultenuTdByq1MVKFPUdQH6w4WMwvvtxebYiwRxpkWHpNATNBzs2X
sRLtnTUa6lgN06G+VBeInscJkSC0nNzGE6bWT8F+M9f5k9bs/oEztAvFYDSkda9asuf5c68bezh1
qx+2r4GkyVzOdBaeedps2gkrrYo+IsnJ3+xXVYsu5SywQ31cVuZFDKUcILgsYxB0WoRGleNVTrjQ
bSMFiSlGItd8raj35siFeCqwaAfHRWNIOPgojaMwmFmH3mT96LRheMh35ceZZtnPQM8vrQXc2Hq1
ndijbkR0RtUhsNrfq5H+c8wzM4HGIMMNf/eDqa9GZGfzEAmqohQr21cGKH5M4kaQ9GU1nsetb+LV
7ftwsJ0l7oizoVnQy7sWZ7oEGEfEgTEwrpjH/uPUDNWD8kccilZ7jWttLm7LmaLPmGgsmLvFntZ8
nxu9DeuKghhj9ALorVLpns3NM5iKwZtvtPdyZNmqrv/WzAiyxCaq2OihUFnL6iVtJr9fZ4mR2ryv
gpkAt/E6kekDM6ksAcVtUkVqNs4HHl7JTD/PzxOBjpHXu+sRXsnj5owC6l+TJb0tdWwTNvkhq738
sNZMuyy9Tu2W4w07egPWu7Bjf1nG885Y7qJPmZ+OxYbngL3kX63F8ZJJ4MRN5oYxRUxIARBbVb5g
OuMl23xd5ArPKK8X1HFN44eW0KtE5Zs8V6PwTmObNdwDJltaTzc59m0eqWWzb7Oq9cNsZYACMtGF
Zad4fIxhQqkx4tFyb8ZE4qpCGIZ+/pEF5XzXuhZc62n3zKQmBygxRn0JCdIpjTSdl2UmzG7nxDfX
4kHjQSZlzaTD17ScY9cvonqXVWwGmpcihOd9NWyIeJ4rojFri5TJiXVsMnxNsCWvQ2Oo++emMPow
YJwXKX0aD+RyDzfGuA6JW0E7xXFCmTF74xJJOdQp90EPBYPFBPCRaA2n4eplo06FaTKu08oVbDzL
kymX1oneUFBOdka0QfmJttyyw3qu8tjL50+C7MyonK3PoKRFOBnBdrZ9djGYKV/qyST0RhpeVHrl
D8/OxxhFCkNVh4+jqe1BDJ0GASUvk2Bo7fvC4022BYVpTtMY9XtQJQCmkKtK1z9sUvMxHZD9HeNO
6zQE1RY7auVtNCjizDkzEijb0FqzpjwLyQxr8JY2HPJ8T7Z2qUPV8/6Kup8hDm156Lbly6I5QVjX
njznfNyw1hjh+hQKRzNr5lOr9q+QLsjDZfQW6/NexJzyNU90yIGmHJkM3YgPP9GAKZ3Cr5DLn4Hh
/zo6rqxNlGgwJH3nHaeFTAnKEWsQF4wEbtpAxQ5vgk6OZqC1nzKXZAlpZL+AMN+h81zUYfrCNQFK
ryDm+4vWS1frxBkYF1vCV+kZQk0NW8Tv08KdMZawHT/oFm3nIxIv+DzuL9CpnxGj6+WvbpdXzAgE
4upI9jOuUnd6R8eY6ZdKEBIZVizEfysY/nVC//uJ/KfzGCMdFMdAp1AOUWW+A9w2EHxWnWddhrr6
ppXVc2/ZlGzTr+gEP6MofBAXsSLvJTpa8G7Y3j9/EER+laf3jXMRw4FiN15OiD8xCjn+9cf50/0C
AcZUEjwdcJ1LvlsjmUHOZu/1wWW+4g7Bq178gkL8P9yvf7+A9w4N2tpAmj1+/5fRuqvG+8p+rNqX
v/4MP1MD/rhVkPpY6BCpTKwx3t2qBUxPY1zmXxT0j2K+sa+dj/2o2z+64vWvL/U/3C7MYq4acO9q
jv1edc7tanRZGsGlt86LQJvzC9T8zz/fwL30WoZeWWFIfn9+6ia6efCjXrsQ+CT2mELjr3//P98q
2DkQRYi6wYgQj9Sff3531Uppey0fYTO1UxoUqV4crC5afiXe+PNjxzIESe811xok8D2+WfH+7Cqf
q0c/mNJZGz8E5fZ1WPzvf/15/vyWXJNXITJwlOM28J584gWqLFurKB/N6cnaP+f5FBrqteh/ZYL0
/r7ZV0oPBGMeCSAqTMGf71tuUU9d0YVL0cGzf5hVSvzglkWj9gsniPf3jQtdSQwYQXgY6UCt+flC
m6ONxuaTUYEPWmQ2L1r5of6VM9c73qHnc5Erbfq6htF+Ydj/80Vme8gz1mB+EdWM6FCFG/tl8FgS
IKrP5xaVq+9UUZV9/uuH9X5xX4kZbMxsoLw6qM3eXZapZrfWrl1d+khlb0L71Xln/czlu34u6kpg
Sz7cVd/5x9n0b71S6Vc4kQOFXLAaXkPUI/JusGqDWsLrIlPPVNJuwg5JBNGTBT+RaMZU7Jup2MAn
TT6b+mKFcnZkZPaV89iKdj5tuvu25k55KSUW514weQcBlTQxZqeLfI0SYsQFkpasX/LQLymQdxel
SldfTVoDJ3vwZ2b9sz3uqdtmzlFCsvsFhfHPS+b6qTGSwtEU/pX3joBVZ5vmd7hwXjBJDMgFkPdG
ffn/fnJcgnfWh+OGP/q7HbaRwWChbK8u4taho5mjv/7x799inhsEWJhPGA6wMN6Ts7sebwgCCfgE
1V1h/dDUj2n1om36VXranxegR8uOly3WqrCF3jvijS1O63DU1GWRe+h/hFP2i+31Vxd4t33bvqk1
xvUC2D4NW9hN8V/fKDa36wbw3+yK6xrnVIDHxj8GtPH3hO3KtSo913rvwatNfNqFIPfNq8sjya7r
Ua7dGDfU9M9mNYJeccYclrEyAMcY87J8F4+U2by+o63O535O1mrO0PoGZdqVxaszWu4lyAJ1Lpoq
y1J3Mb/qIAORWim2mMOV9olMz+yWAI+B0cJi3usl5pSjajdSnpY+zkfHv8GWzsPEBoqZeXL0ZkkE
N+V+llP7EU+17sDIHKSvsPIfa7+2hx0p7nL2gI2TwZlp8St/TYdF6dG6WHWca8OnfYW3AC1+zEU4
U8u7EY5Ny7ne7SYFLMa/cC4mZKPd124NnMPcmYAOnIHRaq7BPeKkNsZ2umT07xbgXGyyYY3nxBem
o4SjYFVyICSmuBubnsGKNcsHf9X6Jyw4MXEQo//NrdW4RV6XFaTA7v0nu1/7O1B694w58ZAoTNwY
NC5NWpqF/b3kqZ59R6jYXeb64DS+9/vIZDVaR0+P827Rk5WRSYScKk8sqK4n36ch0XJrSQd/ewXp
qcJRzF+hIdmxDRCVBI3pRg08r8NQYlBl5sWTbnbPCObRMoyrm1adqKLFr9abfMQueern2omxP5lT
2Tfcqczu7pBxCphvcx+t/tV1M5cuHA2EyLKx9/u+nEU6OX0Vqnbg1xw2uKR51x1U6U30p3YXMuhR
RznXRWJ01gJMNeUq7DXJSGnSvbsed8NTDxgTB37jP2I0zgWq1ayOu5g+G5M+RL1W1elolX1IXF0f
5qQZnYwWgMBolH1rINi+HdzFCevG2c+UdAGZWTA/3LkBhF91n9480KpUGzvffquUc0driVi91auw
0Wv5RDKMzZJR9ptHw2onhT+oN7w2n4XfZKfVH5bzBon1ds9G4kfnYH+SVtDfqFYsP3Llf59b4iz0
enBTYo/byCq6NeVGa9eUxf2xXpwa/aVbHA0R1IlP5vUDfrgGz9SzHhivuCeIcFZaSJfWw+vpEXNG
/cLh24I2/0wO/JxumKZHclqLFLeh9gcWH2bYOdCnW+UtSZGt7g3tk38CPWjONSh0lLdbdxKy4AFX
CLLdyXbSEZj/JFi+T6sCXo0Ke7Qeh3l2odP4e2RoUNeBkLKIIUSXNLtDsef5GnxtIN5xc1QEY+Nl
sA2RCGsqGQR041HpGznOuWbSIVbtgUnfNfavwX1YWkXo+PgCeDVAw172L/42+Ylw9Efp7gKpXz6d
ilzJe22d+1MNbJz4+eYcawTxJ7pQxM67QZfbGdbJcEXOF8PiMTDCjCHnlKG7qaUK7X1rYmF5hInA
JLoJrr6Xm6Gq1MgHPZQYUSyyY37RyTaq3PYKQ23lGYjLjVW2nTONMeNL635iYnJPS5BHGbyXW5eC
6ra2SBqobSHTnCcY+tUYVeIjrhpx0LoJXMZrf7+UyWzVv1MefZgsd9LYMaX9zczXIfbG+dPibjIU
IjNOdiGbtBj96gFQJTuW+ISFxriNZ6f2tMRdquI0MLc9Akd1hwZaxJ3auj1qFkvGS+P7eqiZGD5o
UzM/Dp163VqjjJeMZGsmQAyp7MGOO0DOGJ6UdbdpKxbX1zQ721LVUTVakCxNLkMdCWSE7fUcNxA2
i3At1y5x2s15WmWtQWFRd1uuu6dhYiczJk1/0VxnvNkJ5Es6ttnDUEx9RHXrRVWx8Z5iF3GSbt8m
TdN2qdnmQN1M2EDfa3kxQKUTMKDmKFzh3s2zs6dF3/++V11wG1SadrZKzL50lIDgijI4K5k9Kyf4
tjX61wVHq8gtO3CNpixTZyYsQazi1Zx1Fe2mDQY5+WyWKOK+r1s7HgHI5aPRL/MbgE9dwPi2zUh3
1fxx7vrqhm2xP01jVt97ndE95ISHQmCpysMWlE8GrohJtzf4Jm/aB7wo56PIcy+VyilPzIv0aLyO
biHMB4diV8jrQNZTZW3V/Y6QMlw07qvqteBruYkhkVXenrZg6462u+ZfjXXyElfWsL9MVV0WV/MR
RWZ9RCqAEeIOp+63ZW6jtbsKU3tMNUjcq/pQaJ33celI/WxkNh4hG3AMZux3EUQfxutaOz0bsH7w
XED8znbP+RBu0/pqudyxRh/co66s+kMgKx9LlmYrGQdm+nnvV/1+ai6SUVTFNNdbXsfW0z/WOzOf
oertA0Pfpx5v7dQytznFNW9HKbu8CUlCGBKS4DxUrQQCNfQ7WwHR5ZRkke96TOCr4q0LKpa4u/vY
wAjMaguB4yRurBEHaXlZPeu7LMf8d3NetNgas/HB9yr5Hd9kpwoL0pdjzVy7e6+yTLZvB3jQAklH
OGNEOHdVN6uvc+sUdYSS1ata7dZKhtGwoNe4Y/1Y+O7GvVuq/FDPEIlCTnJIwLD4Dq1Z5ZcNptIc
EmO9p5Ia415SKiSesJoIPJUU+WDwDgTcV6neFq/M8ohFXHvzXGn2l2WQxp2U+XedDxFDKmOavTHN
FiQgD60KAwENbsos+cG2GW/3ZcMZLjpgcYdQhEfhKZiSk6PfG+UESq/nRQJXe/PDcW+DEGYSpG9s
q+2zVnh5PK6edpEZAi7W/Pi4NmoIc5xJ7kfBue779RgXtp5jJq8TeG9lLeL2uXxGS16dSIBm9Q4F
P9oxv+mYDN/o7tWlAcghKTNppAa9TwiJb8FKRg0J+OwPMN3hpXCMt+X67+IMMQtnOhfjFKho0Pzg
zsmvDFwgIXTTCv8iszmuQ9+8AW7BpB19XlZLf7Wr4gWGlfYy0yWnCn5IotW6+XFzMz+6uoOx92n7
cF/VGjhPNgO6g6ceZ8TAIBv+EuGro8OE7YgT8zcNybopE2LHoecPgnJjnLeLavSXXMpqgZ00fDes
/c12hHZimDdMoa2tW6TjpnWD71GZuC0ox+LO360G1hIwP5vHVGj0y5PiyNTm5d7FVSy0Ng7fDXWU
uJrV+weUrQ9Lvt1b4EiTTmS3/XnIn/08SErDnxFXe3m4zPb6YG/MJSEi/tDa/W3QtInp7kjIBwzy
iNd5uaHykGkbAOnrCr3kJhd1JayQMelCWIIlOEd2MPUJOaTaXUXLE/dbL47UxfWdZOe5B04T4box
j513B8Gh1DMZaZvbfwVT0CmtHGM4IJ5eDjMarJiGII/bKttSFZj5ifBkI8K05Zsw6uZIaDsoe+n2
Z6u21EHr2uDcT+grNgMaBzClGVrl5qfIZ6C07Fkdrk0xp2XjvloVFGW8V0vOQ+XeyGxxDobTI+MP
GJ92FgV8DXflVF/dV3WAsNDdg+C20Lz7IWj2SIpd+5w3G04ZwDifS6MBZxTgmT1HLbPzSlTFWeEP
CFyxufxq63rOW6OPcBfxnzafMb5paSsjlTWPpD29innMbhcFSwL+2ItrUH6VrbFCn7vSs8ohl8fS
bxRSikXCV7K7eFLE8sIBc455607ft1Vk96tJtGOxdUsET9F4GmyKWmJaHA7d4lSt8pEVZ8cQbv2H
yp/rSzNSx7qr/LQWA8tmJGZlqbThJAbrS+dPdpIVRAkNmfh9o1hK3KBkmTJ6OiADMYZwGAsVy9be
HhrMjiMPokKod+WcFEu2nQxJvBcBHL35GYn5nmJORy8DxjMwPZLZTYFkaeU9U1hfWfMQL3jiX9xm
Xu7mHKNRNrrtOPeNdiSHYEjtfiaEeQBxg0epWL/I7Nj1MxRePYmj6HjcUw2VPggNHRJkaCPmfBpH
y3ltRV0lbWcXdCqd+thuus2p2c+H1uv8j5K1Ajt25kSyHTgIuCg6JznqdqTRMp0n5omHceQ17A17
OiNJ+V2YuZv0AsBXwv3liMHSeZ2tPKVKcBKxOkS1IXuObLsMYoyEjgRPNzB1pZ2AQ3R3eMfzxroq
mbfxvjGnaMvgGqJTKNO1377XTHIwdei2Yy7zNwcnuLtgZO1PskC3UDrF/QZZPKRpaUNvoJa07FlL
i1bs4VqbeWR2kCuAuIocJqqJZUlZ9g9ZNoNy7VuwxLOy9aPqg/zV2tcptaypO/R7AZ7bZdWx2Yz5
eyms/c7VYbeata6OfSO2C4Sa7TMBP+YZLsuGJdKVxZRv6G8yzTkNm93fdNscPDduX33SNGMu2QLX
JS40rT6YNF8HYHc84wPrySk2mQPIrku4Z079ZBndcaBE75hYwRfUsYPX5YHSrTij62g/V3pPiTeK
7HkGCkvZP8WBmJclFmNmYcBTMuNatA2aoerDqUB21On7B9ox8riG7WpxVmzQ+CjxjlsGUrmXxvIi
RuEmysrHh13IKbQMyJklEklYbPlr3gcfQHehyfntGGZL7R6xA3HuZq+vnlzW0snNehxgRs4vCtXq
3nZs9MK7Y6eGtX4tR4BDQXWZFMrcDoE7dMlOjnEyYxYetQtIL401SVFO456XUo1x6VKY6ptn3Q2T
8cOtoP8uvMYHQimhG5YYFg3smTHN+mNp5MupwMwUQtYy3Lg6RhTziKcpe5t560EHiOiEi3uC7IZH
YTbW2RDCSTZXiciUrhE3YyOOQ8fzI19jssOinHcgTbWDWnmoSXYZfO2K8k2DpB7KzsEMWPMzIL7g
29T281V38sWFtnDsN2GEeh2MNybUHprP4DPtFvj+TCU1TwVyt3G2eSy9EWezkNGeWXZi7lTtkKad
U2VqXWSbik3Ct9gJSu6LsEsjloiHYEoYOrCPCzVh/6iVMJx93NPCfNiXuyqYGUKidD0T6O5+IroW
8UBuOYcy2OHT9nI5Zsrtrs5AwWEN4IvDkoVMpzTn00qGfCxgDUbwyX+HclBHHdY3t5CMv2+Ed5/m
epsja8/WB6h+60GvlzflqeB+wygwrgAZ2CPlespbAWN+YLOHCyZupOUFx9YcliTnfY7GzesOPpT8
D1Nh++dZefbzsllevJam89UMlH/a6qx94sbl3PK1fu1X7bos2m/2DP+z7ax73hP3FoEKTC9NnxJz
chzo+jB6FSwxkrToT4tO2pESZhsrORKe6NPI9ZAC6EvLKZmnOovyGR2OpthizIUmep00kGOPCOU1
U3PoztNbJgfGRJ1y41FnPdh+7iejCtRNtqj8iI/HFKvcrc4yX+rUL6trWleoSeNq4SXMIy9GhOn7
CY6A82DVdfsRjqsbdVP3uQ6GLLEFRMou2yGbFWWV9qbgExgNA3hHLglOxvapq4xnWHdMDCjh0kCv
nXDv6jmF9+ZGa41AoWOyyUllPtfDoCV6RRIO2vnlwJTfTJlfM1P3pLkeGIfBEMTRiptKt3xa9Pq6
wWriYBk1gVcT3JGZQMDIaK6VamHj7d5SsFg7/HDYks59OU5s4NLUGQ8KKn8z106oen9YozPiQKDq
eGi8MRmNXcemrnXjerbrJ1lRQ3n9KA4FEZ0nbdnGwygXcWzxqDm6/eynsx0QFRjM0x0fQSQ9Phh3
drEYtyuG8y9VZXyFKTBF/jpViWOLLc6XVk8hhFM1FJ59qPqG1j3LtyNTLLr3sgDBh/x6GxDg8lHm
lXwAG/4hkVnB7cY5zp3hO00LfBYCCcWR3zOIWlzLQ8EINZkXOdybnRJIJILxUg5jfbPY6vtV5s32
dvWWRlv2QB+zwazx8/sSXQgFkbbZJ+T0MhWou491N8qbnEy2cJlgUhUZt7sZ++rsma33HOS6+TLt
1pZgy65wcdmgmveWd+wqXsyq6HCjmbxeQzmRoeBaHaZqbMyh3c2ffAN5DTHxczwOk3nMx609YR5n
PABW8B741XDQq954hJAIU2YfdQrMrLxy22WiEViQ5pkK0nnyx9DGpSFixNkdql2po5uTqkEo3dfe
NqeDYC526bdyTa4amHQ1Wbsr7JuHyinng8xW45Ab16OK3i71ysFIoFMEdLvIMih7nudhkEcT/k3Y
0rtErdhgidqGPFnwU+5g2IxxZi39aV9NF6rI3KQ+IdEHs4D2kHVlDeMccV8Fdz9WG0rAPC/dY26D
48hWdaiemCyIqTVSMv72VPjd8PuS9cUHzRtEjGADIr9glJ3BAXZoB5cl0gYr3QtGHMuh0LqYw6yM
xpHjQ7VWuIwKKrDVmLc1Wq9IeAZDgC7PqOZyIW5axI0wqI3nuuj1KK8yP2SIo0IspmXIaCULi0Ix
wzYDEbrwPW7RW69nr7DaQ0YrlHSe7G5NfxrDoLHFAUZpHeJCIe92ZEbx5Ll1BNfeuBTQnY4LTOdw
18TbntftiY1WpZIEzXRv1UZ+Rc1Ml3AXxE9Tc+BBZoh7r72iMwZxtzvas9XMftx6GkWp5a5nCE7y
DOHU/IjRA6IWLYcE5Rd6urTjd4bnSI2aXQtzDxr21nZ7Hu5m5aQ+s7FIabVxUHZd4ffiQcIxm47B
8PBZR9AWb/RTCVzbLNQAsU85SX5PyzaEo2Ev4aahhqupoELD7rYIi/Etoo2cmPHRvsPL9b+0u7ne
dpb20fUYD46IU/C1XHTOB7hFue611Bkjg6m9f7UbZgfAxl6y6Lg5iGofLtcZP/Ien2Pa9La3pZha
xk86EKYltyoqUZYd61Y1Mc6F2hfMKdxbc2A2WUJejymv9dBadTtFIq2eqvqii5saa5XvpITWoWaP
AWrLmntrdO49g8wrNZ6Ha1vadlcYdZ1qs18dxkB5p7X11EenyKAmlrq6WUvdPoxWPsGWFjOR9f3A
Jyeqc8W4I7R8nHECy+zhd3usDvxIbxbpafHcWnmI3c7wXNZw0IbGGD6oXvgtDTE8cOIJ1Z10TC02
6xrjCE2an4Fh0O14FIKhkH0OvACrHeJ1meAXec4DGdZT01xWbfwyzFcUYNn7qC7kzBNehlsvYHAi
/GX4ve6C+SEzqv7BxJntxmvN5eDv5edqz6YbmHzoTRqBoI1ptGRKj/gv9hjiJsKk1LFVLj/ZtjB/
2JnuT6yUIA/XTIOX5TN2mxyp34s1eCGKzkUAsRgMpnDU7PUB0eC6+TfGsu8YcXj9oTKrOV1o7CPG
rno4aludWr6ob9fKfC1cRHnMO6wNnUyBiKPcG0SpbpB3D8Qy5F/RTGj3yqHKmtYdkWE2YM0snOxi
0TLSKTfG41i5XRENHvMyhgh5nBezjHx7dW5IFVvuoU2NKeTn/QsRMfvDpOMdQJPo+9ATuy89mo/Y
N4buow2YZ0MsQODigldw2FhO2bz4aABPRobdh0vBFaLtnI9ZsWuxM5bGNz9o9R+0iV+dOlvuwd/0
bwGih8+VK5XGkTUHZxfVSmgSLfjUM4s7aIv+0TbKPOwteoQOyacRjNY9C++zNUp/iY1FtR911XWE
S3XNYVT73lKb7u3hf5N2ZjtuI1sW/SICZHB+Fak5J+Vo5wvhzLQ5k8F5+PperOpGOWXDgtEvF3eo
m5SoYPDEOXuvnVXMWP1yyqSznqXEZtSxVvKkpK0N8feWU+YHG2J3GyDF94qxvWeGGO0IbO1o7lI2
9ILJeF8ungS9hShpJpbvtrWyqknQ4Uycg7+ZSWTOGvGhDnF25HjJdKcK+ttajTmTViBwooY2YhAZ
wQrs+RvyE2sdmXm07XStl1AKNQXY1WT6DnJbv2Gl3CUDbYS+MXvO0vQANAPLh5LU+lUO1+SbNvNe
To3QfLOtQGX6kPfjbVxbylrqBKWSi0uDI1OQxir0rBsao7WXR+z72uSqP2YML17kiuxepFnyEFdR
9WQZJgr8NJ+3VBU9XgS3/doyqxd2vM5eFW2cd0rS9jB4Kz1fDePYLJ7UiLdT3L21Wmbs6TEPdxlc
Ddw5g+4e2JEyL7Xr6MWNU3nQ5649DrwfvSqZSz+JHOW6nJgIN9iIhTXHvsO8a81hrKY5pSTJyiwh
TpeSXFDZy2ZLCB+pGTrwitJO7W1e1AkeCgGrx82G6anTnARCV0WDFtCM3CMdR73stNoWibmD21An
yrSsne8K5rKNBR6TdzRnLrH8SxGXkJbjku+rMzeTqXwN9FbbEUr7gf95PjAh/IKf6dlJyg8Qc7Sq
u8jRO2+sshJlZG2WT07nPpTlqLb4jGIcmArK5GFsm9FTaRc8V4pmfCSVgGndhsK5AuivUz7Qvypj
K+eln4ZXTVbqpymbc+ZblX3AFjUN3XXsCLlV5axc85nmVTUmyLBFXqWeYjuolFLk0s0cDJyJWC9o
LpJQx2STjtOWwBE6EEHYf43AZF1NMHtv0oYRTaEh44xzK/N1ZoQ3dDlmuU6tPsQKzBTST90yZ2bn
Ki+lpdgeDWfDox9XeSIs603MCHnTawVzxEidfSNoyYCEjHUMEAEe1CgMd1FAB6XrnIoTjZ165aAx
dilSViTzkJMxR/1OVhMHGSNP7zmQIXqtjH4zuhaWd40q2giEuwZra2/ydsnly/uZ0Tx7QJfN0gc0
w2wOFtMu7/UA8bKg6g+NzOtDJ/Uwgek4xwLL7wc6SyNecc/+CPJTonztKznxJo/ovelVwnHbrX/A
GJzlKsH+RodbqMzsl3pNL8Jsxa/xjbBd9YMmt9ry96b6oa8LZ92ByPbSMms3UdoOnBzAm46kFWLr
zxhATYPwFTBUG7uxzaM92qNnWK2g/qNLPjbxB2dt4Q9zgup1KdIaNydiPqR1oTOj8VTJ1Eltp2+O
FnHMzueRqoMdPnZWKcpVkGjT24CpEGW0atHsCR947xnPwWIkoP+avnDXtXe3ylu6JRWKhVSPOa8l
KQNNGlBs7e+ZZad3OlMm8skzy0tdLbufOtf8krb5+KzgMar8fqQH64aZ8Ju+kSus+w1OUVrIdmp9
MZsSwBl8rZVrhXi2AUwd5wILXRbjfkItxjCSA1FPo8emSk8WgojKQOebMmGV2iQlXlO/hSDmQ857
HQIe8NWclC1mQqvPKVVTHYfsmN50OgTTlMJBCo0OoobnSjhDu1OCmdBAbK67nPSoA9J6w7MKW3yZ
MoJKVglG5VXp2sNtB/7W1/F7Hq1QV1+VzKBiMpug3JjFKDzWnO6Puuj2NueXR5vjEzSN3FkCIlEc
OFr54tasZDBrkz9ZBhr4QA2wrTPN7rBMHXJVCgaPSO9nxrVeq+j2pjUIeIFL2m75NON2UjpnA+tB
fakL+NEq9PNDMhnygXRu4zHMsRwGCQnSFplpHJfbt2BsOtwoRe4t2l0fmXJ/jGRTbBKtzVHXx9EB
0xy/RyIommwm18AIutpsfVtO2SNUqOSDyaDzFgXEzasY1n5IGWN4lt2wJZE+fUimwN1pahW/jWlK
F7/mPEPDbeAQmbfrOZDpo82k9J4hIyPVXsFIsHJLTYBf79XbTsBPGNQeNb4+x9OJfjijWrXpxIqs
qJgT/cCxoK8xv3R2TpWICdw0ZbVxO11dO/Q+urWGh/BIa3D2+8hmaNcZ08bUsxsdkfLtqEgTo4v+
kduFSqVI/3rQi/aoz3myhxCJW4/aAPGNYr6rHWCIUdoqbUHzbUoV7N3RMNcYb9TvgD/K1TApoaeL
0t7YeJNntVhF/eD1sWmt+lxEnFZHTDytQvOnDIPkIWLh3KfZkHzQmeu6jSnn+I6hIjJ9Hpdt30HD
RIYc4lescWcDxp1W0KKim4yhHm34Wd1jiNRftDJzd9ztBjBtL/KV04m7WNUZUErrtqfsOZkc3CoU
OFm/DeCKbGaBUIQiWIV3rVf7Ms3qtVbvhGIeCUDitT9MPChRLiff0tVmPWdtTnPU1ipsK8wsruJC
sGNXUX7QuwCugk0bfZwU/WiVwvoa9WOC1SBrKDuW6o0iZcMggIGdHaprBsTuodVaw+8ZNUUW4ZLU
tVPlyZrtRII7qZIwIpkt+A7dJKWVootbZhPia86xy/TrmeK9GWmgMOdAOpCZsVF7ljNMzxKT7E7A
6sw4GcbBNo90Wva1ptykcYcQywY0o7SNyQQLn00JXDzY4PJtt2bdZj96zQi+BKRSnpIktp7dNKBr
hTmQvqNk8pDZ9wOsPmzKCdvlBXHZIsU+k5YtNjOTJ9ZgcHEuJKxUI1SJYK/uYltc20yFuzFemx0A
gmq6NfTiqQ2DVxUVQin79Z+v/atwbpE8a/grFm4W4rwzRSqI9zlmc7uLvLneusNfqtyRVGPzwKyH
1pUpnXEm2o9ijVm+2Qe3GttPRxP4r5i5iygP/jRDD0jMAu3pL/rIsVCxcwoYY2N2nRLo2Sr95s93
SCyf8edfZxHN/mME0ECqLYOlz7eI1OkJ2HYNk0oLNfpKirW0E9vhSEYTvhsrb3D9GPM6NOxhJZj6
3wSqChqo4LysJE32veudmSNrH6mHPuzMtTuO8W40WubRatjdlUhVXikImALYJRXMhdX1Gc8GCG35
+K6NZGsJWv6Fs58JtZajnVc3jBEx0982wza2SyrXZ5UHtSTNCvjFBbnkvzfl801bpM40IjCkqLZu
LuvuJ0WwqoQhHmKlvQmtpsbfZNMwTTXqKSQW8/CmanReMsOQXpEw+RJJtNwhxGcrig7abjMV/Czd
8ZHOk7mLac0v78/hOSDJj0RlrE6dWPrImDUeQAwXG0ULs51qmiZTjaTN96hJrI0WCyC/HPg8s6V+
Yz7a+XOuMV9ym33GKdkvYP15TJ6fe9EVPi5Q6fNdFdQX9cJMmuhakjWMU4xWf1EXT8Fom9RoOC7L
MBJk1WrojygE2QDxBm6DYkYzJ4tgnXVRe8SLXm5iO09vWh6Qh6nr6ht7YJUWc/UIeqq9jTW1ORY6
Yitnr8kAadMILTJA07OTclT8cZDvVBPuqhNV82wPCtqzcGz9GumGn6ipsxdOfaBIpm7H6T8cFCP7
zlp1TlHvML+3+vnadvJqb2vu8CVmHkEPurfszTRpktXIaXAyqNdXfYK5jOSMH1NmZh7Kf9g0Qs82
TUEnqTKb5gEIybgZ2z65yVB6nKQMU3MzEhi8n2rOmAXWrrU+WvnBdadQMhDV4kcMkuba6JTRowJ8
F1Zl7edF5DTh5D3kgWa1q7GwcXkGI7Z1/plraAjsr5xiKAIWXE2XZtleUabkvill5w+21q/1UqJU
zJvgu2Nl0Xqob7XKWDsxtqYwOk6xYPAS51gu1aG8m+gwfhdWQT96ZLQmV6lFEziYEZzCWrL3SHWm
q1CIapMVWbGCfEITSXENjxc2LRiHIv3oWt0Hbgf95Ca23Df2TGmvKckNUP5sP5PphqXDzbec2qlG
prTBghioCmyHJjslDQFOalMxEneqCW0M0UPGZnJova7I0O6OLX1LX2sDfH14K61s1TkTcwRrfu8V
/ruC9ZeuoiFlMmITi7Lp5pKKOJKxZDYQdV/Qh/P2tOd026ZTeTSL9pXhSfwUlj19HlLJmLYIuLCt
OvoJoNTryjbp/iu96kNuwE0TlSCFzASQj4PH5iSVr1Pz0noxzKItclKMgHUUPTm6vFNqwuI4/vR5
kF/Hc4c0MMp8lHzlcxE1+itm+vQhrJpqO7thtJdaPhw6rYtu3EE6V9QONPf4BDMDkcwEDVDapN5P
LWAr5uEvJZrEp0Kn/pmbXa0NRBiUSUGIIZ4ChkX2eALjZJCMEnytp/E9aHT5ptRO4CXaMkykVenc
KIhKkJGaOlM/skQqZsUetoFsT694OKh2NDG46jj2N0U3wzkynW0NwUFbicZPBLBe30p68eL0aEtz
g7pgRZmCL6F2Y+bbrmIypHQDfcNYR1xH/RQeQkv5kCCEtzhRv4cIjKASIWzhIwQ/ENLIzaiEPbq2
uvPEhD97sqsfU8/R04psGtzhoknNVHuXSen6Pcymg+ANw08dW4jjNPHoCA7igzV+s6jeYNCH4kDO
eoxluDCulcitj4o1FetZNwj+LId+LZvBvSKBmcO9WzWrwcRBOQklpfmPoTM3JP3idk7CC5kAZ5UE
EXU6/rwl9Z5JI86vs0oC4qXZFUAqT6ymyl7zu/z5PXzp759L/IEMNjR6ylOWnVyaXXL757+/WCl+
emORs4xd017shbwlqMTOXvOxGzRBQiFzZ5L62Ebh1jS6QwYJntFFsaqZaRZs839/TRjb5FoIfFTU
X5/fknM9BHVotdqdiCJ7XKNHm2/VoIgfQkPab61jNU81IUzICBisXrj2Z/cK9jBKmcX9QbSgZrjA
Sj5fW1WCdGGouTcV8KJhTdJPm14oLpeP/98tXS6hqwRmU6UJaJLiH9vQT0UA+IVAm8BK3eDiHz/q
2Q+adXepPrt0kbNKY86z0gh0LmIQH1f5jO/12DMT/8+/1KWrnK1u+kdZkuaDSz6VNw83gfAEgsju
r1yI3DDXwUVpcMeIsdSFerYGEazNk9FHMS/buNuE41DdJFMfXljp59/FdTSBj1I3sKBSnp3/8k2q
NYQDV/MdQ+YQCs+UbtO4LjYq8oiDAmzywkr7XIE6pAjpNta9xZ28mJTPra7aEIJ4Bgd5KqMXVOjz
8MVt6D3eieZLEBfIPy/50T5/waXkxQIJP2+5mGPiFv28tNN2Bj46FYJBd7RGgtaqvhojSFT+bkv6
5Tpn7qwBlxC9h1JcG3Pv3MazM61hlQWvf7P0fv02Z07hzslKhNN8GwnwAm5a807YigLa7s+XOd9f
YcaiZlpS+9A4oSddbupPDyuEniqTddQ8xCYcvbHytNq5sLzPfhfOmDZ/XsNRhkMdsov4fAmsOAHM
+Cx4YM5OZ5jm6GTTQr6w63ze2LDUa2ynAh86e49p2uep0YURKYFalSU0K39Rotj+dMlkuyyg/za2
5RI6ICVsohYyXH7ls90AX7WhM6Kr7gOqshiqbxAd6nGX8O8G8FZ/98NwMUDui1ccr+Hi7f981/Sq
ywxHduW9eGW4Xj/99V9nE8CQygkA7qx5tuUog966c6Dm97m654ik/l0DgDuF35XIAH54TKjkXHz+
8KY5GjApTOW+H9xVfMLDceHu/PprkwUNZsHAfAa31Tx71qt4yHoj0Mz7zZQ+q5GO4qb4Oyc9M2KC
UAAEkYJiLlXC2WMeMT/RYf3UJ7ufELWse/xtHEP+8ncQLCm8IgQrsHNxpc83qiJEgvzDuDk5WytZ
07X///35s6e7cVMDbDF/Xu839jYSmz//+fMnG+AEfRh+awpAnS337BYBNQtiVQzypJrDGhxc1au4
DZ5zNPd/vtA/VuJPj94STYcT1mDF0q46D/UsZCGadE71EwngOocU7VCbmB7NFk1q2eW3i8yQMcKx
afD+zSOlx/CMK+rv+k4sCRvVCOFntJ1sat6zpyaVhpk31djfh7tA2RbK3z41y59n9+JxXLAE5w1B
TakidFNmfy/U+ZspzS+QkP58H893++ULQMlnn6fyA3hw9gUyranCXjjdfWqPu68Kk4U///3lB//0
M/3zvPOGZC0bS635eTmPw4h8mW3rIQMtp7TpkeGZj53IA7wDhLRchwqjtj9f88xe/0uhcY68QDGc
RIMocmhaNYgAI7mqXWtVTdFHOjRIDyXTKgRrB6VsjrnsThcuv9yz/77z/10eH7zDQwAK9OwRnvS4
RQAZMgWs6gNvhy/djMgfnU0fx7Hf94FF7wUj2yStg9UljwqDpQsf4XelFts4lT07LiSYs1ohTmtd
axlinYSi34xKe91nCRoRMf9wyvkL1YpnudG3cayvS3J5zTpO4PnaqGGSb4li7epkEalqYBcdTxP1
EUHwhX3otx8Q3jIbBmWuek5V6/oQ3yhOglOW8wjPI5ILspBbA0VVgYnJKie/ttp3/BoXao/fLg4G
dNqylRNY55z9Oo1swMImWX4CEL1pJiYDBacSGu25+cQTpvevTnOljBc2irP96t9F8fNlzzbeidlO
VEsWRWCM9JR2Vf82Dq9TeDIj14/HL0GAg7a5RamDDzW68JT/k9V0viR/vvrZ2xFkSonFLc9PSsos
FXvsMbNBFUc5Tiorf+stTLstIUKrIcI7gTbhneHudxDED2TBexzvNtVsX0lMXOxCe0NlSDxqEr9E
9T5EtYJIQb0z6c5ttK4gIolr1HN+5ywSDrqZW2B0Hm9UZzP13Y8yxyhlFiF8AbyYtGK1AmuQYq2T
Agf64mMix2xtzPMXTC9Hct9xnwwST2fj52W0mUgD13UWTMguAlB+1wWSTrGePWVB+GgV6l2QSg+n
+rjCeIR8afI1WRycSlsbU/UwWO7GLVGVjIUzr4bcStcS8CxvEGyt2Ii9wMxp3mlQL0uxrS3xva+M
b3i9sL4OLXxTCMS012J0qQhfEF2H4WMVN52XNOJFa8Kj7QDwlDS13WfLWMS80JHlzOM+ILz0wkFD
b9UTdms8jspwVSTVukRu6fV4vGUT3l/YCD6/kP932THPof6iUBXnzxn7AL1JuoknEp3uGCGDNHNH
iY5JOYyhgDuNRyrH32TNWz2Zj3Cwn6J48DRkCQzbvhWdcsLhcmmHXHb9z8sRqSvTpn+qNWghZ9uT
XjKQjo1SntLqw+QAyO9koF9RtKcq2bjIKZTpW9s/6mD1p4uh5J9fScstQfbEcA1o+pJocn5LVNR0
vTWl1Ci9UhxnxGAbXRH1Om4hDkcAaH/USKHeZrfF/GHX8rbN5jfEFdFh1lR1rWS6degAtt/WFRkX
vL7ag8HsAQxq2n38+efTP08E//ezGpTLgGgoys9hEw5+DBSaZnmq3X3cf8TlC9kc166boDe4A/ju
J911qL6iXV2V1Y1uq2819ENzLq7q8TaAiILhxtedb0WKwq/4MY4sTKXm2cVGnTFbBC0R6leEvNAU
T+/c5K/IKP9+fCbSS7AyZtVfeoFxEkpGaqS+z0Z7DKb0Lo3B0A8MdC9scL/Z1amTlqAjxozAOc4L
MXiPWi3QDJ5gp4tlWBN9oNzJdq1if4zFmN/GrjFeJxY6ACTp2Azi0bhQ+/5mXZFQtbC2qKRoc52V
UpYd50RRNPIUV8/TYN4X+YwKhyAGe+dm74aaXXjJ//oK5Svz/qRxYzJYc84eIkUNS9UklOQUFq71
bgwzGZEGQMDQbqOdWY7iKU/rAs2thuOBWD3/z2vzt1+X1HpmiiqzuHMik6J2qAarQnKSUHFyM9tc
hWVxH7d5vuondW+Ehd+51vbPV/1cr/6zohxhEOxkL0+ELs6+dKOSDaHMy02OgJs2dCjs8e8rBG7s
f9f456H8qQMS24FU5r6VJ0NsXaQU7QRG3nxGxoyhbvSJzyq0eD91l+Iol8rjbFekS0qSFMlONK7O
60apa7iuA4c7qrmPvaOhNuufCLS4cAu1X69DOW7RpmdISr/5vO8Hm74rRWHXp0Yzb5ugeFLKHq10
tgvp+uDz8QE8PcLb2BOTsimHmQp6iebBoevm8n5ILwVaLcXH5+/9+fMsK+2n+50NkqgPx6mpyG7N
ht2JlYPcmtCUejOkj39eQL++EJeL2YwwaRTgUzsr/0aoRDO+OCxpcbxXS/TtXbufnXyH3v7COeQ3
l9IA/NB4XNqQhN5+/l4xASThhJLt1MXJg2WW7inVpLsJE/EjDCb7wvP4m1+VqxGvC8JJX2C/n68G
M7jTEiJ0uRrFlmw2ql2sc3Fh0/n1qecoSt+ODrWK0uIXIYeLTbCNxuYkzXrd5N03uP5HU3fYBdJ1
0jZXWFQu7Ku/PvLLJQEtLQ89veqzR16ZajsbNS6ZzoOApKEpR7VShpc/r4vfXgV8IYcmlWCH84dP
d0EtYxmmMSKLU9EbD7oeXbh35xGvVB4mHXcaPIiTic38pUelxwY2sJneTv6jFqVXDRNC4o/R4Qgo
0TmMvlGciAyFiBRdWB2/+3o/X/rsGSPkGUa8s/xujdxVWovasMc99Od7+JsluHRCePuB8BEc+T8v
wULio0Libt7ZfV8BYNKta9zq+XEmfeRCZfHrs0XlBscOmiINxV9+LiXp3WaykvjUmfbMwkPWTYq3
6k+MsX1ZpfOFTfNsj0IBRwiloyOOUgWtkvNtIw3pZ3dlP536JatAITtkO3cqbOCMdBEX+Q6Hika/
MEr95aKoixmbYcSGEbCg9T7fzyATGZ6nzj45QdNtAs3lwBNN6bE3B3szcn8P6aCkl1bp8ld/2o6B
qqp0H5deKmgghvFnO6Re0TrJRlU5CbTee7XWlnRuUBBdqQEWakLtVrHj4YUDJdwkSuWDEzZp7tV9
mn6Z7RRbpojmxHO7ITvFElBGjmXhbg5jKpWxjA4lUoI/r7uzxS1QzNFhokxeMgr59Gf3aUxitw7N
nL8PYsiKtr14+PMFzlbb2QWo8j//EAbmY6e3qHVCixybHDlizOTZqCF1XQKEnj1D/14KeRlNP1pn
/AafL8WrFsVOpZWncsbA8E7iUD5eGvn+9uv8d43zpl/fpOBZUBufMO0YxgsoBnQzRJ9c2A7oqPyy
gpdf5r8rndeotjpaxJ/p5UklRQu9tevcZAn5VWPFGKDBVLQfWG43Kcb4Y2OIb3SmFbJiEPyYVZ34
EuYWTSn+D+DzyH6tNCTGebMogjO62DtDb0NMmoZCClFrwOoJC+dHrBXWrhzsr9AfmAPL+XuqKDbZ
1aHlJ1NVmX4X2TSFiTFpwY0Id1fkGUjCOkzXEd6jTb1EHbKFLKL8SCMbSrNXoTm0qxp7GJbDpwwR
xwTWz8dxK7cIld+dto7wjWqlF1bxK8KcjwFvwToZq3ZN1B4IrAZGTjwP1nckcBzWCIPyR5rb2zwF
bEewqoDck0SneZwOxZzvhqZVPQdAgYIFAXaA1QjHK6PC8Iaqk4+dilb+GhxBDMOqRh6EPQUMQ2yQ
4CaggYiUgBJXqwrfNqEysF+TSGpAqUnFGOwsM5FkdmXveh4aaywA9lcbQyoc2rTcFhU5ZaFCTDUF
eAXRnniyXm0Hv3FysW5idh01TSGkEAqyVqzWvG/0vjmqEgNn0VEBQMqR+xQI/orUamOnaUH51W7D
ZmsOJDnaAtekWyKbdyLdPhRa5/pzlinrGiOqb+tY04O6f22M0PIKs9N+BAbQCVGbw9NUWQIj9DR2
ALRASE1GzVuT+MaQ8L0AE42jp+u47whSqkINAjHxnitEZ+Y2rAAbuW7RPpWtZfhpXgTA9IB1XWVD
JK5EmP+oNKLRaJY4+77ryxVqa2tTzwkYxQIvO94VAVCSp3+InfE17l3QQRih16oTWOupiPWdNPAC
Ijyvr+PUcQ75ULc7050Y1TLq5Ke0tGMUVm+sC3uTiUn/GpI9t04FhKO+C+19hbp1FbZTtk7q6UMM
xwGeeV9Mj5UdQJGKaJrJKOpvgkAGWzMJEiIeZnNHAvoHEnIFB63D7+EUlW/BaYBUnUFZk8gZtwQE
J2uHcPR9YyGyGiQy3PiqTw9xtYIKj4mky20ycDRBfEsc7sgSN3ZB2cHzAmqBwj7T8V8NRurpafej
HpTXajI58tV2sCXoXNw0Rk7Xr5EEEMaT/QWWzGStCIvBFxwzq07Het42WU2cnd5oSxwgWIY4Uu6K
oXSO6HnaTWsm46oQ+Be6Lh6PA4Ab9JNA8tqoCq8b2/iuuCpyd6c1Pa3Cn9VnmK/JwnsdSRvzaDQX
XoH6e5Mx810FrTbutTgfeV2S50RMT79vAi24D8I53jeyBPw/VuWtO2GldWfomNgWATIWAOUVgb3e
IBMSwfcYrvMsJrSU2KabuI1IDsBVs3Ui892CnIlHDxFcWjlvsBMXgLxheE4q8LDkAeeLUtZH7Oa8
9NTwegBxsSdSlH4rTlBaINGdo/ajH5VO8Rzmlr3S+Y8b3eiISQJat+kTot6RnM20JxW8ekmAj0oZ
xEYuXltTFtKvOjI+YxdLdiwWu+KIPSjPFo5dTmMKlW14ZfEfvbiBiRR1ZQxqrZbvoYITF/AXeEXD
VmhOdNXktaaNCt8qVmGzhA84DiF9bZh5eusUKGnTEfm/BWbScchL6MPSj1rVwnvTNkcriInPqoEv
DWHVPYQ0yDbt4rzt5FweIgc9eV+AfbDKucJ1P9PZT6tgxT8R3GkzJB81kl+TLta9dAoBSDSxwUeu
Of/pwLRgVbRA5NCNRxEomcQl6oMIAXddxmj4Zghjm1xJK9qshfGWB6PqVfinPAJfX2tMoJ4Rpx9D
0XyXGHyYLSQfvam86LKDvzjq70WQB2Dn+KI948MVv8+7SWAQsrtAelrXgWzVk8SfoVyj7ZTRA6fK
dBXYUGWKVnmsidpbKZWVoT2MkBnm6oxcFXRX2OY8N3mNj9Mp9K0FRWI1VBQOvWGEzFxgHhU9mbEr
MAbNE/8gT2IWj3h745pzATvGU2w3eIfMKnu28/zJQq350nVKfhyw7B2muQyPIWT5ClssaKlu0bna
C2cBW5ryboSO6+cFFkashgg/3RB9p6tgZ+K475M4Zh2K0P5uOGixZly8V43tQh4bGmVFEazSAyex
SVE54oV1z3TVkslWDIax7pMcXgbPyQZSgnWfdNqwRWDUXAM/a2+kNJJDnbP3LgXtFZVyShhhNGBr
NX+wCUm/J8mD7Y5Um94i2BnpWbKRvTttQbuMm4hBEUt76Gge4RTDOIad09Anj3ftfBB9N/hz04gH
mURWj1S56yBng63cxgiz8Qi5ybMRNLzVBalP74oEarIC9IWpy6i5meoQnpJxwfKKHseey5DLLZ1v
bkKoGFxMGCDujGg/K1OwRoR1rAReStCgRkoWtf3FbsyvZtc9TyZUmFrP4nvYlileBmpAs6dksIjp
XcHYqY9Zp4R3ZgxzwMXg67WNzpF8TPG+DMG4IHnqHCtSrBn6LiCVdvan0KwPhTSYvSDPwQAWhreC
X41ZA4h4Oy3IuqHE3bQZ1qNioffAwc9WnLOCVcZUybPtDgJKVGSrjAiVw2gb40bUOkGPePNu+tRg
1BgaEGkD43teMe1qMCUe1LZt16SZOl8CyFPw9fJyl5lMQ/AJ6BsH4oLP8F18aYCpQT5CS4bnZjYf
58nB99wZCf6ZUOvvc/hErHm1uNYMjAuDkv2QMxtklCBXbFSrhreqxLdzieQ6N/t0x2RkvpXM6fmf
9Sa8MqwBsTYW0OO0tE3hT4U+b7zgoWkzYxuajbFtVRBgGQZ13EidfC4qGlZdXjkeH1XbkEOMhKjA
QemVSlsDZ+7dW7zorOOpct+dGquDUyuaD6fNvYOj66wNdUAwPZI9G2YUT0CbI4yu8lkUSvvNwn2I
NyudcpiLc25iuZzZ7EXaQTAwBvWkVVXwGHQhrJGuGrdpoQV+6BbT2goZqrnFzK4cOIS5mErebed2
Ch8JQ03v6xHl4KBLh6eSGVKUB/Zehn2w5jgpH43Fogm63Fm3CjsQYCamgqOebJAjO9vYURM/qXr8
vi797aRzHqyigToVUENGgzOU5EFV33VcRFA4swF9LL77TLO+qwYjsKqgpG1qpnwq7+BwlREw+Aal
1SRNEykZSlBjEycziVPTXN+qbY/+OHH5wqi7y/yYxFr7WLnTN6tRG0qg7mMa4aNNo15f97VQ/VTV
PkZz+eVG+muWFNjnBoeMGxAXAD2maDeOTHoYSOGkcNjbZRVpNxEDmZVSsKM6bTxvZG0yIcAnuzEm
bXwIxkl6SsQTGWXZ04AGHuRG0vpFpVlrUifjfPMu1ehRRS4L6pizOX6UaTtUhAANcChW6jh0W5TY
OG2SKWWEY2kbQG3jGhRchkkgyNZIx7CONSFEGofi9ziZGueGJGsPcZxV92aVJ7tqtHQPENVwDbu6
/cbNnrbED2NnG0DerxP7n1Ny1fC1x+xIfFKCyzkNHrGW43THorgtOMLCUHQA01J7aDgKovooEq17
aUsHrCuaZt+VhXONlj3cmDM1ky6t9g5CFocAFbz9K5F/RrpJ62k4SeAVxNVNffWVoKCrcTRf9WQY
9I/E0Aft0azamDg9wqmyXQyiLdiYal2+4rJdFiPJ2dgmdB1vu9mvK6tdAnUK0/WybgRWahAfPj43
YJGurYHXcm+RRJxj7d+bLabR3Haju7QwrLXryHKXzrG1MjXla9a06SqvYnczV7n+La00zi1OTjw7
b4MBGlhcLP7ARKWKctV4hT2nJb4bZr+XtXq6p1cwrfs8ie40STgR5oDafohiF7hlbTz0Az6WMGLy
xV7v3FkxBpyAKORVVVc4ryCH2+1XpIboIZl1OAdJ5bfXeyXeVJAl9knG2F2hpPYzvZF+3A8fwEhM
b4oa9PxNCtDLAD5KU4tQyZyaR7VSF4er1PeJtF9c1D8b1an59kONv5bdbFVEwdcsaAvPSA0BLFYk
fjos+yB+0pUk2pYTkwNAapyia7IMIXAKO8hvchhVie8CnKOqdxQ+qZZRwwAsYbs0k+kaBAzYNi0x
52tHk3dplX3tYLjtBgsv5qrTcVkqmVvDT4C+Q15r7UdwCNaoB/MNGEteDZB2MUSyOrHRRs//w9GZ
LTeLLGHwiYhg6wZuBWiXvK83hP3bZt+anaef1NyemJljW6Lpqvoqk2sAjSPApD8yied/jh6N9wuz
+j3/gRlaTp9cYTMSaYtXYQB+dsaIA8Go3/uSTVWzci14R7OzN9fE2mgRtC+uHOPBTAfnLo8UD3l1
Ay6OaBdAe7VloLoFAI8beXf0rWCnie4jdpxfraDhaFKBHGdEbW+e6Wo7tWj1l7dEQB6YYgXsFjR+
0oO/0MqkZwUy0hh7WiyOciD4Qmu1PQty9L4Y9m10YPRBG8XqLCdWI3QL5ZdLUmXTUNSbm6zmjge+
UNvZ04SWS4J0u9e72d3A7DFDI4IrJOJs3ZQ5xENEa7S5LIyTkHqw4SbVrxcDEmlq0OFGFdubiptb
kNrsq2RJugQJqz4sRGl2UHvDem+KxTysKcBHcH3LJbZySY3hNbTOlNrZoonPqhMs3ZfCBfyXDnd5
KQZkcubwCSjdPck5064Te4x8Uum4LcH8vyccMyfwBHmQzTmQWL5O5j2XWugbdQL3Dr/sE6S333FS
6pD0I87vrljPZvI0FFs0f5lP6cNHYebGB5fXkfOFO0+jid7Hns2MuG+cEBlnGpixiQS7byj5WJTN
gzRJ8kBfXO/driWr6QK2wvcaOV9sVU0vsVnVh15oyAD0cqnTAyMNOEWiNaDVu0kv/5JczIdczVYQ
zVkRFjoT5qaJyEsYbLiG5dLV1643f6RlaUcwe/MGY6zJigUbfTxXKayCked+ReAAX0J+VtLp91ZR
0yBxbIOrn2LBvLaYMFYZwzk2k189fXlzWEbiXrUA++sabndaoe2cAYdfXs7g8ipuq+SwQCLlNbs8
mAp47oCrsPjbgUhYH2hdjCTUiIowapZ31sjGXeow6MtanAFpia80taN477ZIchPTdZ74pVChO3wt
U5fUUDd9giRjX89mTVvnArWhhwsopB+HcMpL+21ImzRc+sL67BPTvHpZbqabtovdv7UvsKtxmp5G
m8xN0Xegg/TojeUx0hGJhmWPYzTobZhrVaHMfeeNccC67TfW9DEEfcM2t2txbhJ13GaeE7ER13zP
cMFeaC2BssGZtqVBD63N5iNelsV+rJzkZc0m/JKaDqPJcmu20pcyoOdosTU4/E546PwGofI+GRRC
3IJPT08G81AvonsUY4VEWtTOCY5ycnXsYt2WuZuHK/Rj+rUNv4Zxq/i1D6+26jtChtxS+0rR1LNp
W8QRj6X4x1vlF1UL9CtCEL69sDTfazMLZ5PwAnmLCsVp6vDyhCrfyqm+c1KNVcYKKkMFP4SfTyb4
M8w2jHXvi8Fxu9WGaqYwFN3XOtJ9JC3KtaqbtqZdl1duhOPbXEHOslSUbCgYa1iGQu1wB+c3PAkF
wdrI/AN9WrytqtEIzEWUIaUM0gJ9YaW96YsMdy2M9dgx/0B9kK5r1tVvWgHIznb/mkZv4S4X+ZGz
VlzIDlWB3U8EouLYUo9tOczU7ojek0bZMG9ZLNm6rAX7GgDvbcNW48bKym/SrwmPrfpJZmgzIA4M
6ygrvv1Ik//d1vo3id7QmwMkzVUa/8NvHrGnVnfCuCtZ6w9BaNOIs0crGPobTDRzzw5676NFCPPo
uRwKdLQGbEe5C58CsAXTb4BeWqK9FkunP4yWkTyozqouXu4676xJ0pmiIt3wx4X6vgI6ABkj9rbT
LbedWSuECV+GtoTsqJvc1LR4MOFi1V350fcyOkEjVPsE2eE+MrrkHlhjF1RoD3czH4s/ZJN5skY+
mljGHOJ6K8J6AqxVRtm6qzOEXyb4Azh+BrulFgh4bHT17n+XiIq7Le74Ly0ZHBquzSwP/WQnW1ZO
oE9xY9saHYSGrtGmPVM4uFpuwsdRTJhLUlseJuTUbpM+t/jgych1Q1jYPcWYnmQHxuLt1QOHfjRp
zZ5WwKe8UpRh/42F03xIt3+PmiI5GdDAdnkHEWlOs5+4myd+fBq+9npzF0b9wK5s2kUwZOQcMPSk
RdU2wKqdXL8DPM/zLaAdLLGnh2Vt9XseTmuL7MRmCdBsjpqaqyczypz3eXW/nWrm+6Jz3rBF2mOw
BwM1a5V7sEVbc5a01XOnuV1g2lwo9ArfkpFr6cdoOv0ZIWnhi1QDksylz9dWvJtZU7CPWGrNy5r2
KBfoSACPl30UPfFhGFR8ReMhAYXO4BgNQGZJ9M/opPhYVjEeBQcGzMLZhAet9OmFV5196+iaB8IW
+l3S0JTgCjTul9G5YRx5RcKWZtppQ4ApG+79gl77T0ayxdzQj+NyncTgV6qhKP9ouRIIcxUn8jLM
8uJic3rkBq4CS+TydbZJSWdgTLA8RlhK0NRu2WwD/GDzzb5Ts1YEsTPX9C165bvRMqPs6EdxGSRd
uNUEaYgo9Z2tVFIBc/vLsuW0x/MDZWWeeuIROitNWwYT4H+mptpahpVcTFVP8GIdyMgeqHXFOsib
XOx3hmc6F7XmU+RJB5KgpeaHYdMf7Jagp4a41oyi4ccqPSOmi8sWLBPMpj+6HmCqih0HNpV69W6W
JmQcVXbByC62Wb3fkH5T92TWNq+GvhJ/Lof+2SmnDxKbzRGXDxh+eky0Lj/SktDxHKP3oWXQ+/h7
qCRRxYQwkTl/ufd+ZA6kLBT2NMl7J3sajVoxGmhpK6jK2UZZleynxjAZO5AFQdBSHjvJgJVHTiSE
HwdZg04bvFPjGc2HWBsVQV7vzO1ipy+Dl1CeWNNH0two4DZ/P583gP3k0iWAoYx7OyCOv0K/Lksb
/HNpRRs9ix6bZJouCe7SLKQP3XYvKUnqYZv1qn+xTHvw9S71ICp12A/axNKPMEzdwwwK9i1Sehfw
2DKBlF10iBeaxaaXvDJB0P3KjZGh4JbbRRAD9hQ20YEdASMQWYy5ucYOhC+v97W4K3bZMNG588b6
hr0VQes236Vefed1afggSFnIFw6dtdNIIanCIhruCxca5eDCvcbjklEtJWbYgn2irZt/DwbH4tiU
xc3SzBBFH5zordWXmkv07LV79Bahl33SN6ujc1UNjnWBYT2RHR37NN0pRsDXle1eAk92uiNSh94Z
7A4qVEWDqzQwB0hN/qw5EOCKRR62/+t/URHfupGv6q3MTrLdGk+3X4DEc1DXWylPNvg02P9QtuwZ
TgJvkU22iqe2BWFRR2hgDKs1dtKAjdszRAJBBbS7rBqYBjbHxNIM/dEhyr7Go7ZZsvyFBYBbo00Z
26xwxSPaqu/FNE5Lnj+vPPA7nTAjlhN68QV4eWxuF3taDNREHTYQPf0F1MzKhnNyxvuS3UMB4JIm
p1lKruxlEb2v3MYuZsl8x3cWLflr7Gl4zqTbfRoA6QJvAa7A9rex8n53MztEID8+OLq1Hl0z/XSt
7jVudDjxBciJ3hjpfjka9Pe5VnzAVep70F6f0dMT87Lh1d0NjT6d7BpqGy3haVOnGktkGo3oKqUd
MVR1TNe3V+ipKUpBMTEesWB5WiM8fKAQ06ao8AkVBh19+kQFkw1O4YW/lm9PMKbGxhzRIgzpFkAX
GeWuxMeyVAn4Vjo0mEd4q9nO8NzNzFHaNHFORbZ8cJ6bO4dRh8+xp9+BZc+CiHCMX5FBljz4LIdT
XzNjSqjJv2yW+RgQmre+D++eTVGO3W/JosnGyt06rDvuauAXcFFN8e/szEmIkWutQsYb7y3nj89g
BaJVNH8haIBCSGeIIYzOlQQw9NbUbErCtJn1H0PrulPTA8TIMPBsYno3GzVi/qXxBOudRsGDtdT9
Y5YmpL1H3bAeHbOsuBqvTesv1fRpcUwFBcRxHzbSF5515q2mbBd6tIMNeDuzv8zYNS7Ma+qL4Cjh
BxHfNaXwKYvlAmlW2AxMPCLZnZGwpG0wkS2jnMq8+NDjuAXin3lHWs7ffTLQ7HXd24QyYkMkM7po
CYp+7J9aoM8ganIF5wyaZVqgkBZOnDyPTTzcVaX6AoRvhnbrET3MeFVzj0OvC9V2hNvrqIXhy/Bm
l8gSgHGWF21QZXMqzby86EyQHJLl/Qzmd8y2+YjRS4NWwKs9qc5jNEcPDT18YH4Vd0V96F8mtukD
K9NmePXNzSJhvtY2Lb3FZL9/ECI7ro6XH6V+u24rPgsGqdTOZtxu2zhPAuX1/VaNjtozqMGm1VbJ
ljsHJI3aMzn5Kn3j0VYPoky8Y1Z9Rc7n8lB3SbimkbnH8iX23mxyf4v62d0yolweR4uEV+9M1gGA
xhxOXVee61mB/+zcNSBEs0ApheaWW7GHLE0SgLXlfNFWzz05Mf8GnuTPuoO7OOcGcwDdxDnfKfQw
mNt96l7OTAi6D4mhEhXokVTeRul5fFEg1pnJOOaGMTpM7i665zCxsWRFxlEaRb4fezvd3xjAFDc4
IY3Mo0DARBLmMwRrsvB4Vhc6WMCkiHEKAgYk9RUTQMRYImk/bMOoNunNMTXTxd32MT3xMYMV73FP
2Yx5Ux5NLkZMN+Lcn422O81suJx0kZpfOTYs/hHi6pOCagaYtd67bPI9GNzPdnE2POTYWHeZbLFf
2IVx6bNbaNu2xgDO6noiPm0fpRTNwdbYdKjdCKGZStVnkqZNSHeu8G1uov7qlSavF94DqDBy5Dj6
+GSNDGQAynQnLAcKnG/fhaJaOUsSg1i3IdDANWvPb7rgjvLydd17XizDcbST3VRMjJjXt7Ud1R5P
SR06oz08clgvjIvYb8xYPN1bRpSeG1M1J4Ax8CStsX1oROYy1VoGLnkr09g2zu46NT3ZXDz32mzR
FOs1G73gbTpt61/CU91lsVmtqJxeHrrFXJ6acaDbxAXDd7jUVFDRrCQr71QieSy86ScFXPIeT5VM
NssNbyFzzoVmin/KcZHb3E0jqucpZ6it8y+MNxhiNdkPFBTxVy+saofgDutSnzPUjZFh55kzXskO
A/fXW533WdSS4Yq9I0or78gr2TzEedaQ9y3h9DQ5MgRey2uXLzs0dCrgjt9inm6mS2WU+Z5DZLhd
EzUfUxBX5UFb9obWVEQaJPfjpYaoPS3JRmbipWgGb8eIRx0b2d3Mcq1O9TuyhCF7uKGRB1Gmjnwt
neZrM8c14O8bedzyalRF3h9iy3+KmoT59D9hIXCSrla8TZadP4zLMvm6iofQ4iV8h1TWDvOR0a4p
4uqYebk4ApxLd1mZv2S2U1CIGvqpE+bMH6CHRVPlQGWY2DBuItMmJyJ1TK+Wgymi+C2Pl5+qbz9Y
qUl8gxuAX9YdHbORqwAzQUo/TQlcvEKRaHH0uzgisuw5ebetxWpu0OGYQcpJdKmKLtnky8KAXM4v
Y110O81LcO8wO71OMiqhcRvaKy6rA0nM61Ib6ZZJwBW7prtdR/E5mn0SiIU3rWvwFQd5l5w9PtUd
dZpx9SAZPpBdzX17hiKFmtjbRkPh/nBhM+CaOjXzohyEkuaqw9JB27EW8QkjqdmTLyVO4kVApofZ
2lTUxtsEIyqPgvXpspLLFFC1oGxvtVmrv6/2lJ69KhqOFDVsNDAMTzesk0wk0OgOpGTufcOu+Lo0
mfWALi6/GA0g0TVhQWhNkjY00gZnZK2MO/M2OvAqqkObdNxGSEyLrDKXDzKWLiyG6a3lyh6ApVSE
Am4yJqMT+zXyGL9Lzf6L2I+9PQgETZzsFSLr6K+O9iOk7oDVbD68GcJNMg3DJefk3mcav01s0QBq
OvuVHEFy20la9yuyXl+u5YM7rf2b5CcLaE7xgetmdNKQQAZ5n3yQ4AEGbYtnc0ydwIiT6dmtHYdf
AoKxyOktAaPqD03vrNsOdJHbj691xCwxm9BDGWpIAel4XsDYI/JdNZahlxj9wRyK/n7Qo37X5Wn1
DCLNCrDrmL4RC6yLYAMrP2on+SlMvduP7mK9xxBFXrTGjUF91igVmZq4rIMVgrstUamO0ip0E3qF
S3u7ESkJm76Rw4OyqvVxHEf2i+hFIV64UXWN/GLJtvvCjladaUvZjPid6BlmFI9uO4HNjCt/omRg
tskUjOJT6f/yzqXiYXPqe+2j9r0w3HU/J5mztRKL7iKTx1qz/dojnAVahfv6b19Pb4kWP6Mgw9Fx
y+fMBe1A2EUuGTQ5vbox/w8AGuuw7RggUh4Ngc3q7p3IJvWt9+34auhUPhnV7qaoZyCROoApo+ct
27mafqVYjNEEDI4/5BNwXFAlgecMRhh7hA/mqIoBlknz2RisX114GfF+hMqzaWW+YbTRg8fW06YT
tYEknrXIXjLAwCOByMfk1kP2FLwz44q9YTUM87Uxu7OiiS9cxu2kK1U2bEaI7+/EoMxtOjovbifN
R8tuzD2VF+kcmbcc8A1vFldE5yhr1+0ylRnOmOgphVp6YlRYvvSCWEW1uMXZkEdSUXiVci17ww/i
+E3toDetqX5slzAZAwr90co/ScrSznkApcZ1wFc8rDrN5xQ6U87Qf3rNyq1BnIj54aWt/o1Gdo3W
BRjyPc5tNvp180SbBvc095b4Bxg9r0pavwWkvNtM370MywtBxq2Qam/LZww32Mp4KMVTY5yEODvV
XZwc3XQPRDplhKQD2fXcvWi55Z1RaERITbyyovyxN2X6biOCsjT+vPu12Mvyx3MeKLs2qU7l0J1p
RBorpZB+6ml9VkOYKl4qMJ74tL4q56HWXyxqquouSXedwyVWHJYaPVDxW077giZUp/lmx4CqPi90
ldKDMd/3NJkGJozF2DMUoR/Hq031f0DEuCP8dloALlwN57n8GdiBNKPrGv8zSoUWC6GOR1olUdu4
fo7td609G012EAyqpf3gtN6Wt965jm7pmjps+MtDiA6Qkp70YTt3Pwv9C5ETY6Su0qfXhc5UF4fT
SLyAwgjkXUVnu5j2Rna0l5ObMGu1i0DYe714qJrnikdHUWhf3J5GP4DQsS+CxkKU7vpu7wb1+HP7
1GTyR5GJfZTN5hUDRyjcu1q96ZyXcZMfc3M3GSesQIeyAJVKEc3JMOj/sgTXJCFUA27zAgFweopi
VpcGAMHzDyfQpoT0ONCLs5ujmnjvgN/PWVjXq9daHiSdCMyZmzSaNq11TEga8Y3hPRLwU+fJtjXu
NXy69kdc3xfGoU9+bmx5lov8SfAHvGgmYqmLV96mXx/0WCbnwQNT0wkU8P9s43mZX1mB2jDm6OxL
5O4axljE2zXCOP0uIz9TirA3fgpSiiVvVUDn6aphNrvU0TW1cWiR1covLu9xicPK7vR2W1Puwt8n
+1XWmmKCO9ovySiqA93dLzM38yuMzdBZqa7yy4Qv2kXOx+WrVzNRKPveRT9eWtibCxS+HDrQ1OU5
MttTAuXSKPaFU20mxGxw6TA54PUBJkQ4l+FSmQfOfLHQTdkced7L2HLyeszVChqp0cYeXyCVBxCJ
/JbbYJbvUubKE1tlpFj3S5yyxvg04/8qLxK1zkyBL7r3DG44yBXmu651ySEkeTlMt/5OzC+699hG
u4wA5tr80Z/caepVXx9N7yVWu7X4mzBQMMCqW+O2dr7Xx4w02u7mNjEF1PrlI21fUiyPo76P4vkg
J93PiW60NRuzHpB+mvZcFpggHBZSNzbxNw93gaqeOuO1s7heanvutofavAk1kIekv/bgMbEvkQSw
lYcrtBmrTSm/Z+iHZXZe+bSGlCwILZ0l8kVV0E/S7gkVBQAvZ1EGnveDrI/X770jfwj/+XECfd+B
H0jDfTV3A+SrjON2YSZ/uKUgmU2WycVbDG4kHIh8ByiaAq2owrTTXkfiZ2B8N270kIv7Ocn3ufVp
EmpfKjDENF/j5rMeY/JZz6AVb6/C+dYCsK2g0EgCNBsPEU1WcCMtDaIpz7hpdSpFLBbVcrHxSlqs
RszRm/BIZiTRMQKu7ESbPv1xNIQqVqhlpxZ9mHtjdY73BoTCUTEJZ2DElZVzvw3QxJ8UJq0FNWIi
gth6rWqE6PxFZgoeAgG1hBu0ZejJB/Ys445txyuQYpvV3dj97M1bDHW+5ksflFr03Y1NkCcMGaqL
XA5a+TZM/4S+X8qdkcGdBO3pfdXinkVgP4UpnFvgUeVRUSdWYldhipqwdeUG278PvFdTSIvCLybN
n51/K2fu1P5T+bMjzpQXG9F8xMMHUbJQkBogwUDk8rpmZNj3k3Zx5z2b5b3L83A/4OYq37X6g65V
0NjUuM6X1j3FPCl9ui3LnZm9duM/p2p2CxFbwgbk255sCDot+cJKG3AeZxzZwOnKLzu+dzpoqvWB
+Qzb/E9d87a4pxK1w//byth9KP/4D5NiHL8bcX+zKHraXsjHYv5j+FF3P+Rr9zDLqZ/LjW7+lAvK
SG+3tOes5eXJKd6DxHaIKVrZbi2fB/oo6XonxT1vty33aR+2QfTX0jL5A2iMc/i3h40Sv2bjg768
l6REjP6kccmKHa/f34LFxDNSTiQJiTkjuBRivOqPBeamHZ9+D121xgNvyeTUWsX9xHYUH3yy5f7i
y+lhnEgODvQIy6vh0YHM2EV7TSeEoOKfM/92BFAyuOJiBgW9xjdnVMiXwV+yX425g4vYqSdbPSV2
QIJ0EdqO5iKekjciZaGM1ivuod06y7sISzdz7dDI2VEn5VTI4WMxrG0XH0r3nXkBpXSxLcVbEv3K
aw+bUC/33Zd7aPs72fA/nKiVN2O565nIrWN8mJKDRKPQAHRO1vMtzzMuLxanal5yZtwOCPun5D2F
kRyw1L1TshuGbq5+dNF2NDkf8geHmIdxENhdlReBRN/M2eIabN+sH7F46oZz5v2iWSjGYzyfURdu
ZH+5PWlMpHmIDh43bvOaNo+RyUBeOCEKNv5rv3URLtzy6JVM3bdHR4whCq8e5asYEnb6leWXhuwB
2INVhoP7pomrad4txkF1lLL63p6d7chrw3KPhsY8otva2VUyI5nWB8Kp5NKvi3pcpi/H4BvzUaSf
WoJ03iVQjzCo0S5DGzD9DyGJ+vr4MTmntb6HsFkzGGyS85Qi3vyi96NV8x72atk+6xapyy/dOUn7
MZpeUBjV8WEVW5WcSqBW6w4sgG+XV4/GbD3dFdm9TdI27T+LtOdLcBLuyyh2M2+xNGZR5UWYz3F2
P4xnPcZYT0qqf8/kESTEsLrcV8KUBVW+oWBkHz0T4Sm4y60cBc/j+2rceUNIIReI/h/vI2bdsAjR
xkW/s8SvU51dDMmiQLSgF6ECGEudb/cPSQ7k1IR/nNkbQ9/KlhUZclERL2f9JiS7lMi44vowOI+Z
Pp1H8zMeol1herSqsZapKxWNLx1F3VNtRiYYs75jqRBTYxNyTefCTO+aCkCTOi5mypLkittk4/AC
dqtHNp4Jn76g4Oa0y44zsPyi+5eSmi4rQO7VoTR+k9HZtOZbxgFg6hn7n5lPT7rkAj8zTYyn32FJ
Ai1dWOFd7rKuhAJCF5emWsmvb3SvMN66ZjoM3j0LFVwJ4u2Kp23hxjE7oQMJt5FPpiy26dQ9DjHS
gNXmlIkDFX3MgtD+9BI1lyISvtZiAaNVtYq/sSuDNXmamq8ogVBCpDPjPKhpYSotSPW7zhP3q5ef
+wYzqs0bKy43ILBY3zD9CRGxZ5JLlJx4g/nSFnyb6wKeffzPtphYZb/tWDGLILJPnIY3Ih764Tiy
1MZomzMX1D8N54r/ZEW2JcID7NA8ytTTOL6jeZP9HWB8whec2NFWVT8WA3YYsow8/2o3lIO9M6II
mnRGJd4eEmfYjsZP2yrQz9gJb5yeoVSHhhaozl4OVHHyvNq7ls2HuhoORE3ors7xn4p2rrs3SLdp
+IyWmRdZ8ryY8IRrFdL4O/esH++cVRCn/2tcVJ7qtZfWq5m3X6suNwXCa9v6acu/RDgngSkjBr1R
Fu+TSqnQybsxBWTWvI4oBO8bjRdv8pp6L4lphIMi07t+z+RCoudq+fNaNGRs2xgfA6jcgZ842dvr
4WbyXqgSC/kZI3VVQbbq+9EZz4N8ntqtTLmrgJ/JtI3BSJiKR1c/6CyH9ktYDy1GcMZtyXxq621h
3A0OYOSDcAzUFgFbGCHpCb/njiirdDfg5JxI9Zn6Q69Og31SjMVl8lNawp9pIffawWRS2tDIzYwX
x7mMmrEj+LnRqaUgTACN5pNnW4VkgJ/eKjIaN8PrbCHNGDC0Fg+z+4Ny7HvFr2GXNijda209E1Td
pPVM3+eXM96Orko7Gc6hzHZDjjOUn42xuVgfPfE3IH1mClCobZm8TU4ESZTTiDWko8a3iIkB2pMz
82dL/FZxQ1L0mXFJSs6NxRVALVnxp88XvX0WZFWrs5Hx5WRPMNavsiH2tVc3eYp7ajpqH3Eeyz9L
yiBGcqLoV6XPcmDahF+iae8j+ZJPwh+Xa99GjPu5lr0ZJL8WuCAOjXaKPr4AXXRxoEzX1VM5vmrt
k6sep2U3qge8lD7dX3roR1HwDzT3qvswqWBs79Sl+qGmm5Ev3IDYMyyLVwS9d3N6bbQTG4Eo2h8L
51TK9wz8/Lr0viPRv6LySgA049NbDebyrN9ZNFdLSuqEe52e/Y3oNZphHzeXDHFmWlPm8vauqh8P
zQYC9V1q7NAqWia6eMjc8RK0GXLHuNkP6euITIPNNobX/9Lpy+v5DUkdaNZ7ZX63atwl1hJY+gFj
BJkuvserOzwMGuZhKKyyJrABZrxXFWuC43ZFJSRb9i9shFn59G0T7Fv0HMLScGar60i7IdqwyveK
csRfOanJUufHyKO3r7lXFgb9Na/ORb0wL2fLkX4PMph0Cc2xO3agu/h7OIQb3Pwm4FL3FrCXwdBY
h2vDMmKzv7X9PNb/XEUkyZxDGOEfXszyEL3YCr38WFY7ghVHp1/2PX4a/ZZrQjBGNr6HUJ+bOiHp
9Z8RmXeKHDpcdEowb2d1PTL2m0lkDNrK3rcLD7uzTAe3jt+HuX63bW3vrWPoSv1c13hYm9WnHbaR
S3FPPzO0xvlIj/9DcEGU3nicrOwBg2IwTcs2bRCYm04N2EkChtYPvaudyzw+JZa2rZj+b5hm/CpN
bodyfowXnUE+A6vJ9FfRHTqemtQjN19aHyRfuEtguuFtrDZprvnQep5shwRYIg+V1X7OuUtAvIYY
4BXeEeM3atXC1wdr02pWuIJ29wFis973t5QPffck7ZEr8lptTO9WzRXvjIfupzTfGjOrAs5yXNd4
TxruvvA0P7W8XaUMJpWoc4zuUpWM9yqG9IPaz1F0b6YjzBWIa8PaXYe1PFXaiPW7CiIdFxPNZbTJ
J5cDehOv0T2JwssMyKeKxZvZ9JuRl2afm2z6kcsx4xPrScGwZC8GWKzZXF+6tQs9/hmddOSwxL43
Z6HNwdHic1yXlYAOnp7YI1+x7jRhnLu63FsdzymRygmRrXKdkNHlR6u5+7yeLsqY/Zr9yg4/HlNN
FM74uV9J8++lmh9pR75N43C08yjArYZeElEwfBTKnltdO9Xc7Tra8miB3KUmwmvf6cPPEAnYKdo+
5X2S6CIUjJyR4dEr0rck2h80wStY8vT2y3pKCm7vOTtwvTTuLX0M5f8eJ5B9dheQLvOTRO3brsdb
1e8GfcZbhMyOCR+O24Nj1oFk/c/Kb88PPzsvZvLMvx4SvMlwjp2xBpCarrLmxjaa09NIE6l3mm2s
0ZPT6fzMYg4KmvC0pn71xXtMIRb5YkSnzh3uV9V83m4ZNoJXFBHb1iR0ZnGFxOSM09uOlhC4KeEa
sh9Tnx3yqQg8VRx0vWK7M9u1c/XBVLnAhZ7E/DbaVilGMbfMoVmhHMDZEzjTDAkw2jI2tsOBrfsk
i0H+11jTIt4GkrrUlOkpdyeERPEuGmfM555GqKgNi7k51TFnubu+2CRfx54LcYu+AM8d46/x5jv2
6AbqujqRLzrkC3hXVvkiL6EgQXdfrweSQwNlHR5eaT1h0gvQVd2hiirA9K+7UsVvLV9eXBGQb4aH
ynLA9Nllg20je7L613ykyutYiTckm4H8OTky2uZJ9PlHtkiygFjrRbWfyxhnBjeroeFax0IoAciK
0FkZzAyVIqM4K6ZhTc+RzO2Hr0fG+6MdmruF1GSX8FAYle+SgiDAytI2EfCVUz5KkZ3xJDQtFwwK
HKGSYxX1myxqgqpmts12A2Y6IpGNr2peRKDNiF3TnG/CRLl7kwYruMYwG+cw752NmVs7VBmBKaor
18wjW75UWlyKe82P4Wa5JqvrSrIrxKalwxJkWtEPs5GMMiAgbJDVvihYyOrbo4catb7VbAkq5NLo
9ja3XjWUf3g0sNRZ67sxMW4bl8tIZbjSlm0cUs8udFmSxm4PlLvixJTsDlVDTmfPZMsPRPzF9Fxy
ti3dlfrUURB2deEb2vQfSWe25CiSBdEvwowlCOBVaJdyX6tesKysLNZghwj4+jnqeRlra2urykmh
4IZf9+N7TobTzXm+DP3WxZsX6eq9nYrzZAo7xi/7sGYJnW5CPTc+NkVcFNwMSa4Vov4cHIErhABN
4uGJLRz7rpsRy0N+ULpj+E9G1rOMZLeS7exALGunCza/K58iwijRpG2SmBj02N5Lgs0kQ9wE9DJW
kggZ5b8aa3iAJF+2HpoJeVQ+zwWLU64LvcHoxYdzq3Jfk10LnqtatYql5aNrFGorSSa3vc1rl9BQ
Fm5xbMWpud3Xu9ir66sdkjJ2OFmaocas5FLwLf96REvipRRxJjAA2CHOaV6lNs2AlSSsPww/DYN4
y89rrZoPtL0Y2e+S1d55yHut4905SP8dJeqbdIYamvbupRbrq1d4R9zdB8pnXuB5PrEVphWcRLKR
h8namahBEy30MaOfOh3lgaDUlhzZLomKJ3tkVGUPGZIMBMLxFCjrV6vxiIZs/hx75cJBDENmbI6j
LVW8sWCGyybrOfK4vun6NDKx04dJF6VvaCWgwX7oiTq7wSEyfwRvr5m21YFw5IBHl/bwWW1HSdiB
f+tQ6ZWPjMIiXfG+i+8FSBeG+y+ePQ5YssMC9/EYjJ8VTkevKh40At1oaG9darJd6SXvuwM5flY8
YyxN+SBEc3Im4nDNfHBl8Uz2Gz2U7SyL+5Mt3ZMjon+dzOn9LQnfZPVLA1v0tmL37AhNhi+FicbT
xLpcJeKxccYt8Xl+ykFRWIrb0ONA8oPPxUKIH4fgntnjl8ZKSMXojMiDKau8/YG1y2Ip+ijb5LpO
JNP0iKsyS1+j2tyN1URyEPO/39LeMC38iry5OSAxs9bIiQlSYJsXrBh4OQiCiRivbwsVa5fPJByN
buiTXX65BdXY4Yypxw/A55HcduO8mhihR/tM5QmrgKSFxODj5+7ZsO6y0dAphnEt4ZLqRuvxZt1c
guGOwuoD8KJLMC3TkRXb39B4ez8vrgaVUQl316byw07n/ZT04l7rBvkwBGLRRNxpwm3ATjmRdB/N
EDGDLtymt6ujWrjLk0m1uU7IfrjvqoQbuHP12vxf44U/Ubje9RA+W1rxhBiYC+uz7qFdhF5s3Ozs
05l0c8Mw826XEEPaTQRCU5IIMY7bo5mYdeP5KaWlCPCNxRs7RMhFoExvL0OLtE3OdVX0C+YjKre7
MmOUo5avkJAyVJfuMDXsjUv/d0vxJGv7/VyxeB0Ik9emb04iE7ELTaEzPkO3QF4Bl7B6aOLjfAiq
Go/lhOW8qIXaTRBgnq2FbH5Bmu6+aSU0UfpGuCbZTxFf0LZSPR244W1NNLtPTti04Z6u0/Gg8ow4
51yF38UQ/rF7O7q3/Y4dhAOC7H31WGO5/nUYiqB/a/B9fMDKqQ564W2g/QlrtMQt5EE1PSYBfTyb
rim/CkpSHxqJDQx+AbTZQ5Kl9VVMoABJMljcdvzPaRbdhfac77UcpgMRw5zAeC1Jw/Ul3YZZ8gA9
mWhnumaGb1DmYshDyHMhVdjhe9v27qezpOGjKxZVxpPp3YNA046tkNZVp0ZxKOekOM+uf24jaBii
J0y9utr5ryHzSM5F3XVwQA7DKsi4Ebs8sokdd10Z4FkaMO0ZSaR4JBKJeYgME+G04U65P7DicdkW
9OR4YeB+UTuKa2vGE5+2I7u+Ik3OQ86lXpWTIYYauayeCFE/40zLTkVPxgCNJO9QY7vidSqn/kkN
PmZ+7LXmIY/Qj8Hrg3Bxies8FWA4QvAlqX7UbR58S+VDKVkmZM+QutpypkXZ8UVCJdNg4cXWywur
/32a0rkZLAGIh4HOppH6EVSpWavv0FnX/VTw6dkV+A7SSV+TsXSKN2pA3JmBDRCj3BZ0ELFWNMvA
8blkT8E6Nv/KdeSOmzc1t1DhyggjdgBohLywu7yWmCV2erJflNF/W7svzrXv3Cm/AsyRBcyDRV0C
ur+9b8eQkLEPXOUxytvg4Dsj8cheO5+sn6NXHMrmHcoL3HL6IvhSLPOlH/p5n9LwdLEjOb2Ng8sq
OFLriXskuR5sWU88K+KxhkKwa2y3+2tjmDx0q5mPNatTsIgy57tSJKx3+tRjRNee9TeQdXVySkK4
U869gljBf499DY+CY60sOkLLnc3f1+rv0oaFEhkoxd7iveRh58JuwUHC7NKW1hmzio04PSBY+6ni
kHIQhdEDq3cytDfz51r7eyxz+RVbjLulx2g6tzXwFNaioznNrsL2IafpbTYzyYwoRAO0o+aNZkPG
09nijC6JttibqhBk5wpC7zgZB4ElxB8PzW3N0+oo+BPlfbW7BcBgAcwdicQS9qkcGMuq1jcIGSkT
dZ6FMcB9jWDL8VNDrXrhr+B4ctmAN7aa7l1gOhyg5raLlikpO4SFwzDnP8Cnc+zNGlmoLiPCCh37
r6xT/NPaUiZZNfw0jjeE8F9pTq3Uwit3gPSwZLhuQ+TQopiWB4uytxwB/TzlmqK3/kaPgrddBEwW
QdQe26b89pL1VZWGHMvdnMvHMAMCRyQTHEdkFpx+WGuOad9wlLvtS8EcRXVTxlGqQqEf/MSvn0rj
hbyQ4OJzIxXJidrUG1PC8d8sM6FqUma69xN+02USkQ0Z5PI4BooWs2YOMe0iMWyNS2txxBV2Yv79
LBenIWjpzif9Bj0gm/f86P0pH9aOrz/6KxPh1GwVVWhU1FbpXy9KfzOfrHeOqZvPCmFILG9p1SJ4
J5sMqEYCz4BkeRoTOeWAU0nyr6fa9NmewuRnXKSTshRP8lOQhA8J78AXrUV/ERa2QmXRqAbgLeI8
uZ0X1ersjJ/HQ3JYPEZaEZJArfphPvmYODdTSmX5lqmn8GM705EDb3mS027oKzgGhF3bo0egKIaF
i8S6pAsbkqKzexK4SK2FcfE6IlzRP5hmez7W9GRRXk5xFi9mr3B4AFfL8S8anAO2J24K16r/VP3n
nvzIVid1dtcJvMQu89kaJixoZ8DLwPXtTTlaDM2yWz+tlXW30JbHM+H/XgxPy+jmuxmEEs5YLi3A
mhOkfAsNTRsGPWjcrIubIe56kRwGqxcIP0W3n5YBcEgXJowb2lGM3XiuxtwhuaIqxjryEwzoZPsg
i9vwqrJEksPF7cO33i73+GP5/kyKJBF77k3v5ryIaNbFFU1x9JTa3GEUE3JqBV8rqYdtZU90iZf0
LDDBMaaWkUAtHJMhbvMFPpFNvCKJCN/is+viIetTjAvyKSU1ksZZi19i6keiImVdNNRNJUm/ndf2
rtXjjw2Wd36WTGRYEJLisddedRp6wZKIpJJARc/uMbgJ7hOWq/8pXuOQvjz3D5WOf5Gwol2rFVcr
Jv0yjhK2flE6n+fgD41leAtU57ZgDlwLZy0IYt7m6qPufPeJfMP0SeLIjjWkBFwH7u9xbApvl1fa
YegbAY6lsMxOLAzGU7jithHAWR+7m+mxcBGoAu41u2As1b5KeQMTzCKgLIbosatcDIyDc6lKMzyQ
EmixVuYdgo20yNi01We4VjB5wvaLW+uEJyktW772TCUB3BARR9XAaRwWWXkHp4D5w66wOPhieWhX
+S+Z8ttc65tvvL1/2wXzk+mCh0ha5i7JEgK9TsQtKbC7edzBsRMpOAY58Gzc+p2iAlHfGHnblkeW
ffSawvnCh04lpEwBRy+ReiRD6V/VBK9hoyOdsf90jf+u8MDufOcmgFGCbN25Gb7HUNO8DUmI9TBp
ibiwwRVcGymL6ClPI3bVggbIJZUI/BY7EgmPJTXRr27ErgmbAhO2nz+kqNrd5MSp+5mMXCMQWZIm
YzVgIveHZtBnUGDPnZgQB9v50dPWte7L7j1J/ALLQ4cgMM3eq4fjmg3IMP9V7mCzMxZveqT7ug7U
O+0C2Z3I0unN5/7BHd4g1HqE0+mpflpaCoNq/7UKyU8JMpO8vjlFN2vXfYyFkfeqYPIT0gJjlEPU
KUWjf3UertRv4jivKxFB9WC31XuX3mJiS8A6q9aWE+B7p+gIRJKKu2llMRDypghRJjZqHv9VtQLS
UdSIUdiDpM8KugNAxXelSKc5bj0LBoPNY5ocnJwGXYpqBYZ+2oc2eiQ+PTOPxl1n1QeZT799aCUH
+BnRZRnTW5VChHlBFADb+gzhcOF2FEPpApk2eO5x8hrs+/kcNc7WFMpz2LEKB2R+MfyjYVztqnKG
0bBiuK7W4DtHidvXTf6rbWsSJQsXn7ay1k0BmyWelqBDPFjZdYQQL3b1kqnvVtnqCz7azcRdokru
RM/GLEgDbPhStJzX7sL20ZuC9tlxC4dbvZ11K3C14hU5gxsnby/sCAONu3mTzd3R0pG/7Ke+FNSf
hsY50RCp+fYnDi7DfkkA6aQYxN+5e8hT37aAJUYHz6BpTL1z5Jwd8NPaMBwp7H10Uj19V3y1y50V
Wh96kX9UyaYXaFy9h6YNKiqY/Z/Zq6Ymrl39oOdhfvedCNezHPBH5dmNIgBhlevh8Mr69tUmI0np
lBUQSHLHfVexxmfkzgg52O9eRhXJEeOIoAA1/JlDXg5cdILdrLg57ztgTCfPX0kAV+GiHoYF7a0L
ooH/yOfm5LEXp5uwuMvK4Wntifcxw7kMZGUnnhSIQNati82elJlpU9YTAAACGayf+EyoqlTbfBgD
9JPubZE6fLKoH9nP2awuiZzcHQNNh84JOj70geRvApFF+y6J+p/yBmXDdsKgOAfW4wRP6i9gLHMd
hZgvnjv0JzMFqMFJWP+RYhVbS9kjVxB7uvLtauJK8JiBw9JHiR/pbo5kd8rDPDxVPaWzoSgIruqx
QS1zBPsNUz/0mlNFzehqKJTeTSsmbtRDIkHFs/B13s4M8E7zJ/waGZfB5N83tdv9Ku1hOHd9VD4N
pkjuXG8uPuyA7l5XW1Osy3zZz0vJugmU1TlgjcE8OImM9Em/nIVvf6+Y0yyobxu7AZyuisg6zUTN
jyJ1p52PKBYXgdceUUbwKbg2J3nIj5ZknnvWdS6/Jrtz4sXP9dYFc7C1reKt/L+jC2cgoQVye5Rd
TDuTW0hrkZPsndn5WafxUy4E7u3CXn6HKDYXz5DcZgHfnIHbly+rjZXOroy54uCWY0wShXXzoF5X
Px85TZAmhYV7zJLFn1b0DEbMWpshGsW/YPT5OjI9x/ShL88EuNzYsJ/aEDJzNuzwkVbVOY+WGzHI
amNT0pxc4K3k3F91thsmjlyaOXqaaskNDWnr7EMTOVvbZqM6DUsLGwHpysfOovxxxxcfyEfSBpc+
cNx/2iXcPJiJ69CYW+s+Z+z+W8JgelwiG6Na1jH1Q+25TsZ5rGzxA6Rs2PTZyGKK0TZiXigliLUb
y8YEqWD70FkvbVD621Ia0jGJV9MypV0Zfsmpzd6ZMaJPwoW/c3j4+Ku1pz96JYpDQ4CGlB8xYvSf
rvnIunFgQVeW8QCHdD/NjvyXy2fRlMdE+vqpqwBF7lXKUrCNUt4S7tKfO88qgALYFoFLZmxIatWn
0B2QiIasBLLikn/QzrNw7SAISbv1RKP9inpzo6VepFWjoWS4mpiyuWKjk5xrq/4FWK/cUhf8Wg3W
hxPRpYKJer7Cp+rf8DwP9yygPaKHKYqVUyaXiCgfgcEu/UayodDeJpIStkn/3S0wRFwKqTcTl8Vf
TbPaCFYaXWXt/SuPVwvSwvuput6PmdXUMVNidS++mzbjXxNYMt81RThcpyB1UNfd/NJj2DpDAdEH
NUuNh6moX9VIiDSoqOXtiwV9yV7cmRmX2FISR1ytvWMNN5eAtypxb6CqzNW+V5yvO1+Y8D4dCo0Q
7XiXThB5XFSyHFcc8C+CDSlG+6Ha029ESQsxg6tTriwxC9ls3chy6DeIoJxWebar1tbarkGgA/Qk
G5N7v7TeJgglVKbS9rHXLuHHmKO8l66XltvaW9+91WNhBDPKQx5NUnyeC/ajNmnL4+g4X2XGi2lp
FzYNQ7esLDqLtv9cy3zCPu82WAWUyWj+bCeQTYHjPYZOPyOyu+I+oz/5KbGBL5kZS4yZ2L0B8Fp3
Khv6Q6HT298QvQVjNf5xHfS1YSAG4OIx27IgUPE4iWin1rL6S79wfy3bIoEXl1RaxoPH3q8PpPOw
ijYkzN37+3Yswl3Fde2s2mxk08cCapA1k0Hm+Pc05ERPne1P20iOUO4t9DmNOW/JgZ6atVrfoOw2
x7XRzqPjWTKOwmJ8JJtd71t3VfEyOJQZcvmMWymSP9XMtIEuyaywevaB7CtmjYEjPi9yaFs1/rgE
cuGhChsHtjlKOplx/FnUplHS4zOwDfpLF0P7UNTK/wYcAKzNR7pXQB1XfmQ2e6vprEM2BFksGRe2
5PbnrTSOulvbBaOCV/I4wS+kvnsGKVOCqd/Xi5MTXk+T7RjI9M0r2L7x0rC8d7u3FMH10bpSt8pY
z6vhgETXHMxgq31uaueRb8Ft24SKqTIUUEBn9A/MKoIUNP2euiTcWCTNDsi31c6x8+zDBIt9VvbU
v6qJJwSHhcJOKakVtyx2opWwLdyaWQvwFLpxCNYEqiwLsLLufztZ3v3VizIvaO8Tdfb0oXWpau/r
2XzbUqb3TBGK5woHc9R3HaGotT5GstWPa1vLC0lgAHmsHLdy9EHLeGlNWpBA3BxyrLc9+41m7ui8
TtnFRTkaVz7Sfl01A2mcDuAvFr5V4z+GjQx3mPbnetksoBz26cCXzUGi3zq9zUhZprcHmINsWdAu
RkI162eZTuJtyBjUqHwK4noeJXTHMNpXvlBHG6FqU+TLB2Mn+jcXYVgc0kanoBNlGwi3fTOm5M3E
mMLyB/ILAXpzEEAS/2XYxoiz6ORoK5KjvsJzN8P1QPTnPuPkYPKFLDVid5Tv2YR5h0lnDJh8lA+3
c2sTkLHc1LxudzX1CASPG9BUU/97sXHi5n5yn0hi7MlSF9sesBROlexfzqi6kY75XGbMxH2feMdM
V29MSWMc2tZL5TGwbZQW3cckKyw+jnauU9n/CJo1YCQQr78LXAKy4WKpe9cj9DnScPkQQKb/7NoK
VVp4mOJah9VWlv+oNWQhTDXce8sbZOtSe3GyF2Gd0kRwdWbbuuttASgvCNQZPh+mkWxN3dt7jReW
b0L7D1dX1CPPwpliRs/dWTwfcSYZ2DrhyEPYcAHWnjO/p0Wd3IfD1F+bvJ53XIhw8WmVv7DIIDne
4wbOgRRnm5UU1Gbt8z+RypvL3PTVBRsGPzroJK78KbboZhqda1W2yCrhCDnKS8EVMhKI6gXimHec
1tp5YvODn3uocZ/NBBNw6Nw+h9QpmD7W0R+QVzvvt6/t+p5nDtRClv3AzsColnvgfBIPK0TeUE+X
56O3HTykUkQO4HojQRq/tdxNKGomc9jRSai8nSGAfZg7OqPSrmevGjSI6W7dsRm61YNNgweH0XUv
q42jxsvwGuPXxPo1NkQssCNtDPCsg7uOzxXyCWqIejGTeKymtN3ZTaoPQD3tr+BmIAfvFd2+PcyN
wu8x5Pr2nZytP06l+30+CNMBdW37XVE48xnsiIZ8X3wRsE5ipWycu25Iajft7H0UdcslWwWywgyr
CLbcvO8m1+a2BQo3mLIvqDZqn2KnAG5WmmtTN1wsxggDk8Xov81Eyxxv45yIpKsO+ToEu3Sp+nGP
DY1l9BqZ2JMWl0YXv1bYG1aXZrxEJGKXa7jUgLwSEWW3o798zND4/6T++oZARdxrYHK6tE3jUoxX
jWDLWZdi5ocIOBxdIGY/zjBmT7kMw8ckwzncU6D0QAvaDUlFhp73UVmgihdL02BTx6NL2ogUTXYz
ko94O/6yJfbvk9pkD05IArBGPwZiAoLLbasfO2OjilhNhI89NivxlFClWsV7R5nbMYNYciAIS6pf
pja8EYpXdQv6VKYrdygm84Plkv4ZHKRavLJyK7z0S3NHP4q51U8ZeKRt0ZODsKYujzWnclyaSF7m
mhaowNQfKSWi+zQi1lsujSYZlIW70Vm8176hs3zUDFeONVZ7d9E36yUfqxLNryINMQGHFs/zzFfK
c4a/3GZZoq4uGZpiJU4KoeTFnceI77Z9CyHgu+f7AadIDzOZDcYeXyAWVwlwUzV6IygPf4hOPho6
LlEVwHJK2YO8emTi592w5ssnOY4hjgZizXAU500ib5RyZ2HW60M8FF7LkKOrktlx1MU58swSi3p6
qTsEp6liYg20xeYXTtTRDebwqgUZgI1oOnZvXTPw0BSpa1ho97ZcLip3QcTOpnhNWvWXAxh6eS1v
a6CmeJ6WxLz4amo4lQrimmGAI1xm7ucCcO0qzFIy2OPtiZjWYUxm+VvdFfD3V7wbSWCyfWYj3guZ
2Hg6Vq854D1gsg+jnzRQXyO3S34pTn5YKUS4tKajpFAHzHltD0g2g3rHqy/HDIDGaL+lgCiwqmHp
tQFlI5Wu6dYz0gk3BTuFbdqtORqy5Y0IqJ1yYtvjVzaugftCkNN59lSB0cPjzyny32gFEbdoNW8r
nTARgBfCvdokx5UIAR5fHHOmRbGzEvYbxcwK1044sKvcOqqpz35XlmRLgDp2dC3Tn6MqaLb4K/BN
10Acz5VyRl6r1mj4aBhpARaWV2o6caTMg7/nl0TPoR/90J2K8btLo0vl9dyx+c5ADG9Xrty5hWgb
VT2v/QQWeJoQTEW5npdLNXeg8/MmPThcvPbLMiNXmvTGADGUOyWy6GBxp8NOeENzKMLCf9GerF6W
PAWmELTFjVHhbfyBYGWq2exMTCiBy80+691fM014Dwv4WLDZDgnjRPDe8sRei1Pi/mhU6q09TxLa
nkydl9Rkw7sTljgwCfCglQ8jktHA/6vBwvJgj1N/7oVVvIqQGdkdPYlCMk27vsZOZnlF9ZNYRfnU
jCmoTt7fX2FOQLWcuRpCBzcxyjixLDG44HMXWNYhtr56lt4B7Z/BuIcaCdTHsOsrzBOoaOdsSX/8
SjrfvyHFTP84O7BArLAcYqdq/yIteD/z5HCcs23bSbfgzhwCalitErsGWQGSL0Juko7LsTNl6ktW
pbebtBk/64lLBQASZmwdfjuQHanFTLw9IwSOltDvkeUHMz1lXZBfmgmV1MGaZrz5FmHxdMap45S/
Qhb4XNjxJoxLZz12WageqlB2Ty4CFgrqTQF2BIkeueK6NIvEDF/mlC1Ayif2oYN6H3pc/li1TRRV
6GCb2e56H/mMEqQD0XdS8CaN4LSaOtgMAK4mF3WvMD+4yetjaI3BnvDwcgA82B/nju4AGzfWV+Vq
vWK0FsOx4cTYinXgPBWmvC4az8diO1TtFnDok45WrapCu/Rwc9xxW4ZSr0ncQKTi9GucH0YfhjS/
ur2G+/48WAwUK+VxOzCR9GM6UCieizrlbhe02aNDrBwGP5i20+QV4WEKtCKuLrtD0q0juI1g+epp
gdiTiee8gAPI8U90le3A+F5lC+gsoSTq/y1LwnhwdFgrvZoRq7it7fXOdCP1n/SdHoC8ggC2ef1q
x7Xu3VDMe65e7lH3Y/anTdbh6DuTitfG/Jl9avXGRuX/ajh7+BvNsHcK3e419bJ7H4ULflXq7Z0V
c64SDLgK8P9e0L2BCxUPWtY4gzhUC/JikbsHA4F7s3iksefUB7FQJONu9YYAPynlGM04y8++1Uhz
t8N2IcN3mj0rOYcGzXuTm/53aYnwt1h6NoeNbJsTrN9+K12fzwNSQJr+UtMNntzJesfaITkGBRmb
hDqUXU1fMjSIwDqWWVrs8nSyOFzTeuct2JA7N/w3CgsA1A39hboDricroZY4BW/2tUMjhK7BPyIt
sNkcrOfUbsTl1u777HYq20FcLzcETfAlTL5zSkr2dVq64RObHBp0QvmLycK9wv23LhKUIEMKTKnY
A6S8JRj8wzbuZpeSQRDndgBraWho6SjLCeZjGRWnysetXcFMk9EFoyXBtqqoPoPaAr3YJC1lXiRt
MiAvF6ts2w9/AjMjCZjtJh6nB48R6FyQ+Y97iQOlKor0LmADddU8+rykRo3PAfd/Xa5bNTegAjP/
D/sg75GQ+TfmPvQ46osPs5bjtks9eYi4/p1pm3AuobsMe96/7aFaOfyKvo7IdyqNSVnk+7wcol9s
38yGe6S96RQ230hSUFEvxRDnPZIJD2AMrQy9ROGdbOGDbFi5FH8QW2EgYfq/Y0QsY27jpMxos45N
0+CxtGaE/LAWt0kueAUEQBICThCoOYiHhFiyWwh9yQ6Z1HQ1FnUTF9L65iWfC3BiHEy6WMW+SIL0
iqsV39+KNsppjJHWacTetdUHgle66xAS42V2LQZOK7+g3GW7xQoYmFRr/1uz6K0n4vImK4uvVAJg
+imYjH1HlrjfR1XOTEW0jeC8R+sukOLNGuDfo1ws3PYrJppMGf+YulhJUsAJPSSPgH3rvQcu4cNJ
4URzK5kvrs3TsTZru82KFYpXRjqwttNnuCPHlVY8Elod+zk6QJnBlgrxi7yia9XVoVQkqRkNyAQM
lr0bKui/WWDruLFr+4TAC4SiytuLHXAOxdGtV8fTS/Bg2TiARhQhwF8EdsomOGgzOPeALcNNqrIf
1VZwf9jbXeFtr3HuoBNEMm+OESuMI/5agAYOc81euRACTF6/DzX7cU7e7OTBTwxw9i9Mzy1Ey40J
x2Cr6aTZeXWXf4h6ofkD1RCjJhr+ObR87wNfk78fbuPFPM/tYXRRn5HExGUlP34sAHHtlcE8m+cz
nA2NY9gI1byXeVA/Wz5BW+7OC0Yt1O+yal+jxbh7jgsYcGxejmNpB09VZjV77BvBO05OAB5VyCYK
RwKrzsYhr8qCxlQTFHmwy3u7hOCxMexJt+FtKyTXyFuBuJZ4lmunw9oxRIjO4chLAgfpra/Qtt5E
qYBUVFn/ZikDGosd4T2AaH7XY6uewLcD4xDgI4e1HbaJr1sA4Db6e9lX16Rq19eGSexK3/SjBlKx
Lerph9OFu3KUTgyGYOETmkwAiTDu+th7NpKJkYYMZGbYa4gTNGWM1XxqIQReE4V803eIk/wycRob
z8E+PNoHkNqfWcj7YVNPGaBjjF9JNbf2NvDLfwA/m2vehhPzUNkfhgHXLjgO58mk+os0ye8BrMVJ
r9nyPiKWb9nHzvslBVyX12PEaJDJOzZqzWFIZu4oxKMhKdCPk9J69J8Ti1g0QLYI8SKGJRNtypKl
omplE3uD7GAM8y7qqW3/pjZbXbswZ3c4M9ja9prdcbnruKZgdntuw1IdwjkS22RBJ9IOjI929ooX
7H061pxvTM24fOYmNGA50TOHOscC3iTB1bgtAdnyunZPgw3mBGK//ctvJ/9P7t7YWQFZIAlnJS5A
nd45iQ5iOZXLvl4TuQ/tqP8o9ICmEHBFpogZHryfmSsOc+ebU4CQ6WAbdoS1+QU0XdwBbuSF6qYD
0RzWz1UdqSt+UcV01TCBdK31zVHM1AV6hFSGHR3o5A4uLPjKnWs8aEl9Ci8qQVEpyiTfO10+U7t4
A12WMw5ozG7QrD0krbmd3nPsXB82gxu+W8KlwYxqtYkSyoeKdsre2AUnjOZV+axpEXmKQNDjrF/G
T2zd7h7cGhcTKbDZ8D/Fuw48cfRxRJy6CdEyLlFssL5XFf7XvOq7a1fWHbpJp04cWeub67XW2WVv
f6i6iXOGicWZGJ8wwnBFLAKCdon9BZvmA0/A0wS7HYQ/IlMVvbX6rQkQ9xyUnIfOBOElxWAeTyPm
ObauGY9K03wXjql2ZVo2VCEHt8Q4xX7P0drYJ1dNdCcg2B48t8xf3VsEzA6c7IpoVv4ojyW0jWns
3m4wl/bOZHbRaKoLF47mcTVK7C3azfYAWegjkOV7bnldEw/HoqHIBU5chFYbIrHTgrL1U8jJRxXu
PAyO4pSpO/KqgEimhNVIO7pkOgrEiBDCzw2JMr7n8w2rEYI27bXCTYK3k1UA1j3j5StU/b7ZcZLk
u7HGPklOw9/zLNAFSavmvu69Hm99k6zfSVMJHoGboaPOu3M6pAXWVgsyu82/g4wsnvx19VjKmmYb
iTE6hB4fl+whENgJKC+4Pu9ozPYXLUb+URbNc2LWfm8Jx/vPL0c4mzrxjWMiSo1K8yvUYXtHrin7
5hVn7rCCYNQBBqrQKolQTTQDbGmxUY8Iw8vH3HAWsH1tjroK3rrO9Js+4A+ZneTbWx23o+GGOx68
acwDYvlYuItvfM/kTxZ7mcPquWALqpGnhS/apZj4NYCDp2GF4MnE10MAMbxVqiBFtZcU//wml8xZ
0ZjtJojENVlZhvbs9i8g7ESZjsfgcS6z7q0R4Hdg8WbpJTKlOGPea7dyWVh72t5y1xUq5AU+hvdO
jVZGX191SKeIB2YOIlxA7N3ZBdKzsUT9tUN5fmSpkf+PtPPYbVzL1vCrXPT4EmDm5uBOFG3ZZUmu
XBOiInPOfPr7sRo4R6IJEeXq0zgTd3Np573X+gNysMk3eCruFq1o92R6uXLXNejFBVQPgRKp8UG4
LnzbWE33jYaanFMX7rHLze8o0icHJW0g82qtQFjfGVY9T7cn7KTYlsGPs1/wYle61Hk2TSCRrpWR
WUkQcwwpY5ILKage8e45dRZ8Al8h/6C1iA5VQSaeiqbk+LT18Z4GzyPo5JDMIaPWyxCWwhDrBCa7
tMUR0r/zBWgqnm/qKPGc3NUsR+Rt2azaysaT1Id5glZG+Wz0AqcpDss3kovXEthFCeoNKpk8XH1O
UpF9c8cbdJLnzU+hNvX32KzdXYS9F2JyqK94ktPsSWAmb+Wmd3F/0SsKXGjNBgHQHEuTe1LWSA06
gEseKguONYah+EioiAnoPY1Ui+qhtOAGGLbefyitXCXB6OgHYDhwwU3ls0A/IghIOSFwWBnIteEj
joqmvTeASjwh2eVDwgLDgZddu8G0qwZ1kZFOi8AOS7CnFQdCmYgyjBQSp0PnCdWeyo5kbBAV/ZCB
wN+ZWmPf5/GQ7SUF8Ew9SMUdC49bdUmyvQosf+OqsXiIAMBuuN6xG1X1pwwU4V0JYOY5F0PJ3MIb
EdWEYEc+ur1H45PlapXc23tZvHcU+dmKjHYTpL3+OFjGJ7UxUJCPOFWrhCIFAEvxXEOgewyrGOx2
xfzIDdDYkVR7d1RXAkQacMbobeyvizxD3y3OWSRkTblzSRqStdSd3uBu5W3aUINtg8Y2bxsY2GVf
9uz3Zfqg2DADtBp+KEKaNXIPSXKHhpYM0rsOKIsa+VcurtxyAJ+i/xJGNVugLlf3aGoxcdEDkoAq
8YaNv+l6QU21iZtdZhfZE/NKu8eQbUA4arAgDnolXnxp8oMrEIxYq8o+W2EDU7iRamul8EIFoahC
LSmAfpDX45VuaQp7JRCjLizgH4UQZSTw5s8ai4stUNE35gBLpdELaFW+U34siqI8yyUejm4uwr3b
d5iTe7qxAZD7lco/ZUF0Nh9Tzp2tWbkIrWclagswstfgeay7KEA4QKttNvte/VJ3Vv5YUrqHVEQJ
qFRAKkcguFcN5kSbVmm/4o8m72HXi52I9fonxkTmQbEDqke2/N1qtHhXILX6bLf2V88SgNkKMggU
0H6A51W2VG94qPoRFtgSmm4ia8GC6DWWWY1J7k9O94aOcpQC7xthGsPZWT0MQB2nro3uSvDkbdy3
0k5NWfGZFt/VkuaeVKOKn3XejYDEq47EPSnqA5Pqe15Rp8jilAeE8DiInEbetqoMgrRU5JVlScmm
g7S70vsEPUKub+tugIQJEjDd1i4nX+VQccKNz4MO53f7TvJUSD8kZMjm9BXWWIge2oZVHQJsLjYM
BU9xT+63Ikp+qdglbtB0ir5VPYluw6qlrzmGXiQbtArGof6cc7F8osCG5pTsdF+47X0GXWaSdIUC
g7NptylqEkdtA1YhCNIfNI4lnXbQOkaPkTSgGiUyrzx0ka6vyiIvzh7bzp2XIYoJzo8KBXVVNYGy
DgQHFxUKGSr0t9AIngyMnzdKDGFW93lBWR1OKSvV6Z17FUMTLlhWD4qYM00ekJqpcfoAJAWSqbSK
4WDbDfrGngg/Vg6Za6FSdChDjgZDbnFhRTBxHfkByGbSwCjoFiW4nPYz3pKklsPIQkxERrof1kjX
pXeUaaR1GEJ3bBSt3wKdFtBHIE7ILf5CQwJT0sbhaVM1lbZXwxI2etFjiECt8QGuyTEIQ/EeGFCw
zpPc2oNtQcoJFY816X4PmkDN0Q+uHoKMDL7YkspHozJzig4AbCgT6Lwv6j5zt6Kxfrl23bhUSLtu
fO5LyFbBjoIxY2zSttdJ/jogk5HBRWMuMPv6YIJLd7kAGnVV4GflssutTcF9kvKo8hG40cf8EZtI
8lIapj0lcuDAFmyjodRqoLkojRk/3y7Dz21dIQlqSuibI1gIVs01DmXmklEBsPHDbLv6l2uiUqij
7StF2U9BYnYP9gar617046+Lf5VKrG8ajWK+p7K6EYVAOXDUKZXZgNe+QLQ79tD4kd/lCGWu0oIK
pYj0dpObcrgvgOHe61yqcEPk1rYqOW7huFnhXYG1ExKmCJr5Ao5KbasIAodm8UgRa/hg4oXwlv8t
ZgWVJ23j2pe2eu310PYAIIFAlH9INchLEnL5j9DUfF4JIR4CXU7XaKPWgd7A2jc1wTmvUw2EOx9+
LPGlDTjW3REtXEJeuedl2sAtCMr7sCbfg5S82KrU7xAL0SyUQQLjoCqhjxdot9NyOMgZpVL06ptG
Uj9Qz4YTqatkKE3LPOgON0uOCwhNXA+3WdwXb1APN7bFEOcoQ2APYBU+fDb2vLjTkAQy+IhTlDkW
n6PwB9lqMGi+v9aLGs0a0wDH6RrSXiiNvwdKQ0UBjjuVH635XOp6/U5Fnws1VdJM51wDYZZiNrQe
MgfJZY25WPg9cAG/+CCoiu8s52hDYuCON1qSyAMQ11wCToMOMrU7DF+2LrQwUJ9j2TSp9S8ud4VP
eUJ1bGgi+bH1EuPkxWRmJbD2z3KWwU7rbBtqPZBWwJAFyXmDAi9FcDhXAL4tQ1EezBaqJCLln4d6
hEuq6NDKPjRyHpL1tqr8zzrH4ipqSFaQY9f3TH4yc3qro0ADYM1HB3yPkB1oCRkttlGPVZK4gwSy
Td1VgW/EXc5+Y2BBAjamKz7wClb2DZxwWNDCcQ65orBuAtzmHCXo7lQOMJCwUvdkkeaW77ocDDIW
Y6GVndMO+q4Dpor9iGSZqpLdEVGE6kMmGLYY4x7fNhDAN5L4I3jyD1ZlsuU0MTbGPhbCpg1YAJFe
kE+8fkvUY81wM8Q9UmIYEK/sHEZs77GbSx36ZBU/dB3kkvE8AJAClOcXH7GGUfcii9q3oWeYnCpM
u1KloEolbaCmjISM8FX9QVVBs3N2K6BWtJrSKiktfRRD8Msk3Q+VJr6nQYW1Jpq9K9cBOXXbHn3W
f10TQodoqlv85z//k33/+uxzzf2//yj/C/YNu2QfnWJU0dAnND/+6ecNTdVs1dCoAhmqrFx/vmbB
8uLu0zP053fukK1Tpf9yO8RLR3RCGDZ3dU01DV2euK6TZ7PqIG/SszI89uID3DgzhJsM5fEP49BF
srB1Xajkq8FqXTclkyOVelQqoeT1New3WIRTggr7h7+Lol5H0XNjCEf61rm1xVtWZvrW9EjygqOT
HrnKa7vb4eaGn4FHqFgVtqbr2nW4UOatr/lWfubg4QjvnQUf+aXvj3+/mF4oBcRKLtv5Of9CpQZD
n7/7+cb15zPSlPCw+fl6v7Wifepsbn9fGdufIq6ZJvc//u8/QpUNhvuif8bJd/H7YRNbMMycHHXd
k/hgK2e3QcEMDCGU1TUiZshilOB2Pw7S8+3ISx03WZcVKEtOEj0/SwYasJusXmjZ0vfFdcOyLG49
UzYYGLCWEMu9vxz4yarsETOR5IGRSQa438/QYP6qfwz5+vdbNheitOL7LtVmRYeru78dYJw6L0fe
wqQL4QyF1OZ1gJLSc1abUn4W4m0O7BC5r/L77RDjGN4IoUzaQKYdA6rURYxJ77ZgMFZ1zZVKfJQA
PCa8YG5HW2iQMtm/BNAkQPgsRcgxwOHb8r7QFybVUgj1us9SLbK1flztACoSaOGA7oaFEPPz9p9h
+b1gLxYkglmuAlAwP4OaTJsVRYnbvbT0/fHvF993UC1PgDbl55aLLYz1t7c/v9RD498vPq9IPJnC
gSFH0MivqUoCk/vLFky2LKwKI9OPRH4uuFWyOy0MwPh/fzFphW5YNhc8YeiTz2cc9pQ7y+LcxXgA
cDMPgnXD28Xpz7e7anYkLgJNdkBRSjEYvqI425TtcLdHw+l2gNmxEPiSg9vXeWxMzr7YolirlAEK
4qO+MfxgMz/G1pu/CzKZT8KBd2ZiGn42feR4BwMGs0UNMDncDjO7ldi6EEDWVc00Jou7jocG70WN
3WoPZBHE+UnrkdA83Y4yO/a2IIKCBoisTIbEaEpJ4F/EcYt6n/OgYXy5MT/djjE37JqqapZu8+I2
7EkMfNOqytGa4iyh7id2GVTHvwswOflMSq3FYBLALtd1/sXPi4UAc72ky4ouq5qq0IRpC6hZ0YND
do6/llgIdnsyxVn6eLsVc5NXV4QhVAWOjZh2kxNVDjq0VXY260cp+tQVT5WycBUdO2K60nXV0KFd
a0IxtcleJexIuE0cgsLoMI2w80dJFk8GYtah6x6gbwx4bXXJQufNDf9l0Mn2Qma6yUnkZeTDvq9U
+9vtXpsdmosmTYamp67Wxk2UnUmqm+6945Od21T18RVRdK4NuoyHkG5NNpbEFQE3Uzc/k63yj8L7
roefBnXhJJntKJPCkI35uGaKyYpXZbLrGQD1sxke4OmbC4M/O78uPq9eH1SDKBsYUjKDTwE+UM8c
Vog03e6n2QlmmuY4i8kN6JMr1hBnaaDqXXZ2KS9SjSM9gtLiWLQOSeTdGdqruuyfeNM7I9BTM+pD
4kVcS+LhbQ/U4naLfl/ZXqwZm1G3TH3cIydrxqpiRK9rJz0XFjCTvQccWOxQcKNsDZkz/oZO0u2I
s+N0EXCyXnwvjc24ICCCmFh6eAgspXe3Q8wuGpvaqG1wvmjTh69hFDhzJ4TAGVPpkIHNf+SGtbLu
b4eZnQ0XYSYzjmVvDFZMGDQY8IHbI/Wfq0hEBJuGSplL4NvxxrU+HSpDVmTdMBgnS53Mvhw9Bmid
XnYuk1PoADLYhtZjjkJ+s9B/cyv1IpA2ueZTtoOTIwgkfvnpo6Y/3W7H3AwwZNISikH2VbbHfr24
UsrgyxQcB/m8hkEcGGYsghZaMJkBmg2q36LGb6I0wYEzvSlVQWBTovC8UyooVETtczSMZH8YdHb2
Z+fai1BjZ160RmlcM5QqAGK5pa1N96unke4MF5bpZER+BxGKbWFdy9vemJ5sFrxAF5lh51gmKhIB
dyl+ObcHZSnCZFlKTmc4GUzvY1OfGqoz4sPffX9ykFUF2KHI5PvyTxS8jT+csi86aDKnetmMcfrm
84nzDkU2HFRu//y5CXU5AJO1Z5aBLMfs9sfWfCijfk/lFnu3M+6kC9Npssj/2xBNM2AZm7Ypy5Pp
lACXjVWSxwjtvJHs+xYDOwF6LQ+PDlXF242ajcWMUoRAUkvokw0M5zA5aUDE0yicOzyE/LJzVqFY
mSpbdeldMduD3MzITykqd/FJD2YYn9tZZEjHNOhAuaJxqjsfvVT6gUrF/na7ZkPZdKHJXQMHrsmZ
5jd5nfi67Bxj1LQ191EtUToGXuprC4tmKdD494u13yKu4moDgdTo4FOWjKr7lBx/Z/3Z3eb3pLBl
VTWErrOlTQ80FB/hzTStgwysd5/FwRu3N6j/uwtPv98ZlYsT5kWcyYRoa44eGNrOkeLKOw/rBeza
QU2r9laLhzcS4qcpzIwU+lIly/tKiz/dHri5Ccm4QaSVGT2outf9ScGJWqlpUC0iIZ5gEgyBc9VK
7znhomThbiXGU+xFYy+CTRqbml2Vqr3pHN3ErHcUnAE9R9aPLBD1QXMoe+VZZa61HJkZSVMyMlwY
MN/Zxbh9MaNWMK3SVYuiGVgjNf2Bae5HSYkfBLhDOR/KRwfaHM5ekfqIEFuErYAGhiTCKKWRrZiO
BJYnjXAMY6jsTWwgBRRmiftshqFzn5WF/RD3CSzpOCFppEHcT8LSuYMwi+1ZjOK7lwT22gGb+2C7
CJ6EXfGApEO1GaohACKsC1hnYXuPrnb61JtNuXUShPVFbDpvijD61eEFXPs1sopGi4QhZPfmCTlF
6KMh4IhStZ1Vn5QVbnnYAaAEomMHEUcPwQDUykP+Z506nrGjhOtuU92N78LGRzsT9IAlwy2g1vyN
wjS8CL+Xjg5wr90w4KbelMi56tyjlTX+gL8MH0bf7Sn04hyzZSELTVNUsiQWFpDXUyhTYbPaQHtP
iNBoxjnRFzIKc98nzWyQheHBb8iTvSVGYjeh4BGe9D2oySFcuBu92FH4+axwCAa2aZj69IWRlV5u
j/SpU2F81ami7Gx1ZzrvbvfRy3U+RtE1DXQ7+RfD0K47KQpbXLR6ovRgRYq3HWqcATCoDZbm2D+S
4QPiJq0rysm3A892nlAUYtq2Zk6La+gI4ZjZDsRlebxri4UL+dznufUrv29/pmxOxsaBK9glRYs2
vHvqgp3vf/vjn88uTI2Fgee3TudW7xoAXDXfPzn1s/45zxde4TM//+rzk90PrF+C3RCf96jiQrHF
mH5zuwGTmzdml/JlhOn+miJPoLSR5J1MoHhlIb/tWqyRDbxpXhEHcQNqdNZ4tZici6oWZSXyqT4l
4mJTip9VA059YbBn23IRYzxLLs7eGJQXMl6pf6LyjppuMgLskSZdOHlnx8Swx4aoJMjE5JDgAQ5J
TAn8U56DPZLeyX/4Vv3vkcs+otoWw8O/r5uR13ISBGirHhu4qcN5t8Zp548HQybfAqiSl8OoEHId
QYPJaNYV2zAGb23zJct+xktFgpleugox/v1iLGA0qgXS99IRdCMYLZRNbjdh6fuTha33Jigcg+9L
b7uH9M93dK7ZmqKxH/IenW65VYCIkWY70hHFDeBZkfUGLcGFy4Yys68ThC2dmrXFDXgyzINTqlGV
sS/pXQzz2fJgTmJXeBC1HuyQ/fS+chSi4wn7ZJ3GAfwFWS32oUytwlAy/zv2Cwq+TrGNGhcbBUwE
W97c7uQXly9bvvqJkycUEtcqwLbIPTV2/j2Hz7jN6/5sScqbAXyNn9QLL53ZQb3oksmDwEQJbwDf
hIccSCDsopB6//6KFgHkAAdhGy+POTULJDPDpfxomgDYUQuMHwzFxULm2e4Wbq6zjYHkxE0M0AXx
rlcAkDkfzY3WPTlB/z6K9bfobu9ut2ZmwyM7+0+IaVYG1JFm1OiWngyMqJMPKOhE/ms67CLE5ARC
q7cI2lRmCgjUSMoftYd+aHOK/E8+ioCvaA7HAwktnruqNtmWwC/VwPhLFyl2UH3JQe1/Vc6v2zFm
p/RFjHHULvalLIcHqKW1yxkhbeK+WSntt7TIVmXz0GnGaxrESaFZYxL9xeVGhbDNnYElLuE166pf
Wjg6Ofo2t5s0NwsU1TBs06KkyWXkukkaTNdYhLzZhSLtsQol82xq1v7vgkzGZnB9Tx/3xSNcNfRp
9G+l332VO+/Pj3CWyr9tmQyPhOx9JuekBDLxvg9P6fCERvBrWmLLGoAhLm3Tzb0hO6dmaIwdG5hp
a0g6d8poLJoZS6M/twGQz5Sp/3KI8FS/Hhc0QPCj1wv2mn1nfEiUhUN87vxQKARAA0fpwJxeE7JW
Miu/ZivDIvpJs5U719cO0Go3MmjFV3QZ9QBOdAvw2HRhspmaXQMK+igrn3Eyc6w7r1tINMxOYkGx
CZl8kvTa5DSE3dnDwi44DcM9JS2cCJDCeUUrbDrLVFVVp7ZxPR55ruidV2jSsczg9PZu0e3NBlfO
pMyXkrPjwXiVSOBObZmIvFE+Idq0ehaJDrBk2itHpe7fhnZsrGr8q9BUecuO/bMYSKx1Aujv7QbO
RgUBCZSQmyPdeN1AYPDyYISVcoQpuHXlfZBQhso/BM42Hx4GWPC3w81spSoZdYXaF6hLbQq7NITj
Sg3+8ngM/nJR7QfFjURvvdKshxxJ29vBxt/+okdthc2U+ceSmrQNhZberINEOYZJ6zxYGmk8NAbR
81NGvzcp2PaJZWwRWkBKJrDcze3oM7NTJQVFQpR+5Yk8WcodpGDqH4FybBS04tVPRfHseEuwnWnh
bXyLqaS5uBJSo9ApvF+Pnxtknu2XinIU6tkbgFK1BxU1S2h5gYXCypZLtB1+u92y37N+0rEa0DCF
M57EqD6tIyCmmeEbmxtHBCdx9LFSE2kTydv6eIvcxQB6N3WsvA+HuGhW8CLKfVNV6IwMVflT4POw
gVeuPNmZV6zszEKNWTarvQrF/HODl9vbpCiw7sj78E2bI5zOKaU+qwhR7hSXm7Xco8/g5lAIi978
3PV5fNdZmIjKMpqwpMPgcWR9E23SyE+3ZiF7O1TLuy2iiKjmRTaOaXhLaEdnkMy3dYGuAh4Lyrvb
HTSzzV71z/j3iwuDW0GpKPXKOAYKJGQFa8+1iVgp2bfbcWamGI9JjX/IJfGynGyAEcKLaVco4mig
Ka48pLwGlpCmM025CjG5zmdcieMoJQQJHa3BQ+fg9ffSj9vtmA3CIlHIiGka3X/dX8GQhWHrN+Io
wre6cofYD4IhzI8/3w+oE/4bZjx8L4YFoe2hliPCRIA5yJYq2k/Mmbr8OHIi4vyzSBdSMYrKFycL
5SriZA+IEMJIEbjEGyCy1xhrIMOkbA0H2i+OIk78oPY75CHRcvuG1ENt/vmthWI8/wgei/YLQE6X
W26mSpE45r7xANb+wfHLdy22nrdHb24P0hWqoyA/bI7IaV3BKxBStaRMHEP403aHegtSRx7nCAZF
pvdVDWFUGCvUQG7HnZv9l2HHzr8YzjgcgiJEv+Jope8ahEqhAXt/fsO4atlkYsLywMcJz9Rj7Kbf
tT78ht7ItouXHjFz8/+yJZOJWcdlaikuHah1H1McxcZkOV6X2vbPO0yFOCmPWDkLBM11h1k+Kp0I
OVpHcGjYWT83PpLx+sIim2sLpAc2DfJdL1/LMtu45XWeddQb5IR6e61BRc+AhPkLrfmNuJwuLs0g
2QvsTzXNKd7MSDWMVOCWHdsyrnZdIKx1NgzNey220XQx/eKTheTYDnJtv4Ih2OIl4rhowyLD2Jex
B5XHVrydI0naofWT/B7f2mxda7BqMsMLD0ERJQcTDw0Sdjp2nqrWfzZwVF2beYb+Q8XWgdAgetM5
KvlUY1psqlMjKJ4r/At/BlGKf5IRiR1PxHBXZqPLvYWQXIlkwKPno8VvCL9Ardrq4IAH/n2P+ea6
K2v/qepVl8wNxn1ZaUpvgqIWC0tnZpDYB00uRQb7AojW65ngWhjMRY7mnwwDlTnnV1jhsiU9FBRu
bk+5uUAk6qGncLcdryjXgdTCYpAGAmnKtyQ6pP53/EUsxKtvhxkXyGQq/L7lKeMtXePdfB0GaVsX
UVXFP7XIlOISif1H+ufzmhDc5qjfC0WfVrkHJUJbEC+ik095DRf07E4EyXsNBSopGxZizexsV7Em
zVH73A+LmFhRo9qwrlzYgL3kbFTDGRZW0cz9n/vbv4toMkD6UEiDJLFc8/b96FxUPhYmct3lAcPT
Nt7dHqaZ2aDzGkT4QAN8RAn2epjSsGtNbnjmsUGHy4/v4vQrU33VKs+348xMB507ERUWjazQixwK
ckxFEJS6eRzQovSUL1TyFkZoLoLOt+GPWeAqp7MhNuog6GtXHLEaxF/WXnwozUwBEo6aaQNx0GHj
TLoqdmqwIQhRHpF8QaY8CO9k8YrRuAwxjtbF+anZYSbpY4hSOeP/gieDEzy6n/58KMBoyWDNwWy+
SGgYWJ/qQyBbx8J4lpxTsDB958YBtfUR6cJ/X9yAW9XnsEPf8Zhjz22GT67UL4z0zItVJ+lDStYy
DeNFZQXjSCsAYYPfnRh1iZofbKj3aSnwvONBUSAQcbvDluJNFmTVxHJd6oA0pKh+0gp9DxB1VBTb
t459SKtqoTI1N89Gpg/HJ7cCZvT1JIBQXhodCgtHw8Y8Ex3Jx655xSXqMsQ4hhfzzJPKxsJVwzlW
9htNeY6q51Qs4KrmpsEI9hjz5uzN07yWHoySJrnvHP0u/xJIVCOF5d/dHpi54osO5nik6Y59NS17
WoZZIg9uU2MTg7KC8e0pd5QKURcJEuRVivRQRkwN2L6Ogvx8b9+bEop9lvMxivT97R8z22BqEr/z
t8qLhGSL6Cs6UBGgCE9BOy6IPpZIatyOMTc1hMk9UQZeyRVLvR43qSpyV09UZqKBgWiKEWdeY9sz
SEvo4dlAFhdtkElC4S17HQjj0Uz4XscEseI3tYIAZRg9mcPSU1ZV584fTIb+CTS59liwF/6Lf7Qb
zX/Is8DcqcJH/b91PpLfHXYyiJJAKrQ3HYrluwGftvsK57Xt4BjmDtPUAkekvNwMSpOv8BXkSawb
3zVAM4hi5u4hGawaaWkAO5LqxFuoBbDr4w55DlcIJJqxC95HmWl/NtoUV3ZUwTZemYK44UK9xxTH
32Z9jYRShQxmrvrlOsoVrAbQhH1ANrl5iPzOv7crG9WfQoC5sJwUq2L86daN36PBm6XJoXI1e6f7
Q7/r8i5CwcRIVlIHe760TXMfpmyQLsrZd/hiWisqyohp9xY3V8C6+67wjbtAQRXVlIHvtGUlP+sw
hNYDpcRRq8DK5P5JdlzscFHhjvlfPZWNnWwHaxj2Zax/xjrq2xDq1k7tJPPBjYJHXY73EY/crZRr
8dFPRL5v2y5aaznmvl2myQhyQi71+0B6cAd8wmBf6CtRu/2znHP5ziK3WBd4SmD1OvAH0trbxKOi
VKte+t5IvGJTK6m8qc002hc1KrESIv24h+nVk+Sjbakjs7CthezeGV2Kdl5h2CuzQTEQa3IFJryC
gVBXxCpO6DXO2E4OgqrMyPC7PvI8YeZvch8vWfSALOwLhp95j+ZigUfJtk3V/GirKDonaKLdg8Ws
n5oEVRVUpKNNr3nRVo3xGSrROV4jjdTwI50vdWGq752gUQ52YbU2fs9S87VKXMXYJJIWbbDkfG9X
+CLAgkED0a5/xQ2K95atxL+QOf2qtijUDhHvl8pOfPSs0bkq67ZdA/e01qmO0BDM3vATLgeecmid
t10i7JMnxeZ+wBWO39pbD9hg1RvXxSfctcF7IdE6GI9h4sdvYg9P56ZG7bYvsShXkzh776lWfhpE
xGRkKiX3HatmJbf4pjho8K8yJcB0SUIg2zYbS9nJvmxs5CL8rEfVL6so4ieBbumaooT6S89RyEFb
xN0jd9U+2oEmNnWhZ7tOT5FPqnB3iHSrPEZ5haYBVkGIi5TNwU8ipN3BwyVbs6yljcVJjP5rax4o
mNHQLsZBU45+toVTo2vqITAWIEORYFXyXjVbBQ3koKF267qNfG/hbb2PM5RJNFfxDkog2XeqXBlr
C41/tJkUsU9LyMfYJzTbPCtQ3ghKZz0krXfva2W2b4ZfDdLhHvMWb1hzoyFyv3DtmNngBeo/nDMU
50jNT/ZEa7CcQh1K/AT1LZCRJfmDmS336vOTnVCupcaTnSLgweTsbD14CgR6epq8cC7PbLhXYSZH
iIM0eNW6VXAqh5VwvmT+zst2jrNwx1yKMrnD+D2jZTt5cBqkg5HdS/q7tNya8p8fh1dtmVxjFN2z
sspmRHw02PEjXvv6Y2kv3P7mMoZEGYFhKnVGRZ6Me1qCJ5V1JTj12Wj+JiXih+qTQYuMoX9Tp6Rg
WTChu7Nj1CTR4cOhprOx4UYfcaG98zPw318ymSJ2kUpuimLyyXJwVdxKSyyope9P5gbOhgCWLDk4
qf3W3PTF5vbtZeYeLUhx6GQe5DGDPRmutg0lFc3O4NSV5zh8o9bPTnjS/HvcZV7TUReRxrV2cb/V
k0HBYLYJTrr0E3DAkHy93ZLZjrr4/jj9L75fxBJigwWLyC6SAjcMPUQ+PluYeDO1MrqLcpVJVYdH
52S0e5TXnLJhtOOI42uU7vs21Hi5QhooESqr4x9lsBByZoRGBKSBiZ0pq6aYpCPltrFaM00drMhT
bjlZnaNC6OGfJf9KnerRLJoftzty7KhJlogLsyyjl6OxtKYJw86tUeZBeRGtUftOyy2Eh3AKSQuH
i4+6lC+aGTWC4S0CAn3s0smmlPaaSFUbXLjnbjh4siXC0Oz3qaCCIVZtnYfp9ayoi0BNAh8qCWpz
W7VQznguLmU5Zk4Jg9c1z0KKSxTZJzPbSkKBIaNvHsNoL/v7JMC+5/72mCyFmExuOBYhOn6EqNOd
SNSVii938se0HpKdFi83XgT4pPACuO6riHuyonk+K2iVmYciWHhDzwwFAzzyUUhsaUzl6883Km+9
HvG4E5qi5gZtzdtdNPd50DG2jSKLDFFwslFKsjJksRg4eOJyhQYZbIB3r4ig0C8q4BDaMOmfGBct
08OS7IQeGsrWSEH/3fcn86hTsgoVT75vfQz0XSctzKGZjQR8MGlsJqoBEWmy1DK30Hnug+HNsMv0
7Q9h9y0YOmTCqD5X31/RlItYk67iPm8k9lD6p27X629l+fn252ebQvGEw5/U34t0WSckIUx0YU8o
pJyhgPBv3U93ZLeQyFoYlaVYk2nrJ5qZtTzRTloce+vODT4NDVYEcWViPxHik5sF+sfbzZtZ7Ra0
fS42Yz7hBShIktENr/ogOHmjk4Xz2PvpwXc+3w4yt17GfJ1sk5slzOQK5VhosTRcik66/WTEyHQu
LPexXybHiAB0QWIZXsgMAx2XuoA8VHByCmvV8Yas5O8ohm8d+8/RWleBJgtfNL5AmpaFryk/hPiU
4JLlFO+MJUmFmXlwFWayfOKkUNBJ5yLmD19SSDxZiWg3wvWGey7VhbvMzAS4ijVZPhKynGGIvuqp
zk6as2+yk9/ubw//bAiQoL/ZiKygSQJV97xKVzOGP/Q/VTruXjwFFqbx7AwApYWVpzzHDO9jM+E1
wCoNI/wpkRT03nla4D3npS9vci2TF1Koc88ChFqgOptcXlB7m+ygUhS4uKk13olrxcbmluSnw0+k
Yg5qkm4Mz/ullvK2oxSC/Ye9bRz5Z6g7Cz9ipmOvfsNkv8CTEjdOQVWqURClLZAjLf3kzAv+FW/f
q0DjhL248A7lEAgnleGXCPMxqrg9DaWQtrenycwuYSvsQ2OBhTzqlM+QoNBWDZXunYp6Xa6BZvzd
5ycT3TL7znUdk3Ihqr0cqd9e8XluMlQmmIfWFDGDz24hq27hneKuRLjdwPvFRbP2dpCZaW4rF0Em
baiTIlfatvZOcn7StK9okaIoiTyr+vZ2nNmJxStgrBGNSa1JnNTrY6Mc49jWfV/tSa2QrVnCWMyN
N6hKRho8HingSRDLFzYuxyFEH+0XpXtXXqDczTWCBIlNCG7MqOddT9q2trMyCgQDnmxTXHFSXH5f
MWUvQ0w2ai+JB7TyCWHnW9fdWJs/HwZwIdZvTh2YgMmyIxOnZm7PLTkzA+ywFbzbt3G6kKsZnyWT
wxN9o3+DTHbnVI7qoDW5AfAsN8qT7B8k6VHK7sLoa51/q5oFBNb8qPwbbvw5F1tJhT23G7iES+V3
juevLGVvaAtJrtmZ9W+TpveNJO3iEAeO4BSZ96G1lxaGZaHHpliNWBoSkTYMS2egGyx1d1hT3OVy
jZh2/abU4+ei1XekyxcW/zgQNwZqWv3JcrDOZRcSVvriamjhOCdbPQVJu+/KHMfKvxsodTK3kQ2v
TTmmE91e2qcSxtl6pqKKo9cLt7eFGaFO9oG2djrOTwKZ6Q/HO5uCjHh3d3slzW2cF5N8iuK3XFUp
CsUjeetufRwIsjd2vsqX6vez8w4c/Vj71l8CjAPX902r460gxf7eCYNN9QpOm61eRJic+IqEj28G
yOpkoc3ffh4th2531FITJluO2RdY+kpMsio8JneN+4qDBey3Sbl2RDoZk7EurITcsykBC0IH3u/O
ef8xcRb4Z+NPfLFOLmKM8+1ih3GjOK46/GhPip3i4/hzMN6VuEkNEKF/3e6spUiT0dBQK2+N1OWe
3m6roVhliACoSrMOKNOU3rC7HW1+aP7tu8nQ2MhPa25J30nWnamsUNi//f3x197qt8lBALoXXyJJ
8JBWHgPnmwg+pKFYNeH3V4QxQASMqnooU032lbyuRW4NHVlmDNJbL31IfRXV8AFTHX3hbTM7PqYB
x5fXrQlj5HompE3cR1Vt+yccfwbq/2r12FQUy/Wwzh6aAntgGWrXQjfODhMschWpAp4F0zRgmFZ6
IP8/ade1HDmuZL+IEfTmlWQZlSxVLbW6Xxi3Heg9QRBfvwfq3e0qFKMY0p2ZlwlFMAtAIpH2HJTP
n9yEDwjbQCNhVmsR76IQxNJoFsRw8QXoHiswD48EV/pktj8yUDBVdMWdXTTKJwIkZcDYcW1nnZ4+
pcTZ1y46iT37aCVrUNbL68AYF9CvRPAmKUMKeknAncDcZNMWRGHAlr+ubGvfF38/sQVdys16jvG2
5K8tqolrODGLnwdknO2gpuEij33++T5xhrQDa93TnH81hx3cs0/8/JPvSwrMUHTMBwVhbQ7iOxph
Hf/d96Xt11nf2C4oX5/cKfTKzVrItWhRgOYtMI/Q8S6Pg3GLOjUQe5Dl5b90aw4Y6Kg7+2vF1ZV9
krQVfX9gm8GgPaaORXnJkpzKvsyrrGRtFc2owRXDviv2JClXLvaSEPjgCO+AfAB1la5EUYIoeUzr
KgIif9l8j6eHuPl6/TzEJ05M8Ps6TkVI63BzDXx2qL1ETfofEFDcFGAPi8F77W1KNCCPCVlZ0qI8
hEYGEn+mo6uSfoEcHRl+BTkDCjr4gYNtp0enDAirO/rYJD+V7GPX8X19gHBBdI90kA0cv/P7Mpsg
YrQpAOhmEDiDf9GZ6xVNkG7kXwmo8rxn/a2LRlMFVPK2kbR1BEYeovyenI+FFhffl3Ysa0DLB/6t
OjJzw9dBd/xBWOl3AaaNETm8W6gieUILTyzWOGR6PapKFgF1rsMurc37LWkxmuZwIXFbMHIq5WLT
XNWUCvmcKAfKEL1RlA14SK9r8ZoIySp2JK5Uj7AsmqYW9copAkn0YwrGm4+LsQAGg45fYWPkycW0
sVMV9iWPBrLxiu0EGsMPjsy+H8apCOnKJ6OnM3DY5VGBieadW/f9LtcxiZn3xhpKw9KmnYqSrkYL
vmGLYcQuwrk9OVPyYLMbTp+vb5lkkP+uBy0MqCaLs5chs1vqerxDSQFIk5vM2HPbV7sg/nFdyNIV
tE6ESH5qw9B9TDw9j2bb+8UVIGrF2lpKeUkGEIGAlg3QRCCgXDxcXKssLSsi3fJdEpT047qFFwUD
3yi1ik5LWYXBGOB5cdpESv+msCF06ucBjDQf3qgzIZItYV3iZgSdWpEHSI4adMIr1n1hk86+L21S
ovBuci0swgZ0qUWf885eWcGC0mJOGRtkgS0eiULpqNOypGVJXHC2AFjqW9P7a4OtywIc8eCiTAza
+3NrCH6jYi4pr6OR2nfW3Bzcob4D+sPx+kksvINYxz8xYidPjG5OgTOQ56yOVHQ/Urrjth4wNvoz
eTC1b2ny7bq4xYNBAIwACE4vHIpzcSjz2TVqyHU0peAIc1xf7z+zoBMJ0r7FtaW2fa+CiqZy9x73
As1+7EkDBMMn080w6fF2fUWL52QIHCJMeCD7Ib0qPbEyotpNHXE92zs6/zNPbRvw+IOFZWHAwJj9
T450L9FMXjdWO9aRo9foS9SpvdH6uQ0qBnJS6gzKc8mn8mMJqv8VCnAGYOcCAETuZbdo3gJuAtox
gem83Y3xgYwrbsXy/v0TIT00aVtrjTJAhAfuUftAvmTNp+6qh9IExsvcy+SUxWxqDJ1SR5n1jKyI
1z6ka9gM4rpL7isgC/6JEM/PyTVqSl6CLRfuHQj9gtyK0kH1waeY5L+Adnpd4ZZEmQII2AOUBTAa
xIaeiKpioGIVXVxFoLAL9Lq4j0vwd2pa7xfc/KoBdvETpg5+E0aAXCQuLPlFMCpFLczZqSIdIKpp
km6yOvH7fC1kWlKEUzGSaQD2+KQlIFWOFP1XBpo0o/1prQGHLe7dyVIk41Dyem7RoAEZ4APowZFq
FRGwVVE1JxubP18/qAWXA5gE//ZNMq0K4WWNyUaUJXE2ZvdqzTSker2J15B8l4wqaCdQgQMCApBv
JQdK1UvL1VQCgq/KugXZ5p2RJJ+4pUgkoc0A/6KaLW2cQ+wZOV7oQI5hcWMGausrqIqv79fSMk5l
SPvVaZMC0gmrikpwLYGzUfuEHp9+X7o41mybVaLh+wj7/J73IcYY/N68ub6KpVMXjT/wzhDqoWPt
/HpS5MZa22ZlBJj2nWI+dkMTGuXPWt9cl7O4WwAfhgdoA/tSNgN9nKYYEc3LKFaeU+sGFM7Xv7+4
DrSsovVHjOW6koNjlFMPMA+7jFS+G8BID7Z4vyt2v65LWXI/QEnqWIAnQWwsRzJmwghzGgSVqCwF
SbMf+XejPdAEg7kGCc1+zfF8LxzKhhpqbOuAIRCondLx1IZTdKAgqCOWWfzWUSxkXzFkE6oM4FOZ
25p7m9KXWG3rTYPEzYYYdrah06j6XV2PvtbaczAbRufrqVIHqe7VhxiV5PD6tizZQnT0YNxJxHgX
M9EOtSdw13owudVrroPb0n7TP1h8en/bT2VI9hYc5KqiqUoVqXqktJiJrIFNvHKlF4/3ZB3SbnNv
rkjpwTL1XnNw9OnZMfhLrRuHNmtCHfNLALvJV4oga3snmZFS02kxocAedW+l89CVIW0/IwGdtIiR
0MyHNsvzK44iFXe0FnyNvC6Dlt4k9EeFZutPqMCJEGkZDF2WDujm64hWIO1TUr+1OhC+fvmEFHh3
yGojBw2P/HwpgEKkdkltHFB9m0x8x3Un0BDSXJey9OzC+QJsoUjxAYDoXErWtMY4zQ58PFqHPP0S
17vS6/y5/ZIUv66LEtsi3+9TUcKsnXhH4DLRNHuEr8fY60QfjJXPLykXTLvo3EYO7wKrzqmswslj
A1QfpLgjrr7VJnKjJO7HstPvd9MRKH/wVj3AKkkb5oC7tbEpx900m8yvVeUJvZg/ru/UwlKQCsNx
YAQRCZF3ROWTnepqMNIqhpNH+fCzyDatts2dld0S2iMdBhqF4ZfYaBnGf9Ib4tWZgo57JY/s5s8U
7wfbCzyFBFN1kzZJqHmP7bxyNRderTOJUjSR54jRcpwNjp/5uXHfksQvuS1mCFd0emn70Ohrm+hR
wWCqbASSFMPRKVCzo0EBR3a27dLWL9dmiReXg/ZRT7jeKvT6XJtFMyx3ugTJHvJmlc0ut/dAMQ21
etp8XBkQUqBr3DU8xzTFtTpRhrFrK1qPUAZT+erYHPN+b0P7/RMygMGH/ncQXF90uRHdbghPcDZo
redKaCSP6vT7uoil/RJxOJAkURK5SJrYdYs21c4skM2wAjcffBWjc2oO72VeuT32gqFBcxIyP4DD
R+ueIVlOJQO0Sjd2ReSZaf/U2uP3tozBEmsZWZlhFlF5iivMgBfpVonAYL5VCmtbwy8J4qRR9gPX
yjdgUOUbb+C9L8Z/ETby6q2M53Q/cT3/UyCZv/W47t2Dx9s4APdx3rlc6TZWY6F+oOjDHhBWLIr7
pvI7zLHucsUEtYan06grsumeTkoaduqk/6qLQbm1G3CZ+7w3vJ9qM5os0Ct3DI1x1EPO2+kPirdd
YDTzBHw/NX0hpZX9JHXt7es41Q5WXSqg7SjoDqgkLxkFhH9NQAeYYiBop9aJuQV78xBQJeEISkHf
rMVmvi/ytPo9GlW6Ueys9Ylt51vUFNd4QhePHfcQI9seYiA5V9ZnZg4utAF3sd2piv/AFPSL766r
1uJ5u6gdCDxMC2y95zekBoqy0RaQUTb95kGtupUbeLkGVFGxdvAnW8CykwcHbLtVKhNU7lE812jc
0DZDV3ydEu2u1J0V03W5FBdlZ9EYiCZcFc3J50uxakZTCpizKN7FI+ogKxGQ3CCM1wvfR+kToKHI
Gl7cwrrWeFtoKE8A4hok9Qm4t4A1jqJOTbd8Gg6kZresU7/PQB8qcr7TjfpNzfKVn7G0oQL/GrVp
B6M2MhKYmledWjpIxgMVLWJptlcp4nCr7veutUY7c+nnihX/k6VLO8rq2LBSI49G3m1rEIzZ/Cbn
w7bpngEyeJ+tmevFE0RCRswUmMgESco4ASzQhP+OHabxtiHaHdXtD+s7loTkBbTSRLlBLvBreecN
LhKAUa7CVJDffbmGx7S4CA9YH0gtitkIKaNJE6VKh8nIIr71MAk1r6Qsls7fRCsKzALmllFUPD8T
ghnw2qKoxZXJCBR3b6NlGJZNnexL5zor/tqiLKC+gMoK8J64wueyJlX3cq+Nsyjj2XRTdibbdk7P
QuqwKkxAVR9dN0bie+eOFYawEPcjANGwNNn5yOkce96UQbf1Xe5uFIrs1fa6iKXTAcm9yGAgLrjo
YLDH1gYeWA0RjDhb4ujNZtTjaSXBLBT1fCHCfQIMq4AORaeE9IoWeln1Xi4qZvOXjAaA2KzybMXc
XcrAZsHPRHs9JhYQT58fTl1oZp6OFUqZlb5Ry1er/eHyrYaSEAFXzfVdW5QFTFkHZUBYP5kDth86
e7CGJEequaRfbKQbAwtBMEpcRhzvMoAP/eBgmVkxdYvqcCJVMj8eHA8tLqEOQ8L2woMIbGPUAkwi
r02SLkoC8IwJXxRDenLWiYC7Me8zkkdW/a1ivZ9Nz7r9sdkO8XxApYG8aeK8oOZSeD0x15g7IMlG
KcIrTjFioofmWsJ+Qb3PhIi/nzi8RDRLgFIvBUGs6bZhhnzEdU1Y2CnYHJTWxKAMUHfF308EqDPa
yzFGnEXN1IbDoH5t5uJeJx+kHHjfLNHjhyE9pJoveu4sTRv7tNCxjle9f1HS4/VVLG0THhlQD8LI
YKhUchVcMELBqcbnYyUP7L2erw2ULjkLiD5FIdvE2OWF38Pmsue6ytII023zHVBKj5gDKbcA0bOC
toX7jrbiH51iWffgcKSbqh6qg1sX9h3Qz7W1FpHF5YJRBE0VAD2Hj3R+aJUyty6IptKI6UpIgT6V
TPHL9R1dcBUwgo1K4TuY0cUNmqdOa2cFilcYr7adACnE3CX9XZsBAzbRw8ZYOcElPUQAjhYxsL2g
XC0tKWnsglZOiacp7p5Lq3sANtUeQBhv15e18AJqyFfAlxLUe5dFopjN49AYQEKOuz2h6vekjm88
zkBaa367LmpxRRibEdD0eANlb9/FpJdVp24aOS2oudCg8DB9EMPx7606ESFZh1b4+mqDQ6KTVmPQ
wUAGISvWdH9R206kSCaiYx1RSevA0OV73Xiwpv31jVr7vjizExNUDrQDOBy+D07X0FDZEzq2Vxyf
JRE4dbRtoVkE02vS+91bBo0R98L8VJuyC7MVP2fhOQXHAZIsYEVCd6Nc2SJG/46CifTXsNftW909
eulXlQE//ePeDowcchNinPoyD4rcZTawIU8iypUt9cAOaBQrUyVLWwVfBwVoLOUyl2O1+eCJMDVK
vtSe/0Eir3eNPf26dNaFB9wCDGEk6KgJ6uqu1zbXdUkmWLsQII7qRJm6pp8Lqxc/X2vDuvSCvNcC
BROtdcEe7QRQXuXIgDky3BOTvTTNWrpy6aFARxKYPdG9h0lAuYMSNr8Y5rElEcn1R4s+NcOPShlf
9WLK/SEtgsywdiAD2xhatrWJdsy1T9zX01/wjj19sgXMUuPWrPALett8Uuv4habexz05dKih7AMd
8dBELx0jsc12mjqdRKp3x5T7sotmb+VOLZhPiBDDh8j1wVwLPT1ZReLaQBsxbBKl1rYvD9w4KPGa
sgiH89ytB6UcZurhNAAB15ZZvu3Uykcws5NIKb3qm+7QNmSzRveKOyh3QBAkO9NCjqh2YiWYPKSl
khZUis5MlJvc6NZSK4srhlOJoqyIAORAc2pqvVOZlUSD9lSUb1b7m9QrwaaMOy6uB7B9xGwHolm8
6tL1qEuVwjOu0gj29hdqiT8TAqiu4ffQjlvNLm8xwPpi5ProJ0O8hiW/YFmQHIbP4gKpF8+iJHtw
kyw3cjeJMKUfsK88TYLrl39xA08ESF6g0s3cnGMniRp+p+UgvkO1cGVkdXENABVBxwSa3S7c5VGd
gI3dN3A0ebuZBg0Y+F+uL2JZgq1rYvwKkiRHyM3HaugVmkYkm8B0DKZgvwat1UoAuCZF/P3kdoFi
yAAhBaRkVAeHH6AZ2zXS9AUPEiMXQLdHMhKVbDme9Rq39pyuTJHkbnvmg440PWacAroRHCl7YHXN
j55K9NBw2FrmUJifi3uNmX8R+iEvIJfrW8DnepMJZ11pxwPQwQ6Fy7/oE30h8wcp1f9eqBNRks7F
DG2oVQ9R6G2LfTomzYNecyALqgDX/4RmoMwGGhhADF30BgOY2VCyCl6/M+6qYz6suGFLm4ZpL1d0
hwFXUMZqjdOcNN7I02g2dkXNHlzjTivGoAVe+/V1rAmS0gCGys2udiGoK17i0bxV+md07GOUYq2L
YknJNQ3gQlgSYKVk8x6zbMiqWkmiGDCX+n5eSQotfh7JE+QYgGR0QcExkyIveYPP997D9BK3n3gA
0bSL1gpByOx6kmahbASQyLlJolFQ5zmcNC+MWBNAvjAGcv1EFp0W8IMDAEZAtFwk6pq56bOG6Uk0
98oQxBVa9liedw9ODKBZ38g0P0mTHbPTECkqGlpZQ4IGHDS/DQzxr9RGhS8uX14LnUKiaIkElYx/
zxJA7IxDicbBAh2DKHMMQWLwZqu5lRs6Di2DCiCc/lh5L47msBXDuPSGQCpcGrQAiK6Wc8OIMSVq
abFLIpu5t1oB/hsah0mxu77hi1fAwZmKdxAJOCkeScqmSjitkkith59uVu9m7v3OWxTchn5lOxcX
5KI1G/BtGoDRxd9PLH2NF9ma3CyJtNyjm6mdm8fRaqvD1E7jyt4tWXyRx4Z3AbOPwzsXBY432s4p
tCixR/bYF+idsdonq7fnkDBNv+9Ia4ZG184rIcui+gK0SBeuoidqU+eCPSW1WzVjCbqlqiewO4UF
BnOGYvbnpgkHlCELhxaB03uYqNGHcEL1I56Nj/fvugBoAjkxMnYqsmnSoWZJ7Ta8KUoE/MDDNRKf
fGvXIv4lxTmRIQ8HNcBPinUXMti4qyfqW3bj2/ONMWUrJmHJuKFvRBV9ey5wZaXF6JgK0vJKR4k6
3ztm4JTHj98AHZOxYlQeW+ZJ/ehIMc8go8rKqEjorm/fUBb1teFVH1YctiX1F/hyDtKDsHAytBHR
c2Wm8VxGRsJ90F4G6KlW0NTz8dUgSIEFFeg4wEo8V0DLIBXxclpG3bwFd0vq3gzopV3DFlw6/FMp
ktOWsbqrDGMqo6mb/c7qwoL9J0uAZf5Bcql3p8ZArgS9ujZ2To69qGpWVUnUIsqM0OmCwfNj0E4M
n7G1gkdatA+is0tOm8TogOjsti+iURtH3wPocW0M30crX4l6lnQAMoA2jwQuwjbJLmUpMzzmjOjo
4D2iOYMAxdird7zsX66rwaIhOpUkvdlol6Cdp7Ei0ox2W7Hcz1T3blI8PwfMPbAnQpuoW87dI7eB
FVekL2atrVyspYsr0pu4WiiJXhCGkD7rNaXgReS4w3ew4D3VyVoH9Ht+WX6iUfAATgRasgTL77m6
a43FqjmtyshrrS9my8Ocp+HUYnmA1MVjg351s/edid2BuiTMmXco6+yG9Xp4fb8XDxaxBcq+mBy4
zLVkHBAFaVdGQBUHoIPShnx0EyA7fKKehAK24IxDPx08JMla5WWepuMIazUB3uVLZaVkiylNUvrx
CDCU64taPEA0o6J5T7gG8iua844M9oDN1fqd9zAUn/BaBX/t/31eUtEydmJrZHhBqGb7E3H98ev1
3y9u04VygPBBDOahNi/X3rpstEFoTcqINPyX0xw8O1DK6mBwawN0/M11YYsagMl1+MjoE7nontA8
MjDNQwei4z5i3sRXAYPurDHMastS4KzBswF4nYwYAYIpr2jLvooGUy18r+aPVuzu3DTbmmCNNNN8
0/gz2A1CUw91rtwDAxpsncm+H6dh5V1e2l0BBAkKLw2lYrleV8bxRCoNg/Qupui9WfvWAgbCnxEs
bFjr/BmTYg31bWnxKMg4702eaCiS3rZMnWgeC9i6WbkTTUVe+mauYRwuvWwW7jDaHgGmepEraIDW
PFAGn99wd3q+AceY7u0MevNxZREZWQ9+sA4xkpvoAO4tKVqzjFBA3LVDuZtU7YEXa+R+S24weNDg
3YBIx0UB7dw6prEGV9vzyqjUvnl2EsTkt9pTP3HeRrv0R23+hME4lScdkGnQLNFdFwajCArrj66v
vdNLFkkUBMCyKxB7ZQ2oKe5fa+Xinb5Jya318eIMcCHBcgX32QVzk+RqlqVLEU64OfzmybfBm9K0
fOXWLK7gnwg5JY5cO88JUJOiKhnKm5m1xYOekGlFymJ2Fd4SJt5QAIAxkhwN3Pa5Uzu0iVhp6Xyb
Y5bulVQpA8uk057lcb6jZaLdtEMRo80nNbfVOBdr/UpL9xVpc5RukUqGrZJ+BAE+dDHYFN4OIHvQ
2POWc7avCray2KUthUcFtFA0f6MgJWkdeB9SjZdiMC2Ogxn5gFU67DUJ4u8nkeuIKpRippDQGIFb
+CzfXzcHy98HFAV8GPTbqNL3rbh3E6dWioi79wWICVciD6G28juIgrYYH0aN3pItdWHUNOsBcBhR
887NBh+QlAEIiHy8DYkCFg89sLTt9RUtmdFTkZKBI3C109pDs+8A18QF72LZ3eio4hlr6OCLHuCp
JEnJuDmgna8cEB6mzr7q8n1lgjGmzLZjah0AUV8BQ5gcXEALeMrwtarssHKVL2OcrYT+i2cIFxSO
LJ5EvM3nOuIQh5J6gmtvsv7FK6YDOtE/oSaYcEB5CI4f/pFEWK1i102JNlFMZCVf3LiMb12Hstfr
R7f0aGBAX7hNGKXHwNP5QmiNnpnZ5XnEbBYm5MXMkH29r627wQIkt/J8XZr4mqybcJgECD76WcAB
di6NqJz0rETXnGEDAb+h3r4svJskL+5Jbtx6BV0LkJfqskgn/JMoXTZP6VE/z9DdNmf9PW2Anl2p
3WGmHFMJ5QiqXbJVqO3PHSU+UNdB1DRM4fVFL+nK6U8QhvPEnujlzHnKS2BrdD4zwqRcCTOXvw9P
VEPdw0KX0Pn3LWoACkhr8Y6RZ734yZVm5aFfsuyYU/l/AZJjYQ2Amso6nFpazjFahKsbcDP/NMw1
sAVJO5DSRlIS6c/35IxoGD5fSJp03JpREY2a7LFRfpoNCS2rDMb0G5h9VtYkWckLWeJenBxKx0Cp
qqqYPp7Zt4r88QywWLdpoMVVUJT3fX+rrZXwJCP5LhFeGQqsgvruArnfHHPABaSsijRzM4BWun5A
JpCvAY9J91lIgROAdjT4mngC5Bs2ak03WynGFk3jAER1cCD3b7O3L/R9O/26rteyMb6QJRTzZA/J
gHDbcSCrBpxPUaKYxyMTAXjm/ObtGIxKEybmbTX98rwjy7fAP145REnz//4AzGihfxAd0igiST8g
RqPFCP7YqDw44PiqVizwwomBjubf5yV99Iym78AkDfCP5g7jS2q2U8ihsVfcUOl2XSxC0kQk69Ey
NkFKWx5IEnLzZlyDO1xYCFrOoHxImRiY8ZY83YK1Y9JaUxX9KOrvlHR+hUwkCVfUQZiBE+MuFoKJ
bgRq6D3DT5ZTtxmxZrM3cKXy/zj+b+qgmfzJLQ595o/KwRwf2Bwk3ut1oQsm41SmnCCJbW6UtAJi
gUPGzex+zRtvQ3QzKOpj7K1kMBYO6kyWZGez2NO5kcA8uSgDTbnjm2hf1ua3T6xIQJkgVMNUoJw4
Bi8hgMQsXCrde+3LkE+hQr1gtPTA5T+ui3oHt704MdweQGWB6/eiL7/PKmdSxRz14Oyd2yLKt8bW
/mMNYRF8ac0vlhFv6PiCfmyk3QDKSnxmbtLi0avvCxKmMXBTH4v5MWM3bbq9/tMubjYw5957qDGh
YIn/zm82A6ccqI49/dmi/VunvxiV/ee/kyAZr+H/JWBatfKe/suvS28+7VB5SDL8/k4bNlMeKuiZ
u/77bfm2STsk/n5ifDvgnIwM+YZnR7srah+QpYV1m6/d6UUpYrpSNIYAPE8yTlRriZ31hfEM3lnX
L61qr8eYpqDGvhqnn4rubXvSRzorvmvZuGVWewQq2hPJip3tDkmIIdDEj+MPDptBNQRmq0gM4aED
AINkmPM6Zmi4bJLj6H217ZfsYw7VxeelRZs8H/JJx+c7e2OX27Vy5aVuYzPFc4X6EGal5X4rANs3
RsKs+Nnm+5HtMraiGcvfx6gfKg6oQMkufVp1hMaKFj+njl/5tvvRRxe0Rshhoa6FST8kP8UzcKJ4
etVqjaP2znPX33e3dbJiZZd+vQliYCR+UFm9ILLChDKgz2YWP4/kMG879vGzReYANg+VdrALyE+h
1tRWkykFOdoIiXVcnA9ffADPCWcZOUXAeMlzr0Zi9qxQEDilmOQm9ZdWWRn/WNqfEwGmVBJgo63N
Vecqz2T2M7Kr6pX0wcUrh+NFZkIUNlCEuygDMIJ41xhqcvTGHQhT5hJJ3k8oKLIOYJITCRD0/Jxr
UKM2mANreuW5J7+8ex1TTR81jWBBRmEPA5wOYiJ5Ns9ShkGZGys9wgLNZJuj7Mb3nv5xRT2TIt0D
TZm7oTOM9AgWiWEO2mplFQsHffZ96Qks0OdT9yA/Pg7dzZDeAC36+i6tfV86BfxyuLapmR7nVyfZ
guv3+ucvXw7xXHgu5s0RfaOke37IqeXGA2dGcayrULf94hYRlrKGTH7h/kFFkUUQqXsk1iHoXEjf
diD1QS/6UR0HP3Zf4uouVW47sgUsxPXlLFwL3AjRnYM+i8sGzDIdG8fJxv5Yug+IE3PFN72VnNJF
SIrE1qkI6UVv6yTDS9z2x9yuyZZVfbl1ydzeqylXn7x8PPa9lX6xTZr7oKwGTP71FS6JR3yAFn9Q
y10WcAfHTjp0XnTHwiBO0PGuDmyFWA+N7gyPWWONO5VjTNjLVOumh9e90i+0oI4AbPsnXlp9BS5j
1VS07rht2VuurHjVQtvOPF3sLWZPTYTfwBS/gKOwWmbN+mB0R6a9dvzYDsGsjX5Pbzx33Cjk5vpW
LikLahOifxxjmxdQDm6CUqpO3e44FsTXEzdsrd9Gs9aWsaD8HgDURNck3KALYnkQMAN+vba6Y9zd
xTQNWfkbuLq+N26cD6ashUeEORP0bbu4at5FY2uVtq2Y/OqOU9I8dzY5TJax8q4t7ZmAC4FThBZT
TZ4t6yowd7tZ1x1rj9Dn2Ev0p1wbFGD6KGv8P0vKgF53LAflEoxQSoEcUbNGzYx6OFIDvfWO8abE
+n6y+8ofSoKeLe2RxdXKm/feuyJroAM3Gn7fu0GUTBU6dcbBVCC01KrRbyZ7m9gHrfjD9WRLIJ+O
9OuUjU8T36YU09hNui89c9sOzvPHlfPkh8g1qaGdgJjC8UOGdPRtGs01sCrar9eFLBmTUyHSFrdj
0+dN1g1HEJZz5TGfDxbodjQDrVDHLDn0a/d7yXogaMZ9Q28X5iSFdp04pWmeW3kzY1FqkfjdgGm+
OLi+ojUJkn1yqphqZlkNRzBtEXDRW7nP4v11GXIh7/2eQfvRlYQWqMtCHtoA1Mm05v7YK088vq1F
T5cGDqlvmlHtzXjfp42voZfoutjFwzqRKu7LyebFTl9W1cz7I8gjgoneVOZrPB1UYDRMZWCMhd+S
PrwuUs7L/10pZjH+NtyiaCjJBKo16GqT4VgVfahqN+X0LYmfmnjXkk2Z3NCU+Znyu6/X1rp4jCdy
xd9P1krSedYakkJuYj7qef81BlHz9bUtWTJAOqE6ifYQDGFKNz2ph35Smrg/Gohf7Psy2Q369rqI
y9QrDDI8EYFqiWari8a/2K0UYMeMuMQlDWrmBZkX2f2TPt6hlyTQ+j+180Mjjwp9wWBAmayIX9pE
9D6h4AD8w8sSIykVj7cG7sIM+KAxGNqVHVz7vnTX3GyeUmLi+4YRFFVgroHqLj0Ap79fvKwnSpDT
Oi9yLYN1AhrxJs7yOmxNdOe1jjYEJUP/XFLMyVHh6n+7MumqmcnUZoWLldWcw4hQv6xvrquG2Bv5
ncHBIO5BVhyNY5L2abOL61w20Ax779mvbg8XJ0q1X9elXJ6Qg4lWdFuJOXCEcdI6MmCVGXNm9kdt
qxg0LPS1otnlJRICwDOo/n2kJYPOHWIS1lIIYF+HeKerHQiHVtRsUYaIUtBjB3dNRvUyp4LlaMfo
j1O1a/NNoe+mNcL5y9PAMhCkwOlEXH3RBQ+yg5iaCkTUbmgPoUrwGm7yfMV3WjyNEynSfSl1ZnSj
qXTH0nzLjEcQtlw/7csHAqvwBNb6352SDmNkBtznxsID0b6hSgfvZcfAws6Ku7Lfz+2Dq625S0tH
IzwzzFFh8y4we1EOKTm6dvrjPDWhYmwdAGz3dOVJXxEi94Jr1GCY2nX6Y9I8cmvn0bDXnq/v3KWl
Qbgo0pVIaQHWXc7FgWCoZTTDfU+Rxx82Vheg2AwYsikJ0zWc4+Xl/JMl3UmVuQlaBUp4KMPOAWqZ
uc3c8PpyLkOO8+VIxgXd84zbgPk6VvMQZAOA48BxTizd19Gr3XVrIemCl3Amz5aTXSnVCdexfQl5
jmEtU+WgNsTvtXBw9w40USluW3Zg2sqFWrq2J8cml9SzuAVAIoM7aQA7Kn/UgbXr7YZxZTfXpOjn
zxC1xo47FqTA22PZN5LdJd0z3qLrZ7aiFjKtWjPo6QiMWeyhcvC80HADdw3WZ8n+nG6X+PvJe8rs
1nJbMKodXXOrT0AOX1nC2vfFEk++341s4HHfYgnsK4sDVV0pwS5+XzQeYO4EuQH5uOvaBBrNhJsz
oQMwqR94/+v6GSwKwPwMEmEoTKhywULJEkOdWgPZo+xrss2a10983oClxIMJMDe5J65jajYCiqM/
mgy48IG+YsQWf/3J58XfT7bfRNnT5QyfV3Vlg0zkWG6v//7Fi/AOQ4aOPji0UrSYxroxUy3ujk5W
Hyr+2iH3hGzDZuzWfPNFAyYy9B4SAALx5Xwpo6u2SocmpKM2ZRvVJhg+rwu/01npD2OF6HGti2sh
pBMJQywLmFeACpejgXwA519mm92RYhRjNqcgA849QZexc8id+6nEjlIFnVb7T2wpyhvIvYpQ5L30
e3JmzpjGZIyRzZvyzke5HsPWD1X5zf0gthbiODgFKA0iCSsQxGTNJlOWzujlQtIyR6Rvxps0129y
tgYbv6SCOtDWRCIZlXG5ZqYAk1CpHGM42g44Syw+7YqUrwFYLCnHqRDJHjemAhLIwhyOLZKCo76d
7dzv22+AZWy6FddjIYDDvp0sSIp/O6eNxy5zIKt6SuIvU1/4Vrqd1cpX1KPq3CH9M+D/C7DO8DhM
y5UHbnk/Aa6DShWKebJfolPUVilq00dLTQLej/dmTL9d18AlEaCSEj1pgElEMf/8qhl9reVGX45H
pPX8p9hK/OvfXzIap98Xfz/R8GRKYxOcyuPRMZKgsLmvtA/OuKmM3XU5S+8netEQJMABBoSEdFJF
67ijXtbjEUNee56BUwpYncU4fcIGGhj8BY4P0lgI4M6Xo869a2VKheXYOpD3tt4c6LrfI0d3fTkL
HinsEOoy6PbEYImceKETMwhJVHaszSawh2nDtZupvXHSB70L2zWfdEEJgKSK+BCJaswCyABISsam
rCmH+WiTX0PQVf+5vpgFHQDOAlh/MIqFcPTi4cvsmVqJw2C4QzpteXkz8B3M6XUpMiuCMHICzgFc
DwDgwHibZBhKdXQKhXLsGaYEDPKSNSysrGf09ZvOA/gXrToJ0HUHVF0nqOc6BLRqYJLQ7h/+h7Tv
6nFcV7r9RQKUw6tk2e440y170gtxJimLorL06+9i7/OdtmldE+69MRsYwBiWWKwqFiussnnjsSwD
v7prE8CmwJ/Et4kpYGqq1GZdOkd9uaNLmI8osbjPflzf9OrJnRAR5TE3B21UsxkGqvSPdPnA4xuY
du+bEHiaDgi7WHE1R1l7N6Krv/SNG7vd/zm2ExKC5qI5AEXMRoktZL+8LHAfFStIUef77xjFGXli
h7JJmRdm4zSSdj8hXtu+XF9fdtqCHTXRaIbGvAKM6u8TuiHD0+I9ek7476jwrzjZhT3nhpOl+Ryl
1gPgqgJrKP3SuzdluZd1sYK2wmVA85B4K1AdTdFqQueodTeaE+i3F45BVTkq73/XF/aBmgYtdUeI
lbZsJ2OfFZKnwsptcLY+9yFO+EQKt0TRQTNH8RISbcsGv5ZNBVklgZYJNJgiyAvQlXMShhuXRdKT
KbJn36jDMfVtGVzZ6imckBC4xIxmKtsynqOyebbHYGGv16VJtr7ApaQxcgvYkBOKSAJn2EDvrq+/
xqK3WUWoNQX6v1gprk7IFQ6dvkSW/Zqpv+Z68LNMUt+x4g2i+xB2H7cWsBRFcId5RrPxlNZqhKJW
X9GjuEpAZO849+kwba/vZ41fFo4aJVs8XSxWbWttnZR07FQ8Sx5aVQnaQdast/YOwQPRQdkTkpCX
vaSNukw0xhslik3AfkDLq1xTfaszgsxJPznZslP09idvo1kyWUHdms+BfQGuhqN+XDSPdpbVxQzV
DZHX8iptN7vX4/vC3Hok1G9sY34z+si+wDNEYwd8W0F7ynQEGpcS61FvqpsetYqNbMIcV47zCDvw
XU4oCMrTLt1AagcUxnETP2fb6W9840Tp/27CAAoNJA+wHsLNNc4VpnJQU4vUcuOQoMr3WSx5IK6J
nIsHKVJwSFLhSXxuZRxCzGmxkiWiuuJjTLbf3Tjv/m0TwEXBJY9iO975fU5ByZQ6wYy3JercFLhu
mf/7utKsGQFknywEDuAGYRfn689aYaAvGr6l1WWhVj6RTAHU9wfYdEqEs/HE3qOpFuGKrp6jhfgE
g51vnFP2xqTT9YVjAFjMkjEPmzDiXacGk7W5zqQ1YT1dXxDWYtaJlVW4rzw8j7R68i39pbPKsDYk
5nJNnpAiQKwejwp0NQr+oqETwkYgr0d5toSZ3kKzb98KgnOoG8SIIpRPi5EU+FiTMxrjiDBUvtWo
+mR0o19MVojSFMnzeO15jg4dgNWjjwZVL6J2YLCMUVgGG6OJtNVG9SbNp3Q0fbNy1bDSyzQwBr0N
HKXptsysvZe+ndhBtytlD7AsPZgHdZKNvFo5yrNvEo5ytlTUwqB8Ax55GnTl70F5Zfqzq0reVGs3
xRkd4fJOJ6VkqtaMkVFW6H59UbMjoFP9qf7MXMyDB/zg0URD+XU5FSFMuCIAkQdVD6gH5QNVBUWw
NMRemzweotwwfQdQSnrjL5ivzMJ62jlx4QNbL1Crg7l8bgxZh9vKXa8jDYiMEqCH8BGCKVHQwekp
rtNHmvcfDpuNqrvKBZj2A7Ek9cerh8gbtQHnD9hwMZrQohsb3Q7VEC3638JtfV4TU8+On9U319MB
QdtUeSUsLis8+c8NV1a0CwDc+iEamy1GMCVLeP3AVqwvCmxxPfE5GJdhEcdgCjp9pzHqmz6Ay7xb
tCZoDFk6e40M5kXiqYC+cpS/CGKhGnNJmcmmKC03ZbpvzVftRgjwN8k7JSHoVdOkObqHQGIC7rAa
KNq9I4sgyHYhqJSR6XM7LSBhKNs5fUAjnCYT4RX7izAIrCIP+GKqi3DeCR/e6oFKZO4ydePeODL8
Hya9L/9mNE7uwUR3qlo1sPz4xTWfu/z2Z9Xp178lAk+WN+2unAhsKO7yMFMeKieoRslNvqZ5Jwx6
M0AnJFQaD2j4xBnEX5rOX6gP7KdK1jAjOQVRvZelq7w2aaaodzZjlsFo/bmudjIC/PeTXaRa0g4O
1wdz+qH8LKq/H1ieF80jZIf6HvH7k6423ZZCqxV00vdo5bx1tv0/gnRCQdiAbrJYbStQSOtAvzPy
8CMb4O8MQFDwoOM5f8pZN6slaceoXligpmUgy1WtXRWohP0/Ao6gZ8wtBtckuB1d57koggnVL5hk
vFEmn7qSgvA3bgsvDY4ghyjfGwyOGBOmU7Z4C1C9o6KJNCuMhzsjO3r1btAfO8cIO30Xpww90uGI
5tvM+XKdlSuvNu4AwfgCDQoAOcJO69ioaKOnLNKBaOgBq3fksKwwk4B+qwFissjOboW1iGjCgrmo
+8E8BsFKYoZyhx+8OtJKzMUiezN5UprJb1ji57asUZp/vcDbM2J89yeKxFyDxKXh1hGmHvu0uh/6
rdK+xMXvPDk6ueHbkyEJWqzx83R7Aj8LuDh9kpI6IlXxre1ggBJ927XzPRDdfQaEeH0Zo+tHuGIt
ED/i1fyYIYKHpOCUp63HvEnV6ggzBeffVLL6ikU9W13QNWNQ9Kp3sPrwqZi+zM6dlu+86nh9C2s1
IGdUBN+sHb3KbAxQmef9iOlHZvq1jdNN7/1tUEPteb4y7Uh73wKF6zplGfMES2U1k1vaEwjX6GVH
qO8DV+rZxrjTcCKBStuyckEzXYSig670Y1mmh/97UcJd9MWgCBCeE0BEztcnSTl0yKrTyHK/p+xR
d++b/OftLEIXIDxnAHZibItQn1N0g5MaSVFHxaOybKwbsX74XWGeLi+Ir+pkaFKayzrCeNJh+Db0
siTE2hHjjkCaHA4Teg65hJ8cQT9i2ICiGDQCPrfXfiaNDJt1zaS56DaEc4MgCN7G5wSqucXIdjxl
opTSB0zZ23ZZ6+dW7cetG+q1bF7YmkbyWgPMIzJRsCFaUMSmqw5DrlBs4L4qlAQlBcCQGjmSt8WK
ZFkoBTSRD8PL4gLrEfhIdVy3FYvSvwATaH+hteu6XK2YSnR94yKwMZNHv5gSjwjbonRLwaIiy3O/
Ucx7OuZh1vfb0dM2Td2hAetmMAlUaJzSFNQ957j7xC1ZxMo/RFEAhvOB0OQZBUEhS80hlT5iVzVg
VNxym7uynsEVcTujIMhzObq0zxj2kDctoLO3/eCrzQ4NA4799foJrYkAoqu8IwjXNQB2zgW7dRVn
GknMImuK3O6JEb+3dtdJrAUiMCHsfzREcIdJGdiYmbgwmxa4tklgKcfCA2Cr/dkkn8rhc8Y+W7rs
ll4xCUChwasZgPQugj/CxlQ62Pni6PAL3A3AFo1uc31XkvXFotO002HQGqxfuE+msWmnP9fXXzEB
p9/vCRYnGdJGs2OzjpKOJ6h0d5Pnj2DWv6MiXP1xMtAxTg1QKYM2uQP+JAF+uy0Jlsh4JVz9ua6w
onexl2HovjGDPpI621/fiIwE//3kBkD2lv3DrjoJW6SHZbiZsuMQdB7zf1uTGmDU0iJvFCrsPlb8
RaaNsl0Iek8I6VSmgooT78oi0GXT+mTrc7tzwqWe9rpaxdwVwtMTHYaY0zfhJvty/SxWrde76omT
B5q2XuyhxC5yFgzqo44menWbZZ8zWUmPCKzKHYszJRGUnKKexDBKKKGH7FAaZ7txKQrfxWRa3UjN
MHdJHS65viNqfucqva977dciVfdMoY/jEOvBkDjfr2/+uqCgSvScxRnVgJNRgcW0DJMqAB5//h3t
j9eJrEVZTzYOZP5zKgsrU7XIoVGk17QNnJ/CJ3Xcb/I2Hf2kLhYf/thrjsMO02RpfDd1J7/3LAyn
Ri+yxMCvSxXSniYQv9AbIUiVltgeGxnee6TZ5nSryOqr197P2O07AeGN59W1tsCHr6PMaF6dvAtT
UwF8ruMzDAAz9WyvmN52mIAciF3qwKtGDHPXMPXlOtfXj/b9MwRpW9R8QTYZ9xjtH50h8cva8FHR
jAe0IznfdQ36HyWxXr5KjNG2GlBazC9L8kDVz1Wyp/GDtENr9fp/56z4sPQc0vT9AM4O+gb4Chhh
DaW4zrX16/+EhnDHALZ0rEiFFzqjM0ogjjZ9ZuVzqj6Z9WOj7sb455zM4XWisn0J10Gsu12NAA9u
fw8Y4s+li8f5h67O9zMSbgSnY7becBKKoYVa079Ydnw303bbjM72+m7+P+r+TotL5ondXuIZpRLM
wjWdPHf679I8Os6XkTS+irEHXv1r0I/e/KOwdoCSkYiiROhtQbmdNh6KwYCEtNqu7baqd6xImPeS
Ha6el4V6SRQhIyonFmkohVEvVbfgvJw2wFSpvg8213nIlVN4RSML/05B2IdLLD0rY1wVVnPn9XuT
BlZ9yJUtS8JYe5hbSeZx1SaekBNMlgEc/952RtyBAKWsfUTdrm9Htr5gi+oC05ZSGwxj+e5rJ7Po
EmaJ8QAUX+TqrIFZibZBUKv5nMZ/SOo79DEOPlLpcXoyhnCXFU46YIgItmLpCXrRYj+R2G2JcBmC
AWKYjN3a/QxNLbZ9jFLpT5MMGlxyHGINQ14MU5L1YBjFaI3XIZNBaK9vweQzITlKvVhYVOtlNs0e
7nuj2ZNh8Ht3Fy+y2qL1TbwT4b+fWBlrop5RdNzHbfZz9nm0PuKjW+/rCxZz0Mq2ryjWn62tld6V
H2jShCC9ry9YyRbdhrijwSStfcmVeyf5rsc7p1wkqic7C8GSOB5yBW7O2RSHGYZxYsC6rDJ49f63
HBhCFA2htlaQWII8GiBAELJ3p1AZ/+bVzsrQD+T8oHDbrxuSVft+Qkp4mw3IzKajhQBAnO1n82s3
fOvRrN86kifgOtPedyTIVuVoyeiU8Gja+JtNA8V+yHPJHSJjmiBeel9leWXDDR27R+aGKO33zeSe
tG5g3zhc9J93xwnTBEmbWQXIrbeoiecXGORYBlJYp9VzwfBDzN3CfxcNOeVYKxOeNzDwLN/ExqNb
PVH2ZPcSmLA1nUfDg4WkAmp9LhpyJqekdZ9NML5JCBA7VXbuq97fKQFBlB1v8YqM4CLsm8e8/NnT
XeH0fjq8ds6L1f7CYK0NHSSbWuPdKU1Bpplp6FPqDnVkW9uq8km+1R3Mbf56XXPW5O2UiiDSyPIk
udZjZ7rylc27rERN9zbVNosMJUK2HUGwy87OmrZo8Wr3SFR24z1jzbbQEtPPq1ni1XK/RHSTTjcl
SLbj9FZJO2zKAtJ8HpD8fplCfdqM6mdXP15noGxfnMEn9402AUR8GbAvTd/MKQqY98v0lE8fCHKf
7kjwxKpebY25gISjNcupN8aMIKrkibO+EYA086bty/ndGlMnL3dxI/S2/WjV9avmjrsUniWwpT5Q
PWaZaPz5Ly0x7kh7gll43Ftq7uK9iopmTG+5vQTwjITgkCnAkNHLHiEMt9xp3bNrfsAPON2CYBL6
OC2WOeMhEoD8qOw/bRNLDmTdqr0zSTAAy9RNfZaAghMZi699vy63stUFxe9RJYXKB/iTJd3ZbVh9
5Eo+5Y+g730Z57Edc3FS9xj9beefm/pnmkiqEvgql5r+ziNB063E7jPdVusopp/L/IuavipD+O8Y
JSh4OjsOSlahetO8jY1AlhVfDf+dMkpQbQwqzweP4Jj7PN+wLN3E+ZcEJY5V/aCUn82p3KLsGOMA
fprT/aA/Jd4fw9iWluyJLJMH4S1GW8BfODFUskdFRYfRXk10nY/X7QuKws4NZVzXvRHzB4yuvUzm
Pi23U/JJy75cp3J9G6hXP6dC4J4ttAQVAy89Y2/MEhdQtr6g9pqdjkVT442kMzRG3BWySslVgTZQ
WYw6RsfFWJbz70cnke0WdYNnXjmg2NXw3an5SWpd4jCvbuOEjLANmmr6bBu4tdrmc5N+JUDn/8A5
nBAQjFc66xkDAgj82Bp3VffHpt/+HQG+w5N7d3G7sRsm7KCcNtoCVHeJ9V0VV0CfYaAlUteqWHQ9
aBmKoQD4gvqfIGv8wt5pSliMkle9jAr//WQXuuIi1t3yixBtCZMWjtZ3Cpe/cGSZRBkhwYp5Q5UO
CQG74njy2/hgVocBqJ3z+OUDxwL3wcT4DPwRe2znscudJYPZXxTUEZuQX5RPXSexqiL/I4FiiXOe
0VwtUrLA5qseQjv+Qr42smD9qnqckBC0sHQGAuRFaLn1C7NZuj/XNyBbXVA+4ijuNM144nfxK0rl
comhlS0vqF6jNCbTKxyB4uwqAxjpEv6vitIJcwTNI52hN6kDma3snbul318MWWZIdsL89xOtiOuh
ZDZPS1tFMGfPyOZS2W20ziQgbqKoB9V9YnBQnTuUEFnYBDLT+Rjk0oTB6h6gABjmhrJ02PLzPTA4
oGWRM8SJyszHqBXfHh9S+3lMtK2WYhpVOmw0+up0PxfrPiePNfr6Mu8RtY+S05J9h3CvG2PHinao
8R3k89xtbUxgkQnEGi9dAIlyBHwMfxbv3CojXWUNY4lCH23vFdXGbP9c15i1TZxSEDSGkqWcvH4o
o8X4G9Nnk90ZAKe4kYaLoBtAMHTM+OODfwS1sQqij8Pc0mNeK+k+obH9gGiPc1fPtie5WzR++Gdu
6xsty0NcDNW7F6WQUw6Is4Iu9Fi2epBlaOqZAuCWbPpy37ePfWH4VMmDdq4D2uWvGGuRFvVeS6tH
M6994uhBm+aoTlclLLgIBuCzbHgdqC4yOMCEwIKm6JdZqQd2jFvHN+wuVLIDRWGvlv3pXMmL9sKK
CLQEK4LpWi5zyokdXfdr4uU+RsUFSab76ZJKdnUhPAIl/vuJNZlVO2cMud2jHZNwTjIfohqO0qah
Vea56ADEexgViGLPA0x6afWUsaNa/VGnOii1T2kc+/OibCoqm29zoXLYE9qxIaY2/gaQ7PM9MYdk
KXCK6iPgub9YXfow5IlESGUkBJ0DZLFtKkj+HElHf+aKu+8JkcRpVkgA9AUj5fA/emTfnkYnJ2PO
A7MwFrc+drka1F/d6sZJ8YB7AYr3CQEuhCcEkHDQNSWj9VHPiJ+P97Aa22n0Qkt2514mNwVKgn8V
I+mAzp0cB4K5uFoC5NPOB96IXzTtZqF3GCOxzbpuYxTJrvcyP29uTdUB1MRVMaIWuCb4I3ZYMYs6
A01GejSW6i7BZntV8vJZkW9e8O4CPBD1o8DGPuelU9aaNTdJfZwmshsyDFgl4+IPmIzjl61FfNrK
RpaviAdvdscsUfTioSJD4KmruHGSEVCsFB039M9J5n2vEcDgBwOotbz5WOzncgYkYjLLose++zEn
LBw8GSLVipXDjGl006MzDbWpItO6fOgompvp0cJzV33xN1r65fq1dZHlBAQVjA2awDFo7RKurMBY
1XyiKj2mmE5n8uGx6a/Kah86DDvVRjvQ3HCSjYVa39U7TcE05FNnFGj8wlU5ofnTfO3UQ6pVgTXt
ru9tlQ5HnoDEYUCjy38/Ud9yqHsgK/QQapQ+jdPShHGG0rixdoagBJjl7ReFh+5aXq2Mvk/0uZyT
S9q+KIAcmB+XkSHdUoQjKpKYejNAIU4MPid0FVicKhKh52SUPq8Uj3gZn2U1b6isSXFNqE+XFw5H
j5OlB0h/dqyLpvrUWGZ979jS8N7lpfpWdI3RMryY/wIhqplLXUG1f3LsxmSrJFWICShho8lQUS8d
JbSL2ujDxWRkjIERNbQxJorhP1N3RP/XJjP2c/7DSe4t60H1tlXx87q4XXIOxsBCsS2HvgAshWBv
WrvsFzuGBzjPcdCj5vrmCSEuRkUB5B9xERfV5GITxODQvh8xEhN1LubWGr/Q4jEzgTW0/HDGW8O7
AilBdaYxrbumdupjafte6TNZP8cKrzTUJWK0HmquAd0l3AaxUQBPDdWwx6wko+8qduG3TSVxQS71
H1IDSBWYZhcOgggPBrHK5k7t+iNm56j11m7Qzx64Mvi7la2gTYF7vejshVcjvJBalBZq6bgkR4yV
15+bqSpDy01rSaT6koqDUBKKueHsADBArIaz8AhbGsLIIW46a4OZCk1rbm6V33MSgmFx1UQZNYD1
HKzktZyidv/vlhcMC1HymXXAcTzUb1Jb5Df3OOH9iHYRj2dwecZYsL9mZZXD1DH3QAYWzs9xa4Y3
7+CMgKAUtgFk0iZu3MOCUdqtixGCt+ZshR0IFqTBvEsTrw33MNF2g2od/5dXwk9abobRha+n87cG
JshoGMgshMDSfFTnqnbLYzU/zFWS+8aMeLd+u8yekxEEap5GOgPvqDzqO5ZMGwygvlliUSWHth0E
WPHgRKTk/Co0Zl1dmtHLj2j+9d39oI43X+mcAI9EQsPh6IknbhGSG72SH63iE5q2Mu1H2kfXherS
SOG+AKQ2kCt5k4Z4nVetRsvcHXKcRYf214CaQZeEtZdLjOGlATmnI6hfppFixjSa/Egsz6//k2Yy
xFEZAeEw3Nxp63YGgXrCO3kyAy29NScLKEkTMQ8+uQojvsUOtzxmxqwN9ngAkhieyht3kWGJXbgl
oGCpvFecXxgXY4hK16OTW4zTwew3XbyJnXBsJE7pBZvOSYi6h5dWVtkZSGhIzH3yZOADF+IkLC/o
XNYRJ3ZHLE+0+/4vydAJUN/Tm3soOBVYWHiiwDi+GKxXWHlpY7DFdEjvFRUDZNFdf6NWgAB/hiKz
CUt10ZU3qUvbpsYyHOaXwb4byJHMX3vZeMbLdlzcFDBR6CvlLZ8X/VEVyBPbHXUAEODGGK2HcmAB
RtZ+XvoutIFvrChka87mX4pWLVWRXbiXuds3+hbiZcAd4bhS5/arYkucuazUgdZR+LWlbQxjX8xz
gBReMJr3dfI0zI9pF2My744Ak3NK93b32svs9KXMcDaA29bbZATx4VKwBA/AbNAjh8ZBB0jnNik2
DvrtqulWH4BvWMODE3PDwW6xRJShJ0FN2KxH1ld12KvWrVEMYXmueycPvmXUMAejxvLGOIUoq086
2STAdZGBvAAdSkW4V8SItpjSui6zsIMRD7yR+hRt3CQNTQ+9CSFKhWt7W42OX0v7IS5tE3h3Qpm/
dU42R5YxN4rF1KNWvW+WpzF+cNOX61p3aZtAAu9kbE/n0H2CPKLZkvU00fUobf3BCfJlc339FUHT
Vag0bjuAEOIde74FgJaQuIbLjqRG2LF98dAyTD6QXHQrfOKBO6A1w7dBy6WwCZMoRpIalRkpzXiX
KsNjakxPjC3b63u5CJxwhH30Wbt4W2A2kuj2502idpramCgS+96bd5bxt0M7DPE+tfq2YChIUmWN
xCung5onDX3KUFN0GQkbY91SVV5lWBFNk6DRXyYmiaeuHA9iWTpMAd6ZyGAIErY0TjMxkthRm7yM
w+LTHw1KOmvrcJ1zK/uAveVIxyZQFDVT2IdlLI5DC8WKBm+rK4Eh2YVseWEXue4xBG2xfKu+WIi+
5Isk9bBGACPGkaAGmgjQWYUrtmFe2qiEWJHdUP+3k8tqH1YEmEf8VExM58kU8ZxzjwxN1Rd2lE/H
JiXAa9A2nnOzL4XBARpEGHOP0dEvDg/wygV5KjrZkYpKeo8GRfz75lN24B1AoFTMPgZW57muz3qV
atPInMjUtn2yMWWAyCungBgIuK96fDSAmC+pdHU0EoTyohK9OEgrhll46waA9I1eIRgREMFpnG/A
7j1WTEAAjQyyaauAFTdfVmfrXziCBBdVgXBCpGoP3Z+CSuzTpTJjZhaKT7geY56sIfC/8sbW6WyN
RGOZ+sxbnr2pfXaGH45ssM2luJ4T4r+f3Etm4yYD0NlJlMUhvVemUDaudm0nHNwdk7p14xJxddKd
ZIhZgaITrwq07LttHuPB11pVcnFcShRCUaCBJwbALS4gezo0T2uZWceHxQwq8pCY0c0ChfWRcdMx
lQW4kgKjinrSWdt38QGBwXzYZzJQsLXvh1eFIA7iIFBsQWDdEUyiRhoflLF6tbrpPgewpMQvl9AQ
hbYCRk7cYqDdYUY/7ahuPUcmt5cUUJmO97zrWNBquMXn4uSVmadUnuZG3Qa1151MWrn1P0udI0pw
ujwXthNpNfS0ShAUcaM5D0d9CoxSDYz+uTOcgBhaEN/+3AM9eCOYoQ5/9wJ8s4vTmg166gFy2d3a
nbeV2PFL7TtfX9iP7S1FW9UE+1kwLmdD+if19vvunIR4X89FaWg5SOj2Vun8Wr+7rhf834tHwmGp
ORCZYV/cp2SZ2nhxciXSlwkjB+B30r0b70fy7JH4Zg8XcaITWkIUZErzoplm0HLbV0SFvUpWLbAi
vqhg0ZHGx+MRaUfBOSDO4Hi1YpHI/ZIBnl9NbsZGhM/59lpDKecKvKcam5h34nQkau+p6YWLMYbX
j2NFQ84I8B2eaEiDooq2IS2JtCzfxb1zj5kxVrlp9I2td3tiuNvr9FYk+IyeoPC2MhWFnWNDhaX+
TvJ+nyblfi6KP9fJrB2MiZoDjQ/mdoCTdL6tfmJVk5bYVla8AH3DloRuV5fHHBK8ayDJFwDRWWmm
qBWoCSYnfK/QfF/dnPbDuaO4CMhLGFYKr0oQrDHVWma7FYmaAYVSW6bf7NViojgGbSKPAdidi9BX
avZzb7eeFRnNZtCCothc5//aMeOlxAPOGPB9EeccKOoO4to2oyKunnOzeNSNfhczT1JmsHYOp2RE
BU8aOvZ4HgJnZ6P+UmVNiVxKBFuFgr/3XQhBTgsg40A49MyoAiQjS/NgcbIgtnBRyQAEV/kFxABY
KxcJUjHZ1wEtKqNZZqEncfmp5t5Ti8agLst2149llV824qp80ASqMgTjPtRd7wDr2o60oQtauh0L
5yMH7yHCxRMzvDzsXPGAW5HWgFeCYC0LhvIwYImGs8yIrG7jhIiwDVMtC3McQAR4zEjNvJTprfk3
/tQ/ISC8KuuscvM4BoF+LtFNkfkfcBTOCAjem9pSNG9wNgFJbOM9Od7t7xmOPwZcap6dRtRWsLMq
LTIzIY4RGXS5G1MlXGrJy3tFZM8oCCetm0NP+ACliChf5zZsiv3togTjasBKAaZPQxmRIEq0qHW1
S+0oJtOdgmECdGK+PmxvVglMWzDRRIE6RmDrCLKktynH9CZ2VCeP5ifMmrt9eURAMdIBiFzINgjJ
t9JuyTTolR2N2Rf3k2J8/cDyKCFEHIcXD4v3REI1Wo095AjhYuNHOv+8vvyKAXQ0lHZiYjeelhc1
nrHhlcVSK0pk/7CtIdAKO6itOaCeLK1+2TSLIjFdw3XNIfhRvyXwiWpOsSxWr0RquoTqGFbVg8qe
02mXanngGBsVAXGXSq6PFRF+Q01HkNrDABFHILrojaqwfPGiMf7KbCs063pfxDc/BFEwBt/t/4gI
V3lsqBi9xolU1ie6LW4ujQVWMBiHikiOyX4hv7OhKskCtN3IyTELr2+e8kQN26F8AqCr5MnMVUG4
DlH7gFIelNg4aNMWVCUfm3xJe+JFC/rlHe+nbb+S4s74kmmygviVg+HiDGQlzUJ2TkyVqHbaNbhc
4LgP867BO0pr0MbW6rvr4n15jyD0pmG6NSpTUDkoRpUmxbIWOpTdoTJ+lzur/nX78nw2KMwvxmgD
lfrcgPWYWjNNldsevOmzmwQa/ZfrCwaS1As1mhbrx27gHG8ezerZDgwjmhHw/XjbCPZ99JZpmYgX
H2f1rrG27c1XLDDxwXo8z3mhqMh7rySoOHLS5jDsHbsMvUYGiHR5uG/uM7xoU0PUU0y1K/pMEI4u
2QEV8F4SquTmiN75+oLv2amxTUyrYIDUyZ9KP62YhMClEoDzADxAOA3RZ11Mn7m5Fi9u1dUH6tX/
6fo58AZey2/+uC6llzYeBpcbEORgkeIQq04TVPmr1VC0h3b8nptGMKNGlyChXzJZQujyRN5Mu+0A
vc1DhRb//eSt6TVNMlp11x2SYcc8n8kQC2Xrc4aerJ+2g5IaHdY34s3k+Onv64ySLS8oxGS5GKY4
tt1BQY7W+oEpW/7NBFBQaOI1ZiGUfjFLyx7bmhFX7Q4lgL2bOw2T428ngMsVjTdvGiHmMmg1mOky
t8UhK791YXXz3FR4CNA2pErRY8DH6p7zf7Hd2S7rOjv07qbFNASJtV7Rh7PlBf6nsQL6FMtvCusH
u6v67zdz52x94XorytYgyoj1dQC1/Kd2k+319de+3/LgCNh8aBWCw+fsmWdNXxYlzw5FEprzTiPh
pEvig5fRHNSUaahN5NWveOcJN0LvlW68qFmGkrKDm9Kga5Kgy4BD7Doo0qn8Udb4uqITqOtEGTSs
FCa2iO9Wc6BFs7hJdlBH1a+Su2Y4XGfaJQEPYDDI7OIpgeShWNU5tgTdo4qFBtT8hfhmd/Mj5nx5
Tv7EZMxpniEQg+WXbNpa0+xTrcMoFVty9LJdCJoBjW8pHv7Vgfk022A40HUmcck/d8zOdyFoxgK8
QTw0sHxhzr5lflHCuf+GWtybzQeinMiA4y0Dbxm5ynNmoTYPEBNpMR0aWvtOkfqN5CpaYRPPwaHF
EhG7yzogWmAKYK9P/cEOzP6l0G/2xPmEGaQoMXkWHr/4Jm4VTIMfSnU8aOkjLb0giavbz5k7+6io
UPnAQtFvRbahmefWmw9peh/vEu/mqB139t+XFxzKJJviJB6wvG5/7cuDHV4Xo0sDBT8MABjoocDQ
O3jE5+fb1DNTLJuqB4DLK/dU1UofoSgXVUJdI8XhFM8aSVbMJMaLz7ZgDC+m/pgF3kUlM5YD0+4+
F9r++lZEjXhbHe4dBngjqgbv5nwrtjaPS1az5eCWs/sJwPL1q6YU7c5mKoYsFzlhwXWCl9vBVlzg
oPD8N8pqBN71rrOgjyIdX5Nv1A1jJnmpXu7nfHnh7khQ2Z5lDZY3Zox66r7pJhqCt4ksOSPbhcC2
XE0aLbZAZjCD2vUXTyJhsvX57yfmFg+O2GtTrF95SFPPD20heVWIIgzPEqW10D1UCaO7TcyKagSv
32Eah1eNHTRv46pQ8pebT/qUhBipiI1EyRuEH1813W9YkEi8nBUW8akOaIfxuBqKvRKZZ/QsN8rh
tVd3bvXoyVKia+ujzgBJBZ7IR9Xl+RH0SqPRLk2GV0QggeSW+bezBxUUbz14BrRBE1wQHVBHrgEQ
/1fe9JeiV7f8dZ3/3A07vexwxEi74LGOi99EgZQgo106tKmF8oZXq75TCLo0feLe4a7LlcN1Qiuc
Qpcfx4mDN8vnCZ1zCoW7BTSadK+p7ZN4o0lcD9ny/PcTXcgdF1PPaiw/Fl+V8Yd5K2jBG59OPp+r
yun6czpU44j1VfW71rxmr9e5s2KRUH6AmCki1Ly7WPCWFdtq3Tmv+lcAq/xgdbt1RsVXemeLGQES
v2NFqc9ICddeaZQGgv1l/5qyrTb8LoqQ9rGEhmw7gthSa6C2PWE7WrIh2UYpQo/5SipRbtE/fzuT
d6aJtgNTNNIGjez969SMfkoVH6g6/mK1QZb+1dhdl8q2taYscPT4QaHr4KLzbrZrDFOMm+y1jh3y
Q3MnDGxM6ty8SwoyP0wZm+8LbSxk8AgXtc7YKIezQNHcP6htAjuVOkN9RO1kr02Tm58wddwmuE0q
B8AWI+auON7fsUv6LSls9liD9YlfKd3c+pNrj1ul6THnjmRLhUEjbbltLCeW3BOXxw2ZRXGyw1sS
0VLCfz9VjsFI046BLx7bt1PYDU+2lW0aKpuic3ngoIOoLFpKuBURny9Nt7hW3mbZq939P9K+rUdO
nYn2FyGBMdi8At09PZceZpLJTPKCctnB5m7u8OvPYvKds3to1Cj7SFEUKRLVtsvluqxadR8P4phr
pd+D2lKCJyF7BjZ3Q41X5aEBFq2iKFyil/jjuuoOHZyDKeNnlQkXWPZblrySIdDsXVgeSS82xF3a
MBwyQfwHe4wc0nJ58Zhk1jAJHHO8D119a8Tw5cWHdcEwUGS/UP5BZuTjaiJD77KhS+NnDB7xc35X
50/TVlCwpgkOnlkd5XBEB8ugpq5LWglUy55L1nglePnC7jOMm5ckmn/dYi42C0uBa2jaaOtCZI6c
52I1E1h0Q8ozGXTG76Gv3bF7uy5gvlRnL+OFgMXhc6FZsVMVMtBM2xWaVrkNN/xONkFui7ta46cW
AXTf2htP/pLP4H+CkdqAz4X1LdVgqIpYy1JNBOjxPSSGcCcjO9Rd5/V54U3lPiG3KQafNdk+Nu94
vxEVLWzcH+kALQEuiP5fNAV81JLJMGpryFIZOPppCH07TIAr+mRrn8fI2ND3dVHwy3CT4ekvR+zk
6Cjv0Gcug96+K4nXFH6BMM/2rb+8x/9b0/8TtOS8pEzqQyxLGYTmHTO+lEXnTnrhZtE9ob9Z8Xxd
cZbVtwtxiy1UVhYnVg7NGZ1PaT7udPBw0fzFLm9181fNHrL4pv/LkOZCJvl4bFFhE17oNY6NsIPi
90RZbt08WM7fVWAv5CzcuNEUujBzJQPMoez5FzX8ur55C5N78f352p89JeCEYFyhjBxUQ7VrSwJg
HtuxzvFHRztWpPBFVW7BwhaG8ULmwreLRofnOWtkYNk3ot/rqZeZG9ZqUycW5ipXtMUUUuybNU2P
OQfVZG491aa8ZWXtZ1kclLp+sPADjGHckL1qyOb2JLivgJAsX7FcFYWeJLhmGkheWH4fsT3Pg0R8
CuNuz8MfxbhhQlb3E3kCVD8I6tBLVx/ZMyJkJmXAQb2C1ND3PosRYIf/XFeVWRUuDDSYwsC44HAY
q4XKD3FDO57DUqUxWr6c7+Vf4vz/6MWZgIWul0bRgZQgkUGjZa9Db7uZHf24voZVdT8TsVB3rsV9
neUQYVkjiMme+QRifgx7KJon8HOitc69Lm/xPl8saaHqMRgCwbKAPVPkKQ8/C0QZvbNv678kufwj
B+UvG3A4gGYukBRh1wC51Mkgbj2tQEx5uL6OVRU7+/7i7DW9iUdHx/db7kX9c2CVW77+mnbBl50d
jLkj/sKTERnUbmRYgbR3ReiXer1xL9fWcC5hsYZ21FqRjByvkmo9BwuhZnnIu+frO7X2yCLw1lEm
RHrCWnp9U4u4ock1PLKgbSNVi17Nr1pUuxOKk0l9vC5sfdP+FTb/mDPrDcIQjDivIczO+L6Sjxpv
d/9BAlrvweyHvjGyPJZGlU6VchtuH5qws9bV7K34eHUNZxIWx1LKtMnUYMngszO9bA5TXruAJhho
kE4D3QJQax93CBjnUkTNJIMaPHM3Y+8xy9ucJrJmVWYgLZCPc0SxLEJPtLOB1M5FILN/ygzGUUqv
LCI3wY3PI9eMN5IvqzrGkemeR3SCMmjh8Dgq6iXrIW+EYoXqW2lQL+ZvhUEPo/31PygAR8IK1W/Q
Bb43mZ6rWNub1pAPIlDGW3PXjr+uf371fJCfQvkNVCEXqW4VmlqaJvi83Vs7rRn8iTKvDaWn+g1J
a4c0M22g1seAZlq6+ejkrUirwyMgneXVfezF2kNe3JVV70U6PQlQS1xf2ppiU3QOzg1ZhCEt+lH1
2pF3SiFnEhS537npVgsQWV0QuvqAnbKRcV3iv5wiDcOsiJMgHlvdH1VKdmk0GS5MbLczh37yS4zY
c3s9fjXMqfjW5XrmCitUuxT9ufDGu8nrrcY49HXc77SCO25uIKOjlWP/KO2yd6cI031Cx/hFi7Hw
McGo9LVkqN1ac4Y9KHN0P9Va/rUrw2lDwxe2+r1XDhgtXUd5loEVZ+G+qd5sQi1r+1OrpJfrp4p+
o0AxXz+g+QDOHJo/DXnvhGhooEKoPh/gmWrz2CrbNC7GU1xpJV42MFOOlV5h7AAj/a1oCu01oTR6
Nu1M3VGt3HSEVzUE1JgA687sJsuSXhk3LYaQySTQhLjBpMcCCSYgBa+vcrGV764Bmlf/n5DFVhZD
qqkJCO0A9k+hAZyPwu3N43UhWytZPEQjq2QSIgwLNBe9Q8MWO9rq5xFPzuiAGWK5MHhm7rRDKaok
aFEpvtWVVbrDpMUb+IM1WzQj5ud+bCARlm8dHSsaDXmUBEqPb/VUc7Mu35FwdKdyq46xeiicgXgX
fNv2Rf8b43XUW8KKA52W481gpwXmT4TM1Vkpb64fjbO2ecxE8y8agWGFjIVbbaJxM0k1mgaiGUzf
mnDPs4GZjxbNBwzU5D13uQnWtKwP2109hbVrDDV/w1Z/BXdw7ukdLfw6U92RaR2F7qDdWrdK0xW6
U53w5lY+YJy17zRV/5bKIrmTVTXegnqucichkz3NEeI5vBCHcNQ74CD6ij6qtPmqd6O4c4Yu85Hi
oTueSu7qtOUPHMk+bxKcBaC1rD17LN7QjjU8V3o+HSyzfUMq6vuoj8mzESViF2NO8t3I7WTXhNTH
wACEeWPyQx9VdGimuLsxaFe685gM1ybDp05U8U1ntuR+YGBzbHRpuVNKT72K7Ju+YJbb9AWsQIpu
1KZLv+qY1QegmfBklE97kXzJhs98eioCsNM07NB1ctwnVesVUz65Iox7v6eurbtJ3bmiA+A4sryw
oKApMPihdLLMV3WtDmZhUj+lQEsVZlp4NWn4LW9g71RJ+n1cFuq/mALnnc8CRKTApS5uaVukU5t0
CH6nePZNM2+ir0W3YbrXnJNzIfOzdWZVizYldQo2yyAiugfW/y8kRetXNvp5j1EL3bhh3pbJ+nf7
NtcCUVUD8ho0bR/lpQ3W2qQNxtWSBjQgMuwDR2jFsbCd8K6AenuGGIcd04hzZ7S6+FQr8Jt4pT70
D2Eq7b2p4vR2QLLg0ESpuVH6XrvocxsRYjLk+C4uum1GgzM6Kg4GZ/JSvfClzg5R8rJxxz++ZH/2
ABlEtAPPQPeLdt0cA5rR3CwDSW2UQ7Ky/wwn8WfKp8KtGmo/RlnbHTBwWd7bdm5tvKOLNc7vKLjF
4YfO8BqUsBeODi5fzcM+ak6tnd+0bPxUOczrefiXAMD3VTLYMKwTyVqEgx9Pukx5QpvGTgNjfNW8
JNzYxDV/6uzzS570eUCTNQl8fpS3argNrT2z9l25M8EyKv+DWgDKiA45ZIko3uaPS6lBY9qmXZYG
qR0GEYse7BHzvFJr43KsvWjoyJpr5TOLzTIV1cZFZLROkwamFbl2/iNvqC8KCyN/Nx6Zd6KHM1/q
/WzOJS1uoa2DHNHqW0iyo8e4BZ6u1cgx7CvPGqWHmb8YdZy6Tt3fmGza9U5zEsR8tQW6msfypkkz
X+uJ3/dbb/pCN//3u4A7AoYdfc1LviBB9Drswz4NKvaT0m9O+49V/nP98q0ZPG79K2LhYOWmMaoy
HtMgG7839afIeSTlPkyeo9TZOM6txSw2OY2oFERhMRaQck52bIaX2mk3bvO6zmDDZh9ori0tVHOS
xZTmdRroSKCj/cdjyPVIdizYVtvMrOSXOvOvpNlxOXspNFsHZUgBSX1Ldc+ppwqV5Mm8JWD83ocm
3idZYMRoVOJ11Md2i3B15dwAzoRnDEphpE6XC83CsARBbpYEtWWUaM2y76cwPoa5daNi+zWn2u66
nryDRz6uF30UyAuDFxMNpBcItdB05OR00XCSEXHzZLizxavGwJZdn8BqooXZrhZvyqlcpn73YPSS
+m1Z/eTmJ8QOLrYRRE3yEVXwDa26tHvwCdGPgqB4jouXFSj0WWoC7YLjKTdeu6Tc2eptlCa49/+Z
ahB7Oc/Xt+Fy27Hdc2TH8CKi9LowfYOyE02j+ngq5XOf/VDZ19TBk2Ukvm58vy7qUsE+iLL0jwqG
qi9q4uM0npIsdB25R59iUs4tkS9tFKjRH9T+usBLV3vmcXrPNYE3CrzxHwUaqUZEjL7bU2bu484X
G6/G6ufh6ILCCRW8izxTmY4mBpqn06mKMIXR+G2Gn67//iVlGMwlFgBydVQ+8Khf4BrTwlLIzmrj
qR0eKWZVM3LUxteKn5JmX9Mgo/9gLtBo/WXD+FLsezXnzBKUEy2sMomnUzGAjfpZoInj+sIujRoG
UMx8VBYwE5d9Zp20UlHGWfyYNBWow+8kuIqoedCqL9flACt5YdQ+SlrYaNseW8Q8cfwYYpSaCzIK
Bfpj/YcJLtaXDLBecDwV9luFttxjlpb0mFC79FtTE9/ycKp+MKaUW1n4efrA6j1GScZBg2PfZ3r9
BTGjdSK6gRH2MrF3SSzZSxRGv5IWyGNPTlb4c3L00RPWUO95qto3U7LPcVsQr6zt/BCBQf1zZgzx
AHZxRz5WBSG/ZR919Y2NcOAunzT1onXABZat7ex5H/J7mZUD8BhZhbyQ1jwJrn0RLHGeBqKh7ykt
9EM6zkOgozwRpz6yqwNqvxZA+zU1d2DSL7nXYbbnsasT5jFbaAg221K4KcHEiA4E5QezS+xj0moU
owOouS/rsL3LgHk9xoZVuZHqpltq99GRFngH4qkRBw0K44IO3t7VIB/Yd6kiftSQMDDg1aPAkmVH
Qkd4vU1dewQ0M47bgkrzrc8z7VHE1ahcq7e6Hz3v01t92vMK9JNO9Z0K6aLb+AZTnXwmi+xZxHZ1
V+vdk9AaesgH1R5juxh2osio2wipI5JTo9eVtPFYFVqPYVdWpxZlwa8WkdqvgvXDXg5xh7n2mnY3
OWryRrNh35Q9F2pkkz1a1VgdEnuMccLGNII+0RLfqtbgTwXex1NiyV+TZYX7ekIGESxTEhA1Ve+I
I9h+klbhOSzsb1H/6VHHz8KbXjglgljJQDTV96DLAnGMYSTxkaSxja/0nVcNBHNdeX5nhuPkTxYH
uUjdN56W+y3zXnRpeIk2JM96Az7cqaj4c0KK+EGMyGUXqD3d5SwyHjE3ih9kWGVAhLTVrjSi8lVl
bXsYecq81J6KA0tD68EwwSEkgZdyDR1ZhpHUpdfqU+KlqAG7hpWy29TKze/6aGq/jQZ+lBNnkw9q
InqssqTddYWeH2SrY7P7THNjjqZ8JOu0HR+LZs80o/OJVbdHOyyMW81sqwOL0sKVIaJxbTTAfVCH
nUfimBxsquBUZNzasPtb5mXxpoHHr2TAisWPIC/YE+dNyYMTDX7o/LxuXtiadUESGwht9H7iBZ09
xDNDiTRbNCT5IB8HU9jflcVi9O4NVn0bmnaLO4CEVUtDvmN6M93gIbHdqScOiB5VdcuMxHGHDMig
uvuGbKNnNY72MFRx5pH2a0nRAqNYs2ulnNx+aqZAoNvgB6+hMcSW+7rp0cCHWQKe0nv6mCNSOvAG
kXXc270Xt5jpo6q0eGgwNQvYMKkOGpnCfRdS5Q8YvhvIVtP8sk5fR6eubqSFzIhGY+Z3bdf7ttPa
GMlbtj/aJs33me38BO1zjeuPrCubpIO27dB8GBXSU5XD98Rq62d9nPodWsuV8szE7j4pM0lvAMSy
d1XS/EZHlHNHK8tEiKG3h87OKngBGpqKshQKgY44C4gHHZFIaHYuq2Xzu5EGdfW46w9hrZc3Iknj
HWZKycfMaEsvr4V66vNxK5O/0J4/8TNQdnOH0NyLtDhUDetnztg2J+WAggfjvO/gC+5zokZXr9hG
X+ZCg96FzZMfkHd8b+RauPdOnIBPD7X8E8ssf7C0h6rPA4yozbyQ88RFanSv5/wXKf6y2Wp+43Fn
deTOAVRD+WXpG8mZR7EzMAhzGguQDY17zA3bqiKvOJeYEoRYDN4RqjzLXCcBZ2dSjJN4JL1vdkFi
7abYR6k//suxeX9WcyZoEbuEMtYmWE8I6h5DihGm2YbvuuaKIUcHoMU7zhP/+HjVQf01FqLWxCPa
TE5iFJgL0Xc3Iu5/T7J/CoWF3C15UJF+X4v+n1INL9dtDZ2940W4giQLdhI9nQDfLtWSDV1M21iG
JzYVo3SFnTmHGiyZLxbJTFcVIvLtpk5vutga/RrULPdVltYYWdLXQTeo+GsohPEAfGm4S8kYe5Nd
Ri+gSsh8p4MGoFdj2Ieh7txUIZ/2eCB+A+mqHpST1seoicoKmB0j3SeW6p7zdLKfRNmEnlGn430v
SAWKL1v3bckGH8ltpGonJxm+jjiVp3Ds2BM446PfYcWLz5EOT+r65izxRX+uEeIXim4vhI7LXFRi
hFYzEqc+UZAiajfw2FxZ5T4mB/hj7gvtteojmJyN3OoiVPsjFT1myCQStDxflBQTlYIyW69PmVH6
cDo6BMdV6uUa0jup5RwKlonDEIqNsGDtVs2pVbQxolZxwYdUZxyUDErKx9RkD0UoclcLyZeRqVsn
Tw+RCJ82dneu5yxUz6YzQRVkIj5f9nIlg8ryXGewFSUD/5VshnuFDNeuR4Pdbsqt+Ba7oHewlcR5
NBvbuWsnod2iwBxuMTrO1+zaTyEfr2HSWlMDInfxOEiMqMvqWyDDnydz+OvaE4q46ChDiR0W8oLb
yGitmHWJJR7RdObhpXJr+0WNKMH2G+H3Sgz5QdAiPlGJ0sbMoOKxdV7jSbkpQKfXT29NAuYKAp2A
KVCw+fPhnvkoo3JKu+AtUhXG4GqW7mLw/XUJi2vwbnxnmBD4HcCsc8Eu7ExOUcc69HECx5/BJzej
uVtpaEjgsAh26pFhA2K3JnFmksAkClQh9aUtzEZkpWVd4njQVXOHwJ/dT5Y+7YxcOSdR2ng59bQW
n6aGbA2OWHsIQCYC/l4wM5I5U/VxP1PMKdB5OJknYqjxEPcmecnQuvDMyJQdHfTcH2zUW+4E7Os+
ivGkCiXBVjwZ0e/r275ysCi+AlOEhLKD6tHyBeej2WOstXkq0/RWZsXtVhZ5TQBojAhaXE0dHAvz
/59pDlF5kkRjxE75vWE95ulfY2nhg5x9fvGiZr02yNrU7FPT3abpDaqf1/dnxVR8+P7s5539/KKj
qQG8Hzsh/5t3vzTnd61210WQlUcZSAVoPS4YLJ6zWANAeNQYM0xXLRn6QDEBTWM1Zq62ufKk3TO1
Y5FZPM35x/GgJCDeqMyWtxrGzGBoUfTMjcgFmYa5TzCh6SnWDH3XoRD2PVH5+FVJOFYu3E4k7A1r
Cwq5ONw/bxduD3qumA72lMUvT5x46jWFt6sDH6sAixtAGT+u786FIw0S1jnDOmeuQN+2HDyUZHIA
J6fGgoY29lHEEDSJKfQp6784Q2wfr4tbInAomrGhp3ikgPQDZHFZXokUaVnLMh5QZxKfQbgXPaak
NZ4ZSEh/I9fb+Ei3Wq+NMg1MRiSkcvUilA94AbLE7WqjOgKNj2q3NHsfuZzoqITeeqVWg8m8oq0X
KaQzmgqJE1FX/b2wJgPz5CvkTbIG0GJMVntTGEfrInOAIT+I2ze0bT6Ss7fvfX3YS/SugEAL4cLi
yBxzijK7SXiACb5trfDrdwn7fH0T12Uglp3b2vWLPsUC2fJQ8ZwH4CfxIuCKMvWI5ryNF2Phwfxv
JSADAn3LPD1y8SaBA73tlYp5YE6V2wt6E0b0BIOPar7UEPRoN9dXtTTafwTCcwYAHCi9i2hn4pLW
JGp5oBfat06an2xZ3g1J9gQQQu2mmXgoW/QcVdpOxvQZGfCNMO/itkE15wk0/1f+4plP8jABrKHn
wdC0t10S3TUW28hGr902tOXNMQr4u8Bz9dHcoeA7YZrY5ARhnZNbzYFLPhQtPyDBz4+mGOjGnq4u
aR4/AjQi6plLrnlJuo6iRusEhn6yksmLo62+lS0Ji01Ly47CQhEnMIc9sXf6ho+3+nkYQAx5ozOO
af7/s/dBDMPg5KJwgi7rkJlq3Y33+T26vbivcLkQlYA6+KLYOaJpquj54AR9frAjzNRh+Z1Bd0DV
gJ+q/xGOuxLs+czXvl7X9oucApQN6AvQHc5W4gJ+QPhEmkJxHqT6KQu/EOszqFUQIRYugDv99APE
vNcFzgexXCiAlWB8QrM5WNYWLpHQnEIfwL4d5HEGnye8RzL6tshQGjOrsXObJASYFLPUr0tdO79z
qYvzc6pcZLUWOcGQGZ8zkJS0JaYqXJexupUWfD3LRpnnohiXhzSWGUDGAZ1aQBzQZ4uZ6tr0NWue
Wvrc1rE/Dj+vi1yzwCiMYIoifGqc4PyTztSyZ7JjSliwwPkdTQ52dUSP8v+XiCW0QjV1n5WYhBJE
cfzDaY1Ple7MUCm2ER+vmfmZ3w9YTm5h5MnCQ7UyScsE3f0BZkL+NNFin8/DolFR+8eInc4NkeQ8
XF/ZqibOkG8TGEv4ZAsjWCJOh/p3PAhZOOycrhl9J+RyZwqkVfWm0XfRoEp/pIDdXpe8tlaUGueL
xyF8yRAXpiocyUDFUzihUcsbhN9Yhyo5svQ/mC1AVECaiPWhu2ixqVPX6HNZQzyBkrE376i1EVut
XStkPhHZwHvGHJHFZc65VVfpKMUTReIz9Z2tLuaVdwpxNWbcAjiKWT5L8Gis9yZafCIWdN2AZh/d
HdBLlw9PmDpw/URWBcGww0FH3zjM0seL1DVgp1BdbwchEBOFER/1YTq29H6Tn3plx9DmBXcJhzGX
7hc7Ji1F9UJvrKCNAQpoXAeE+teXMv/UhYFFnha8icCtw2VajtepIqsABQ2xAmr1AdLqn3ut+twg
u39dzOpCwMM7a/FMVrHYsYEmbYMJO1YQ93eVeSTZ31vs2TFBIgIZMwN/fzwRqYwsrwdpBZ3pJ+Oh
aD5d//0rt//D9xcHAWbUkliowgXgfC2+ZXWyq6t4x3nlZpjCxuu/v4nAqSDjiNmLeGWXiJWG2MnE
Y4cG9BBGN3myYcuWUMrZacUwH3DfgcCPXfri2lSgXhv1NDCmbO5GnpyvaPir3Yaq7jYqYGJYb1f3
PEdIYGa57knA2g9FMckDbzle/MrMwY1oD/dOn+v+9b1eU0mg5dDogNEUqLHPunT2TAH7qfSJNTSI
ev4JbtqNFRWFz7RwC864Ylhnzn2kOWGSZhbXj4KyVI/L0M5pYCadCyEuaDK9CiGQIQ8MQLbry1oz
GpaJTCciyRVasikFjUo2ZjQgWkCQQTbRN8TpyyZTwJqqYtID6OQBgwDx/8KKc57XNBLKCojzSbDM
JfrDpL8k9L7Q7toth3DtrN7nmONmA22xfJtKkRQ28vhWYEWoHmp6pnxLtrZvK7ZVPFszIeeiFlec
h6hyYSopTMjwiZbPjr3lka2qA6MEWVNM2rnwKdBu2fG+wqXrU652lI/ST0t9PMbMiHddZ7F7Iaqt
fstVoYDOI2B9H/m40EE7S1s+mA7sr078MI12Cdx4yu+bHJiEn9c1cE0zwOmAOc0UkT4ozT7qu0XK
Ok9qbgU5yX9TgTony49dZXyhvPk+9vnnUJFowzCvKQjiYtD4Y34RSB8X2qiRZgRMA9pYiN5TWWAQ
4ELzjau1phpgdaTvxRKGoufHheVhlke9smhQ56eyky7wjNd3bnUVmCtqgT4SDtjSHrdI6JtDxGhQ
El8vMOcClFH76yJW4gEMAvlXxLzGM6sXG7JiE3jiglYr3RHwB02iYl7/7tipy793U3RwhrfrIpc5
xvdnAE7FDFZE+Q8g0I8yS9nWbebgGQALTvM4DZ24lUjYHaihqG+VxeDadjS44O3Wvamz67uKt/Wp
KkbiiST+p2TlECSRX9tiX4BsEYF6yA6oCiYu5odiHHXHebPVRbp2YXAVQYWPMjMSmAuFolZnVqyf
f/Ow0xABmjfAoAvmdvS/KBUyQ3PDGGiCli4L7eK8TwTsdQT2MYxSyVxUQrZaB1dXA28V6FQsCFj3
jydA9IJoTLU0mPTXkcDqMMft1A9SlW5sdIfr5716TXAJQepi4JYs/WMMdmuZ3k800KdHzo7DFr50
7ftoqEKUYiN3c8GHUKciizQCJ0kr5UuV9KcUlbvrS1h7RM9FzCbu7JYIMeiNVoc0SCoyuU6n7YUN
YwkXdhehu+i6sMvaL9wkqBqIRAn6LS6a7U20rIYRssFBVEc22FpS39SaOxHnu741v2mp+YBmkh2G
Cn5pp/zvqJ/e7ybSmAhk5nkDOK+PKy2nTDP6Sofsoqn8qhpqdM3CgS6o0e+tdFQbj8OaiUO6VIc1
gJXBpLOFPAsdF2k5sUDTDbeNzEM/Ejd2/rLB731ZuFRog0TmHmCDWYfODlAWQNHXds0CWwWh9pBu
FJTXVBAM9jO1JTiM0Kf98fODMplIgQ0NwFys/Dw6XteId9a+Zbh0/v3FLhlTzZKZSiVIMwtNHBSY
qkBNQCDy2KCxW8rQPChNbwsPhdO3OtRjhLnAJPdMaIBTZekhJZnYs4T1XmKgS4/qffdmV1X8NLZD
44kiTG7Rg+vcRAq5Q9Mp+dciFeHGOtbMDpi3QDyKoA+A8IXhj1hWAMBZ8QBUzJioa7pV+lSKFLxm
0S2NnY17tHZpMcB3DmbmMQbWQpVNEutVHY08KIsb6nwZ72T6RMyb60ezor/vnY9zcgvv2TIj5JSV
YZQE5YUsBTdQ76L526XxxqXcErJYiR4lLXi+EBQRkR3odBg7lDGcjZWs6DDaq6C88Arf541/1OHM
zjmgkw4DUVT3AgidD0jzFnxqQ8YyTxeifXwAIzYLBgzviprxnifTy/UDWTl1LAPsoGD1Q1HJWeyV
La2opRX2KhUvJP/SsE9N/kV+ui5kdR1oeAL6AF1PaBz+uFcgqWhBRcqwjs4lpkf+rpA8WysMxkSo
jFfAYBe8hBHqchPvKjsYB3SV+oW94VfO92xhTj58fxHTKKPoS2Qu7KAri33Osruu7p+HPPM7037Q
+PSdk+Qr2uQ2xM5bvxCL9x/pEkDo0DS2TASTqCaOFIoHdb/Lcl8/Zm+acvvaC8MN939FCc4lLfUs
1mIujLTmgaO0J4HxRaFV3kST+RiTvySY+POy/Lsoc1H5Y2DFF0lW8gDGzU1Ty5946coJifXxx18r
3YdFLU7NyMmgFTGs52j5EjQKW9Wp1U1DNA1/EEQsF9XYMe+UCT4JWOfYulUMGEq2axvrYYi0/6II
Z5LmX3L2Gg+2NPVhNpp18z3PDbdzfnI6+MrC3M76V7xVHVi5rZhK/u/CFq8nD0Uhc5rCJNjETdkc
MGzYzhUD/UHCwuhgQhYQPCOMTpHcjPae9K/plg+wtYjl2xmPcYUQBw9N/8yaH5QermvXxhKWbB94
ETomBDapdF4G65su6dygvuFHL7kQ/9yWf4+CLW5Lpipe1WOB9F49IHgrXyid3mJe3XeF8UnnzSfK
1T9lqB1MS+4ouPUK0u3+y0LnmgYDF/YFICDto7zhZGBBGTmnWKFb2om+lv3WdOD1/fxXzHyeZzoO
2gCT1toIrIjT3icO+QnSfRR9ycZVWhVDkXebgQcg51qoheEMJeEgFg5k9FrIb2X0O5UbWeFVuwAc
yVzqnwcDLK5PLBjYE7qIB0J7sArlggvW5ZgDkn6+fjBrmAZknf8VtLhFSdk2PS0BrwnHCo0vg8d5
6NXdo9KkS8bXKHtqWubWRX4cs7frsle3ce5JQ4c75uktA2JbGElbSsmDPHwA6k2C72gLVLh6gc9E
LBSCJIYtwS0Oo1e5VncQ6u+dhjlnj+FwgL9DsRdXy0xBuhBF8ElkyL6WcfdKzHDj6qyf0MwKDCkz
V9Mib2DVojTMlNhBpH+NIgH4ZYk5RXUuUyDF6l0DtgvBxses0I7d1OyHKfly/ZxWdREON9Y3uxHL
jsuUSIQXgLIGrXKV5dtvaNnCn+tCVtwjBCf/ClnsZFjqOZs7R4Ke6KXw9a780Wg0fy0a1j9rjt5+
z6eo38VjjWkocThtePurZRIYDoySQ1YYJfrFhUsByCJoVWGBMdi3okgOrDP8Jmw9g1SfMYzwMIrx
ZxnFv8yhPtpMPsVpd8uz7qkj3W3W8t/Xt2MWd+G2cTAMz7gY3I757pxZsr6PprYrQjuYNBCLx6Lp
7qNCZoEe1+NzLRx6iEi5ldRZFQosznsXErqGF7dFw+wZfdATFnBAQUGLq3wU2im9mdKNp3vtsGHT
wJIATAvYLRYqHSd5nuJH2AGBe+WClmqPxr/WjUHcN3WTvhtJsY+M9kYMxvPf7yuwOrCoOGJygXqP
HC71CnDOoMm/NfRnWT/Yrdrbzs245XivmZ5zSQvPMZ5CZatRs4MkO5gh5vT611fyTgi+VJG5FRpV
LcjBPLmPKqKHGE+ZtoYdsLTMSjfTJPeNsVK7CqDm75NQX/DmJ4B+6ujfEHp6W2Yive+tunxC00l3
bGIx3ihplpivNtpoidoiYV6z72c/cBkQ2CLWbNLilEczvm0K5Eny2i3/cvD1u3dzLmVhOERiJBrQ
9yjQZ6gF++ZW2nZ1FXjkYeFBjwq+xI/bnNZUD4WJxz4O+beahrehXbyFzVYCcu3uwcKb87zlGdSw
WEYKpKSt2fCQHKvwM7RTinI8VXb408j7N7NC19x19VlVzzN5C/VkjWM12mAg5zjpPijnTqH6DzAa
kKEAHQxiFwaGhIUNQ5TdENQjbGCQvDj0a7Xv0d9cuKS6M7fiqNVTOpM1v2Fn9rIbTTlaOexlmXDX
Lr7baBElW+762kPoIKmFBMf/Ie3LltvWmW6fiFWch1uSGjzEkegkdnLDcpyEJMAJHEE+/Vnwf769
JYgllrJvcuMKW5gaje7Va4kSitwEYVLQ3yQZEppKfYeOGZ+XDWgl0KEw5HfXV2dxOEAVYu6QTbtg
GCrmbpwKa3QOlcHfazQfGbPzjGh095/MyDc7+r4IZw3MaOZ0YGa2R65/Y9hrQebiXoPE3weUEC0e
4u8ni5OBFqPJDOCptJj/Rhvvo56bK6CTxeNzYkLaa6wrwRPAhAkkh6zApRtFeWx4UOvP16dsYQ9g
8VFxB5gC95dMgz6AdmpEacw+2CTzJyGXsUXJmJlfr5tZGA/MoOERkqcIAuTKPiSGY9bWxMbLU71D
9gDcY0iha1O/NdJub8z1Cshu6TYRm1p0IVhoEJTrqiylaq+4lXCjemTqL3X6njzaORTT0d8fxWqS
3nd5aqAhr1cDUmiHoqDb2CbVJjVz9a2nanEH3bq15OXCQUCNF3sGyWRM+AcP3snWAdcuiNOAHDno
Nhpov3MlCQxUAP9ism1kyBHyIIHpSS4+JSDcBQjFBh97lvmJke9mNf86l843rMK9hbrjdXvie9LN
DWaX/9lzZAXumrkVpMDgGBOKEDJ0+w4sMAFxgsklfoZe/nnFnSwcQLyvIITgoboExULpkVcgiZ51
Dkcs4oRG65fR9fGsfV6aP95Rp1RVfN7qX/m96vzN51G4QJcUgFIo/p+7D7esBqhi4/OF8+BVT6jO
/sXPP/m+OIsne2xEuDRBE90+5He6tmXZ9vrnl1Yb7GZAKYriry0zuU/MUgiCWuvQ5kWHFkA3zOb2
O4iaNuU4bMpK+a251AqUYS0yWnJVp4Ylt+uNHhI++gQMSE2CkfbBYNVg7XoHi1t4fYhLGwDAFSBJ
Acu7JMSj5QiKuh5oE7f8RtSjt3JNrXxevqZGNI6OOsPniUoB2rJ99Xa0Kt5aItELxwfXLr1HbNA0
DlM/GgfTadygBbJ0Z020W7GytB7wr6ooWeGdKec7ujTBy6NWjINe7PJ5O7K93u7RQ319LRatALYv
aHE0cMdLY9HcftTyodIPNRID3HDu3EJPfA4uTxSz1tyzcByyJ3M8dArgJoQcqozQIABEc2Xq9EM7
GQkaA8b7wnBeWF99b4DZ9nPbS/wGD+frQ1w6UajMqsBQCPkqOSNSUFC6mpQbQJ7XDyCu2Lg1OgYM
8jYNyhj0WfVqeMjU97m31ji8tBMBthPNaIIcUb4l0XhGJ7tNjIPa91/Swnugc7FyEy/deEjIQSQS
LMZ4DUjrV2ac5ambGoey3SvT5MdK2Kffr0/g0rIJqClK51Ahv+gOGDIhLudVwDglyCr4kHV+L9B0
6uulXf7RO073+QgmgLgy1M11y4ujw1WO/YJ776J0W1atZdQqzoDW8uFH7Tb8m1vbeQh21HnlICya
+sBZoR4NIR7pVgK5wKQ7CjMPMa0+ZW6xhwzQfVytkREubol/zcg5fBTweQMaY5gpdqwM6I3CKh91
SUFzj/YikF2hwHl+O2nEaStu4/tz8wnaaH385mpf/2JRPEEXB6yVBbDwuQlXKbO2Qm31MFTNN8sc
914W/2K9+9/MyIRgM+pc4I60DdzjBgvBAuhtJ9z4SFqk9spzYHHt/x3RR0715EpPbRXcAaVrHGrg
LKwUKabMd+yVDbYUowMt979p+6i7nBhpkb7O1CkBsjqzGUR2sknZF05lbqa2p4FaAMYzGqvIq6Wh
IUeHZ6FoWkdJ93yx5jbOBTzdPKjFRjH3afKJ0JWs9qIJIHZgARc6MFHnJup+ykxeqIAvz/nrGLMn
Iy82FllrdlkzI26yk/mztaRILfAlHyalYF9oZmahVRTK93HW1hQvLJE+kS8q9PMigwOXCmE1Kb3C
NbUwjDSxDmhiBmlzZg7blmRtwBwr731Q6lePxTxN2wpKP6HbxnZQ1woPQDJFcbAn4J1pR/edA340
nmhWDwZ+Nd+1Pa8CHZJR9y44qXxidyB3cPrs3q7YEWTP9meVNHTbFVa8T9BttFWpgWavqvcLinaS
ydbg3hv73c7cEXyckNSNEIuAUnUc+wB8KMlvpdABQK3UH5aiKq94LOobJZ3ax3biiINRPzS3YKrR
wIRsaj6F9uGzFUNjjGRpFprl0N01VpWBoTley1ctuD3g9jGjqEsIdVvx95PFU6ie0MQBALDWNlOY
1JvrLmkhisHn0bUA0VkTrk9ySc1Y58DecevA2kc1PYI+SdBLFWstxIujQOAC9Vmkcy6e2bQG9wpa
Tq1DbgQ292t15aW3sMXBiiSQxIj9AbyVtvjAWkLZ2FqHon5yuq/z7HdrAp6LJpD6EZwq9mVT8pTU
hc7jwjp06U82WmDn7kJtXonAF5YDng5dBgApYixy3APWct6anWcCp+SFhlH4GqT8FKQ/EtCPXV/5
hfGcmZKmLE1Sk3ljah0SD4RznxokGPTtdRNLjhvpSCAHQbgpWJTP925OvJnkDq7UaugeReq4ruIE
lHSgpxhcc1ta7kp1aWGbgbEM5TMAIYUitxjzyWGBxmHS9oppHNBi9uY40xYor+P1MS1O24kJadq8
LImHITcQNmpaOGlW5HFt35T87rqZpcgREs2uKwh8wFkh3z4V5UrZO8aBj8W3Tqvv52be2QXIsuy0
Drukp5AyX4PkL04ffBuSoSYYdWR22VlJdDpkiPftIgJpldWvzN3C9z1U2QSDL7r84AbOlyefLIv2
dm0cJhvdkG7mN/EaS//CAcKrQdRvwWQG2U3p/ql43CsVR0AC2vD3RO/U594o6k1RK+bGHDV75am5
OCLB8gVGQXQhyY+IsWsH3g/oq4KW1CYGfQ0bVp4piwM6sSB+wcmWHpV89sYcFvo0jkrL2/dK+tD0
c+D05VoIvDga0JR4qBg6UCmVzqunVP0sQuODM/jMUTaxpa14hIXTg3v/HwtyEA+qTuRIdDxLJhK/
JTbgvnysX1wOL3f9/CwaQls2gNeIti/6YkHTOzaQ+DEOY1f/VmIIk7qzkfqF3qxZEpMiRTyAd/9r
SVqgGr2msz5hxymvHdmY31qCuQt6EtblZp5uR8R4KrYufJvAesssQq5ToW9mRihstt03k9CNW5RA
lbsr1+mHeo88KGitO0Bb6AIvJx0jU5+bDpQ4+qHjau5PagGAsVlY6M5s+0PWWVZYVr0KSvrZiMDt
1H+xVA7CXgTknW83hPux7TAksTvFfVQIzfYkyylgFPGw1a2Ov+YutwNOWvfRqJv2znaV6gtoEmig
JXH9jMWjDwXUXUMza61gMli674YYPC3xVBRbPTbLh5iiiOc7dQli3NS090XTNZ8tpckfvCROw4nu
566/a9CA6Sahm4egA9glPA+5FmRKwJMYsinuA0mY+QlRG7LQEC8PVXDfRKnhoTFBUZsHzR2so9W6
yR8Equ7G8ki7bcg4bxso4YGlqGrRR6mOQT0iPO1tqI8IUvg/U+Vk4I4luq/XvRKaJmSmjdjNt4A2
Z5FDlWSfa10O6Wl1Xlm4JW8BcikUTZAghCyYuFZOvIXJZsLQXoSWBgDPI5aEJdmE10/Wogn0GrgQ
BEDH20eB48REGzeQc8li62DHoChmiKYzvyDvQ/123c7SuQLdxz92pPe4A0HmFL0T1iElX9N6k7ab
uQZrM5jdee1rdYd0/lqWbclpnJqUZg8gCaOqQFNw8MYtIIL2vE2GFQe4PHsgCRfd56Kf9HyBmIW8
E/cGRJGqUAaAXmyZGvt5JN/Bw7jyOP/A0pycYh1JO1CViphYPMjAUX9uzMtZkZO0oBHragZC4Ryi
OHan2fd1ORoAfxQIk12z2eaM93vkfYsg17RkqznxdxHQ/R7yme48UFd/KmNX9Unu0eMIMsPf11da
mvaLn6mf/0wNZJMxQxtq1E4pdKrL34qph/rg3F03I91uwoyAnCP0Q3MyiCUkM4R0UJPRtSbSj462
YTdStH58XtD5wGmagH/LLnOGV7R5ozdRt1XiL14d3f7rwTKCRxoSiZeEoqmuFcxsWRPlQ2DloTWu
JFmWZgfpDnAoCuJIW+5VKsbBUdlA28jMHsi+L/5i8k8/Lx2tmLTIQLT4/GR9sYoXtgLjXPj16OsC
DQKQIyogA9KxAqmb0mWK2kaNEbroW1sj/l35vhy3sBapuzTG90cammg9Ol5f3IUTcPrzZeRwCf3Z
ahwmTH7b3uW9tUm8Lphm57bbQWxRkVTHSwsRGAqj6vlBI6yZukq1GsSRexAv+HMTZVYTeOTn9eHo
4ihJjsdFnILOShuQ04uG0tKIbZZo6LfGrzECt3ONQCttGkB2Ud+mCgipawfePIfneki9sgntHPq7
vu3l5FeTqs2zk/LvIFgv/sxTRj5DAWf8UrE022mA6n5mxOHIKlltoCa80H3eoP3Zvz6EhRUBZAY0
JIJH9bKGNCqFqSbgb4iGfrwz80nfszybwyY2Xm83BKIHNFiBXAW1PemhZxZV4XhZm0dtXQ6HGcyt
Dw5Vp+Os1fNtd49Yfqy6oABDaw+qHtJ1YLg8z/AQKiPK9z29S+rHITtONz4i/78VByzZQs7jguhy
dkuwYBROGdXZo+ZuabuyiZdWBvyE/3xf8iRsULC9K3yfMFA1fmLkyaUrx3HhtGOi/jUheROD9Rw4
J5hQtd302W7C60supUUwQ2BrQgCP4BrFITwdzo+hV/R62tkGjxBj6Ob3ztuq+iZJf86/rtu5HAbs
oMqA28gwbOOj8fIkUoNwb+FYhI9RRfbZhjYrC7HweeA6gRVBjQ5PBbkFsdVZ5rZmO0e8/5Pum+T2
Xy9CFlykAoyA7urzWeKDBerWxBsiCOL5xktZrqUKFn4/DIhADDLAop5+boCAEQ+xXj5GY/tLd37l
N1+oCI8FGasBeJF4855/vplmswBd8BilSRzQHZJVKwYuDwIMYPZFngNVaEPapaODvDDIx3hkUctP
mshVn+NiLUu4MEkAK6FZG0kBkILKMKx8UGPisMyKoK/YwP91P67vUSkeFmcBdwBYVXAQoGIsV9Hn
Pk/BbF/YkfXYqihR5hvqVRtLe7lu5uNqO7+RYAft5gIeid5GuZNtjs24A7WvEzVppL27xU4xt82f
YfpF9Z/7pLotD/l/o0ITMIp8BjqC5UIf1KV5kk6w1qeT70RV+RfLgsFAVBoMHbhkP9SyTo72DHw1
SPzKLso12//ksTWk1sKy4/toNwCFCuR95WhwsPS0SdOui5ApDPQNZFJWNq/w0tJ6gB4ImwpYEDxS
HOl0QMLPAWer20W24DDJPnfZ57Z6cL8q32o6b64v/uJgTmxJVyx0a1Kvj2FLAXE+HukKWytvLOxi
VGbwngNCHK14ctbR5IppT+3cRZb61LfG3gX5EXc0sAb3K3f40lhQf4CGFchDddyw516FN3mBJ0wz
RNVbZ+8SZ3f7VOF5BMf1oTihSsuSjF2qJIT2ERJmvbMBPcl/+760FJWWzlYfkz4q5weFgE5zpaK6
tK0Q3oL3By8BpLGl79e1oRjaQIeImL+r6Xub/qqbn7n6o+B/LBQOrw/mQx1V3sRIln/IF4JaXqYz
sYCCmVHN6VEDgPy3uVHJvj1Oaul36guI1L38rkQ3wE8orNRTMMYhKZ6b+RPeb1m6cpzk5iXhceCm
//0p0r6oKs/rkVfto8mpfaY8DcqPKftBlCeab8vSt7pIyG1kX67PwMIVhANsI1ZCygl8d1Islhg1
hAZpCjf02v5AOq5bozpaWk/gxADSwaZEIC4Ni9eqgWYl4YcgrsOyfeM1aL5qADnfF9Ckq9zvfzEg
kftG4A9slyu9kFSXZXmreW0UW9bnRolDXk9fB4+uLNfSKcbzAtkIIG6FZzo/xSMnJdNrPL9AdKfU
O4WseDzx/+WN6eFKRQMO3jAIoM6/b86qYipJ3ERqA4ETOxynQ+8+2vXnjnUrDmlpC6BaBLg+ssSX
haqyNuM+0XU87FNmbKBFp/vpNLLNTB1vZdbEYkujEokzURrVkNKXn0pWbFV2xsc+Go2cvgLs3m60
9KWKRyPUWVK9Xt8KC3MIUhXUkjUU4TCXkiuxx5o4hV30kcI+UWib9cq9q+9T6K/e/mLC3GE74LEk
ku2yCHNKkMAeZljiySbvumBw16RsF/YbxB5ETyFgl0jdiUU8CRdaLc6KdHK6KK6AVXTCtFkLpsWO
ktcGlXEBcwN4/DLVSHLCK6Ucoy4pthNy/Q7hT+oAqfDJ+0yd6pNtQJtPTdTbtx+eskDx4RGiI/cj
nSRdTaaZd/MQ8djwnf51hF5aMmkrnn5h/sQbBKlDVMaQDpDmr+FdPBg1cnvZN+3n/HZ9o11+HD3j
QP/AjaLsdsGI5DpoD6lLL4uGAervTvKARNbKtXh5SM9NSNd6X0FjuoXDjDpUK+bK3buK8wlKICvV
UJn8DLcQ7OC1IBAYeHXK1IU94+ZkQPIryuO22k8mGETmODYDZ+6fHK+6M7XXhLUhyN03bmMnjyym
01uSkfKnWzf11qP2iIKgZu4a20z82kKTSVWVZtiXbrL1cjNd2T2X1wsAtVhOVKURtl3IKiR6PprT
nGRRRopdYjaBq+3KebobXH5nI+xdldKU218/ZshEOR/IZGxWrPj5SewHlnu8M0hEc1ULTI36lf7o
h13thUStx42TJ+DZUTwjJK49+VVivDfM5LjD6bAZu2xNsHghcMAUIASHCDlgRhdtd3PLUESYHRIR
8nXKHT9VN4w+VPG9O35KO0CLoXLRNT89e61ueulfBQmYhZZevPEvW6/SGUhU5lAaQaDRn2v+QksI
0qQj+F9pZxxLow2vn7OFcE2kvpD8spGkvwzXdL2uC1JqJHIBmZ7ahxnNIKm3H1IrNPlL725N5VPS
8tDQ73O78Evt1fNYYFshNe+yKdDX+vIXDj6QUGDHFKQkl4hTWgBTMAP4hpLgtk32ENq8PuCFU3/2
fSk6YyWZPJX2NOrYkbal36KvnLK1Zua1UUixRk0tjybtCMnuzNrU7E3rbmSbEGfmdBwfWmsntxcv
JjuxppZGkxs01R3Xd063sjcWB4HuSRHy4dKXU6OJgdda0Uw0Gn4Rd+tpK8+exZU4+bzkf1sEm14+
Y47wJhxKiKyiD2llsWX2kf+bJdRLMQYc5cucgwUhI1sxaZRN96NX+521LYZH/OuY+7KgIS0BGTmC
kYTHa+HswlEGIgqZTNxjSBPJTq20dG41bk0j3Xu06Dabi8BBqKR+jr1kxWMvmhJXsHgOIJct+U9T
H1AMMBkWqg5RwwcMKo730PKph5Xi6dKOAJz9H0MiGD3ZdL1usdKsYcjUjm79qb27fjaXPw8cFGTw
0DEpF5TQ2zgwvcs/zn5Pt+PKhlucJvSkIJ4UXX0ymL0ZO2DcrYZGihHk1k55Mt4U4pdryOylfY23
H5KcoMAVypTnk2RnJqtzE5fHxEPHQ83Wr9YK5osj+dfERc2q0gqoy9skSqDOKm7Lo5sFA1QRV0NY
saLnISwINk8sSeUREk/xmNoeiSAY35FtPmyndNP3K6HY4sKfWJFcQVO3EOwZXBJ1kEse/WqtcLU4
CjyT8KDwcLN8iOCe7FuonY2Kaqc0iufAQAYKJGvFnVVF17fv4sKjTwJpFuB5oQp7vvDgK61QX7Sw
KsD62Mk3h981418cEfRRopqOzArQyfJRB+zfmKy6jBxUD7Pt4G2uj2Fppk6/L42hbCBQOWttGc3e
V2vqwgxJuwQoJuopa75ZvBWlrQUiDGRnkJcSgBbJVF0Ucea4SRWRPG19ZzS/o/XoK6gKA7Uuv6CN
a29Xik+NdFdCkaBjpt8CT9g68e1OzRNMnmCsxkMDvErny5blaK23CQpberxpnK271hO3sC2Etp3o
20dHPWTEzr9PKe8ZQ29BpOf1Ux3H79Tr7gqe3X6GcNnA6wCBhDhafprrRaumDWlhJn1/s9aq1wsn
9Ozr4u8nJyibm2bmkOaOUh19vJG9su3WPi9ta4MDqtAgbRZ584u3sfOv13f10hI42GNwyahzgOb2
/NePGeCBU9eSCL0TQ/lFsb7U365bWBrAqQVpAHPtpnoLwH1kmZvC3Iwv1z9/OQBUzdDBDpwCcjxA
05wPYDAbDyElXItOm51efu11LUxvVGNEsHRuRNw6J2s82U1X8gm3im3zIDe+mNVaymBtGFLwHfNY
aU0OC/kw+tP42fMCG3Te/22u5Pu3bdFImOD+NZp9Wt/N1YNah39hAuVR0fMA8hsZQ6ZNydxWDMvh
KNt51vwRYr2evpJru9xSWI4TI9KlyBOvRsYPRkbykqW/mnglMbG4GBAHR+YLREgIVc+XeyZC/4Jj
nhRATBuAFl3Ia2ELrPl5ESKc+3kxjn/syA3UiBl7XZ0RQnSvpPdNGpZsx7utux2doH0B5wE6hK8v
z0Jh89ykFLVY+jBnANyTKAPpD5lSP2d3QwHQrRegOlRp23ys8KB+vm5WHMJrA5UWzOAjmFM4rA4s
jPuwnvZO7pu3F7sAkhDaAALYBYi9fEqbzkm6SsF0omuLx09a+n59GEv7DmpXoH9BieGyx08xm6pP
MyVHmJz6WnwAcPgvDIBmSCiDof/3o13uxM/M8QhKEcKKSKnvY08J3bLfXbcg5kBeCdTlQQStCZy7
XHrkzqTPVmrnUd+FuZkHLnmsu/uZZIGX3T4YkZ90RfoKwYyMBSiKMS/tekyiRKug0fXgzPbKYBbW
48yCtJm9ZJ7yToGF6qkxNrWzvT5XC59HJh+0xijJo3oup3EVwshUD2oale1dFdT05oBVsJqIHJqL
PXXRfVSac6apaV5HbHzLt0r38/qvX3BiZ5+XLsa4M+q0rfF5mgUxjjexx9BuV26Uy4MNbj48S0Gc
gO5xlPTOPSWSpEMMwfLqWTXDqoT2WpmGFtl3N7JA4wI+tyNdjyandaGAee/ZaZ5HiHOMv65P1uVS
IxmBEpGHhDRwJXKFDQTxOWBWNHvu3m37AZX5659fmCZsVKFqAxQ3pknaqD1xRnXILA/QKve7rU5b
clDSZocix/frhi4XHakvvH1AaY0de8FSkDAKzZyij6NWOZT9Npm39lrQvjBVQr7CggYECJcuuDX1
ygDPKsr+zwnf1D8rttKysvZ56aowS5NBaB6fV9iL+7PuVqA2l/4PBRKAbFDnBBQNlcHzDVs20E9t
9DZ/9shXw3hOi1cvh15sGN/uPISgkIVCNC4jISx0bsgCgtkZra54rpXCt2zFd5zN9bVemCl0fCJ0
x4XxQZB0bmFAW4Xdm275/LnKFZ9Pa8X0te9LZ7tGE7OS13H5bM7ohduX48pSrH1fOtNAeI9Iv+P3
63xP+dZdmZ6Fo4BqNq4ddJ14oGyTgjimMRU3aZU/E/eNoWHMIgAUZ2Z48yKcWpETc20JsrlCq/Nn
xfOrd/vlv31d2q3UbN0KYgT5c++GM9+05s1XEHpGP9RoBCrjoj9sYCPW18vy5znzGTrg55XZWVyD
k+9LS2xocUdzK82fHXPTDHgQBMVaMnnNhLTMfFZQ5vJI/qybWy8NM3enZbdfcqezJKM8yJDzygHw
8Jm6zvBrIqYRmWyaAqut0dOka2tdWWJWzmM00cmL9lCoHagIBI3zg81NS1GgVUefLbBUGBkJE76r
rN+tRf3SeG3mG/s4YQQFTaTHgYHC1XGBgqJ6XJAYocJzo7xl0EM3u5Wm1MuTfm5A/P0krO37NDd0
9PQ/z83RZndsvDlQO/++2CMn37csnlQTx1GP5/1c3q3C3C732Pn3pVCqSgibew8TlBRhbYSD95T3
KydlYYrgw0WMABo4iPJIzraMrdGY0GEQIQkLAFZ1ozqnWGPBiohxIL8PryodEydNqiIpEjvSm6d6
b+crvvzyWj37vBzrz3XdmCVVrKhq6ifXVH57DrmHvm2IlMbOHW4UchSjwdUKFIQu2Afh388XPGd5
z7U+nqI8TH/W6XYog2lNMmdhRdCNIno6UOfDc0+6wIuM5l5rDWpE6wNHR+YaPGnt+9IpZ03m6LmC
76dGVHcHSKdcvzvEHJx7EQ8PYaRtgR9AOsYU9k8PBRFPstweorI6GmrS3PGseWo96zc6xv4w3tyD
/iC999Ln62YvQl10poAbEzgobDXQQ0pLk2qDMs2p3kdqR/zK9K0mhXjGt2T49Rd2gIVDdgbMbRfD
a4yeK65a9lHmMb8dQshe1mbtH69buTj5GIWDTmIR7AoVGsmzxLx3WEGqPqLlDiXEFDyN9a3OCyYA
NYdkgSDevoRz6Vqfapy1EYXaTJD14ZR608peuNhrwgZS+eCEATWMbUs4RTK4ue2OJoCX8a7o9t+u
T9LC14U6G5pGAEgS6fzznea2dU2UqZii6R5VsGSNj2jl8zJftTIMQ5vP+PzoPmq7fk1Qau3zUoxF
ytiwmwGf75RtsrHM25cXkyMg6xb6JLEO55OT5zWw5LY+RcOjVu2HNSmUhQ169nnp10N/IB5iB5+f
0NzvfjLJJ7Sr37y8eNrrCBDwnhQe8XwEtoKWbVIxNcra2C/uJ28NjbwwBhgA8wJOMw6CDNTsKq7X
45Sq6DOM/QQMgbxgwQAtpNvHAStoahPJnEvBBg8JBJxnNSrssOahu9YEsTSM0++LjXbicPmgenXK
8f1W/Vxkh7Laztn++hA8cemcOXUEhKg6i3VAKeuiF6wixEVjqTFHNOnnO0Wt660OZqowbockha9t
j2nr7ky3f8XdMv5iOoQw/GpUGfUp1bUoU7IyME2qmZsqcVJ0eoOK3mtbckfSJA+AWSyf0jbNfuHV
6nGfmuqoQMLHm8MectT37uwM2yHVQSKRlzwwpir/gSbm/HNWjpA9SKe5e3K414KHyEkC6o5WRA29
7e4Lqw49h4WdAd7VwFZH8Os65dRu41adoB6RKEe8lY1tn2vpzrIqMA+qY5r6BqAo2zTJkp86T8dj
DDUeBRwqvgXgm0/UoZ83desAZAvVXFXj+X72mpn40LvTHtFXqPhdM3d10Cim85JWab4x0yx9aCjp
gibN22NdTfOvxDSGB4jjAvRSzH3gZloauEqrbpu4qQNgINlz4ZIkaPIK9BCFNmyhRQqlbrRWvKuj
42yLyjYjbtTz6GuJFQfTBIox25u1d+q6nAQ1tCKP8P1qAtiDBVU8JY69w0g42TIn+dmZMchtru+U
y82ISx+gNWTlsOHxmDjfjM2cmx10eM3IMFO/jLdmtont9+s2Lj3nuQ15w489axqAOiItC72nlN3s
OfF5kWRCksM1IZJ7PgQX3QJVxR0jsrly3wYVcIZ/8fuBehdNx7qHZ/y5AcWsmrJLsHQJAgdXj3qy
MgL74rRiBCcGxN9PPMKARp9E45YZzdbv3IXEI0l8RtHvsZYKWjSE3CXadfFcvEBUDabWsjxmZkTd
55FD1+LrNL26+hrN6tKm0lBhATgcbvSikG4PuT6OeP+iQ6310+aeAPBJmq/XV+XiKYHXD3rIsOqg
JYGzk1aF0ZT20Fo1ohnanDPU0yv+xMw7rf9K6O/rppY2MCB8AHcCTwmcg3Q3t5U6dip4eSODfeHK
YU3s96OYcu6tNd3Ad5H3hce+KEjlOs80LR60qM+5701/wDm3Qw0Jys33nvtLb+8JexzVJFBaZ1PX
D7z7ilYFn9nNZi4jrXwau6eSvRvzjqUr77Wllfz3l9kyDn5ue9dIPIw8IxBPhdh14AwrofPS5IqG
RjRp4rqFNOT55s9tTgoyNjq6ovfq9DCv5BQ+3njy5CJcwAGzBUe0TMWvqr2q40rDnjfUwKlcv9Tz
gLMvGtnneRvokApmyifH3YKvMRzGbV67Wy37HYNNIKl+VOVeb/bKWjh2OWiQ9auCthD4tssuEMee
XbvFY+wIgsnAp26zEsNcHvTz70sut9aGjLQE35/Yn9FwNqbebab8zu2GFUNrA5FXj8WGWY8wZOBq
GvSAZvPKDbU4FMwT4GCAb6jy+qWivp+gSe1omtWBsOm5q+u7kXU/Gr6Ge1gyJdrN4B0dNE7IoARw
YKGjpa9ssNGMT3aX7NoGBdzWywNdT75e9ymXJwuisSe2pLRBUyWdl+ew1SsvBk7zmDywtXL60uKg
wUTIfAtkjfwqpeAhNWNwKh0ZmNe8rvNvhlBDFRq8/qii4wCh8iZdvSX4w8EjZ1jH1OS+Ci9fx+MG
h+f6VC0OA8hDEzwjCGpl+Jei8GmmpmUdvSYNVF+xb0a0i2GIa8QWmsdIfp27IJuYbWx1M4bR55t2
UENK2i89+GOvj+OyKUKyIz3CHH1wAQ9UrWMGkb5CwJkLbWOw5x4diPlmGPpgUiu/LV4N99t10wtT
KPpXsbWRO0C3kbRQnkZSdL3Y6pEleDn53o0EfHglIfVx8n1h/ySCSZOO24zj+0ofgBLapEG2UuJY
OJtnFiRH42QUHJkdLIzNVnO/ZwBVvpM1QP3SNH1Q1upISuF8Sgs0QBtKBQG/enScz3n6+eauMswS
WFix2XAqwWwhlTmUxGZpbwxQWDBYwIYNJKl8slbPuqgKSEakLEs81kqnxhhDNpd4QPzMpypwoI3C
tiTbt2xlWRbc2OmQ5KPTNNDZUyuOZcnYZ4hevrkju3ebdHN9/16a+SAaA78iCtZoqBLB4Mn+Qo9N
wlQaz4A3b7LxLjF8VqyAWBdNfDCjChQfmETPTaRWmZoam2cgnnZ4JQ50n/U3X2WonKCJDVS/DlKf
csiaoP++Nqg1A+JoB1qzpcqTpR9L3q3YudzG53bEWTqZrQbbeKbUniMNFEi/5hu1x3DYwYWFLJ6D
OxmVoA83d/L5rCJGlikNCChYMOchepquL/bCzz/7vnQ1Mu52yJC0TkRBW26BiCk31zzxpTcR4SDK
4mB0/UAgns8Q71I9pTaJI67NyVtL4/hYuM5bjl73l2JIaUCNSgfHBsCiftEr81Z00voe0R/itLwb
dDUYmPK7sZRnfXK/XB++2GjnAeuZl/AkJzQ1kGkfJxzgeXgw4l3WRmr2SfdANVqtpboWTQEJh2Zk
ILAMGeU164qWGB1Vjzb9MxUvs16EIx92WRKV9Zpo5OWUY1jQIBXNA+jllW9xtMO1IOIr1SP68sNS
fYtFCI7oSnu7Pn3LdhBZA1OBLkBZzN4pwBSl2p16zJOd5mRBRSBx9WyQX9fNXLoLMZx/zUhudjIn
vde7Vj32SRpAvBGyTJbij1qyMpwlOxC1B3sGriMgwMRhOTlsuKWInbBMOzruPtHDeva9lf22ZkH8
/dQCOmk15PK0Yyf4Rct9GwN4uTIK8SvlPX06CskjlaU3l8UMGxQS2RMEEldSNItjgF9CgQTZzosX
ejIho6rFuXaczTczf0TE7g0rOdXFIYDIUPg85JnkdvoiGStvSEvtWOeDP+xdZPau76g1A9KO0kuV
WkXXasfReum3XbtCiXTZRY3AAE0v/xvAx99P1tnM7YbpPcM6t+UDQ/2463HPGc746rBhb7voSZ3L
Xcy7l6J3QqKkIUL/jQpSkdqmG2qis4iW/4+0K9uRG1eyXyRA1K5X5VZVLrusrMVlvwh2t62VWqiN
0tfPoWdxJpOTnPSg0X0vUIAiuQWDESfOCTdZwbcZBECGPt+CK1wDqVZOAtIBgiwDcyzXn5d5zZnb
hiSesh0Ydmn2N5P85/tyvJLWa7eA45fEOTkU+X2n86jK3w+MDOQFkXq/qHGhKlGlU2Lh93uvwfDy
en2LqHybA+UQvOhEJCTnSrw1rBZWp5YIIO9XHm4W7zDO2W6ep+11S6ooEi3NIF4A/4YPGoRzp2CN
vWunvQlvvRT3fkh3pHbvFwf86sQYo4WjIReihtdtKkd3YlO6+Fwa9PlSwiYKZJER3q/1B8vuIp/9
vG5H6SxO7EjxRZF4dKm61YyX+g2cCK77LU3/ImsBIqo/8yc9uCbSD9hosIHs08dxXj6OBEWxFjWX
RIef/o3zuXCuJ7bEnjw52LQc/WSZFjM2eb6t3aemfPS7Xe6F22Bpd2vTRinIBmv23vA3SGT03fP1
+VStG6QRED8gDYPspfSsGcwaHOidjfl0ESw9hWVkBtFUHK5bUe1IF4poKGP+5u2RrDiQnkJVCqOc
s49l8cSGj8b00mcvIAjZmf2X68YuOY7hLE+tSc646OyE8xnW0EX44K7hLgfhCHe6DWKYHTHb+86d
7pq83QaMbcxg/cZBAj50KSRYyXak69cUSnRD12nc42Vfxvnvkp340qZDZou19qHEG4Y/7eS+9JHl
GyOzusug5mFCzjTR9f0qV/jP3MtxYhZYeQ6BYTO2nGXbZs6bNxvbFur1aRFoQnOdKelwDgDEelWJ
gzMs+3r+3M7bpruzda2TysvwZH1lEsu5XtbODvAUT4zyY0E4tFCrqKXNI2FJtKTocE1dJDOXo1tX
+6GqP/fQlV86MCoUdF+k7I6hFaLIyq2dVlFRcLbpaHqn2YTC4ckHGzInYHn0AERGrHl+sOe8Dfsi
FFu+emiaO98z9sS5H9njwtB1TZPHrEPsWXcRRwn0um3VPXZqWrwcTnxKAG0sD9vfjFm/Kx8KY3f9
88rDDHXc31l5pI4kV++hXmvgOQCXVf0KEaRTChWnAhX94ZvNv2eZDhuisAeML64kRNIhsAnSTJbl
FPZGCG3LPIGE9d781fLDYu9d8pLqQIbCM0iLhseU4OyzQSwG/qrzmcuqEqC0jGLmvOUXC1bISrGo
DvJjkJjo1JroFlDNPWQX99enVHGrwS6GBw+BOq5MkoMOmowlNDPjKT14xdbNNnapWTXFpjgzIZ1N
JE4nd3QwNGOuN6T7AmTd7dvuzIJ0bebmxPySYp18sNSAZQQ8PdP/04R0W1a1Mc/WAhNJ+dz3D/nN
KFkC7VeAJ7GrcYDQL3u+/laaphUtKrypC2s7rTtgYra3r7TQILURBIKfVa5HD5ObjWVor3HdOd/K
udoCHfiz1iL0VBsqIHiuo0qB+qScMy5YVgy09NfYCB9C79AZebSi6e/6WBTuHqxef4xIq2HU8MIo
iq5x4LeR0QwRpHs4eSxzzdbVDUb8/cSfVfVcF2HpYDAONB82IUUPo8aEIpmCQouJmjcQ0qLufW6C
owDTDE64xim5X/gDQq7pbXZvzlKCXBhwTdQpBGDjIkvJBi/zIfARL+TA2IHVB0B7ri+JKp4EPTKI
tn1AGYUq2flACtPucR0tS1xY1h2kw6O8HJ9GoHWmwofMFvDmxDrQfvw12P0Hv3A2E6ObwdYtmcLb
4GcAp4C8FNiIZWiKGU5G4HT2Enuboio3ztrcHmqcGZD2XkacCZBjf4kdYJCrXev86CszouzWTiVs
b3Cko7UEDZuAXkjTmfRpO6ESB+51cPBFYanxBqqqEtia8eYEDQQYVuXuYBSSB5DMGQtCmQnUp8Vd
Z9NN438obWOPVtdoIZ+8pIqY+9n0/7m+VRSnF24IDF+ADol7VdryY2KVSFqYdtx7+yH4x28z5OX3
tqaErzhYqM6hvugL4nEQEZ3vxwnIxbUriR0X1SMd2JZBGqbnv+om3KBq+hcjErRZHjCwyPJIcb8F
Hlx7GW0nDuanNfnujU8VATqs0EFkVDMHlCdwP0CVKPIEzHKyquKwU/Q7x33om8geIzRzaPa46hCd
2JFBsf1iVf6EBqp4Dj75eReNN5PaY3efGpCuOxSbgI+yYcAsH9BhW+kg/JcEVMIASO0EahiqxvLq
53MGQrfGdOLGqsxD744saskIPVgS0Ec7RZ4oWfvu0HnNd6ufCXRiSbvpgSWIwmzSVXDEWZWCOxxj
gmNs415ESvZ8K0II1G4yY3bjZnjsIN5QPxKdzLjaBO5cUbRHa7fklcZhSIE6aN3Y69vvlZM+BmED
glp3d32jKzcGsLT/bUbySnOZZutgwkzugO80mLf8L/KZmKs/FsQROLlyaR5A68tr3LgqXviOW8/X
B6AI6UG5J7jBUHi+fBzlZM3yuiVODMFMN/ng5AhS9kX5ITA3WjiNck1ObEkeaOk5rgpcUnE9WlFl
bYIWOFddyki5IidGpL01jmwp+t9Ghs1P83Z0No4ROj0gOgx64IvAwStQ3J7yDA4Ha203xqPlL/fX
V0Tp005MSAPwZ8usjS7HSc2a4AN6a/uNZ4CKuK+NNmqdmu9vt+cj5e8B4ozbz5RuH+C1em80a9gb
HIj+0sh2xk1Zj9v+duw/JoyA+kYU7iFcIDk5f2m5EbatExvdXVvc3V0fh2rhcbXhJsDbBwzR0lEs
ba+ilKRwoVVkfKc6+hDV5j39vHQOoajnLblYlsnZueVmYI+Bo4EJKt68CBb/jEA6H0FKEwh4YQRp
fQBevqlRIbirjR0as5uIe5o3g25A0j6DrgNNIePmxHYbIAP+aSYEwL7D9UURH5E9PfRHbF+UK9EJ
IwUCoKFyhtounDgvnyejjChag1P3h2W/tcHnEm7gujnV2UFNHYhZvOAhKSHNIPr9WQjSLgfIEwsQ
/DdvMrb5XERcBw8RH7oc1x9D0uQl4PeuOguGFvTiPfQFfxozMJOVWfVGkc3YBp2ti3WU+xsUAGCq
JOIf6Zw2YT+3JS+dmPPPQbbLR03Mpv6+gzcqkh9o8pJOJzRtERi7qxO72aEV6tu762uj2m+gvoMH
sMQel88niuddULWtFdvzfqz3KEmUOk091fKfmpDOaJXNc4UWICvOQOO/brn10GToi9BsMtVEgfGB
gNMgwDrLeMBxTUGPbFlWXA4di3Jir5tw6HSgQNUOE0Rt4I1B3Ib32/m9b+atbfM+B6MisXf56t2H
FUSnIRK/GTK2t/1uc315lKMCeBhtiiDNuGBhmpPU8BqCohiEBrMvk+59pVwaG+KoDqrvgKFKJ9Ni
LFwXUkLdb0mTN59ye8caRqFjvDjGJnRn9y+uAzzxkT0E/Q70D8R2PImb5tVoiGP3FmrZj377ydUd
R+V2FmBHMI+jL1aWfmdoP6oHalpxRei2y8BO9JMUOh+tnDV4TTyiTABP5WQI8yEbUc8eZq11I3P1
tnZi7p3yye41FRGVIaQ8kSIHHQs6WcTuOJmtfvJCqKZi9ceJVJvSLV+t2eojiwBbZ5dk0Gw21eY+
NSctDiRqvYJCmSAe3a/gWqzoPoESxvRqh+/Xd7VqlQR7s8gZiDBXcmoEj4DSDg0Uksd3f/6WQB1W
x3eonro/JqzzqessAKvWCSZ8dp+Hu3a9d/p7ohO4V8UGpwOR3AGp+6CgDWYMgPqV79MPWRvN/iFP
IvtXkmyvz5rSGDY19CxRHUf69XxIbWtYg23gsNJuWO5NKEE/F2bv44FAyb3LQ9RKum72tshrFiY4
fiFacP0HKOcUJBmIHFAQBeHK+Q/ogqBMsoBaMUnHjx0rf/A+QX0GWbtoSnSbUblHToyJH3Oy9yEy
7LuLUcHzsR37ty7utLSvKt8qmqdx8yMJjE7CcwvUrdYmFL51co95/slr7q9Pl3oEf74vjaAqLQgV
moUVI60V9da/rL5b/gLfhLD9jw1pT9ClWPtwgo0+WfmGu+sX7Hwrypvpy/9vMFJoNY3pWBAP5wkg
nAPStJFjTNvc0Oww3ZJIgWmX8YK3DqzAv0Pqvvfvkjr4G6cKUi48R/CfC7gtnRa7ndAPhY21TT8a
5oZ95DomC+XSn9iQZstHz6RhQMASSJlvGd8P5G6cfv3FgoCtBIAw8Y9cEqvCOi1Jg6myqoc6+do4
eWTOiSaoUo7jxIjkRdvBguq2nWAc7pPJwqjgOyfXMWIrF/3EiOREi7HLqe3CiGV8FowZt2cHbAHg
gFyFSGpB3uf8nKO7doKio4tELhS+2ffZ1AUdlwMAuR/IFqFDgrsMDM/nBlbTQlnfQA6XQx/Bi+rh
ZroxwdwOaBSoXX/z5EnHIiELZ0bp4hFQmLuAQ4Jh1TxyL1076rnoAgS7CvhXiEzv03G+MujWi2fn
kj6mM3lFMzywV1VzDJmug/syzkDKE+Vx8KchW3Mhspkmc+mVI3Xibtiu5VdoJKJf30y/gSrl+hlR
LQxOMmwAPYlkneThewYaiZwNTpx8BMIhqTUOXv15gDKFEBFeHtLG5YPVT26Bt5lZfpholPfPf/Hz
RdkNCRqsvsy9yOopcY0c/Wf9sqmmw2DF179/eboxLyjpobAimqRlRr7Mr3hQhJkbdz6qUHe5Bwyk
xoEopghSFEKqBMlMYJuknes2QLt3wNnHhHLy0ubh/M3gmXN3fSC/n13nD3/k/dAtK4qT6JR2JTNh
DbTlMCwkNqAqNyCLDqqn75z7iEveOteJAk4PLH/o+dMClq+1/bcaNQdINVAAI0W9CC1j0Ew59wFg
fGlT1zHMeJ845qHJrcP1ISoOqJAG/u/vy4WwtVnT0bQAMl7Isk/7fsfrLLKYsUuSmzMOyF4CMQ9A
LSDgyC6cj8RtV2Y0Ne4up192n6BPtLs+EsVMWRDWwvVrgxQQgez594lTF00+l3ZsBF+neNQB9pSf
x6HHlkZx/QKkCm4LShzAV+IA2N75zbk94kLJ9s/3L4pOaVX7HgtsQPV+Lc0jEHpRyDWLrRoDLhQh
cQZuQ5A8nU8Rc6Gc7pLZjkucyfxb7+hesJcnH6VGlJ+B9oZfwfE/N2AO3B6Gtphio9pTAFHyKE+3
ty4zTCAfD0kDiCSBofHcRJol1dQ64KuoitckKzb9oAmALk8EDGCGwEyFOu2FwJg/umjM9I0ptqtm
j0tq0zXb3thXgeY86OyIv588RFrg1knJYSdFGM+MrQ32o8S9o9oWSuWioAkCoADk+i6YBQZiUZDs
WROaSOotG8x/ptGPbE9H4KwzIzbfyXgsZCsXtyBTXA/O3mblfdU2PwK7+n59/VXThm42FM/RtGAi
UXJuhtR4+6/tOMZFEft2DrATjQp32fbsdjg3noIIjhDOw11dNLehuXXwBt8eYtc71O7nKbzz0iEK
ypc5/b4U79eHpZo9oEfwWkTm3L4APPTuUCI5aAxxt95lflyVd3avuUqUJpAvF4kFdHDJwAN0olrV
2JVjnBVO1JrQKzaioN39xTh8dIn5oeD1l5nd+jFvShCnDTESSw7fOiRyA40HUI0DxNE2Qm88US/U
lczMmDLDwX6u2pcBpbLafHJ0xSvVLgsA5cEDCMTFF/nRgo2kgrjTDG9cPvit8yls3H07sW3rBppo
7zJqRQQp9GJ9kS+4yJXmpd8iNVPxOFjHyKf3c74Due7Wnl8Kpktmq6bu1Jb8ZGHhMANnyWNnhuTJ
Gxrqo04nRKueOrHJkPi9pLRiWWnxpMPUpfwbtGJ48dCum0CXMNdZEX8/8TYuSaEeN8CKY/ADSaff
7TW+9cnsNUCayzsTy4N9BoI61IIvqDDmdAwzZvc8RtYfCopdVC2aW1m5KCcWpEVxeRuWRch4zOx/
ePOQFMDJ63AFikgW4uSIjMDPLI6lJ81XnQwsqJYaRviXbHmj1sNaejsnrADcLqKRvg/0PW3qjWE9
MOuRjZ1mkArEFX6AQDbgRY64XS44BWmQFZNvzYA9te+Tbz9A/u+5bLunNbB39uptls7+4IoMowdk
+eqxr9cd0//yA0A1KPS0g4vkcAsOg2m2sGMCdqytX2SatozuO+PeHL8ExW5s7wby6Ng3Z4XEsP9Y
laLSehmWnnqwCvmkqENg1G2X/EfqapyI6jicmpEiu66oRrdYvDnugnev/to2+xbQopt5t8G2c2pF
vuKXxs1MYQUMpFHW5lGm6bdT+UIgo0CDBDIRINzF309ONaMr+GCXGZuEFe3G5P02XauDEQa73Ey/
gvfsy/VNIY7W+fsOA8LjTtwjv6m+z+3Z8FNLlqwgPwOJm9XdE9pEI78ns7W10BdSNZrbUeVM0B4G
vyh4Q9HWfm4vpHYBbqCUx+17kbw6OtIw8Ri8GM7J56VdUOWJFUwNPm+2YKjPtn4KVk0rQkkJXG0R
DaetaWiwtZcbT3Qv4cEliJguX102y3Kkb9MmdprXcLYip9jlqb1p87frK3U5cyIdAkkH6DmAMNaW
th7oBesRVFx13EQe2NhDLSP75dbDx1ELQykXkcUFjw1oVWterEsdZ/uQ7Lxf4YJ62K46XB/Gpa8X
Vn7325rIdMnPeXQ6Zms+wUoJ6tbI7qARo1kQxUSdWpAf9E05VW4gLJBgL3j83M31ESi/Dz4OpENQ
poSC9fkWznq7H1t0JiOKPNKNnWpyR8plwD3rAPOA3mQ5d7RSd50ze8bn/SWiOYnK6athbEm4bfBG
uj4U1WLYAeq5QIcDZiGn8fhcgdEoK2u0Zjz7eE3UO+Bwrpu4dDAugkc0ogNsh/KaTN/KJtcvs2lu
YjMvt2R86Nd3F6B9tArt8npvmM3+uj3V9J3Yk7MIhTfylld9E3fWFJEKvPlu/uxQyCiaLb1La6oL
LFRziH56JOOEF0B7//l2GLwidGvHrOPCzL9YvECYVGyWKtSMS7XrRAZMIEjBZyQrPjhFHdAx93H8
QdByD0oEzToph4H3BKJwVEJB6Hs+DGNaaEBno44DKwAYxv9JapB78mTWNesoAjFkE0HLRUDfjP8j
g5ZsbsEFZEWDK66Khvbe6O4hcx2ZHmiwjTvPu+/pyzoS/IgmsvhTVe9u3yGn9uVo08nHsV5h3yvb
78whjzQphgjQh33K6s9OHWqQ/KqZRWUZaHdU5QmRu8isIimCfklBnlptap8hyFruOh0ZpGp7nBoR
x+IkbljHcuxzDiO1uTW6KDlenzPF57EnIHuGHAo8nuzz+sUeUYimLHajHJUqnR9Sfh4ft0RSCxI2
YgpPfn0WVmxN6qUFljGN+ulLowl9ld8XbU8oJQBi9Jv49uT7zEjAhsrw/aR9owezeL0+O4oVRloU
17+NficHjTznPz9JiJ+OtGjjcMz2nsl2pfc06Rybagy4EIBnR+4CsZPkZ6q57Tsky9q4SL8PUx4N
/PZ7U9w4/2NA/ICTSTKn3p0QPbWx5X3pnF8heb4+S4pA6ez70iwV/ZRBsmZu44Um0eQeeLINXWgE
vl83o7gAABcESgl9bsi/yhiiZqZTA1a2JqYmVHk5c7rIqrMY5cUvyRS8G6lOfkm5+gGwkVCIhEuT
bzj0gzTVEJAmdqcG7YccpZ4u9T8YIdPJaqu2ACquSFyB0xvNTZLnWpq2K2pudbHgcX+pZ80VoPo8
qD6AVhQk0Cj3nG+AMCkrGng4JWlL2ge+UH6EIt3t7aAohJ5YEdvkZJvV2QJRrxzbrDGNh3J2Praj
Dh+iGAhw9SiFIIoFzlvmH3W8hGRTag2x+Y33D7y+OSEiBO7+fF5ahrWDg8lyfH70ttnn1Txc38DK
X49KCPgqBA5SLnpDghhpnQ6fT78541fb0DVpK/Yr7nCEYujTA9JOdoZFGxhdtlRjbAKcbKJmXzVb
X4ffUg1CcIkLIJroaJaYQPzcNKZupmMMbu5NuUtyHWWKwpugfotcPjILIjctLULT5DQb3WSIF+8D
bx9y/mEBSl0nwKSaK+BukM0lBO5d1psIh75LCwNztYDIK61/9tZPC7Du2xf8xEggefYJgJbGmzBX
vfvebcZac/kpxoD+Azy5Ad8V51os1cmB4+g9YqNJ+thIDoW1YavmwaL7vvj7yfdJawa0cfF9SD0a
4ctsb9ZWE34ofDoe9ZCQAkIOfNryMlgZ4ncelEPcY4UZWbaO9Q6tbF4f0/HLzYshtCwCoE/RLHuR
7TR7RkZetyx+J2FcLZq5ujwWABt4eNaFkG9DAUeq3Yx96A5WbjoxIM39XTJoQk3F5xGe4QpCg6At
8CbSUqyW22Y1t+HB04iB7uFmvWiRzxY0bJDdwitLrqCMpuFz1JoAMEl/PkzZv7fO/X825QDCgioz
isznP7+auoGQYnLj5WPVf0paTQCimB2BU0LfKZ66eENJG9WxK3/uADGOw8ra2/X6BgojTYXp0itB
shCvXciVCLp0OX1X1G6fOzUBapBFmbth4TZhd+6oidQuT5zo2kXlF/hEwEzk5sYlzwaTjjOJgyHd
Vd6u8M197d3OqQIruEAFaxTck4z775yOB4nRWQCxzFHj3xvLrl1i09FkPFVTBtYDOHGouyCylbxf
k3r+Aq1VK25IfWe6eAmuafUJOVY0VQe3d4cjswqNGkDh4dABxzjfYUGQZpWR9EbsRzX7kiVv1zew
YmHQ8BFCFVDUzjGY88+j6zToSNcGcT4Nr2OZwIgN2lzj9boZxUY+M2NJZirXWajfBTG1mois0cQ1
a6Iw4KFKghwgShWXzRGjN0C2j+AgOuwf68UqNb9fzPJ5llaIIgAII7JoeMuIaTy5MRK7sLy6sdyY
Vv+kw759N5tHbu3NdZ/zXzdPFdZbUFGYqB5fVJXRTdjnZQeu6W5npg/FfHf758HcAJ+LFklk7KUw
Z3XtbJ1Mw4trKypQP9FlS1ULcfp9aUMFuVksJsn9mDyzpIyCVNearDh9CGuQvAKGDKgYW1oKENyE
td+kJK7BDDWDSaPMiqhr6cbQMXkqhgLwFmJaENQjTy5zUBWlQful7cwYwgTT52TRlJl0n5dmarK6
IjdKMGuWkZ9AN2Jz80Kf/XrpyLV2zkzK8fnc3RbZJr+dihK9Qohl0agnwDcyVXFXjO5apMUa0/E4
ep+d8hsvbndOuLpFJx0OHfyttNSL0YJ9tmGAHBdB1KOhyl8eHK5ZBvER6WgjykT8gQscMCg5Ussc
s1y9qgBdJNTlSx7z3o786eX6YiiNgGME9x/AIiiKnPuP1g5Go2CJGbf0CeInCQT6XB3sUG0DytNY
FltA9s5tjEWPFKELWKBnPaTlELnr02zpKJcVp0/kKRBSoRSCgyENBEpUSZGUYBUy61+N9Zhk94kB
xNXr9elSHI0zK+JXnLhbc/EhC9JlYKVzfzbm5zLZX/++wp1DroWAFxnSUSLJf/79rCoADq/A0esW
R6d4M/r7kN7byxoNbhfVuv4j1WhAB4wEiAA5XpTR57QM/XIEU1IyuTt/Dr8so24TKyrlaKcVvUBg
MRK0rVIgmkwo73aUmbFlLj/YbO1G6mbAPrR3FYrYmdvdBdzZeY23s9CdxnCbaZ6Eit2HJgbg+wAb
RzwpYwU66OCYhmAFYsaru3y0s/tqur++aqp5RDUB6X40iom1O1+1IU9aA6SgKxin/Ed7Gj4l4aR5
S6m2t9BoEQqKsCJ7HJIQL2WVMNH9sCh0HsI6mkH3+BdgJQ8DQTERyRFE3rLXGbAKbtvNcP5ms0Zt
7TuRufCtl9v5pm352/WZUy0OSvNChxJ5ATCDnM9ckNd4ZXQebrIm37gTEij5c5Jn2+tWLt+8gkrp
jxXpxgma3HAZdCdiargfaTNGQz3C2ncjHw6eqXERl0P6HXoD9QmpKjQPiM1y4iIGxlKW82yNi7FF
pZxsiEN3lvF+fUhKK1DdAmwVcnwXmPUk81DEqkCdRBIjBdHK+nmda5C2NqnmFlIQXmI8fyxd1IDN
fGnRrQdLxIoofU78LyH95eYvPQgfzBH9fNn/IU1xud/R5mEDBA2XLriVxPhPZnEsDdOpQBMH5kVQ
5uxArwlW01VXf1bNouhdEK4Wbwz5kZ9YHkfvG8epyhmwWAse+p/D4p/rS3XpHTCUEyOSd3DHrm8Z
XcB8NpoPK5sfXbvXbHDlOMTlioSO0M2QnCx4CsbV690l9sMDXZ+M5WnUaWQpRoFagInuG0FgciFo
uJbosuqLvjk+BcyJ8BDRuGnV9/GwQFYKeG84UmmWwA4JvHGYNUc3qaOAlNHt/UkoKkOvDIlO5B+h
qXu+oyzmFhSv4BoaX9ul3mevN6/y6eflLG2ZdPCmPj6fWa/puveyl7/4PpqbgfgRt4AMVc45y0kR
EHpchzmyUNNtNBBy1QIAoPy7fwvpNF+en5RWbEkpPZZRn7w3zc3vYAA8wJsXIveIhJ1cFF/NuvUD
bnZHUF9s0B8OReDt9Rm6jJ1gAfqnAVJGeGvLt3DtcDKQhnRHd9xkZtSEHwoSmfSxLgCD1SSnLicL
toD7E6Ud4l/cW/aUz21jDgy458d2+dCt7ObjgK4BMIyjFgbRK/yvtFszQP2y1e2O2VJuKRQ+Mh2C
+/JSFBaAtwJvBwhR5Q01Dka9mnTtjts+/BSG23HceBHhfzMOnGghsYbUgYxQoKaf9+kctkewlm6T
Ndzg0ri+7KqlQJr2fyyIbXFyU/CgQpWHw0I11ps5N7ezDm56eRdhptDgImjiEENa4hecWAip75YN
yGGOXflAG0DS7vrxYdCRnCjGgbICUoTINyOlZopfcWIlXYBlXXHMj/3QQmAJaha6x4XKArqC4GMB
TcHCSy7Wz4qMh2nQHe38tW4+9zdHwaA2gYgmKGAQDF94cCNpVlLlOT0uyWdoqda3Oyh8HzVIME6h
VxJGzieoRTeQH1ZJdRyybpu4djQYd9e3kmKhIUiDvAq6QcRKSIeOuCBLWQavOo7OvjU+euwBZJGV
ji5FYUVgV1ycO4ETC6VxJB6pqmCe6iNIf9jPn2X4j855KC2AXgbpCVAGwBuez5Q3tlCBbjlWwn5o
g+9Z/oIef7QcaqZL4XBF/kMgBH+TT0rnokQWmrsDrjzDLR+L2d0as7PthnDPTTRhR13/fn15FPv3
zJ40cVXWJRNYv+vjlC07zxl2pq4RQHzhPOUCBB8OOjJryEKi6/R84iazWHnJ/fqYdPsgySIniDrn
cPsoRCOuTwDmE8733EbakKyuE9Icx+WbZf2ECPL176vGAGROCHcFYl/kXM6/TyrfH6vAqo/+sz1E
IfuQV/FfWIArRKYTIQ2Yhs4tVMW88t7pEOqg9yfI803oNtFa6Gq5ql0sPO5/mbGliepKdFMxF2Ya
unPqz0bxjAYgsrk+FtWeQu0e1XXU8ZF4loyARrwN6FDWxy78SZ9HXSeW8vMoj+GNhjOPW+p8qlg1
+cA4mNhQISKSudpVRaVZb8UDDQiEAG0ItsAAI4Q7t2FanRH0BamPgWlEZLxzg2Sbtj+LothRY4ky
VH/m1oxarVqnaqeJHln4ABVPUlBlNetXlx7b9acdvpLuzVp+XV8eRZACf49gDrABoBzl7nWIgI8p
nRH1ejTckMb+5qflYXXrf4POisL0dj4XwfkJIiNTqN8g0D6fSmfAA6fvE3qc0M1qgzrP6KAPGWr2
nGreRDvYbzlFqEBLSY+myCbojMNKNz0G/mHiW0vXH606O+DAR6M3UHrYF5IJnlZG4Xe4Y0b6AciO
Xd7RqJ8/9bMOnKJYIOSJ8EaHNBYufUeasdlyaqAdl+w4UP4+1WSLQC0yoXDpDdOOz/6Xm/cD0ogA
fiLEwKtdVsUJu8Fe+rKujiGNTey34rW17GjBv2byct2U4ugCgwx9OvgGMMrLOM2SUwTIk4tgwP/i
RZN1+2WGVhFwgKGHCFGAvAmSZU3YgGU5Vi/5uBlTnVcQKyxdZaifoxSFr4smdskrpM2KlWEIiwvv
R+pvKC8OwUA35bQfzEMa7pO+2DX1p8TSRfyKrXdmWPz9JI5lnt+vvp20R27MHwdv3vrcfmxocg+K
Fs1BUlATIx2KrAQeYEJcwpcCNrPJKlAwITK3wTOWFp8C66MzfSzar3QMd17w3QtfbEjEJN6wGXVH
TBH9IBVrYm/Ar5vwTufjREdnSpgXtMfW+XdgH0L7EW0YO385JN1dOq+6oSq2I+IFpH6BKkehRs7L
si7kbcpnPHPWzyhCbNoAgr9Lu0lLuqncn15653S7Hn0OFui92u5zaO+a8Ov1I/EbcyFtKuRR4fBF
Mt2+zDO1nV861syO02o8kQS7FhWqbZLleyu1X2xq7cfefkdpDP2nNKK2uZuMfp/iQUCXgSLtWm9J
DuY+Zjffr/+0Cz+EJ7LoeBarga5kWc8kpcGUrYnZPc/8CciYaCF7xnZOdjDTmzNVMIA7KRQ0PQJF
JVbqZIPbvJ2hez+2zzalm0Ob6hjDVUPBG0eUsZDXveAM8BZjsbJgwPdJBA3MLa/Ztv+n775nzY/r
k3axp8RUmXivQcIbQFJfct5VWQw2rx327G1WvqPZ/vrnL04InmtQ2sWywGGL2t/5RLm1tZCVedOz
a/8q6+ecH0x2mI1j4oJ/yNHcDIqxgCDSRTsm6CLwhBazerIq1mjMzPYa9lxDLd58IJ+vj0X1eTyc
HVCo+oBxyFWknpbJ5FQZe2b2r3Rn179u/zxKR8BUoU4VIo97/utF7j4oPYs9o1n7n0EXcKh+/OnX
pblpR+qNfm6z545+33i2JrN3Ec4gn3D6dSnGdYohnZwAv/1bsRyNb/P4dvvcILsDh+OA8eWismv0
czWhUNU9V/XXoe43I3Fu3qiijRmvACRWkSSWfWsDOhmD5FjcLPzIOcJm73F2/rX9D8t6Z/Q3v2sQ
JeFSBh4Mr0ykSaRjYTi4GIOmYM9zhoQbHSAgtXf910TXTXm56rAD6ByAEFAlupCPAdYlbKZ0ZM8k
3zX5TidJpvu8+PvJgeOmWfV1hc+P/WPevlY3E3CJafLQKw/aDMhryOnc1gmLLE3wfXMItrxJn7qO
bgihGzOooQ6sE/293MUA7SCCQHoaRpE1OR9OFfaDn658fgauMSLzz9SHxtqnW3eyYHgDWBwBA54Z
MqRxXtMSYWXBn2d/3roN21o3O0EYQDCOKcP3L/on0qSvMi8fZ2zkqM8+Zsbt30dZGGSUQL4IulfJ
kWDquiWA4MjzsO/DFni5mzFUFlp+gKjBaYfI8kXHyUrLarH8zH0Oy29u8ZxDy8Tc63oaFEuNs4eD
jjc5OqTkyA1Q9wXxTe4890cQJUNHle6ym/kCMZBTG1JeYRr8AbsNNvLcAo/4GyRhNBH+5e0KCwAU
oioncrryE89pxhEtrbDQZltqf8LFsq/qn+ZyD4Gl0tRBHBRzhtcWGprQWSZ46sTfT067OU4NYCm2
9Rys5l1pbsFQZgzp4fr5QLCm8CoCHCbaKUBYd8EY2bFxTebEs597PjjPdQpRRZ47RQokmnVEc2Hz
lBTQPrMS3z4wawEf6oxGrihcKaebkJuLtSlCrztwl1aP3TD86AP/h1kCx9a6VTjsCE397yvJ8tfV
a9C04Wcoe20cO0nundn+x3PQ4gIskX3flbVQYw55sS2Y0e7msTYOIfP4MeMjPxpL6H138HiEokvl
G/uBtAQdIOmvtsv2o1+ArCoHnKHrDAgn2YRtptRHkizk5D5Pih+FUWb7dvBYFDpltbdJ1v0sORkf
OegAP9TBgMQjs/JvWY2GgyhbFgt7dIAvrFJnvzI0Nm+6zP3G6OCiNOTn76wbvDJC7/wzpETeqvk/
SLuy5jh1rfuLqAKJ8RXoyW7bHXd7fFElTgJCDAIEAn79tzi36l4bd7nL33nJSxLUmrb2sNbabRVP
3iSeisCr4o5b/RrTp2tZlEPUW2zacrTJC/3OEivJDDxzSjxAOCTZt6Nhrmhn/JrQbLYJezWRNPQS
v/hrjEMaduhhsbKFdG/laD0wbYqHBqK/W0s26MrhdF4eJfnkWnEKQg9ddWE2t6kTKnjWqGK1Kx+9
5TaW7H6Kun+ygnIIrWok136ARQ/LwEyiRsnhJZOVh82pnAkEzKJ4GGWFeIcYAduNlLZRQTL74HFt
V6HflEUelyX1f9gd0agKpEXE6gLIBGE1ycGj1fjGzf4POha061q2r+WEXFiYUiOxQttMUUnIe/9R
y/xxaP0nMk1jGoKyZaIft5AhEHiQtTbGJDan0pdh0SfQ73ODoWqizjDK364PHE6esCTqW1bec+Rl
tnbQnIAtf3WsAS0ZspTEuh1WvDX/KEs3Iavc4S5oJ63i1u+c6qY1qm6jm/Jvrm2PrQHeB6W/7Z2T
y/u6i5gE8zu2FIV4atL7rR/5w8iPwEc8l64q8ZYY7oA0iL4XDX+1au/HmCnZhkZWPmtLvg1pbYS1
SO2IBQOYfGWnI2ZzL+Qy9detdJtdYHQu1OK5LFe5zNIiNsEtu1bo8VKHktbQl0ioDE3O+pXrZnxT
ZVMS9o6SsQXy71/0F5A7IYqHfByS0KyEvSqr5KlrDfrolqTajWP7u3ZV24euTMormY9G1CnntUvo
5MWGR1t/W/DJ+t07UKYG+nSIYN/UikDHt/lhKgHttBoCTYXuNMQRRQWfhqMBdoIAFDWbR/TvmMgW
+qdJCkq36Ow7ZgJFMLXNFNaOquKBURENfeDGXs7/ulldxl6bdWpV+U4eOqqr8rU/9BOOkkNCos19
NlKzDO3RrutdOxZonN45VuRmuo7KpIZKWF5BIN6CvJYJkkiENJKKzVH8ICkEQJQ9/IJkbL1Bb5Ek
0sx2ooDUlKx1itpW1I7+bzoZbbHXorkR0LO/mTvkERyN5oEUxX7MjB+5V0ljM/WyLNBQyUTXc8ZP
bMhfLD+D4dHcsafY4fpZQolJXzU+z/ZO38CsdaXordCQ9LEdCJYO+Rj7TlITjCIRCP1QmminvlOO
kWy1I5PjCIUEA3SgTsLVcspQGAnd+BNLdrUqSr7KDK9jG5zUO9GYG8U4Dzsinj0TnHY8g03s4gdE
rSerKBVG14VJQvgN8Yf00AxMxLrv+3o1OvpamzUuX8mlKeNyGPw3godyPaTMfGPNusvXPdDZK5Np
nH+wsO+GzCYMuBw3gWat6d82nBQ8FpXTPPkNHU8oBv6C6rN5Xaj+UObYDMOyzWcAk3wdWrxNo0B4
dYL2N+D6pmlbhpPOhygH9mefOH6+zh1z+Nmphm1o7xcPpjE8TGX2AvKM3PmkdvYkd+ner3E8cJuN
qHd6FgKRpcLMMHmM7CgDkbsc1xNAUntDMKO8pm7fD2FeTL+gFJQZG4okNvldt54P4Txlk1joQccd
jH2Yp7Ybo1Box51b14AgKWcyo9ytglBrOwipn7/1NdVRbvSwrSUYHrtBplZxI2ZNjX1XAI4zokbd
xk2OTmCQIHfSYFUVkDVQBA1POXE13uoBYnBotclYu6Xd+FKNuR+7BcjPkkzFdTI1+1anKlR9DhCe
lf8K/BQ2UqZ3yptI3PYNXTkOBPdNDcPq6N4OW1saL3g3/o4252akqqqLfYL26OHUw8kLy86UElNn
6PTu4fkT8YSGa2IzjmWBY5omVWhPiqaR6ngepmUA/qFTPZhjLWXo+UimUcWGGJiRbeYZ0ZSD42qV
JVQg8RNNWuBU5ZpuKoOSFU+JH/HOz27oIIow7/KNdFjILOyL6vHD8FJ3RwCRzQNpkjICORd31O5r
6Gdk0GUO61yVjxAUzddyNMnK4YLh0LL26A4DhA6ZrH9olL63FOrfe2Akk00+TGnoK/13xFJGeHBl
5KMIdnBB8N/MmcO4CKheJX3GcB8N9VLLXGA3mH6pc2iZoU/0AWgVtiqNTL3AHuqXXIxjDFNdXVV+
2t77aIcMI+Gh6TXztLhVhFkryLh1bQRBxFJVW57mFb0xOku/QqqYhFPT0AiYStxCZbGXpinerNZ1
1i4sRWgKTqJ+ICySRid2botFCrzut03VvamtRyLtGlgQwz/6MqNrv0vdJuID6t8UxQpkbFy2tWjT
xkymVQShSR7Z6GazH1M3Q4Pzst3BNpdhmfnVSvDGO+GBq281Fd2VI6C0IQjuTEcqL4sKxGEbLexu
gwaG+joIWBL66eATeK5qQrPesr4B89h+oX32pIifPmqVVaEz+PV1DssSkiwDT6uFNyW9GvdpgIt3
8Kc6kCujH2iYZLT83SrTQ7PsCq982+ZFODLzd5Kj2Bf30jzZamiHreH2Qt31tpW+tQT+TU+bqyYg
P5Rd8H09jXmxs7tMiNBCp4Ymmqpmb3LvXrha4IBbeeg6zUviq4PM6mprBAWPiEg3cOJ8Z4BA5rDO
UrZp2q7fCdewY8sY3B2001QEVHIdNmZP+jWvIFvWWNMMVMI7TseijUgJ4njnFLfJRJMVs9NmNRhW
j//RxkHys2m9Iupqo1nhvED/xaUxlxLtigJ/2uAN/ktH65eWeg09hRIgclQARLCxMz+umfM7oaUZ
ToIBiw8mX+g1HFSPrECijqdhkGlMwpUqQpYNqwzp0si2BEyoTv+ACZmvBynQi5S0T1TUPMqJ+zKN
Dr8SyrnTlEAqypd/i6r0b7PE7H6DqmLuuc+60+QztrHyEvx+Q2cPZaKqVcHMcZtIVwer0c7N7AYa
/nVoFEFybdbBBKlUsJJ9T1dBTJrOUSFap8ErE2ACrAI9AoLq46Vzyq56RZWTO6FjF8WzHPEMhmZN
06MNIdkxMnhNf3baa16IaF+hyPpTJy6Liilt4dFlaCWiT2yshvu6UXAIU5ievdmqXsa5cHMzyjKN
FuM+Hqvfgz/5G4hS9z/hTTQxsjlOWNgchZRMNfUqTYx65bB8XAWCZNfgtzd3pNDmoVUuX9eudLAV
rhBRlrRFEEo+sgehJBB9jLS5t1edV5EwsftpihPPIGuDmH9Zqvq7nJQPjesWK5hkxBImr7dWic6i
gNoAL9QbRfKTt6WC89q4DVanDdJNBVMVaYACXm2jqa4RT0DDazLSQe9Lu6jJKZduWW6h5snl2oXT
CxFvlq1FXotY8PSEgtvvSsD9q5wsok43whZ2CDSC6W8Q9Arm3YHF8fDrBbZ/VQhfPAGQ5e8nSbLV
kAEHPeJOH5U7wbWvavXKiaNOhm3c1U0PlFPgoSlrMnaR6XS4ChlD6CPL1DphN321scaMZwwNzfrE
uCZjUaaQx+/R1A5eK6oJqqtr+JJTuU60CXpMZ7gvPTboheWBk9w4CqlmDwC0rcmHyt7J3rpFJbOH
LmFPq6iwO3ObZw7tVqnfIO+TjCigAMBt39Yu98FOyt9I5sDPhfTerRVwDYVLnV71CQA2oYUE1aPR
VcmOU5boWBJoVhilC50kkAGqq6AuYHRg9NOnwU380PByrAOAOZDSkhVYCBatVqD//HSdSZjAo8M3
tgf/IFUrw7ZJa8AkJx6JJDuZ1ohm9015LEz1UCGrf2UHEq5fMim8/Wjzx9KiuKvMoowG1BWfSrc8
TDKFk2Z2XoQefbjVaZXuLALBSW5JfwNJB4LLTP0Y4OTyCnKGZnMPbgsJfZvV5U2i07q4hWbFvXLN
V/QPars9S5Tt/2CmCbGhyezykNX5W+F0J5PmD6RuHJxXu39KTUc++HlroZ80GacnaXfDbV+j612R
uDEeUYFTH/ivPZ+ebP9XmZZoPS8Nc5u4jvGalZkZQncGcG/u1SRdc08X9wyqME9ugl9vV5X3q586
PIM2/QHRZmc1jvKxyjoelRnuReG3f9reT3DLqidbD2iUPiFMTIe6Cr3acNCoNC+jloLy0g2BeYJP
/JD6Nn+Ccrn3Expe6dXkWDWe0dbLw3xg1S2ryNBFVY7gNgcRY5Wjfr/voL1krq0pYfeVXwZljOYE
pdxOdnfflq7Qey5mVcrcRbyXBqBwdZr9sfrxj1DddV+jKXnrFj9HbzpWLoG+de/IvrjpUv+NstIO
ixpwylWddniUtGl1kKrzAbHxvRI6bz6Un1C+VRU2HKrrZBeoygN5xq53TmX+Mgfnlx10WVSVMJBO
Yf4iLTiJBKYonDgWA9WnAnXgIcWa1Uw9ToCoRKNvMdygvP9b25MR5o6XRGPjTTlSEWmyV2XfXUlq
dDQUWu7ZlBjg7jlAmWSkd6xYJO7TIAGjt/h4GHLXixH1IwrUPINhCU6NyZ4MyY3Qc3J7M/FcRuNE
8+2k/XRdZazDT+P1D1eXPcJ7OZMNWNa8goSuYj7B+y6FhMFOx+p28CnmoMG9E1Penww95T8Fmmo9
g/tX9lukiZq7DGjjkODp6SPt2ccJylEPNZQKtp5ueBaR1BR7SIs5D1IkHDfcbRQQa2hYFMKXpC8S
pN7dRAbdxawyvHpdVoW76bt67cjSfEKsrOMCGKjbHmqZq7aoWiDvqfUzr1Q3bvsEhGXEVUD4JbAU
eAWDMFBmHbV+MG3k4D9j6VkIrwT0CR9O7DiZpyq39VZwJAa8fosgcR1wFVyZjafR+IDx7lYp0dj7
oOqmVedwcsVb9FlFqbmJba0ekTWlW9cgL0FaD+FQBQ9pj4lR4YRu6uxZZh41U3DORfLmtfIFjpm3
mlIa7HSD2DBApX7whD7KJFVq1TRmHjWmbvLIMM0yrinjceMj1lEj++VBwipyjByafXa+LXKyJbW7
rYyxaCK4zzV6AE+rGu5V4OZb2jz7dKvcNrRG5w8Zkmbd1tK6pmkKVCKysX8cJEV+pp5CaF6aSRe7
+Swlm5d3CEMfSZuIlej7An5nm6114LWh6Np8b2tkV8fafBkNLq+LwvOKWDP5MygVvbLyvl016eTe
MtvWP3STMISbUJkxvexUqOktSypn00O2egxbmiJuNpHm6VOJVox56wwnPw8eSsPMU0CqXGTjct7H
aF9vREJZwa7OjSLOoFJUhQwPyxvDK/IAKEZvbacse5NwEa6TgZo3PHHreNBDH5owMteTL8mdsgob
eZzCMMPeZtCo9Y3ngOiDPU3oKV/aelVliu81gZguAw0r5F3510+NP41Toamynx09AXEvCYc5Bq35
F2Ml5EUZcERs4t4ucdBH8mqAeNejPSEXZnVG8Dx0jSviPml8P3ISS93ZTTZBHsCR8AMCI0VGtfDC
zuoltMIz+cDLZO7f7D31AenjPvete62p/MO7Gl1EGCwnuPLT9CzxHGwURbi7HhAe/mhcgpjSdaV8
a6mAXGhb3zeWIhDhhWBvpLJUq8gi5akU7nCFVxYFvTHIh32fc2899PLXkAgYI7fX3Y+uJfUzVGMm
aBw2xSppjOA2LWsTtgYkjgzEQi9sWDEgfRi8IjmQRYkq2qcJyK47dyBJEvk+mzAtuCpXLqm5ieYh
zFtrNurI7DJIyxP/cWwb/idAJvQAOaUnII/c7URGGiEzPMF4pKO9mpj7ZCGVl08wqi6U3CGpl4q3
riEKvz5rc6QX+ozHSdvRV6ti7uM4IonEmYYBDBL6qhCEXhuTX/9m3bzjpn3A727joWGjimokzmIS
dP0KsKD6xAIEuFYf3JM+ZVFvV15IaIWLWBY6zG1uRwMMzlrZVfIzA+bhHgIG6t5q22lNJnXTu5oe
gGTLulATPocXhrBxkugwwMQiOq77xtqUfEIuBKhdoAwkElVXE3WHjW0W4wF0Of/G1micNRZOuZkN
xb1qdDDFmVn66JFu9GFqokNOaKnJQIQhbDeqLSoulGXP1RygMGLN1Q0wOpZgLyltC37VSI9e/zR5
q55uK/39ghbUSwBNgI4FiCP2okwjPB+eRSEoKnKxlW2TS6zkc+UMAEX+gWFZnzHrDnJZFDkneiyM
VetEVnIBFnTm+3MJGSAO4PnRTXIB9i2EyQLRBv5ROb9gQnEQv67InNmC999fAiLd1tNIwOH7ueyR
O9ra5S5BJu7rQS5Mgi6QVEjSjz7SPz4K1Xs8I8aFqtK5zwNRAQl5wO1AAJv//l3piiDrg1Yirgf4
8NWf5JLi/uevQ+4OaG4AXdCdFNpQH7/ujwE1KO/oERgwY+cX26/XZgZ+fEBcgV/0/vOLtUH4ZpM2
xedNuQ+8XT/t9LjxkI/4ephLs1jcA2QqUf4wFD2W09s0nPivf/f5RXGdyFYmKBbTo1RbJLrphR0+
u0goT4IAiVIoGGwf9wCCX6XLpYNfb659EY4ytP9Ul7RHzy0RAOLoRBMgRPyk4cOklQqZofZdDHgZ
xypEK8vvr9KsWDHLXwLrvFQ35VlbFhwSuEcbuUlur4rqu6w1HKb3A3iLdcqqKZPQzTp2tA+1HzPz
EoD63CIBSY/WExScXYz1cQSj7ilyTcQ+Pkr0RnTZJXLDue9D12NuMTVj3ZdFbx34glPZuUeN9xAe
u6eNC5swr8Hiws34DPx8YC0/NzDthI1yqq28Y69vpySG/ILeNPdB+f0b8WGYBWjKKDKRBD6GkSgh
xEl+4V04cyMI8InoMD2D5j+1NakrpDvStPLgIDs3YoidYmOjctwgCfP1mf38QEAzCzBF4KPB2gUR
4eOGK9eifSEDxBb2xPejUx5Rq3DuZNfbF0Y6MyWwv0A3Aulk1iFajJSkqF0T4ZtHy/qDmlakB4Zy
HgfHofv+SMCbzcDiGTj9SXlMcyhS4PCNRzUShAO1bvprAA7Iq9AcWcjUZ98GFyKhAeEIAHtx7CBI
/3ERUWcbgX5T9jFtV22/Upd0tf+hyiwONYCkBMBXcIdnYM3HARrqIUqp4IZYAZJ0ieHkUcFzH5Dh
pr2ZiikZwOyX6EaNok8SG4OlgYawvVBNVn09Wb7YoQTJ7y2gDMIE8fMGSSbvFq7ruKfFaBqb0XW7
OwtV2ls6vKLjGES73K2wHLXOzUSvygYsIW5KrwyZk7V35uQlq8ExjV9tLqz7LIPr+fW5PHNaQDgF
8QYdwwGYXsogB2jFYLpTQ48+bGmQn0ZCwmHaII339TifIegzsxVDoeIHHwDn5uPSDgJcrI7b9Ii6
dUj1oYMcA7JaY4sEFSrhybDvug0pdggDkWe+YKw+c3+AWcMhdfEwgYAB4/5xdDonnkrfZEfrrvUc
qPMmWOA3aT8EvIoMidgPqbYLihCfbTCOKtA5ILBgYLIkmLHOrXxvkOyYJsmGGcb6x9dLeub7oFWD
uzC35IK83GJFvdHUucskP9WVvi2t4opaF0T/Lo0wH553HmFVqKCFvCM/dSi3qpXhfpdKj0WZKbwz
xgzSlP5iV4SDtkgdFfyUZfASoosUv7O/H3rvLk4c8HJL0lrQyc7MoYl3tAhAMsUGArf/jy14N8DC
ILVssOVYYwBprtuTSS4Y2M+/HwELikfA24KC/kmn0OwVoxWyY0cw+4SEsPC3/Rx8HzsAydw5dFyS
AYSVGKrSzDgW3nVpbbR/4dp9fvQASP3n2s1asNCt+Xh+iKHQA8JyxMmfdmVwytx1OV59dwc+DrHw
D8qhdkzAY8TJMWKwm4pLsi5ntuAfCipobvBpP12yBMLFwinRf842d8VVlXz7BgSWC6gocK4gUX16
cHqd5rqYjOxUvqUAOPffP0CgmQP4CAMB2+ctVkfUBSnqMRAniuQ4Caun7y/++88vomrSN67yeny+
KK/97qbxLvz8+Xx8fI5nlvx/f/6ykbGNKqLobXzf6iLpAa5AQqTnUTOPuH9JK/DMWUXmBPhvYCrB
aF7imofMddM8KMqT5z5UXR8O6HB2iZz0+bGdVWb/N8Z82N7Z07pooasC9+xkrKTmYb+y5szl6tub
8mGQxbPguyW4/wyDVBS907Lrqfz2u4ZZQIYKXF1Q5uBqLmZRO2xos7I8waCvJnu8Ynm3+X/M4d0Q
C7uqW+aWjOXl6bEdb4bs288aGk9BAQgCNw4en6VZEnnfDAkKvMdC/FJVRMkFX+eMzQADDfDsAAsF
Cvtim/MK2KAByc3jYMZ8B5TMtxfnw+cXGywMkFmB+HePPR/W0AGrxHjh3p2dANRSoUQCvwX+/ccd
zgl3p37SWKAG0EcP/Wz0hRHm37i42UAS4V1DYymkE5fxacZaCwlZ3zvqZg3AmyvWrF9/vUxnLhv6
eiDGRtrvn1v9cRIVoDykQoHzCF3byM5uK+NaJk2Uf7uFARQhkbFEI08IN87kyo/jSAQIHOqQ/jHJ
5DW7Ki56SWes4IcBFkY8JWnajCjWH8VfgIrSYO3wyMtBF71w6ZZOMigXAINAugr5oTn4WRLke8tm
rRw846Q8+GNkVeXkyugePbAXum43BWMM3BeKEun26536h0jw7jTMXBLEkAgOIIeFqHXJwS0Vp1bC
BnoaB0BLwMwUdpgA//AQTCPdcPSYRvmieuTK0X9YQbo/unKD61Jq9rcI3OKqZOajRE+MdUFYEBp0
Iqjm9kCmUQOhhapbSFSMeerfp6pGG7OOpHcQ6dXo8g61/ai46mkEoomuE8AQhgfDLwFPkO0K7eaD
DUAQcmN1FNg0ABJ3LbAq6O4hBiDXi0DkeyBP03sdOCcwO83464VZHOH/rAtFwhQ0R+i5LHWqExL0
Rer19MSd6+dNVe7F89cDLC76fwawoTWKhhVn3I+8bVVgmh09mX0SA3ff9OTCFC6NsHgsWvRbJnaK
KaCvhLFh/48JEEjYIl0H/3WWWf94+dISabSqtfB529jwLN1e8M/omS0AbQ/cTBtcSfMT9ZNqjjya
X9MT2nhB+5MJcZt4lnywVJUcTAdKR4YzoXNNxbKYQTkocoR0blCQTpyw11679mjnXEki3PuirdQG
KQPy19X6hgEytzWJ9pGcMbK4zgy5C6bW2mSOAZqA18EdtFog6fxWrnsFUFUPFsLGstMhGjmYcRGK
/W0oRWf+riFEHHYM9IppHOg1kEmX5EnPbCPMAxbBQjoRR2X55mSgkqbuYJ8o+Rv8TOjj1+dw8RzM
5xAbaFo2SFNQsV8+B1IxPyh8Rk/IKYY2YAfDcAWA+NeD/KO0vjAzMykHDB/IU6FStphEMXlqEEFi
n7zRi6t8w9rnYNMje2O/AowHNDitYvFnBr67cTH+dq0frvfaI1Fu9BdcKGtOJH36KVBQghaEB49w
GXmRoGWQUazsE+mqm6bOV9pODxZ69vYJ+hOl0y1lQDpB8IBW1opU1YVbeeZUz4Js/x1+cSuBLOq6
jGP4vgWUUoDocDDkdWJPFwLAT/NE6nlmVBK0XZvlgpaCi1PbBQ7D7b1FrvDOgFiIK2HMtRRrmtfZ
Smfirvb582CsrFYcTJtfmCiZSxrvFxryrP/R20DKEJnKpYEQmiJGR27tjnQo+VZdYEXEMIEYrOSp
qM38Bn2Pql2aCXtO55Edzo4CUhM3UCCj7Zjbzs+TKOmDv5PKoMNdJBKAwQGqCU2vt4C8X/K9llcB
Sv5zMw1vTlnMvLt5697FCEFLE4l/kR1AXAyLocINtyJH6wsLszwB8zDw8OY0Kt4VqFp/HEZ2g2ai
0PwArH2I9vQFcVeTEwNJcOkInJsQ3i7fBCscgmFL0jDNpCRgAvFDk/ablCH4gT5+BJsHeIQ1TGFV
ZxHaNcZlutH5FHfBGNaFdyPYsKkgKuWl33zz5pnbaC8PcwZJnk9XL0mkTkq/zw6j3r6ob6rz46n4
+PXFzaJl3fQwv9lBPdMR/seF1Ty3mO9//CIwsqGo3iRizA40Bawb+px3VL18bSbPnQzQx1HSQXCH
k7g4GZM/FlrXjB8CeGHy5F13RTSAgPH1KLPT+uFezuuEvMdcjp8FnxZes6jMQSmPZweWCGCbbpW3
TcVWV/cyCMIJeNCvh1u+X/9sy7vh5p/z7lYB5zuMIkuzg8UfgMK31P3X358X5dN05gwL3i8bKuGL
pyVIXVdw5idozUXvaKdBT2DgqLRUX0n0D0Im8gCO9ksHm/H1wIvg4D/nLZhFI3CJEX0sBtaGaWSB
laUHrPe60ENMK7IeiLeFHTsCi7L6d8MtrBMc68GX4OkdUgA1pR7WAOvHEFaKnGK88y8KUp87i8iL
AZEAYAL6qM/b+m7bRC/Bo5t4etAke6mp2A+9WNe4VU5XXjCI526WbyEfibXEaEvdVW402lF9mx6E
G/f1Zso23aWWkxeGWOJ0TIkktfKa9CDLF6t6bJO3Ifj99f6cO+dIu6DGYUOcDy0JPy6YEk7hBEnF
D2N9LdrnNHj8+vvnpjBnQpE2xrOB1rMfvz/wtEh8kH4OZY0qij1c29a9hM7A16Ocm8XMawbMFIVZ
e9mxG6dMupkvxMFhv8rkeRgvRLqXvr+woqU0MpzXQhxsQCynEMTCr3//uWP7/vfP4787tjkibEYd
fL8NjhmLzfSvab654oITeWkW8169GyWoBj9RaSkOur0b9466MIlzFvr9JBZXPelEVkC5B5NQe23w
sM7+5ADuJ911Vj5IVO/+3ZotTpYxSuAeFYYDghycoYrdO+Om9tf/bpTFO4B01GgxNZ8suw2z9iW1
/XCqABS6cE8u7c3iHrpelza8xWzA8GnA6dIXJaYujLA0JqVZywZdQMVBeMFW9dciuDbYzmAPFf+d
gRQMTTvVvAG13FlrahlX/aVLdOGQ/+P6vzt+lscnBZVGcWAAqA9xkm4h520lu6837Ow0QdCEOcPj
CjTLx0Oe5h4xNKnEgTob+66wL3z+3PMJHaT/fn6O095NomiDpiYePl9UPzNnLf40aBxpbXj68t1p
INFsAgyFMg8gP8s4KAV0t+gnMBkF+h0BFgWO8tcDfN4NdL+BuiByv9CYRNH540RgbwYPYlj5gRMJ
wvNzC2i6eTXkl4Canx8A9Oea9cOghIVpLL3DaswmA1yM/CDlSz/eN/SKOBcMz7khABIgwLDA+HvL
R9/2wNI2m54fSkOFFTiu34R3wWdCEuDdAAvDqe2xpCBK8QMK3KGbR0peins/n1pkMoFyRLoBx9Zd
7kZm+dCDANXocD3Kh0afvt7rMwsE2A3SXsh5IUpc6rJkCddBbRjY67yFjEMZ9sCzBuUlTOvnBwAH
ClVh6JIBSPapeusmtTsJJ80PvfhRsFXBqx85/zHAUS/aK1t9D9szb8qH0RaWGXywxml8jCa2zi3Y
lV8v2ZkNAQoAF29WYJ2znR+vx0CCYqgTLqGO64fDPejI/3KAxc+vkOvTrsIAfha3IDt2q68ncOZ+
f5jA4kEpjcEzJ4nvl/J5cK50EanhKnOO3x8FDbNR+EG3IxsO98dl4tmg6qDK6gP8Frnt6a5JtkJu
vx7k3F4g7IYxxB9w8BZ7IRs06Qm4Jw/OWx082uTh68+fuR34+f/7/GInOkjbV4PlyoPM+6hCeh9s
e3apknt2EBdeNnoboIC/fH09z5i4tDN58LqrBiJSXZeG/FJ/ubODoHyFzqoBAryl2F3lcW6kFakO
XjMOYDzl/Qtyo92Dresg/nrRzu2Jj4IrCBVowfip9FPI2nEyLuShEtcHYlzIop+byPuvz4f7/Svr
TrnrCHxdOVcNxBWoKcNGX0CCnLshqF85SGoCX/lJ+FNYeVoVEltSAaUnXQipgKBx303f9roBaUHm
dLa+c4OUhUPiGCMDgaqtDrb5Q5YH8f2N+PD5hUNi4OE12hyfZ7gf8nDJTJ3ZCQByZgDenOD5BPdz
G0CxarRnPoAFfVPUCVKLVtPEwWSpC57V2ZHmpuWQ3J6HWjgkkPMoHAqe6QFnDpANCqIOj7RRXbC7
s937mHjBdrwbZj7Y744WgxfaM4phhHysmyEakiAkDjRtrg3jQA0V6fHt66tydmIQ0Jx7gSCBuKTC
1G1ZqgSiwQdI1IUDjcfqzigu2OEz1xFZvv+NsVg81cOGFfMYvIEGwRQr/8/XkzhzWeZsGPq8Qfg+
APzr47L5hluKHDp7ByL303T/f6Rd127kurL9IgHK4VWd3Q7d9ownvAgTPFQWJVFU+Pq75HPvmW42
IcJz9wb2fjDQJaZisWrVWlrZ7ZKu2uu9ClIrG8mlIeHoe0Xqa6ZtkZO9SiBpWKLBb3kkkuUAiAMl
UsAIoPYjNsVwL6fAnI7ak29+070tsw5AlS6bkEwWCvAgFEbKGO5FrIuPLh/wNOXakxm82CmYg92f
zAO25oPKJnMIdGVHmKu8NoKia2HHBhNNlYMIZbM8kNvXDgyAiBcxI0Jg0JFfr3pJkrHtO0JOYFjC
SfFXlJhorkVJpKxCq6GrZXPSebswJ8QsFbOjrARr2lOWfWmchyDatPGutBUe8wa28D5tNmALwMIi
6hbDYVa1to4GeHJiRhb2zcrVi61hdwjrPw/eVy8n66z8FFEVf7dkZ+N5gmASlw6CcbE4n0E6Feld
Sk6duyq+DSrIsurn579fOLbJ7IqgDjKC6LtdJeCWo7nCQ8+rLbjOqwEIPqB19CwIQOJwajfgBnOr
nYbefjDX0U2k2AjSMzqjy1F4RU1BhNUjisnSPAGVRV7oz4YWxAd/6NsDSIdKxZiks3ZhybyeNcur
tCFvYMlvtqAxy6kikpH+PhwNsEMgtr6BjlmDb3ROn5JT80sfdqBMXz4xsomaOzegaYqc963Ket9U
sZ2lyWkg/BsD60tmBUfs/I/HMLiS/5oR/AAreptN6MM91WiD56DGhJ6pwi3LJsoEXAK3JIJXzxZM
RJ7TNh2APSdSHcdmr8IqyTwZVEIgv4YoDAkVwbWgfTitKnBQnEpAlWzNXDdpsE7BBxUnB8NS3MbS
VflrTKT/tvUKKqKVF5/0KQNtjQPiFhvgDvttefFlU4aUOnqqQHoMhl1hykjfGqDOgBnO7t5S/R9O
BiAPeNiB9RaYg3mQF/7EJ9RqjQEog9EFSxm4sP5h617+vnB5mQMr8e7S45PNngOv2SW+C1KsRLGt
ZEtxaUV4O5ZgoqttHaNwqk9bLf7iegoDso0FXCi6EVB3grCJsLESPeG8rXA0PMC+eDOrghTPYAA5
pIG2iTWlKo1s0YGPABwFAsOoPAnL0pcBRdMRzgnCtfCxw1NyeVPJxuNAbQxq8UAv3RSE9EJHI3zd
wqOwO5c/+MbassMoWCe/l+3IFgZOcY7350tFrOc63ZSDVbSGHTCXhm4X702NPviOivRfOl/otTeQ
k0KOQhQV0KzYaoYa80XvM9AiJZ2rmDC5ARD4Qh4UrksUf6sAuRupMSQnB8R6vrvh6Qcb9N7DPCQo
ICM9V6XRpnd9EqfET71xZnwsG22dgqm0s89dH6+nWJX1kgVgCH7xTJ1hMMBXXVsirQEKVDYi3jNW
FvDzPMxSGg4qDmeVGfPazGTnGfE9mCE96g56AB5RI4Q+0M5XySDPp08MWYAjQo02AGzwRryAoksD
KrRsDmBDZu2dfmsb93l6ctG+5a6iRnHb38KX4Cwv7QkuuYqqkeU17I0IlEsAVaxm6z5l4FbcQm63
XSfatKr+IcNwZVRwQaBKhgAhyLhOVr6i+Vqjih0uO6oeUHYgD0fgenMTGFRDT1bVYxKDh4SP67I+
xr6qR1tlRLgOuD66ac5gBDwd3GtWVXTw0Au+7HRkZxVpRGCGwZ0KHRBhpiBvMvSZh8dl5X5j/Hm0
98u/Lx0E4I4oPKE7GDnw643dgUiiCjQWnzoreeqG8dCV/YlT+rZsRuyNfPcIqAkjFwr4iI66wbUd
6JjU0DEBMKCjWhsSFt2ROtpaWnaaHKA9x7maZ68q3oWOQaHQ04P5J90sf4RsLi+/QbhZXTNx0sqp
45MWbH39OHJVgVd2E10aEM5SbDtJ0FgYJO+PafVNs8utN7nrTEcAp9InlA7GQDsVDi/QlaLj6wbq
ARzuIUxn+yk7eIfluZLtCzSRmri4fWw/Mfqcb1sfuS1yQtfluR/cB83sz23eKQph0lHgJQDtJEBj
b3rPwKrZgeq8TE4gZmy3GbiF/5iNk6hemjKnCm4XvM2Q2rjNxzsGGdCogVi6AT1NUoHyBkhk8DkR
Nw5jZxZgeOkcVZwluzMujQq7QWNmwUxmxCff69asjAH/+1aDxSfWVXtBtljIdM0DnLXmxTbctohK
UsUA9kBMBEoPKJkFFZqsg+7X8qaQrdaFnUBIDKPDD8QdvItxC4KoYACzO1U826TXUQABLyTqIYyK
yuK1n3BAigruyyk+Dbp7pBN9iQr/qexA4MnJCZydn6K2BlbUPWVZt9bSWuEipDOJzDeCFxyqGywt
CETBDJtF85rFj6g9nniExmYfdOfLMym144EqBihEFFhEd5j4/gAMbB+fLDqizPVnYG8eSNo/bAS7
2gLEdj7CkKi6nssqJdw2mzw5Gab21DvaYWr7nZYNClch2ecwMyuBINxDJ5WwZMTvusIyMWfJgD4q
OqwSHDKinUn3+x/GY+ooHngomt8gDDiN+6RiRQLe5vRAuLVjhgNiTFdRZZHscgTdwAB4szIyVHmv
p60wbNBuWnFy0vw9AW2qoiNZsvSXPy+yBJlgjWYmqExPVAPT7shC3/vFTeNf1v7vIERNwRL4VpJk
CcDPTovIBC1DMzm+kqdGlpkEqwJaAMHwAqiEaEdreEcHZF1Pafcl0PJtDTbA3KYgxAMpHPoNjAyd
6TUaHs7Le0Fy1V7ZFeIWUgW94zAsktPWIfhMQZn+OaoO5TSFQ6y6PmQ7AkQw2HEWdvrNCxOdaRPo
bHrtCeWe7zmINtuk//zx8QDgOmvpQYgN9avrTdcxtzddcAo+Gexr0zUbHYC34Cdw5WstV/RuSs7r
u4w87nAkyG60v2uvqYANr8kpJYjy/aNjRJupS/b19A8l5NmJorMIragGNLuuBwWaGeTiK6QyirHd
ZJOx7wCmCWpnszx373lo4c10ZUe4aaF7AZlrYgF1OmoPkeas6qbYDnq7S+rniRY7Cz19dtSB03Ha
ouy0b326GsBvu/wZkiDj6isEv8HSOiq7Dl9BmBXa6LotMlTMh2M2fQlAkJfpRthOz8s255EtjFzE
jqWtUQByhcDGA6cmeEEJiA+Hjj2AjnDnVP3JZYpEoeQoeIgydPRHAfWDLMj1kkKXoga1rY9OHtNa
Z7Rdt6oHsMKCOKSuTi1usQDBTPIAEHPosrd/mDPAGgBT89355XM9hDGzaI8sDzkZ5VNer8d4Q6BV
m32q+13/D0AvFAP+2poHe5GSpH2gp6mlk1M0boh19PIXW9W3JvGEMIF0KvqQEEyItaHBROkhBsP1
aeqPRrrNswed7u0nT1WEkq7LhR1h2qAsQOxoLnNawXmiK1r8XF4W1TiEqUKHcQVRR/x+k2w8c9+4
q7Zc8bdAO/yDHeSL3qFlKGoJGSPw5M9E3QVeNq5H9v4YvdLB/pxwKBL0I7MPKZSTFJ5BNjQ8ccDP
gisSiyWY7EGVSb0BAWzglOQRPIEEmkigfs6ToV6lfAq2QZ9Vf5bHKYkz0M7pg1QF1QOw8wgntWlt
s61jvOAC7amhzU+UFn9GRHGXSI0ggYRUPmJ2/Od6f7cGGj7tAXkxvf3JQJCVDp8HED4sj0S280DL
CZQFbpKZY+naiFMOzG1HPG+itA0HB9JDCgPS9cGDFpBD6KTcBDGl77UaAIbxCbTgwzEJjlC/SKsv
H48rkWUB2BBNggCLiLhSr0JbRpWWeFvo39LmLq4/3nCEZMBfAyJDJ5yN3U96gfSD+zvxNgSUzNk6
KEMzXw3O+h/WBM4ThXaMCJKx12vSZXkbdIzgRa3daRtfRaUp21fg64J/R/3rtvgFNvOqK2sfygCu
Bf5ncI1D2ozegzdd1TYli4YuLImVrwq014xUqODPLXtTe+ZQ4bTBBJ07H0d/goQMqeoAlS/z5uZk
ox65fMRV4JMqC4k2+sd4MkpFXCwLCC6siLdnAWm3rpjzNp6ffzMtDt5+Z2/azgvJ/D1iT0gg/V7e
CbKlAhUm0pMg98GTSTidtcnqZnRtWGS7ArJBxAQTuGLuZIuELjpkDi1URXQRnuJOVQagF/APaHEN
Df2xMBBPeW0IWvzlwcgMoYqAugjqYyYwwdfbmmt5D14TGIocehdVJApjdN0PTEc3Ldjvl41J/Bqu
7XeeGdTFwPh3bYwELid5gbbRyjBXBANSiaKrDMyjvYg+ArQvOBzylid0+a7IsK74P7gBDME3EHdA
XN0RXc5ESaRVxEbnawpGCUikKTaXZD0AEwCaz0HHF1p5hREQZ2LM5zOOPR7zkOGIVqa38gh/a9of
y6she8oCVDlrhmM7o4IsXJgFFJu6yEUdMeLRvd9Ubw7k9mLH3qDZcU/IdOJNehdQe8MqyMwsG59/
W4jjL22LXsjNoWxJKtieUG6xhvsCOL9ePzINhInOt7qBbFuv8BSyzYE7D8URtLrNGdjrzZEjSRGQ
HKnXGtIA1bgb9HS1PCiJZ/ABIHFm9CLmVDxMbdkHQxA16NTzHHCjgwyxd9Z5oKqXSs2gWQOIFbBf
3+SQURMcEj2bkOay3DujM2am931sf5DrcK5gII2GiAqFWRC9iacVAA2ohLpGcrK8fUvWlUrvVuK5
cdcBA/2eeLp5lhQ1py12JQoiWbFy6l3E92ax4hAcqCpITTofZB57Hw+Sgnif4z2HRmghmWsVkLgA
HXmG52q1GqEn4nbVqjT3Xkz2jbdZ3grSw4VekbkjHWU5KOFd77aKRU2dBjUIECoCMUK6AhNZGHMD
bqkPzaQKg+6JBW+Fo3oevfNMiEcLpeE52QFBePzn2jKSkl7cmughBNbMOwL0BIG5prGPLAcJPtI9
xdoF/QnKUVW1ipBf3OUUqkbc6cc73y38teGW91HSpE3IYi99pqMJ1a3ODTZ15b9BKxHSXL09bKAS
4isCRtnGnqHeoP9DJwxanq6/vDShBwpqlAy3XvapskdgmWxcE6APUizOPPk3U/TXkBg0uFlFR5Zh
cWpomYaVnhzaOrn38JKsnlrK98iI3jd9CT1Id22QagvS2ENrku3yZ8gcElBUSIoji4yzJryS3LIm
nGpOAdYCtutjbR//QwHQv7RgXk8omEq7qfNgIa/CVj929m55BLIFQwSEcNLHP3gVXf++1dRWjuNW
nLpiumvyTz7oIIj5a9mIdJrwfLCBKgd3hshTQw0zKyw/Kk4ON8NaW+cqnIvMEc0CAv9nQLhzk9q2
YprBAFAoUOHsNv3YQ3NyGP6gbnPXNzrk8wotXi8PS1Yhnslk0WoCmtyZh+d68gZgkGs/DfJT1ICw
Lg1WxLXDJHtzEqhXendptAn4k+vmW6/+nQDqs2xetnSX1oXNB6mj0nEiDw1n0DNqgk1hka3fqsAW
soMGbmcX/f4ohd/cucA9+kaekgI5lDa0O4itEXqIIK8VRrl56JEXyObKt+3fTSb/Us5qyKAGrDry
tjxaWVjlg5gWTRJoDIVrvJ5rZmlxV2QlNmqNJmEoFEMrkTAK7UAPEtPEqhRHWzK7kPAG4A8MB3Nh
RfD+UCuxWBtUJcq85QrYPcjEPRv804cHBfeOjAeIWPB/saU+0MtiGAdcoC1U4jrg9EJQkm+cDpGp
q328bn1lSxjQlA1OEUV+djKKLZRZMxUtruQMYhhg2ZhzrO4t7KNDo50zoFUwtZ4Tw9lE9J7lf+r8
oSu+e1DNXJ45QxJ+XpoTY4GoawCSjmDON8+Gdmzqg8F8XNEPYJ4Ns+EhGbeB/YP6XTiCCp08j8Ow
Lo2fQ/+DR39Kd6sFf5a/SOLkrj5I2KBWZ00crb75aeDb6Wzww/LPK6b33RddPIxsa/LzRstyUIpo
q2A6M/9Zr8+8eibRa65/XzZmyHb/xWKKMHqvNFruBgmsJbPQ2deGHOn4XdfeqH9sIbypRcccPGcR
M1dV+pSzA8oz0Fg9L3+G6ivmKb8Yc20gfMHVnp+09qWDljmBBP3rsgmJW8GqzSkhd46VRS7e0XPp
NLVYtczpNg70gBw932eB+QT03n7ZlHw0f00JsVEXZMjvFzCl58cihXBUcmAqmiBJWhDJBsAkUb9C
wVlMbgJCRpPSgbemfoGE7fcAOhnjfb5qybflwch2O+Jw/KCNhjvg1q+XJhs8XGg+rr483dLQ8DfL
Py9blsufF8Ke2GasMaE7farTfZKvdf+htQE6+HjwA0ZYvPOAKEbXlVjBxKYImMXM7ETjtZ5DSW5f
d4r7U7bolybmY32xhXOoCNOqgokqsSH3/lDNsXyhyghKVwOdA0CQoyNKF7vf9Nod7R5KVqcAxLD3
JP+Hq2PGVOHmxWMI+cDrQWh+Cl66bESwTbtweASdjSKcl84S3gzAPuIVedMAaXdt6tR6j2cDKSCP
Nsu43tuuwpvIwjXEiGhLxLMblUAxJacbJh9LKHmDJcG/74zkUOnAXjvTioJQF3m0lVlrO7slRpjW
5UvjlisziBRQCtnGBj0AuEOh0QI1HuEWru2+on1f5CfohurbvokcEJpaxT4rsnHHXF6+fPwgAQEA
cC4WEPXseeYv9h+3g9JuaF6cEszoiMzMjsdfUahatnJD4ohX6gw0+K+ZedgXZuY2DSsYQK2Q9t59
X7ihT4pHaMduSts7xqBz0eNsXSI9FHvTnUXNAy+DDbf5D4el35iZP3YJ3VDLfXBr/5Pi22ZXJDwV
0bmDbm00ooHXXsz2zikyUx+j/ISs7y+3ZgyRKzpfu6RK7kgGzg+e2VlY62OyK4303m3rHSUjV+w+
6cJffIVwlxl6NJk0xVfkIwm91wnCiBNgpa39+Z+Gi+09N8Ji1YXDGuN6plbt5CdrTB80rdzpubGz
YlzaaUl3eR8/gjH0ufHGp6woP7ujKlCRD/S/9kXEXR6P4G4hsB8ML9bwTKxQb6AqrthxMo+Bwhpu
OW8+S6LrTqqirpmdlRglFN7ZY4l+Zj3ZLs+lyojgvFub1LmeJ+WJOz9Lttf4r8lUuFbZhQ3KBVA6
4e19W2et2zHwCHGLk4lyu17fj1qw0l0ou+d3deMqxiODKgJK+teacK2CSW2A6qtXnLz4O0o7aJeK
V0iSh9CNX0MPekWaJqTFnW0/oLlWsWKyAPbStnXtImhtU70wYTvtZsXxFx7EqwyqMy4OX5t+Rm1O
canIEnhXoxWOnIccgB43fnGKjGw7tCDthPzSUG667uzPLeL1xrCnsO9ixTTLtg1kTcDR7AErie6u
65HypiJePjHkbNDU4Vt3Y/7D6FRQXdnGQcIfewaZm5mx49pIT72WjgQet56al8kJjkVp3DHdRTVr
8A5JpMJSSPfOpcF51BcuvoXYbNVb8wO82SY1tItXk7Vu/R2IaimSj+Y5d/dMhQedRyH67vmqnsud
sxyK4Mwsd+p68AgAbA3p2l31QdL+OaE89/Nb8/VkzFTH12MKcpu0pou2ogpsYAV9qNt/iPln6OR7
agrJfmGVcpcFDMLQCTzIM68OWvscpYqIQjZF714QhI4GEiSzP75YF1axIfUh13Myy2PBv3iJIoKV
nVsEKvNdguZXV0SCRENiVtBiBvETyMQq31nTTjsjQYNuh+lkNXxTTMXzst8VFb/e1+XSpuCn0hys
c3UC2GxJoMFVZiuw8OxIpYMJF2rKoOAlyHJ3Rb5Gh9O2quNt5CZrpISRCMZbxy9PdT5BjcTb+qy6
L1h8DwqSQ+nQNUaziln8O7WzTWJ2RwaaNK2o137HDhDBPlqRd6htd6MX03p5TDKngD2M0hVqMeiL
EZYJKG3olAVzSyE/dNXGq3bFP7RZB6gDQiECNTI4BuGwIIJNHT+h6O7t1sjwaO5meQhSF3BhQCyd
mui8IhwQ3RPUmUPHOowgoHVYvnW1c+5t2vbMtF8NyM10XzV70k34d2hi9s8yoZRt+kAgd9qGTXXY
eJ/IcKLtKapADK1iHZUeqQtrwvYrot41iQkUesH4C4vHNYfEsep2km6ICyPCfegOACZC2Qa1Wzfb
l60b8sYJM7cJk8Q+uODUq8vpK+APn22z3qaFf84ddBo5UHYewB3Yu6/Li6sa8/z3CzfCod+T+nNt
1UvAWslQV5oUI1YNeP77hYVqiDi6MXCojbYPx2g/sWdL1eCm2ifCKXOZlpheh5VLK76K7E8jiOpI
fhgzvs2qX0agiGlUkybc9G3GHAr1AeDuu6NVELwbFYk4WSkQZxqvbvDBvFe9ryeNpKD1nQIsC4F6
Bm++RuknJBP06HEwziV/9J1nbWrDOvvM6Zcir8O82thttLItFuZ8V+VfjeonG7Zlrep6mWdSvJkv
P0xwNsnoFaQe8WGZ+8irdO0DMk+akz4ezHZcUwug9urUmT8n+lsvf/B6G0d/0vZQ8m/L+1aaqvz7
ISB0vJ4hdP6XRpLD6+WTsao193EAvC9MjHLrIC6ZmB624OohdgMqebabIC1i43PBO72H2M0deJ1+
L3+QdGJ8qB4DnIfqvvgy4WMLmdoRjcTt2IUWO6DVYN9r0bp1FBe/9DxdGJrPwsV5mvrOnowBDTm2
Od6VqEu3ZXPsRrZZHo/sSAEriQ5ykJCBA0E4tkOqRXGc4/4fHUiAF+fW7VfUIaELecA+IbscMi7L
Fg3ZFF6aFE7xNMakmRp4+7zlq6TbBv73AXloFpyzRF8NOvo0sng9tF+HZItuIWgHDBu3f2wrhNuB
pfqaeQOJO90DIATUysBZ3aAojECzcjr3JJXTl5HuhiANi37f0SeHQy2M/rDZ1yE7LU+BzLFc2hRm
wDXj3OCzY3GCZE/DeFKp+0hX9WJQgucqqzYypgyDcnq6QbvXqqTfAlcLp5atDfulI7vlAcmeKwgh
QS4P4U10/QnugrVdOngjdlFDkx2vh3UfOSjQ9A/u3DaSmftlc/L5+685MVKxTJ52tokdBK4xCmw5
VwxHdvYgSOfjfAMtBH6Q67NXZmD893Q4HeizQ9Ro56ALOCm3y4OQn4MLK0KIgL1sdx1wDSfKUf0Y
n233WBbZDgw0Q/NS8mc7fYrM+9QyQo9+ouCwjdrngW2L4rD8IdLNcvEd82xfeBpwYZhaxPAdfLov
XoN0xdtQtzaNf+96qjGrZlZwN22nm32awlYc/9DyM3d+w38mydcMuuhB+lo7Jzbu3PS7X0MkhoZz
462tYkaUBrqQ38QKI9kNPldh4idWTloFcqSTVZ519lkf21XK9mnqhKASXgVREkIpJHTdM7SNlqda
1hiER/3c6ARACYS/BNP+RKcERHZoQMr7esNsw39mfPyeOrQI0Vr/5rrQpdFjI9o6LksBlE7/JKPZ
vHRJ+bNPW1USRbr02OWoKqBVF1iH66X3+gG0inPTWmM3m5ropzjx1xpeYUmTbfMmW3dc9fp7V+K7
cbgXNoXDBS/cBNRDgx7gm48AOm14Zm7ystn4+rjVGF/bRfrUFu2PIY32epWs4SrXlCX33FIJZamG
L6yG63Oz7OeXgD16Ici1V4l7yLwmdBOIA/l7nX5ZXn7p7r8YunDSDI2XGjfhJvUWfh/95a4f/xm9
/MeyGdWwhEPm87jX026OW5s9xLrWefdKGTxYVK+IjkIb9tqywdm9Ly2pcJ85Zc3A7A9/nJDyJarL
38UwHOKoCssRpL82tVddyTconCiOk9QukuDQlUI+HIJ219vX16w+h6AJ8kdx92Dk7X2p028QONgU
eXbUtfKQZNPa4//QrxjgiW9CQRZv8Vu6Gg+4S6NEf7EZZHsogh1qYPagPramjqOYWemOuTA1L/WF
b65io4rsGIfFyscNN7RnY+rWPC0UYKN5gW4WEN0snqOj0/OmjlQMLLFrHWaykoVtcjQBpSg2jQrl
I723L8wI+6QcO5NqAcyYEfuRafaftPIUI5Fvib8jmSOVywmzSFT0EzwaqBYfYiu+N2mXh9rocADs
0CCYN1+mbNxUY6yiyZINDmNDc5MJFiug7q4tE7B78r6FTJDTZCuIdoRRrQhLZBagoorUD8Cxt70A
Pe1Sg9sA/HrlgT3S9P/584J3ChotRXICP68V38fkR6QC9Ug/fybbBA4Djw2xOMp6DZ8/AVKORvDH
hDRnHCFFfCE7Lqj1/9eEMAT0teVWZwDgbfvrxJm1nWPVLMk22KWJm2WuWNI5HaI2Fh0DsHp5lIcR
6m3F2K0MO3vDNfqkQfR02cXKTmiAghiKsKBaBMXf9e6qyESaMp6QT0qQlZvYxrK6VzsnjwA3Kybx
1hRy5cDEoXsCkDL8e22qhFYHiKOL9IQtCNxj8r1GJNJG3rmqfHe9PCxJLDYn5hFmQ7MXSXqxaq8l
xRSks5YS+LZX0/Qb8IdwGtNQq3Zt/0U3KI4Rcj1uskk11UtUOlDwJboIBCH4eRP9dGwy7YhCWMnt
0T8KHPNK7ynET8nUGFDN86jK4u3+xGhRrA+QaAfmUqwdDT3w0tTEo77utc8ghQ6RqUaiR5E6kI5r
5kiHDi+6AMT2xKifohqSESA7G4Nq1TnNJjfsu7wL7s1RRax2exwwogtbwolzXW0KnAZ3Yeal4MbX
jllhrvkYbGkTrZOi2OisPjcFV7R5SoeIu3feMdAsErfNlLnUBdMDGiQ7e92UA/pVSR8GCbvLauj3
LW9S2apBL811AANG9l3M+UzRQJ2qBG+OSX8HI1CcOOmepohlbr0jKJOQfngnQYSysRCLmk1k1HGL
xJIzTgOSWjUKb7WKD0pmxJzx+7OUBfagcDt6Zjf2NkPAVPkv6LQInULFOSCbq0sLQsDS904WeTNX
yQRanLJC9R7RXxJZm48vCSTKAN51wT98I8FGzAjtEB0qh1N0V2uH0g0HlVy21DVd2pj34EUoAXIu
ojcMUe1YpeEQQGLitWjGtZvuoq4Pe/McscdxaEPD/rQ8uHmOrqMxRBAXgxNWCbSORj5ZeJakVrOh
hR3G+rcYDad0ylDG5CAgUO0L+ar9nU5h1TRmkIY7sEgT51NXNLua5+sUFGmKkyTJeVwPTbjGYq8F
znuEoaLY1eSTnparoNob5p84/tnk2brOj739ig7F0LbuClBy2x1fWd3Bi1+W51jmQC7mWMSxVJCE
gwwayhWe3sSh3jvPZtndZU2+7WrzsGxLsZ6BcKEmNfED1NaR5Q8ejfEe6f1Az8IIOU93+uap2l9V
+zYwr/dt0nJiVw6ef1PwlCVvutmgoQgblv7qoCAWleAAKWds/y+jPy8PVGlacGIJ5E1Ms59ntV7r
1RdgpRP61gcn7uNGj75Z0wOUN0K3z/9/7kCESxhoFcpiDUMO2KbgZ2ochk4xtvnQLRxKsduuTv7v
UCIqes2gSk6aeJ/GRjh0+brzNMVJEfYniGPxrp274KDiiryMmOLMhxRNL1qanYmuGQj4umejGNE+
n/+wE1XPrHD6/9cWVKxQ1kBdXuSR9cvY6/Bazs7onHzwRvtTYhdrzyp/L+8OYQZvzAhOJhugcuq2
VXZ2XHQxoyub6MWqJtomA7lnEWyXrakGJXgaQ4d8j2NjUNQFLRwDl3tch4mrqOAtWwGBy/VZ63KP
FHlVZGeNH32y1ZunylNgyFQmBO8B8ZX/NeE1e7Pftb9RKlyeKsE/CQvjiOlu2hQN8wosDB5P90Ns
fCv8et0UztkyoieP9C+taSrmTb69EYKAWWpmvZkHfXG3unFO0Vo1ZOcmwMLssmobu2Hr7pYHJoQ7
/xkY9MAQISBTgxanayvoq+41v9azc6B9hSxg9WX556WDmLkogfgAzbOIL4papwsqdKadObTmQyPi
B6I7+6Ebd36jQn+obAlOfSiZX7hjm509a2UOexv+3NnUKhpc6RG9GJEwYXXs0zEvMCIvQh2sjoc1
a+x7PvmHrIiOALmoGEKkwwIHBYjGZmSLGFoXoGAd9Ybk55jf5ZA8A/lg46GFcFCkhaQ7AZSD2HCz
sprYW44GMuaadZEDGngwkn2+Wt4J0jOKrD461N/ZT2fzF9vZy9ypzmN/3s4/dO3Zor94+rpsQjpT
aL4CdxNagnFsrk1ElLZAPmAErFhNzgGk6LzYTx9Ugf3PiUE9wIVC+awDKJxLcJblnMzrwQryVlT6
ptKcX/8wkLmXAaJXMy5P2MlalAQJHov5ORtXlbMiU+gaYaxqIZb4NBsWUN6BBDqK9cJA8tKMdK2L
0rPR1QeM1gxHxpqwRqDXDv6DV2qvkFVUxdHCa3ieviur8yJe7IOqynNwOJHsbDsgOomSOziPle10
L205/TEH7YdGu20V9woQn2T7gdZgJlUydf9WQq6kTs9zaPeeff/YABbRkqMLPdfldZMacQFJmqnA
gRYU1o0MCDwK38zOtbWbpkcteEySj/trW/fwNsX2mBkchT1OWZeXtHFxEQHnt+Kj4pRKnMDVzwun
1C9LmpnAY52nJBzJXa3KPct+Hzz8YP435k4XUfCQcVCClKhenZm1QjarVAQCqp8X4qeOtlo7uPh5
UmzyFDo7Kg5YiYuxQSjhIDsFzscbLAjxzcgMUjBjQu0h9EGL0JrxfkyguFWr0GJSU1DyQlYFPu2m
BJsUA0UfwZScPTsO65KsW/OPPpBwUD45ZY4AtP84Fwhtb6kyoyxt9DLuknPnVGcLKGadTatsnNud
qbYBiGCX9u3rx48KTjaGBnFj+ya6mXKLA/JFk7OZomE0MI9923zuoU2/bEa2IdAKCFcNQ+7NlWCY
FfUhTpicp/pMpkfr48fFBc/NTP6JvXBDEgcNeJOWnTmczWbrf0tUyCPxsTg7y6vfFxxK4fe1V2vT
cNacQ+Y4W2o/DuaqbfzQKO548Ik0X4EnBHfTennaJEEOGoVsaFkA8ozQTfAyBeQ/+jQDfU3B89Dp
f+XWsdAOfbmnKiFlyd5DsQbaHBCHB8WamEn3Cm6VOiH9earOwBDOnCZ0+m42p3r8oiM3tjwuiYOe
S0OgtjE8RFMiCMcq8mTkmsXPRRA/aKl7akvnc8L4ZtmMZNdhT6MLFW9TZCzF+3uoncnROONw0jwc
49egU4APVQaE9QkCBjww7/i5qcKu2toqtLFknq4GMNu/uKTbOmeOPf++X/wk2nrQNx75vTxHkoW/
MjF/woWJNPIL4k39PIRPep+sac7gah5dPd/45ZGW+nrZnmRLX9kT4g4Wsbh33IHjoeOFo1mGOSJ1
fME2Y6fGVxib5+ciEzKfW7Qyg/MaMQeKNmJqAizufV4ZlJ/T5sXZKVkTZHN3+fPCe7frdDsqUFQ7
g18LcKiUgdzmsXVW0LGri6/L8ybbCg60vBAhgqcBhaDrdSKBU7R+XfGz1T8arFjX0ysxVaTDkrvO
RwsHFLlA5QUpZGFAZjELSjdmd47cNa/oCndw2PlROPr9x+MnoMZQPJhFMiGdIeQ8ND9LTZ2S7hzH
IFK2f02Ke0228he/L648BXrFHkjendmpNdCRodhYstW4/HlhonqLFhlh+HzLOSTpcRru2lrxDpSs
BYqnc28uOqmhJjEfpIuD2baDzjySs3Ni3OFuya19NT0WrcITv9dRhCMy12ghVjw30APxc21mzPLC
MAqTnX2bh2k/oIj5tYx+RuZrn3/OmvA13nM39E7xmwZWC3cLOUiH7Jf39u1Q8Y5DWRPcge/aBfPf
L4ZK2yA2gilmZxvfkINGNt5M7EdVfTgqRUEM8BsPAtZo8BapmvANVa6RoMVx9cK6Qo6NfTjMubYg
bIvBpFVQzxZiGqYM7WiKbXe7q/H7M1UshGUdPErFU1N6daWnZntOXivtbah+LK/D7a7Gz2Nu3vfC
bRBg1nnDqZ4yBIN7G3SBOWAJHz33eHQCT4gCIrgh8GwSdjVP2Rg5Xa2d3F0A1HLBVXXrmymaDQDt
BOpTEKahEirspYjo0DTLolN+XxEolypW+GaKhJ8Xtmpdl8X/kHalPZLiyvYXIbGDv7JkZu1ZVb1/
Qd1d3QazGRsw5te/Q19ppopCiXqeNHc0Ul0R6S0cjohzjh5RODzTKrEGGTHjhXpXl5dhbwirOZJD
4ZV9xrJzNjgRWnRQwNs59VsWAALEoV+o0d6tAnEkNRw6kHOrv2dhWud79Jxb0/TawHJzvjrRfkuC
2iY9WQipzIOQoIVe+BxuOehwd2ZryxS8ZAACYtCwYfHfmmocY2IdhJjOrnVnmW3cgbBe6Z20xdaE
oZvFxoYC9xOYn94a0bTKgcHmxrkIhjwdrLG9qRpA2i8v/NZQkJ4F3ZOHkbwTxR5rCLOoqaOP4TAB
2UhvAuUcLVklf29m0aRFeweMoUvg7WAKgjS6KuzsjGTgmYzqnploSGi8nU32zqvjqMAAiM1AcQ2K
9WW0r/YAt3lg1I6RnZ0JHbONir2+uAd7bDyzZucC2VoeMNyiDLoo/8ExvjVVicrNxpLQx6ZpzOfK
pO5HLyPhzoD2rKy8rzNbulZjnj8mrvzpyJ+XV2Xz63+8r4nH/zuuRVd12u8sQR+ZnkLwtQV+MtMm
Sy9b2VoU9A/hFiT+BkkvsQpd9oFHH4n9W+rvmn/j5rep+fHXVpA0Rc86jiSkqdYZ4EqDOawPq/wx
DFpUG+K+tyPXa5Oe7WVnlpV9E74s2cRXlpZZfbXJhgJ0YqbJ8keZZ7eBqB9H6MMACNH/aLziwOzg
ueb2y38Y3SLBijwNtI7WrVGqYL6tM+w2bdO4QHq79I6mvivQlX3Z0JooBskrjO6VpdW+5uFsSVsE
9LGfSjtxiF/FzPF5Kl3Dey4gKxZJzVkMjNkcM9PjNy2f86iqOidFBl7sefWNzYPh2ouW+kIovy5S
EQbau9yU9LEl0AlpgPhrIsf96uwxmG34QbAzggsJZFjmex1Hq9e2NXk9fbT8jMZOUVtHmwwU0KCi
P1ye4uXMvts/r0ytZrivoEI2gr/gcdbj2dC6gWBjBTRDn0WVALNATaJ5Vkk1ip22sM2N+4eYeXGP
eJy+3bg1oHm2cg0DfF/Aa84F/42s+ZLOfMhy75Oph29hJty/j14szKqJYj00ZVECemt06lgDcWdO
HwunO9YAXJmAnGdB/fdOBmaQkMOLIsQrchXA8Nap3c7P6WM1aZSAtLTuS2116dBpHZd1Ee7cm1uL
uBQ2UVMARsazV3PZWs6Y+TOcGmBS8rrGs/PgU93ej8MdAHkQOmssjhphN42ny7tna6PiyrEWVCwA
MOt4vBnnZgHI0UenyY65BgNF58+p69KdCd22g1f/HzPAar9dN5AlKoTN8Di2d0C5Rgw/+r2hbJ1t
BOb/mFj+/sqRIi5Dpa2k+SP0f6KO/pTBHfFuS/Lh8oxt3HKYr3/NrLZGj6yDMXEDS5WDdGiqyu9j
udcOtzlbaA75syJgVVtFhFVoKmcMQ3jNsE/n4E7MXloP+Y5z3hzJKyv22wnrumoYtIU1cVqhz+Us
qqsmdPdc7t5YVlt7AUdy6OphLJSUkXbMdGzxSO5RHfgPC4M+Hqi2wbEj0n07HHccKdKly/pP5FGZ
yJblcsflbY3F/kNFs+h4vAtvO5RSZwlF43OI2DCyZFOnudIPwWSb/2FtQDiFGvoyFmSY3w7GD6Cy
VAQNHoE0f65dfxHo3fE5m4MhSCmi0T1A5WG1MPkAf2P0bXZGoyUaLl39ohxNbwiaH/42EbQkLzFv
6ArBe+1d40GZdW5j8zw7S1mhSdUW3rG1aIxYFF15VRju3IhbA0MkAWHREFWHd2zjYqpGZxBw3mI6
9HUHcOFpRDXg8m7bM7IcrlfeZnaNHnxZyw0BAlj/vhR3IEb4exNQdILAHghjwAu58jTO1Ja+tgr4
zCz1v2flwfv1/zOwCh003lbA3VP6OJSNHdcQ10zdyZ8ib2j2WCi3puv1WFaHM9BG6WUtxmLCWQbV
0fV+me3VfxgOziX6uaFPBkqzt0tSq8az2w4BSY7burqx5aP8D4kNCFH8a2J1x/DR8eqZ+8Y5I2bM
BmSY6E5BZvnCOpx7bWG16D4Vlk0nDGIG0Zay4mLmaZM1kIXYcZdbIcdrQ6vFn8N5tu0Oi1+TuC2v
+XhPqmsJ7TqIzlf45z84NEAHEAIC/gG5k9XMNU6IcrOBcdVR2zUJm/ZyAlu3GaQo8XZefBrYyt6u
vp0ZYu60hIH2xeI/9+q/WxvYW2ibzCXj9C4iVIM3uriGkQvgRgICwvuq/9gWexDEZdLXqw8M/IIX
WEBn606aASsOxECDmLrhNaBOlekfaeCA4VYbEvsh18eqGBWo5VRY7yBZNidwaUWwEYdagOK/nUCv
NKve8ivj7C6EZFYbeWxny23OIV7uwNXZTvAu2CwZbjolSuPMA79+nFozu65Y65xqmVU7vnPrGIGK
Hw2PIHZDuLnyNyDQ5s3IZ+PsQfxKmV9cf0yK8ivO7849sDlrkL7FRbMlpCL7dg47hm3n5GkwJvle
v/De91fnRo5zLmraG2dCbwMZBd3Hy05z7/srf+NwDzEAFNDOtUoImKfr8OtlA2tC0z8pANSv/5mh
laMRmSS9XCwUIUhPIquI2Cfjp/No/LT+/G80EsONxG+HR7qIMueUPV/+BZvbblHHRigA3tY/vRGv
rmqjCLVTZCOc9pDmUEMjMRht/toE0p3AmsE9oNvuXdkR7DHAmOThGajbxJh1nM3OQ6teLltZ1mLl
Hd5YWQXsqkFFTbtGAD0k51NN6kM70XNBUOWgtfrlFmpnb2/aQ9wBjXmoBGF/v/UInRlkvfDbEHpY
2YEM7ckby6hBriqehHNl96itXh7gxmbEAxg4I/CQAnu7ltDwAsNpcvBMngOmvmtSJ6buPl82sbEZ
ENOAoBzrsfTwrbxcBz/eh3MbnIPszs6fHf0wdjtFqK1pw020BNVoRXnXbyWBCdQgmyJnH8wXUVNZ
9wbAZtHg1p+9IBuRcGJXlwe1hvosZwzT9q/JZWJfbXFpO13WFQU5qwEi35U8Uq9N8zq8V2i7tHJ6
MFh4zFn/aRjlgzlPqeLVk6/zW2ZXV14urjTfe12uOUP/95sc1OHB9uPjjbHaPYDXzQ6BuN7ZUfSZ
G8WjqsuUjfV1n83JNPJfFnC26EdTiZM7Oydl4x4F4BNxM2CZG8y9E0xl6KkgZ2eo+qPrZ30MamR+
zAXl6VB37S3P2Q9WkXFnB79vtFpWAl+2ESVA2X198bCqhOB7ZhDoyw7u7Ywk5mmStXlXdIZ3O3Ye
O7ZTmd8OYuJP9STMtEdv25VV7+ncvi+LLz8EPJ/YFGgdwh34dktMflD0YBbJzn7heLEopRvRmavb
kmnrVATl+K3uKug+qWx4EDIXt41gJGk64X7IpN1C8g54sYxP3dHCMk6QTTK6O6j0lF8u793NpXr1
O1cHcrC446giI2f0c+RxzrmOWoTYH3utspj3fn5U0vQSkrd7a7XlCl7P0OrQWJ1CxmAoMtDgOEmY
X1e+Toy9gvdGIPJmGZYf8epkTrnKFn03vLKrKLDTPDyATm8Odl4NW44TDQFgqg5cPLbXuY8y8AZD
5ZScheMeyCgOU7GXEt2erX9MrPtRFFpdGsS+4VnN5acaLd0WmnuV2g2Bt+yA8Re5D0jkQDZ3NWGN
Cg3f73Pg2OgTlUh6Tu6BDr8ub7qt+YL/h97a0mH1rpuT2YMLjjv4ywb6ME5JEBQ8Xbawte6vLaw2
lz9L0wbrGArU84mHp87/Uf909gjVts4OUOc44IuS+7uu0YA0jScqEkJXLYgFSFsZ+WYNL7Ndpzgv
cVCklwe1uTZIFQG25KKdcy1VwYibZUyZ5FxB4iD1q5Ej2BHkCtJoe+/FP+WDdbCDDvh/bK38V43s
FBcW8IyTG/7ycnLbSf/OJfqurTn6a7xHJYvvfmZHqjVP0iOJHu3zFPwlQcOfWwx540XrAGJJyCe9
Pb9jLg0ttcZOGZxGRG7leD9LodsIWKT6J+TX+c5dvrlxXhlcootXDoMx4QLlP2PjfAQuOWrd74UZ
dafLC/knzHk3uwFI+PBext5ZY+kaWvTgECrJWQ6BugJu49PMbSvW2VTdjSWoL01Z6kR0vvfRzyrn
qgI1cRLMFY9HYBPORT42yVyE4ymf6+Ho8k4cpAP4sNcQFRP0fB5UmWfQHO3sW1wukFYmZI/gayvO
Wtr8QKUIIUOMYjVTvaF7MQfZuXTY0fFPnnfyzC4VQGNUY3J5wrZW5bWt5SS+WhVLFR0wAQRdM23A
n6DjlZ0GTfOXMAdrLh+7bCeO2HJQ4CNH8g/vV/S1r4Inox0tVth1dp7UwfrGy7/vBvnTs4iXPloO
vHXZxzN4Bd5CNOiE5Y1/tvY4F7fKvlCFRs/E0pmPSv2qgBHKyRoBps/ORkH1s9/25a0OgEtWCJ1i
R+Tfxznz78AUFJzDoAl/aMM0aVSb1vgY1Cz4L5PposEGnehgkfdXwNGeZs3cLWl7B+I0XlwaO5tj
yw0j2AcmDfSOaD5dhTBz2LLe63IkHo32W5epTw1voBMLZokAWEVR89/7JPKbNlFb9oHk26BzD8Cm
1vMeG1IZt7lIBvcz7+rYGPEu/N6Z+U4Gf8vxBwuwA9E8lNzW71uOKgcNMhw1Zz7P9k+GRAHQSTvT
uLnnXxlZeXyz9Y1CemF2NvsyavM62svZbxkI0ZrkE2SFlmart4e4Yap3hgKxmE4t5ypsdyZp7/PL
31/5iMEaOGIiHKp8cn6HRfCAilpy2Q1trcPrESx/f2WiU4plNYUJbT0Q75qqozv8HV/qnwvvtYnV
hReQMp+5hUmS9+b4LPKdz++NYOW06eAULAgoHJtpXlOZfZsb8z4ww51k5p6Zlb/Os0Z6msJM0Rwz
J8mGeGI7XmXTBDwKKjQWOv/W5RkC+dyGjgE56zAJjdMYooa2Ewts7qhXJlajaICi7KWEiRyvIAdd
MjtD2LrVUFrCBQNZH0jzrtx0XfpsmsYRTsQ8ZhTZ/4OYv0Fn8PKm3bTioA0cIpB/Apu3m9ZhNWkC
s8NlAEXtB1CsyOe6jy/b2Hx3o3vyHyOrC3OALxzRF5idRdPc5y4HkbcD6ZXpGbFzH3UhYvxhrn8N
85TQQcYVt54u/4KtaOTVD1hfMqAtMrBc+AF1g6QP7W6mxrtVjfNcQXsd6Nz/UFdHsdtHgBCC3epd
RwUr5VRC7IOc+yICCn5RDt/jxdjcfpAqJTCE7N+a6aMkAGy0FE9zkQeHCqx+2t9TJdm6xoAWRIII
1wvaiFY7cLYLNFPghXYWhV8hI8Gcj6jr2gcz6K1rOpT9CdlClozgHHm8vF7LhlhHwJg53Gl4P0Gx
ZGXZqQJW5yH8XDOyL6i6PbrMSfgEvFjZpkTXdmwEc9TIPZGRzdMA9h/osHjQyluLvcvemZ1gmFHZ
L/V4qgwHYQLi6uPkG2aMZLk4XB7npj1A76CbgoZ41JLfnj6rRyzGCqThCucDLX7n5L6iHwT/eNnK
1u6HIhyqIIgQ3pNSBwhXq0rZ4Rldb6mF0Ee1D6r9yCBua1k7weuOrXUmYkT6nRnMQVp6+FHRj8qO
ODJFeR6p7uvlUW0dgFejWu9Om5rKHxUsjXZihfEez+De51cBT6mEb/R41p9Z+F11X/4aU4oMIPkD
I8ANBYji6vaAwimylJmPjE0ZUegKqfS/zM4CU/jf91cud+wNZ7YNfN9qvmRNHRVsr/i1dcX+OwKk
g97uXWqFVCkehme/vXf8o5elZnZ1eRCbF8drGys/IKbAwTtyyaGY9KotrcQGsR2eTR9lazyBS+rG
cusnqxz9pO3tL2azR56w5Yde219tAiEdlF1xc57HHszk4cd6PpJFRHG8510e5epR6ZfLQ14rYfwJ
8aBuhOZ2EDagdLCKg6FznxV9U4Vnw+yK8Qj2QB/p3rl4GkTmvhA8Ox8sNiI5zIssv+sDPR+lyBjq
JeUQUZ5/GbUqT4AAdA8+8tjpyNn8UOfZlORV/rmltXc0Wl8gU6Omv48lIJztQWoKPHS4MVZ7ug4H
19eZi2ejQsKrvk9b/CvY67/bOJgoHC+YjAWy/C6vZmoQwY+5FZxVbNIvYfXt8gJsbGtk5VGLJBgK
Ts8qBp6Fr0HFgmohp/zZK4rv2jOhX2jWp8t2NoYBgbp/13n5+6vXgpAtMHgzC8/ecK14NGQ7V8um
IwZYfYFbouH/HRSqI6KjAV2+3x1QmzyqzInm9ujWbQJaq51gdXM0r6ytlh5PaLR4jGV4LutrVl6B
x+o/zBb4MCA3AlQo5KXezlbeOp01Vk147ohzlQn5cXTCn5dNbN3FeHj+Y2L5+6sFkbYWoguK8Awm
1MisfiKxFbvZTT99uGxnY4OB9hQbGI0kYCtYl97owNrc6zAUFItZXPmecRSsmVJOjGrHf27uAQAJ
CE7jBps1c3ANoHAUgq9T3vGhPiAZcj1W+dOsq6tx+muWqeVOAwc5YjaoMpvrJzw1oCCS+7hzoMwn
2Gn3GbG4vnVUSJAeADEKqvnvuC49Q5he0QvEo4Muf2mUa+M2qEkVTaYyjlZP7OsZZZAZDcbYgB3w
raemRJ9J1DFLR7nkRgRaH3Mn4tlcT3QDL2TLC9v16iBXRiv90UdFGRy6hwwiRD5PhPF0edNsni8S
LKA3uFiyfgwaAWWSyYqcAyi93/fQJ/7r7+MGX5pkkLYCTHYVLtRuP3amQDBlfmPo+dljGti6yEFs
FaK4j6IB0sKrW423jS2tmeBqsKYHj+UvDpj1/Ap6SoXxIa/Q2Az9hdQOxqeucW7beY9KYavgjdYt
b2kzAdgZCPS3p9sey6njrY/2DD+MAufOqVgs+2foEaPteTx0Xh/nTRCbwc5LZsOrvLFrv7U72xPl
RhXCbqB/kFZ/4VZ4mlyQPfUO20OnrusyaKxdaFYAsl+Ia1CjW02zCRc8oaScP8je8NJisrqnQkwQ
dmNEHEbfH+41txoQuDZBxHI/TDJHHXguUpOPL0Uz7GUNV6MHfVGA7bq8O3ChAje7ctsOMwGeAx3H
o6J2c8VV2d8FFvjIqyFbUCk+2cnybdoDiwEsYjuD7ebtbBNTgrMVxXHg/hNuRcJ/dMpEOTtudXUY
/zeqV1ZWa8psrud2gBXLeiFzH5E9nemVS3lnYLWMYqwm2RQwILIMSucfrfEJApSXT/z6SP4xgp4r
6LfaeGAD3fh2rlpp5YI0E9A6wLOWRXvvGs4xMATodYfhYcI73/KyJMMjHL0ckWzCj5d/wNYgcRiX
QgpQonAMb+33fVgohC5o0s6HhBbOUQYPXH+5bGRrQ7w2snLOATNKx6oBobF1Az0HFuW6jAoDLJUf
LhvaHM0fuCtCa5SEVmHj4ClSzQ3JHxFD/MiL9sX3IX5A9uS1lzjq1RX4v0WDDAaUJ5dn4/qAW82k
2qJx8kcoFNTRkI8nObhXc2E980rdlchtd1aRXB7alk2ArUCog/oCujVXC4XlaZFVAAiS+D+Id2LF
h7q4dsFX2YE7SgVletnc1kwC2QmMCJrbECAtf38dh7WOxMuyyx9VfmWJD0x8mpydK3vrAKPzCNi/
heXgHUC9tFTXTB0gPBkInaznhu3k0Te+v7BAYLqgZmihQe/tEMCQPmsyI8HdMXR4uR/sYQfrsmUA
VFc2LmtkqVCFfGugaprBsCXyi7VKzUOw5xu2Pk/QoIX9jGY8lNffft4KeaAt6qGVYLy/Hb3/8OMR
vSHQBuD9fXJ0Mp0GSHokzqFj0HqfVf13V+5yRvB2dkO8nlESe9fix3zkn3SuKBAGUcZ+On5sk0jQ
natmY47eWFn+/mqbUjIVjaIj3FfVHJ3W+B6Icuc9vW0CDIOoA3tLF+FbE6OZjXXew0P6GkyqTnYj
Op1cPmwb/hGj+NfE6mzXVPZ8nmCC2teOkYQeoqBjT3Y6oDaONJQRUNSGDgN27briTJyRd6NHsJ+g
/aqdp6y76p4vD2RjrsA4ikoJuGwWJe3VkbPCrEezC7YsNF1dccr2BNs2JgpPGxdLgYQ7Pr/KdtVm
EZa6R3dN3f4yDRWZBKgMO1bmTiD+fqqwHjaypAveFKdkdfSmKvSoLSheEz/78qFCT+hfnz4Y8EL0
ZIDVdOFherupqBc2wqNIaTX0trjq/L/es3gAIvbE2YOUK/7r7ectQ3q8qJA2DYyDvvP2mmnfTQ+6
Ykw8AZcMPYD/6166yTPCrCo6+zy0N+4vGwnAPTDUu40EC6BHgCZEiKvuneC8MKZMoKvIPXORg4kh
i715p/y5ZQHIfvyD7QQPu5oiwx/DXDDLXboOx/qq3oPYvX8FYIVxzKAJgS5qPARWt4M30lE2GZ/P
eTUkNfRLWX4ExD8yiuum01EZ3hf6WZlfqZeK7JR1O1vgfWS52EcmAISJCFTeZehGb0ajal3MZ8t7
At9XkmdePE83M1Km5EgehEjI73mPYnBjVpG3Qw0FPCoLm+4q9FeWgR6TzJ7OfpM2UF/pdxzMxs7D
Vxe6P0h7LqXStxt7qJjh1gPXZ7NCxfrOldfQlflLH4ajg0sRaU0LAeQ7TGHWKOJkrjmdK/vFcorE
Mn5dNrBu/QHCc7GwiLcsJx+tKW8HYdPSn2inICkuIMDdqxjUX3jAqP7BgMj9T/+rx/zUm+pIyz0W
rs35Q14I/UzovH7Xh4OCWwsNQz6h65t8GnUDpUv/2RF7BIBb2wAAQwvQXLyFcRW8HWGtrbwEZYw+
y84csVCFuKrKqjxcnsjlK2/CcMwjtjZA4NgKYE9fzWNBakOOzNDn0Gkjs4cvMn+ZTMfeQuSvny4b
2xzSK2Orq82nbeU2nOI4S35y6qQuzZ3hrLMjf/aFDday5eqBJtl6PJbAk4MYHjY3eQ6rIm786jh0
X7mlImHnca3R/yUPptyJwzenEcHHIgHsee/KvKNCRgCcS/qcD2gm9kf/w9Sq+9JvY7B4HWVl7nkm
5ADWK4fcD6B7SNbByy+Eu2/3x8ht7XjlPJ+NuS8OMiv1b+3WAY0qYgkZlaWIwVmZ1MVU3c9l0yUG
aqdJ65E+LqHAE80+GiknDshI72dzykeio5C20OpqhiYCdVMNhhQuO9DauXZUOc3wjLaa6bEaKnEq
ajtMqZLuvauV9ehMg5P01RjetRO6NcH08MnhEPuqXWd6AXEHOXm0MD6V2n0xAkiF2KNgT35e1qmc
Ohd6jrKJLU9hbcLmBx+sWkWOOfM6GdqhKaJyqqE+T3h9MGgPbcZi8k/UFYD3D/6c9L6qb0ihddqZ
XvsxkGURux1z0yIHc6pTT17kgLExUaMGNyBa/++GuSXHGTDMg6yG4Dob5XSy2oYnEnptsUuYCb5a
U6VBF0KzCaln+wDgpxXbFtVPAeh5n5Qpigfi6joCicXvNjS7KECP9EOFwnTcIiEVg6u8QD20tdPW
Fe1d7ZQuhH9KkkyOp5KuHMd0EP135ngMdOK1lYhQWwl8ars0pYGjh/rmfW035pOs3VuK1A+f00E3
07VLsjotSOlHeSPolU97fXIQsiNnaB2oD90SzsIXDxDipGACyrdhQJOKFWbKTA9TqpiRkkGWXyAS
0t5OHqhLaVEDjev6U2DdAhn6tIBHkdCfskfGyA+nLdVJlyMfMfUSYBYT+YGT4Q7QzfLyr0SDCUNP
in+x0Kur4r516RALMX/VgnkybiyASI3QAAInJPYPe5qlmyjkxb8VITW/2n0vU0NBqjA2gBX/aIPs
9Ae4VqwPJJTtrVljN3Y2+QXO5/7z7IC3B1PzjI2h0wx4ltqYjOeszCB0THX5LaxbN7xyCq9PvGCY
/MT1ijDCXrTbE/JQv/Nx9p+UVH1cUKKSOtRIrTf+GPvF6B+RxsmfAD0LIV3cseETMaT8UfBijE0j
R95F2Oo7gIZgT1KQNMjwtqcxC3ID7cpVcOd06jkwpvxGFCA8eeAuRLkLbsyYHFlEeTDSq6muxX3B
eze1enjZfNkkaE9tk0npM3fbEfNc/Cwdzb41NBwecmfmUYPJ+MiAR/evsraqD2DV9J91hrmPoDtO
H5FJz+8hX0o/VB3/Zge8/iy5/bXMfLxRlEYztTv7p1kB21tilWaoqBywSNMD5pZ8dnRvx02IknTh
tn3i1Lo9lF0dJm1pfvVmw/MS3Us7aouBx4iJ8S+h6giMm+STa5Eisoa6SUzqyDSYTPmN4mTyGLx2
9M7t+gEDDauoD1Uy6R8B+zHCC6NTNhqdX7Ty5sjjZZlYqh6wyBz/Rw/anr4M2NGqmYxDRcZk9rM2
8XrCDr12q7gh9hjjGWMdnFF0V05L3ASELMFH6TLzeixAhVRRDRYk6bixxp6LoJ5XRZxOZjx3sovq
IhDXYlBGzCoflA2zL6tYFKo4uqXTfZaja/zwe3+MZpcVyUJcG9tFZdz4eaGOcxXWcS0aF61foxkX
HqtjWw5NF3eFK5+DCjBqOwN1T12JNhZDMP0eERzcCDxifkDerLpy7NyLSN+WNLJLtKhpQfUJjseE
dkIOCiVztD4xp5FtTCo13NZFl//wDNw9UYHnFOQbxVK798drh3XekSsjSBXE5z/bQzn08RRyKzHG
sT9SDcFj7uVu0rVsRAV4CCNWivKDXffFURSGiEZ/zG9GUNI9TtnA4caN6YQGrTBm1mDeDyXzDpVh
yKfa9/Ujq+SQDOCKiWgz+8kQlu15NHr/2rBCcuoHY04p98svkqr6xLS24kl6DShYzOBGF2177cvM
jLISDfXR0M3tL/QkwNlp1E4Ms3/0rKmJWUYeqWFlCWTaX6qsLqICeFTgIarPyPEC1E+NKaozv0/G
2i0O5lJ4NEgz35cKDWpG2FpR2XW4GORc3MkulDHeRSNEt6cgQnu4GQk3a1JZtRzQCumxa9HZ+E34
Ubeg3BwOwCsMd7MtydFsQ5E6HJxPIJfWsauNFrBr7Z4oNa1D1lCSTg5Z1I6s4Rtu3yrVOSvSeVoQ
WAYU8qbCYCkvsafBRONfCdcL48l3VaIM9Dzkk0XuQIldxb5oSCyJ+7si/vwsQiqeOOP1UTowGwzC
O4SZ2USEltOnpq+CpFP9HC3Q/vss70nkDMy8KknWH7kheQrhp+ma9IVKq3r0QSnJ+EHC8V+J0pxi
Q5T+lVtO7HmoBxUb0gJnrUm7JODYO7IEdizI0YQCuIV1NDT4cGPFDYZLS9KE9hNYSLLeva00WlHt
Ev/ysqCJobzLDqSVdVQrOA2wcIhrn0wWKKWa8kkyQo+O7PiTaCt+VYt5+NiJyUksHbqPQlr40Y2o
0hEU5N/LAWqMkJXqImKh/Zt5vTqCsZ6KhGGyIpvQJvUq2UQlJ81VZaPrNnDaDgTceJM5mhQngU2M
I130zy4wJD+ZP6CxTwTjyS6IijLbqCM2Dy+t58ioD/CmtKEZF01la93gyGYxEob2gQdlfoSgHHw3
cLynasxwyLKQJqyBEsRUQz3BmcHA24M/+R5BvO9eowakVZSzjB0c6T+XjPLraRy6tO1N7Fl/zpMq
a9uUD6Z/zelSqqu9IIJgeX03Oz6NfcmDxGi9+qbhiK7yIDPBx8ERQtLma9mYc5S5s3uF7FR26NDo
eFChO0RgcQ0j3fhoNvUGYNs5tLL55JOo6fyf4Tz+FMEUfEX3rYVQtIDLG2zzKEZAhoWPBiBd8OzU
C+7eMJ3TO2nkxdEph/ZTORtZbHtDfyyrxolrSUQClV+WmDXaND2zFccm09UtogLsQT22UE3LQWHa
jiS1iXwcaE68CC3NoGTuQMVTZG0JpI7vdoleLhvWj1hTPSGGmEr3aXLbJnJLwxQxKI6N2B3BDdLZ
o0qg7jGlmYS8egOlwfPMAIpp5SDv69lpE0P0/j3OkU4nRulDK0vzXjRtDpYB2zgwy1DHVqFuqDsG
HvW6MlmCdAY/MDDH9skwBMMz2Al/VV4L5mjvoUN8mVpDrj77YQG1knY2xDcn0PJsdUP54vK+/EJm
n6YeIzMYH/KfpVVaUWaoKkYM4sQN2jpiOSKUBQGGfWq9kRx6kZkp+lsgizHKIPHmcEr7oZjirBYC
bU0uPTDD76O5U+6JWEOfVoaFTYcnWwQG1a+6JYucDqkfQndmCcDrdcTdhQ7e5yFaBmwnhTygkeaW
LlLfo7kZK4vb3tFt9DwehAr5UzNOWQTZ8c90hjwHRQ/xV4QRuZe6KDOec5eNt17XseqaEcY5glnX
OKLIOSTMFc61J4i8JzR4Aa+GiniLTb+o7B6mYUJQqmh4yojCtVPjGiyq1k81G/srEE4Nz6q18kNA
2+arY1fBLUoZ/YegN0ACI9sZ2HVa+FEpZ9neCDp7Jspz0LRnUs5WnFcde5ATHEJuz1M8IC2CK6Vj
aQVuzrStvBKc5VbwhMisjeaMV4ccCdXbZhrDjwOwUzxmENi+niZasqjPTNVFjZUVv6qxGZaelRpN
00F503ejGeGGpEWkwnKK+9zncYcI75i1vXEgAnwRk1f4cTc7YTLbljpVbZefWqJk4pbB/5H2Zr1t
Y03X9i8iwHk4JTXYsi3JSewMJ0S6k3CeZ/7696IffF9bFCHCuYEe0AiapT3Vrl21aq0fNXvhCTWn
+onun+S1L/TwsfWzzEZhi3zR0AYvftgMO8gbsk0zmoqtFIX4xZRzZNM9IXAiLfB5DhXNXhngRJK9
Nntp44JX+JigpplHU9DTGI5H6vng12O6zbz8q1CV1TYN9eQxDZv8QQ70Gnn01uPOBzKnxSWodL3w
7sUyZKtUSnRPX/gf/q9w43dKY6cyZ1Pzh3ZvpfhSnlvFucgLIvtSMjO7Uzt360dee46HTLCFzgi3
ilzD4K/yxEh8r3tRXE3e6aUmniwO9pda1KED8N1kQw+MvwlEuGWyvmgfxGhMd4PeDp/Aa9WfYH4J
cJ+qZKddU+3oHnfM0LyHd+I1clVh04SW5HhyFzlhkrZHmd6BbYU7dEQ1rXayHKs7ieY/R6nEbu9r
rbRx6/S3G5UNzqItDlkZSMdMNsEkidWm18XBLlFucHgJ1I+K5Nc/47SKbTEolKcMcJMdGync912h
c1X30cEXs8jxaj/fRKO49yXBNq00t4VRHg8dBb8tpNPFQYBpc6dobknDu1d/ojQgOyR75U1fl8mD
YrrWLs5DzzHHznyEVzHa5KFl7Vo94Fovs+qLKqW/wqA2T6KCm9OtnLClKwSKukp8P3iB+VMupYSC
ttts5LqsT3qSqg9SagEcbcTfupHhoJtSOoT9hO5GXtImIRfvoA9q0d6DQtJKaxVi7GzY6g0sUq5v
6luh7yV4G8QG8iUz/KPKDbl/xRNOBU1FhyADWxV5nehQD/S3VQcRLS5c2FYlF0OgVem+E2uCUCuW
DzRXl+dM0sY7YYDPyY9ycyMGkeBElg8qSwu0h96E4d3tUN3WAi//XhfhsBU7170f5RbGSzEeD5Y8
RD9Ff9R3Zin1j2PZ/UFVJX5RFYG51KLXzqqEXda4/zZVlXwulTA/17Hb23Ivy+cMpI1NOOptW1lP
9wTinjNJnGzIj3SbELidPRFA3DeBUNiyXgiHxgva3CZzIh5FspROU3f1JpZo55A66d6FoWTrWYNw
UmuSEnqoZg9koLOnVg2Rl6GP4EWrpc9jnRihnYuJ9dm11JPSisKLYNE5w1nNAmBaFhLkUffd8v3+
KVPQ7A5V94+VRs0DwKv+ILdFeq9yZTmB33c2MNZWcUazi59TGe2CjMkRMN+Ixj3Urt0mCkPYJtMw
d9JANO2uKj3HDSCyBU0o7ttUNJ0iN9sd8NjIKRTtFe1E824M4vRP1A4a+uv19OTy422keS1PsRJQ
bS1Fdi1bo2ZnuTR+0jVXu9cbKXSIeMW9YSR/0O+17lq5iDa9pxOXBZXyUMijsUsE6dHPu8QxvVw8
F8DzmEJjuK8twdoESvQzSaJgH/P42oVl3JBUUCIHudV4k6YCETcvMO0ApqF/yaCC27mjyIuyD5Nv
kSCUX90+0A86Z2NPTa+AyctqTwLxlB1Errcxi4L0VptId1nnjkeu1MJug0R/LoKIt05iug+wY8jb
JO+FO7U24gJi+MonujD8nejRJZzEcW0HeWJtU5KfttcUv82gKeyYI34nkGfa1qVg2UZfCtsxz/Nn
AubRFkAk2YXIjkJkpLPlspeeICCPH/2kDF4/mCmdkntwwlJKhDUVCuXL5F7ZdzrN2eZ4bqR7XX4c
s5U86VLyEM5xmixh3QF8MUPJpZVX6UBmxnPdHPvw3pdXagwr31dnRcbONQRTCvi+dYpdZ1XI+yoF
z/RY1J1Ug+oc+c9Zbrw3TO643h3PXRaTKTwo4m4I17TTlsbw3sisgFlpiUZfBkYin2Zee62xb+3z
syWwAI1VPSQ1Z4OUY/ZceN8/voWsqcADBlKCgHuW2R8MeNIjsk/npPpxrpSfH/66SfkSZAtE/9C4
TaN7Bxpwyw5AbquLZ6GUf8ikh8iAfbS6COB7SuNP9Dbs1DkELiOKjvIq186umJwoAZFXH5Q/t4ex
sJGwASaB+srUXjlbBCoIlgJaUDtL1kmq6OojU/Hltgn9Ok+PzAZMdLTAAw+bSyI0aqaGuphp54Y7
soJoXUNkK7biH0Yqr3XrXQOcmDLAKBhEGg9zl6sykGgsxjzVuCD7uyhpD6PbIJAgfZEr71+4sklH
9iuIiIVtjEldlafqEdoSM5NiLvRmqBbaOfNCOz743q/b0zetwEWBil0w8S1OMAK2whVJsRwRz6Su
cZbTX2O9T4LBJpdq9xx8USILtIo8nVzT3CAFbRA3mIViaVZ+1XLLilNf1OnYM6RtIbsaBZLyoLmk
hzN/GwXIsQzpl14Rtl1KS9jt4S5N5+TXTCYV/Me8GZKsbi1AdKCfgWg4Q3cIdXn7v1mY+YWWO93v
Qlk/e6CWErak8RcbHj7cqTpFawDoictNmBEsm2ST2BEJ7C3WrlOp4MAr7jXCRydrwlDQDqgC/dQs
auaXlgaJuL8zGgVZPMvxB1sgj3t7spYQCJM6hwx6bALyzbdfOMqlWBelfB4pmXnNPknPadnZRn4Y
82KH1thXoU6+ia66r6x075PPU/vft3/D1ZaYSrQgoWl/e2u0m52wSCw0nrHWcDZIkEZ+8jgq1Uo5
cdGEBdCBoimdynOYX85bjFyCMpy7Kv8jlu7BSNa456/c4DSKdyZmVzZIo9CLSxkG8PqnlEp2kp76
NLZ9bfcXs/XOzuzW5v1hmpmLnTTxeDoHBN4rwKalySJ8xtmBKZTZ5pe7zgf4EPZ+gIUpFejRgdST
pl0xslTIVuGNonkLEAX37GzVoSRUiyKRu3NZGV4K1qyIt0Vfmrz4raqyITAs7qA1jR+GXg5eMj0w
d0q3pk+yUNaGwVCCygJeRsrqsx+RCF4aGk0M1IEciKFPdBwEvmpoKxJivtGaSMmiuYnPkOZrSBPn
IUtYkdtsdKU7a6m8VbJvPcJRMTn8qvmqrtFoXN0rALtgoQUbZdDpfXWwjZLmHzqIu3Pfi6+y5u1K
XS9tjUIVYcYkjdKlG5rF/5XGNXmcRctQXoPJInq9ggV3qkIrpCR15yZAsqoxbJnSsp7eu8qj1D5X
HXx4QrHi9K8CA0ZLE8UEKEI16aqdwG81nbKS2Z1VORs36ZAc9SR3/KzYZGat2wPObJvIcrPiPpfM
wvtAbyBHZdpGl0dFrapGsEqrP2vcAYm+92UPJTCZd6204T+z/KNQ1gnYCDCHeAHg4VWsFVs9L2lD
Yb961CLICq5h6qbL8SI4eDPA4ecBgkObHwgKVlratBlnn0e1afl2WpM4rj8cBUxmqLNx/4P/hV7h
ct44AsAt5Ko/j6qx6UftJEXl/Yf9JCbwX4DGeSLMn1D+IFDjKNv+HOVZ8zyYZJJ5j3ifb1tZ2gCT
Mi+sHwDvQUtdDiSx3FLThKw/syUpgd5p5VRPO+RN4zTaXd9+v21u4ZKhMes/czPnXzdDOwRu0Z8l
HwhH/9uUvwyWvhvDf2/bmeZ/vg3QGgZ4SoxNI9jMLzZibvmelvZnUlufNDfHCQ/fw1x9NSrJloPA
QZbqmICpXjlPi7cC50khwocpAzXKy/nM4jaOfTMczkHmIxglkAkqtppWkan7VVgvGbGpp/yjrvUJ
LW17qP8ItQyeMVc4SEGwtLoKJCCJ44vEq0Ur/+TCr9tzuhRqaeJELwjSki0/R8TqYkD9shv7syee
NDywXAWOEJ8aV3cCOKml8VlP7xTxyZf/CN39x3uhcMV4Zf4J/x5jnK79dy9atcvKWAlE+Vykg52Q
9PWCNSq5hcjhwsQ0ze9MmHUx5a1H+WwmaLoke0FeaRhYuEAvDMwC4lJV4kbzGYMUUjpSdn5zD6Om
E4bfG/mf28u1OBYFDmWkUKD3k2Y7URxVWQmpDJ4N/V/d/bmGS1z5vDxLIPWRNZpDGvN5O5dDe9Ka
uv37F7Y0Gqe8HSb/xzNi9swLWpUyViCRoSqBDhdDI70UoIQOUSdpK7eSNH1r5i7glppieJnWQfnt
z9+t+5BVKUz34gik34KZ/LuqPI5CsPOzVxVuv3GqmRV3JsA2dSWFsuB+LwzLlxsu1CLF67VmPJeh
9xlY8dZXvrrduZYraBXvmjUKpiX3hD3aF9gYIMLnnXi5kCrEqdV4zmXvHz0S/8lleBtQY3F934O5
I92LgfHv6BaPSgve5faKLmwZg3IfGSM6iRC0nu3Ixso1M2nAYMp0y+R29P1/+rw125FtGgWDL/N5
sgakpLe1+ecvDExUsWwVbsq5//OqoArNrhnOiSe8Nr1IxO2Za9zn0yTMtyINE/+fkTmrTd2KoWh1
BUBVFwMAmT+lkfZC1v5X71PuEMXvgjXCLGX2+9ujWzpviBmRx9NZI8Bql1uxLCkeSG4IlL76phNj
13uKqbdNLNz+6EH+Z2LaIO+OmVrp6KVXyYj46Eb9WUrbpLyrtI8/lTGC7igC4zzJ5xyFFRrQSjVi
RBk32uCka/O0PIj/vj87si4clTmctKS2811r7T1p19V38lrWbnk1/rMyW42qNodmUq44K8VWVOzg
m7I2jkULbwEsz1gULmenMYN8JKr9t/c+8PXY9H/EcnWUSm17e9FX7GizY2n6fqWiyDKcNd5xvVwf
PerYtuZX57+xw5sNqDW6MvN4GaY/8H0NcHwte0oBTlfnj4rXTNh1JAP+MzGLXi0PBcsixoQH0qmK
JmmUlUO4uLkIG2moh7KFrNblCREAPsDHqpOEIXxMobTqG33j5odO/iDp1NtYcMQWfZHwj+HQLi1F
9EQjJqNSPCF9CvRuxdcvrfr7z8/eFTGPVisB1gre3tjIv1sAuepfeBPiXZwVrZdcZ9NPeOdN0PhR
giHMxLNfbILc8e6BoOhr7/KlO2sqDZDIhDaN/tdLI0YrjGEGe87ZHMEoiXAzhab2cnvnLi06mTc6
L0nHkm6YzZUZu27gSZ54No1ua4XlXehmdmBJWzPc3ba0NBpufqJ48lYWz6PL0YCeJQEhDJS0SrPd
S7GcbDzyjR+tOHBMVFGjnRcFdmCOs00sGoIGhSvRVFfthC0ApNuDWJou1kLS6Kim9jpnetATwBHu
qI3nQQE46hVObBhbVEn0eiUsXNrDJGVQkOMZifznbO3lKtVUePv7MyV9u41+piB80jVyphUjc/cI
/rhSmnwygsp7XnxtVZIia+mKRSM8m6ZuLJUZm+0wYvW0JVTpWZHSSYQ/2IK05vPtdVnaXEwUjXhT
6vWq7QqCbgMCIHI7JiDhQzXmMmSizZ/bRqZfOg+P3huZ7WC3MNym1HnoJhGpx+J7CuggV76zMlb2
N6aon6ryRL999QDp1DaxRgPYf9jD8y6L5YMlSM9tNj7lof5SgoG+PbTF+YOyhrwVmGdl7mryuFTL
qFDpjNJy25R4GK4xAS6enP8szDknI7KAFc34w9ky9qGwGeOnCRi4FoBJi7uN3B7ETAQwRPqXXsZt
0zyvVSYu9YeKyOKp0we0nKuvXhnXD25TgKShYELmODG/CY0+0CwgK3bS9+a+sRraa9pNaMAnf3t+
l95a0HlNeARyMzAyXP6sNoulSGgoC+RJ+U8iBU9ajpaqYNSBU1MOs61EbPdFmnz8HW68NzvbsYOX
d6Bs/OFcap0DLHG72rX3xt05PxTa1GbJvqGk9/bqe3cTGlbQWD59NozM7ch4AlRLBzPZEWzrD+Ig
VQ8CpLhHkO+0WgTgY/pUSLZhEtEcbxX53pOzwhEaNfx+e8aXNsLUJUtVfXrHzwsx2uhmfqoy42H3
4H9rio3ob//CAswOkJSgbkOm73JNA5+WtgBWmbMECDUyS4C+L1m1xgO4dG70iTCc7i6YdudWChMk
eWvho+Ne2qRjfSDZW9X0W6wx1K8Zmu0Vz0zTug0x5A4AN8RsAzbq1Cc9hDKW+vX21C0dBygGCJXJ
eACkm8XlXeCN+GtKiqkgPMndsM0sYa8GAF0k6kZxF34VxeDHbZtL45vWiTZWOhOu0uZe0fquWdIS
GbunTH02Y9Hu6A9ZzcJOb7D5gXhnZ36pitYQyuVA1Bb16SajEakCkWb1gi1Gr0b8oGRkWDjwE0Od
eJ/X8oonX5ra9+ZnAVAyFK4LiG48g1qtBqccv2bVQdI2iWyLxt3tKV26Nbh0mUzudnpb5ycAsrFA
b2QeiiXcI7la27wcA+e2kcUBUYmTEAkBmTfP3JhhYGSWx7rx9mr3iiCMj0rhuY6r1KSPotjYhmoX
fa4Sf401ZNEygQuh3kTVPw/ylZguO1VjKsvqrpRrp6RuMMpfAgl9IxQr1gSUFsILIn2D+iblsOlZ
celPyokoqnHBfGnCM4/7ZNjl5QPzqn+YfANuffhyqb1RDbmmf1ZrHTmwMBTPdD04Y/mLNojaf729
agtbgzZrtgVUAmAG1Ok0vrsWKlEaogEkMtpDX9xxp3X3f/F9+t+nUJ+X5LzFP4fhVWr7QjpXCCcN
kKvb/9v3Z79fLEcPtZ1YOstW6ERSbxcfRhBOq6BDUkBGVIeXbNoO72ZIJP+RxGiRn0U/suXNaHl/
MQT44WDGQPN6KppcGsjNqksSxPHO5hNksrZA59PtOZo+MPN0bNXp09z9oC2nK/jdCGqxjStXRfJI
jSNj01jJvRtqdOs2D0qv3ZVaHTllZ8FTGa0Jti34cniPQJVNFTZK1rOhNWkkpsIEjxxpRegc/VWw
tm366fbwlo2AKzMs+KeueCoU5PtCo/fFcyw2gR0Pw33jiq7jW+OLriQrAeKiMZnEIZU0dTqbl3Op
dpYsiCDLzk2lf2qa8PPUSWgLSXgazDWmhQW/RhH8P1vTn79bN6Gis1XuI9787Y84/iGVz3oA5fQL
jBUJXGe3Z3EhDoO5n4Q1rETcu3OmHAVpHaM0QJq2BZAbWbZrlQetvyb1uORvKM2BZoUwDhLYWUQh
0xtiuCPFhVSpHcuisfzjqV2SCpOQL4PAn802e+mp9MLnOvljegW0h7D/IDfplBS7MDDzOIo+AiuA
mf+sFju9O6yJMS6tAw87PA1TZMAXdrnofdkZ9eBS0gq/D+LBVM5utXJRLy4BrIASe5gS9Dz5bRmd
P4YW9SQz+ZWnthavObTrCxIyF4hVLTLs/Hvu8yXZjUMohYyTFtAq4B0861tAK7fi95v+w9x2gIww
huYEEoCUtWfnMUvplZSCQT9l0iF4CNwP76bLz8+OYNDBsjGmfD59NGnlXouZFsrlYKTw+hPQkmLb
/Odb+aDT9V1rJ9p7/BL+iPHUeB6d1feSdp/L4kavf0lT77TwINFYKn2Q/ZnFubQ/G581DBntc512
EqyXgt7mMjg0yZp0zPWWxshEkEUaFvzSHGjRWl1ajBGDlIJPRUN7JnJNxvNt9/WG4by85HjaTlIZ
4LGINOYYz2wEbBESAp/IzRe7sk30Dlyfon32myD8yizT/poln6yhql+bXFYIRPPAt4VYch00NWjE
r63qoZeN8giwlurj6IbB10ZozH2t9s2DGvjeuU6b5H4MvWSveWW0zxUgbuIA4oBGcbm+IxSpho2W
Dv2hJ3a880g02BV4iPuhreOfbRF4z1Seemr5pvQ1Gnvhqwef+84Y/Pzc+lBmNuUY26iA0qzgjQgo
h1LkGMlgbLqokdI9F09Le9uYH0N6HYEyq8pLH1qf66z+E3SCbAu+CJNwPAb1uCMP5t+Xw+B9zwZz
fCgHs7k39SIA69QW+p8eLNnvWB7WFM6WVnu6id+4FK/l6IyUbisx0Vjt4hTTNUoz94cJIdm170zM
n25K5Zapn2PC2jUR7VK723tpyX+Rj0A0gM4d5SqgyDJmsm88/SSK3S4Q7sbid57UtuoePLoQb9u6
dsbTUP6zNTuAfVGrsVdia2jNvQdtky5/2N0D6ac7CC/JtUtf9OWFImVeqhTc/Cep3eVbbY1I6zog
IirGy08mCB/mrJCGh9Sh5EnmSeo/NzyBCm1C+dypa1mchYmCQ2vKesIPOTErXg6jCgOvEKTWPAXi
j/YhNb/dXoelYTCOSfgPB3ElEEl6X8gRxdVPEnyvz705Qt+hFcKXMVa6o9aK8QrXlCzzey/9FRo7
k//lqNAnMH8uu03jtWNcpqCkiuK5y4d7yaRDelsG0Qh7kSnC3pR+N8U82qKiWx2NGg6lME19G6F1
kRZN0gWVWVmfM1yUuTX1uNgNpZoy+abhKLkc/dQA9D1P1AdOJmTNl9sTdn3MJ48OTRYohKnKMgvt
vViqWwGlzxOkASJ6T5Qo7PLDxRVVJzcMuHeiF74q1/rE2ioNneHJEAtnBChX6T1sEpvbI7neWZMV
cjHEQwvhSlr6mRw2RngS2gfJ8p1u/LhLxAIhKYU7WhCuOnp8zxt6VUyjk5KItmbQ+C82dtf/+fg4
FA2qRV3ioX2ld9Bng0bxLotPQ+Bkz8Ma7/L1KxLI4rvPT9P47jUSSnXndxqfd7XvY7AV6kfINJ6L
eh/We6n4sFtEg5N8BH20ZKyuVp5qijGIPbtLTuMng+ZuiNg+Oltw2BrkmynbQlQ/b0yDatMIzTqr
Trm8qYR9lt3d/v7kjy7PN9/nCWIBRQSiOz8fgSr6gaWE1UmSq/CpFU3/iyi0/iHS9PJRddvuXhFE
w0b0e61/7Ho/T5ancv2kcHfFOeiruVzFdVGd6l9tbIcvt8e19vWZHxaHCHaOsKxORRg4en3f/kU+
hFIIfSYUCFGk4Z+XG82KYjgscHmnHr6CwUZf58ObazIAtI1sPTmJeTyqeJKaSipLP5RHwX0UkU5e
maPpFTtbfBmdPvIDFiKlaA5cDkFqkD/yTE8+1djaemmnOW4JG5Mjxolh3XljE3zhnZc59O+qTi7w
ykAJuS14dbtDgE41zLI/M9cqnVp0S4eT/cKOkdAq9lqRthG92QnUUZ+jVjY3foZSfGHFAmQQQ7yh
4hA6vSJ/9rpaO5quJtyFfgpyD6728aW39EG3pUz27ir6QnKY5AyoFLNwfOjkontJau7wTg86oCWV
YAhOVYrDJi1z48Mvq8np6nh1bkFE9WZhicxZ0NPEl0++vCkUuOPX1uBqCS6/L18uQVDmXVXp0xIM
nxP1q6r9vL3G10Hi5fdn7/QaFbs0UQXp1MWBeO7KunqSQExAuii2Cs3qvhwcIRYvPuy22FCIWnGL
oM931U8rFr7cDPVQnJvx3gi/mMXKlXt9vC+/P5u2wiwbN2/4fku7roT76Ff84gK8FAsca2KYKds0
zw5Uvtd3PQzcwJs/xaAztB7iPGgcYhjfhKfCjzdd8X1Ik83t9boaGDAm9hlFetwxdqcA8N31BadI
GEdjpB8N41N0X5YfWxeCoCkMEhG44/V5DTQyU9XrXbWR4FvrN1lYPQpB/fX2CGYR12SCFmeyuPTF
UC2dV3EGJZMGxCaNI3FiA/ec4L+Kvts5st42K6ZmkzWZmpBlULG/cQzPi5lcmEKXxmN7hGgCwrbY
V5t/AmFca8JbGBGKoWzkSaLtOnnTyrmVNEnVHhsYOpMscJr2qy+tQYpnof3bYKZUI3GEAqp47oyD
YjBj3uTd0e2Vbay8QHm51cXHuslWXM6iITIQFrAjCpjzWopU1m4njnV3lKQGeZl8gM2p1KO7yvS/
Sx48Vx/eD/C3/Gdu8lDvdnSRGTX0p5jjurQBc9Fj5G1V7ddtK7Ow7/9mD4Gr6Y1HumIOmZSb1IBs
zOyOLcxLaqDvzeGoqp0dhj8r+B4ttXxKs7XGgaWNAWU42n3UgbmiZ0EG6JehT+HPOLZ9affyWS8L
O1BWwKBLm5zWH5X+T+qi9OVezh/HrIbjLe+OamDY46sL/8HtqVsaxXsDsytCH4qGqgsGxFcfSWl1
p+JQb5uY3UJvq/PexDTGd3vANeIhjkdMeHdiaCfCL55Jnp39c9vK0sYG7i1bdIhIyH7N3nqpWJtu
1mBlbG3B2k9kwzv9r2aLo0OVDYTKFSIIjGFTdX7UHv3K2inDYA8+ZHL679tDmV8/bzOGV+OVj08w
8XKXM6bXZllEUtIe04qDuQuUzm7vOhRhqflH2r63Xgdvf9vm0kZ7b3K2mwMhT3LFy9rj8KRk8A2s
3Khrn5+tTqc2YSGbTFzlPdfjKfpgJPU2Yxb0GiSo8dGiNTsnuZnJkg/T5DGHNRQ+rUb5YO3p/yxQ
55qASazMPOIvdbOlwyVojn74Inv6Jm5/JPG3jy8C2qlANKlLsI9nh3GMjAFwbdQcp25kw1HzNR6D
pdMOl/z08Ab/c3XN1J1bJbIhtvA9Q0YNmeeuTv9iI703MYthADUaUgip97GuDu2wqmh4PQLpLbIg
u8Z643kvj0beipEZlqiywWt7yAlo9epTOn54DDyIyKwSwlB+uirYgCoLpLTu+2NeH8JgZ4672+s8
nd93Ty/2Et+f6Gym4FK9ojKRuiFqGjXtj2rrblr9TxP8Gv3xQP17i67fSrS8aGzSf6S4zhtmLnxk
+ioYZi/pj5aU3ifDkyXGzkBLjlhrtlj9xcyRMpxS6kiBkIqZLU/T5xaufjh6P3PlzlzV6Zg9Wt9m
btJypJ5GvgK1gsvvy6OSxhGCI8dGE+mPAu1YmbmDBten1lNp+S6tFzWKPgutd6iV7uX2si3sPaB5
KE2Q4iVFNu+b6lsKt43SNMdGkl/jXPySG+FvEv0ru+PaV/Lc/M/MvPys6uUoQAzaHLvE+CMO5deR
gsrtkVxflpiQwbvwN9H6fE9EUtHWpI6bozf+qBVzNxTWpgXj2gkfbG6YFoy3M96MfT7lmmZPaI/0
L6zNeXOEavzBKGhUbrXC8Wkg3aDYtwLYfwv0ZgeLd80kmUF5jbtgWsH3oYbl5oVi9NUxz7pshyUE
j5OifO4kz3iwOrnfkv531OiUFNCx8RL24L3R8nsZxPLnISn7LU9i0GfU5rdZo6u2C7/1/e25XziP
F79x5iDVMZPitG2rYxmL2wjedTCKKSQv/hmexq9Dkm9v21taax03Ru0DCZOrzg9trM1WK4fq6BUy
8G8PPuWi3cL79lTH+ua2rXmt+G25Ae9M0q50oII/u1yAsgHYUGQ5/Vfy77H7HQjfDOWlBdZaPjTp
vtUPYiTcQxRpl8WvXll53y7N7Hvj08F6t/qlTPu43xTVsYKR3VGg0C+M7gVwiuWMqX6ntO7vleFO
7ma+3+hDpa+CRxu36mx399FoxqVSVcdYpACeFoZ0VyAJsKFkWYIDb8KHPFbCUyMLNKWiIeVYpSfT
1C41DnfPBzvU/m/yCU7pJaEV7uoZVBfohrb+WB/LDhQx2r2nqI1/9/5ay9XSjiJL8f/bmcWKfQAJ
Bz+mPqbFkwTptRBPBPe+U6fpyn5acoWYwd1DywX+b3aeTS/OTdct62PjC94/AzkL5EaQwr29jNNX
rlaRmgQ6HACJr5SC9bYae32Q6mNtFechHe6MvN8Glb/SIz3vJ3hbnwm0P136Uzlntj+rsoYXk6bO
ozq24xbEwbh1Ja2mWCYodkrUv/EsyGc9JY+/tGmcbAfVGKHYLyVnpJRsFzI8mnlKUEL38RqDysKi
0iCEShM5AYiF5leC5Kt9PQQU8VIDCQYXjnPvIMiHVvt6e7IXlpSCAy+biXsHhb7ZkakoJbpBi51W
/Nonv6VyTfd84fVEEuWdhVmMMIRdFXZxAo90v8tzKLSyZqLttK3qM7yvTtu98na3dXl0bo9swf1c
2J35vgQW/CTRsVvlr4UKH2+10d27KvoUuq8ftwRfC9qAVIMRCJy9pqCpS61qcnRa9DMTN35/bNPf
FW/48dNtQ0uL9c7QvNGmkV2IHgYo0Ev50Q0eg93/9vnZXrDEyoetlnFAyGqrVrs1rbV81+JueD+E
2W4IqhzgqjBdCvlx4G6fyIw7DURG/TrK6YadAiQ33A3GytQtOJWJq5D+RDwXgvIz1yVrrtBopl8d
lTwZaOtTayj+quDRU6ALvz2NS6aoQWoTPQbUR/MYC6rF2MokkQ1vRY+Gr9757mO5JkG6ZmQ2j2nS
yWnhddUR1UjbQ/jF+BlIa2RkS0fo/UhmR0g3KktsTWIj37z3aFYT9TtVftGUL6q1uT1na5ZmvrgY
tLZG/7c6opYQGJS3UJxxvOoprFe8/tIRej+k2T5olVGQfXFERcAdHkRP+2REyj+3x7Lkut+bmP78
XdzTx1riKgKzpvMW8tJ/AgUFqXIfDSvh9eJQqIdBfAG4jNTUpR25BqxVxBylKBy0g0dvzKYXxmx7
ezRLK0P6Dn4eSvlEMjOnkESmm0BdTrwaJ9anFlJ8B0WRDA4beBzqIC0OdTuWX28bXZrC90Znuxue
Sr93U46QFD+G3R9f+eKJj0L6ctvKwtDgVJoAHDL3P2/kywks/cik4kqWKhiy8Vkei/5OjDPz3kTk
YdOaA61YVqOteIe5guEUdsAlQGhDRoNi/7wm04qcpEFie4zCs179LA0d3ahu2ySxI9d0CurtRvOf
XD98ct0edOfKe2fBcZgAebU3XhpurNmuyRordcewLo+Vktqdp0K//Sqv8UYtzCxG+ItbEf6veU9k
5UpikRRIXvmSdQg89Pfy8rHpQYfDAdauhhjTHpxFjLSK0Oc+JXIITGd+Sg26Oom8sDyWSfisxagN
yWG5b33wTJWH9l0UQY/Vqi9JW6J+4k86Lh9sgZ9WdcpBwK9AIx/I4tleamPfLYfEKo55HP6wiu9B
R2PB7e06xfFXo/zPxBzCyAPFy1DIKo6RdEde9SmkKh8Wn2VoW3IddQX1L3YK5eJpCRFWlOZXphIr
meKpanEM0vyn3vQvbVN9FnrCt9vjWjjsnD2+TxgO/nu+ek2vyeVY68VRgrIz6Z+S5ktT07fw/baZ
BXeJ/jteCXjmVMCZueXWKgPX8Mri6D7X2pO5xoG0NAreeFP4p6vgwmZ7cEibjpUomC34gYuHtv1Z
GbbWrXjjhdNLW8xEEySR1b1qVVBSKxeHJOb6irVDJVTOiFDPiFDO7bla2GqT3BeWJhi2Nl/6ODUQ
jow9kWJa/zv31e9ubf2qG/MxSQTXHsjrIFDT9yuu8drqVKamaKSAQOJhNrtqAqO2hj4fxKM2DuFm
RDFlU8iCrXsQj8qR5wwuIlrSsJZ9u94Yk1kS8ORkJBVWs8trIO5H1DfSWDwioKa+tNL+9ly+Tdbl
ub38/mxYPCy5v3O+n1B4s3VhzBHOmkSIEOj0MpJOibpvuvpfOci+8aL5iYLiLkeZVaKNACK8yt2M
krbrB/M4NoJt+fIzAnfn0FXuQrN/RoaJsyJXT/FYtBtRaV7ELv/Se54je/k+M9utJBefozQXbR/d
OstDVIk8XC33jtLor2VmHHhrw9KZ1a9pqd9FAI90QXGkWnpArHLPzbmSAX/jcJtPCPkKYG6s8jWY
ykp1M9SjjgnP/eg0RmZz6LJKfkp7qb3zfFn6FLhq0NplL2eIbYr/CkJdfh68yNJtvdm7+tP/I+3K
diPHlewXCdC+vErKzXY6Zbtc24vgqq6WqH2hKFJfP0eeO1OZTCEF+6JRjQaqoUhuwWDEiXOmn2M6
NEWoQNP86MV2FUIR6XfXdMiZggxy5TRcb5D3n4lIYeaMvcL9QfCydsyitI/C/d6535Pw9gYBUcqV
Z0cb+ExGi5wsuA0c6U522lykIIuzjpVrQ1mOuJCZEt/7YQoMbdxMCpRFtDYJ2xg11MrY2mYJZSbI
K1OIiTBC34QBnCunWWh18ZPiuAduZlC37IDdL8NaFVs1rwOo4iJ0m0UfKdrcIPw4hILjAQ7luZNK
aX7nESiCWAVEyYV7n0BgBR2xXTQ0yQMa/J/aukvued0dhxSMIoy0G7vuN3pGdpkhhn8To4VGSZz1
YTeQ2m+cyvareNzxxv1WZTQLiM0fU16Nfq5B9lMr7vU5+CBGawD4ZOb+4E09ZEbFAC05E7ICbjFu
uEeMkEAnUneUf90GGDVT27oEcoFTHaQU3VoOg4AIWqPANC4I3cbIF7d+nBY/uGs/MAiHEssLx8o9
mA2kkbQeeu4Q0jLSZ0rTA4/Vg0m9ewiqBCTr74Ba/+Z41iE17f2A1HsL8XH0nUEhqNhCaeFY8n6f
1e0XJ+4Ok5U8TGmxrZGbmuiPutbCsbc2zFGOKQF18TR6G9B3Q6Ne7GvhfNHs+LlIGerGHqDY+WQ/
JJ2KLGQ7vpmV+q02xhD5UrDz6pt29AJCi8cqH9NDqbDQYBAO01PsBKibpMT6hV6vOzWhA9ShoCRT
zf2lXKBxotagZeUp5HEyMmQcx+yZ8D40qPlLqSxna+aiQTsVTdFYWf00EqhhtiTb2UMc9shn2ZCc
Q+N+mA+FiWaV8mA6pRL2k4q5dpUqjN34LSNpd1d0nhY6rQoEiTOGEGM2/dxEWDUkzU9OoQZvx9YK
9n3hCKIZFBx/4MRGsk6VwitQ+mpjnzPraCreT62uv6VrDSLv5aJLr2Sfm3jPXJw92/CSKWjPB+uo
ej0kFk092dZ4ZX+DAGQF5abcg2+yIF6obmMksEV4Yp1+UEmmbrryX/Tq7qoiHJTcj/mftg0pNtWx
HnpURY3WfizVjkOkKqygmLepISMYdiWbvuaZ1j/kosxX7pzrYASJTYj1okcYadQrMAyJUxXQCI0f
bUia9fyxJyivNC9ustZice25Lg1J61KDZnhubETQNu1r5Q8qY+nHMx3nJgCTuryeB2tkCp7Q/Aj9
rCn7Avb9lq5UKm6PAsntSxNNVSDumKcLwtQT29XKT3UtPHSvS6XYXkiZq3iwO9eKIwQSmDEYeqwj
iKorSA5N3U53hxfQy2201ECf4CyuNeThpE7j1tMIpKebiYadqvzWe7FpDIicQQRgkwzoM2NAaYOB
Y74cD0zJnxW7+j7wLiRxNYKvrCjgYZP0IaNoDBGctpumN+1NPrWvkCc3DjY0l7tY+aG2zdOoqCcQ
hD9DVfFJEVUkEvOBjGN+5FDqgt6BeAbgeMMGc6fjAhga8zs0T396ZfqtSErLz8pGC7SuQ9Dg8bcq
Yz8tjT7oanMUJpSFWXN0oP2ZjBMUDDzDBzvcVlDyE8UbhDKW9UBQ3NuKJKn9QtcfaAod1978ogoL
d1kbmFDHUrtua6YMiS5gx1Km3eNo7kk2vWgQbgTPh/eAxOzL7Sv5+v2KxQIQQEWRDhUIOfueFm43
VhCGPlqUJbjMwBAAhOvzoJPnWlXQbWevvIGuQ9+ZJh01OmjF4Ip5b/05cz65yOsSvPraEZRaReWn
qRvfQfObvoy514KRmMQ4Wamgx6qHTPPtwdpzNuXS88FHg1bJRIJnAVPp6ihfOEM8HlNoeDy0Rte+
OiUtDwMFpRJDdmnHBpa+oqapRO2o2L/AjDbcAeCjP1WJatyR2IBOitK7X4tatR46iOluXaTzoEHn
pN4OUu+k8W1vIC9g9uWbPLF+1Z2evAyibvJAb/ok4pnKnvHCtyDymujQBlUMsPM3hvq7j0FYbzKK
axjnIILqHBCZpmr/iFWLQnzW8V7dWIcDEkqFNFs7PjhTHz+YfcPuWzclR0UhbYgUM90LrXWwk2O6
sVuN3A89b4AUzJ2oZ7H4Esf2+AqOKXhsxMF/NL3vtxQ7E1LPVhz7bWorJdjAINiaxazb1ICG7nKr
Wsu5zh5TWgw4COSF4Lt1pNukWDAH4wleyS47Gj393ungdbJY4LZGWMFLlFa7ncb4mUDW/vYmWNiA
oFyYH65oakI6bHaRZxvQ7SHcRXQyHmuAeAbybw3tSnoo0MxPXTWs16DwCxcUnsjYb8go4kErVxLx
XnGZOwiBe2MzDCdWHjLj3lzz69dRA0rB8LgA7c2eVwaJtQ5rG5AfiWPWPonq9HH4ISAvM2EvWB0c
nB7pyT8yktNWxbVReiNU+nJT8bUh+aba7Rodx9J04RYE9wGK2voV9aGR6aWDzmR+RMekq2+x6bhz
Dx3z23tgzcrsJ872AHaF1ozzWXIMaGr3OXT8ftA57W+93ja0cN/OdGn/Pxxp4pQ2zUWtwpBa/4sH
RFXfq+q3/87EvDXOxsJ1FxKSOkzkXpDwY28GyrjSjnJ9SWD55yfsDHqfoaGXJmhuxhot5+nq4d7y
cEjfWmhpA2lAdrcHs7AwFvKosDM3zV41TjYaHyZaa+yYWw77h5TqtMtjm5xIZugbyGEAb/8Zg8j4
47k734TS0Iq67syhsdkxKZKwZ/nexLAqIBdi7q1suoVZBHgMuG3wxaL9SZZJU63JFCVuuiNI5fQD
upymHXj+2n/K1OMvBlWzwOEjVGhuD3DBM4B2bc7WARAFJysN0Ih5PrRKwY6W2bWbTqjqljlCWVm3
hX1uAd6poWN31kCS8SiW0Q2uB33XozZ2Imq5yJHPSbSNGIw1aMZ7kVm6N1BxRKFmriwATSZF4rmq
Ja4rcnZMJ5Y9shJ8n5qdK6fBbvsobSbjdy7odEQ/a/IIqjTlLUtzsjeZPQJuVlY/6OSSuxi39qaJ
0ynodR6HZe8mzx7z8ByvtRiJJDX3jWqafLu0oBmT0LLYFBBM8XmRlgedUzTXt3ULgsDCDUfwLD3g
wh+CxqMQWraTcZ/y/jdtTAa0o4IzM4BOXfB6x1WO1yZrmgD6J11o4J72hc03XVp4G2gzE0QhPPGB
9wuaDJI9JrdQuygc70AMCs87oSFMbxXrMKAz14d2a/FNL40/GqfWH49PdtA3lG6oqQ13ugZ1Y5LS
dpdVbX5SqyEu/QHcZH+AgleOIBiGzIWhZY0b2F0/PtEshjDP7c23tC2wJeZ2S2BAr/JJTZnok4ru
kqOJVr3jWNf9zzyuugeN1mIl17YQTSCtjn5FANcd5HGlfT51cWOkLB8h8D5U2wl8h6c8ZvGpVXKx
MRzF2MS0Lh4cvYj/4Bm6Rt2zNNJZydSea0DgUpQcPfo+FSBvu/HoauJ3N5QGFqf7WibFGuB8wYtc
PHilcUL1OzWsFldxGvsx5KqgFsueRHZi1fb22kmuGEAWdBugnwqUcUulpioTbcIopH8tg4mQIn31
qIOKcodm3eoh5SAh/Zin+l+DCM5B74NIAwRIl7fM5KGJqgXf20kvQlxFEB5XNreHJPnCdwtzY/7M
gDIXRuZFPLsqc9COJMkEDYomNZ40QZ8nRNK3TbwrXZx5p/+1AfcOC2D1AgDk0gabbBq31DJOAE4B
Yama/HddVtZuzKoh0MBmc2/lI9lD3Ez/kZt5GlrxGIfgFm5Xfok+z9flLwEDH84dKigo011xDsa5
K4zC60DjzhS/1ivfBg1mG2eblH/r4vsp2Wnxd2b/jKFcqCb7EWriWvbistcJeTPNKYOid4LR/JcX
/FCOnd+0R5NFt6dL2s3zbCHRhTsRqeCZAEfy5Wlu4tGcWNpJ1GjnTf3OG8I62fReaKofX3yYQtP0
XFGaDV8uTA/kbz8ZpnYy7ENhP2njyvbVpIfF/Ek0T7rgW5qFQRzZQFbSOsWDSjt1al7eqRkosKyB
safYptqG2YUh/KEvCSTYeK3uezbad5lwQa1ZA5ppKsJ6gCAy3XaZZoBpVuDhZaXJl8R2yLZpqViT
opvHe2N7yGofvVszag+0j5p+0yhh7expvjLlayakbFNaGGVjg0M3GopvNYkMtOL16uvtHbRmQzpv
Dmg90s7AMKzqSa9/lgb1V13h9crOJ8kC9wlCKJQk578/8xsK1PLY0GZ9pJbp+ChKVTllA0FftgcQ
FzL06C5kyiuqld3+o4MDB8M7wSJcE7pnpeMR96I3utgwTqa1nZo7MW3FB6Fw7/7KmeknwVeC7gn5
FT4RHJmit40TKJPqNAR+9/YQZBTIbACpFt3RcSKQqJW5HtpiFF2jOeyUxnG/7Yy4fTUKmha+h5zI
s5Gn+pepsX8LEQM4X3JtlzaMPmaANMJreWgWWvk986a73Pfv4B64ARTmcBfMG+psMVXqKJAUU8ZT
ZqIw1AxqsanwRAdeouYuKKHQ0a97XRq6qTe8QDISCmS0t/wkBsnMytxc793LnzJfwWc/xcqTUm/V
nJ+m7qB428RAgm9ze7gLVx58K/ApSJFb2MTSDspEn4qxgwlRPc4Slwr7ddvAQphwbkCuKecg/NLA
3sJP1osX+9TcO1PgjSvnYGUUjuRIdGtQRp7DCDTrs87P8k8sxNksOfrlQtgCS6znFT+56s+SRHaK
l/rz7XmaJ1redvM66Ege4iTILXYog0+eNqr01BViRBkJ6NDRB5y6+qe1veS33ROE/ehhCrhT6xOa
icUas8f1bsMTcGYAhtYpYC5yZcmY0MhJqDGc+IgnjZckJ61zHmNwjH94Ni8MyfUlMU2Tlcf6cFK0
UGtCUWy5vRLcXMcNiAAdUP2jI3ImFZeiYMssuYnnEj2BA4XlEJUIICZEzaeBroxlIZ67tCT5fsj1
0XoyCD15+ldt2ljpfc9f9WprpTs378PW3hF6V5RreYnrHX9pVjq3irDR+2/BbGZY06FMbetOlMOw
4gwXrKASCFIkEDUDuiHnQlUtJSbTQDsY4xE9Zd/KtYr/tXdAUuXMgOThyqTjU1f0w0nkShvkjcIC
wqryVSnzcZvHBtt+9JQhvEf1CRh/fe4pkByF6ypanucUA3qNX7UycMUuD8wqMKod3ma3bS1M3tzV
hCSV5oGKVI73CO/wYHFy/VTTh6zdpWtI4YW5Q/0MyCQ8JnCFyu+hZsxLoDEa/TT2D1m29ZxA67fi
1+1BLDgFEEkBygf8m3ctz6OgkD5VuCdPQt232X2ph84aC+mKCfmG6BMVgA871k45BO1RZNB97YNc
GYgxUMH6Owr5fhB9SSuvhAmD3+c/WXbo8vDD84RuReDpQG+LGFB+37tFpdRGW6GDXO3NEL2gh0rv
gHGyutdPGALpAmpyYOq9QsjkeqF4WS6mk9s1h0nX71lSgttO2GvBx4ILRbkc6Too5IIV7QqMCMBo
FXc9RkT4xp1ee9BC66Q6milqRd7m9qhmL3l5++HRhd5I8KYgF3kVyKZx2o+14dWRnWXQb/3Xip84
/W4PB4KuCGeV+Px6y12YkwGkDLlVQA9gbph+2sWhrpkP9vPbQ1qzIbmaCUXLwtKVGvIPx6Lam+NL
any7beLaw1wOQ78MSzi3wE2VxnWEhN/oCiCfVk7/moE5hXAWgGa21lLwFzSRYNmuB6pIrVZumGsn
Bg82Jx/AGIKXsZx+nnSGJCXYayLktlVfWOk+ScAqkTTONgbSbGVNFsZzYU26rE0a8551LYmIPW4c
N3tMrVUGtoWtbKCCjYoBXmQzRdrlnKFATEhCnDQSQJy5EeufrCwYwO3ZP4nkw84AisSI2jVg8XRU
kaQwZ6ggL96mDonAreQ79l3XJL6z5tqWJm12Aajtge3vSrLBZOnQmx0jETUOL1a8v72HF44JUvR/
vy7tYVXr8z7T8HXU+p5AA/+o1cojKOjXSBGXlgX1SZRA5y5gFAgul6VC4wa07jUCYewdz+6T4pBV
mZ8roPYNuzWVizVj0tlPW2YMTq/ipWD+AD+0Oim+XhDQEqPH2/oT9x/MLuN+wz44G5w0iU3tjbVi
Y3A5g5ohSGyg7hSQ5GNtNv+xgqga9XiQn8u7reydLEHFnkSF3eWvTdZ2d44C1eDbG2Jpu6G6i1z9
3ElwRf9HGvD/mVZMIGf5MvDAc77/d9+XQs7JAHymIiSLSl190ssftNC/3rawtKXPRyCdSrU2OBQp
MAIgB9Vs36g7Uq/ElteXMzADaKaGewGDxpWWrAPUKS8ZFryjX2h1H+egAANW1Aa8xOzXGGaWV+Sv
sfnvz24B11LwgifYzao9hqJ2A/H79oQtHZfz0cwTemYAdPvOmABzEcXKC7fCJOO+51V+2WQhXiA+
UT6GoXzfyOCrAWHxzF6FB+KlPT0WWoX3ZxoBWvSjWPM0S9N1/nVpg4EZqyY5+t0jQzH9x6ZdC2aX
1v78+9L2olMpRs3DrycDYqVhg6xmrr6x5PTxrMfcHvp3muZlO1uWyaxKt5kNnUblt7tVirfby742
UdJNmSmVQzIQykHOwm9ZYG9uf37pGCKFh9IiFJWuA1inrixhuEUaTb0TGhBOqtCHAjzw7raZpeXA
IxZ5Bhs0NlBSupylEcAoN4HWR5S5O8+709RnQNXnpsCAZ//cNrVwTlA3APgXOxcqo3JoUWd8TGND
JFEFkDLYCwEg1O9U3r9qTbUHxuRQ5t3HVeId4JKA/0NCdK5YScPT0HzYtp6XREoSKr/cHnjo/e1R
LWwDNABiQOgAnIMM6bLMS5cqBFkAINqS19I4aOq0UkVasDBL5OHiQokZxLLSiTQMZVSIWSdRTO6S
O4+vOOPrjYa4CBJNgKRAmfMKQqFz4iq2qQxRo9m+kvA2cF32JdHLFbc1/8zLRxLs2DOnMxQIUQGV
onETTfwjJBZYVOeu8QjROhZCxhUof147u05n44q990TctUFk5533lj6Z1MgCvw/Q2gmDnLjrx0bt
p5DMpb+J80CbU4f+GYVOAdW2H90PeACCqUNFtQwVP7lrvBhwgZrAOkeVM+27ujqlAPveNrGQtZtt
oBiPlwfkemSMiKsLhwjCWQTGGz9RfNLXgdbs6xro24oGQwV94ARoDpAbmuUauuw9+yjPKx67QCEg
bXNNn+25Jm1N5FojiDgfOUnDvHNDza62hGV3dgpuTQ9MNK1hbESlcj/pkLa0S2VjonvTaZo/DTHx
v6th27IVD7O0lec+N3AUoVSJt/ilM1N6UdaT1dIIaFYFIMvMugcCFzoccbcGd1razXPpee4SXOh9
ylyj6CHs0keZEdZQBxumbaGFTHy/vdTXZx/yaXBhADGj4m7Iuyl1h4Iomd5Hpc0PUCh91pRiJS5e
mjTwO4I2DTkMOGfpaZE6rFPttKR4hm80J/NZn4NzfWXLLo3j3IjkJd3U6ZDDKmjkFQ9MP66xrMx3
rbwl56Yrz0Gm0rmCxygq1VCc1ocotlzwSf8BjsmfyFttOrtWfdKKCM1RH36Mz5XLvyal8KKEFJRo
VG2IjEaDFKb2pTSGT7iScxNShEHzMq5JgVGp01Gz7qo1wqHFRfk7BFta+SYezNjO8P2k+lMavxv9
M78fWVecRoh3XKHvKQ5pb6o5i5g7gskoD6u1Zp/FEWC9kd5FoAeU/+WBLwrVam1oGEZZ9+QFcb1C
MnEdsaCTA/E2lNhm2kI5ONL6zjHT1hiQ1yP7EqJotBvwAmdopItfUyN7y7U1/PbirYVQBejQWRQQ
gMPLIZEEHVh96cFmvvP49yIF55ft54kJad5kQ+iPvO32ZrcSBi5NJGTtEGwi14J/JKuj7YB8OVOH
yCpO6RsXTx93Y+efn82fxeKpsEBe6U04nyCpp2+gKbr9/SUfhtjI1FHmRGghM8rT9yboCYdR776S
AUTsFvebNQze4tKcW5HyFOBJGDShYZJiVxRvhYJO/TJOrC9t2ymP9aRVgW3z2CdT+oN44LnSDVGu
4ACX1gk4VFRY8XCGfoXkEszKRjPRZA9RDvBlsbWUNZzP8kz+vwEZN+Myp3aSwhyi2g4zoDHd3af2
2tkYPOkuUJyEqJzjVJmUbPReCZs/t3fDyiTJrLVI9pE0bzEG6vxCk6Xxmc/r+twSh/wOHk6Xm7nL
CFUmi8Nt7jUdN7+7luddii3m6AVslWiSRK/kpQHHyommeAKHMf2RiGRTuvkOmGqj+/mJeQJjLTRQ
ZoyaHEbaIxjLWnQMRWr8SO7U5hPeE7jz//u8TLhp6NN/vKfqlnfDWOx63TvZOWTTGhCZWpB/GNai
ssWVNwBPAxQd0ZfcY+gVaJbWKjhPb0964IGntVv/+rmMvDj6XECHDUK3q/SeOtVxV9heE+WOGozs
KesOQ9se1CH2p+ozGDb1vVSG9xKGI+2DvplGhcV9G3m1uRkbtkOrxUPVrGVklvzaBQBMcip64ymW
TUkfOWUWtObebB69im5AqudnZuTQbd5EU/rxyFab0Q2ATCHqvMpipUXbVZoFoyZ0rTpIHP5ze3Mv
HCKg58ElDv4avAiseaucXTkjw5WjD3oTZUUfkPZnb9g+V7aM/Jd2Zod6ZgcqL+6YaEYTmeZWtf3S
fiDeDl1pt0ez4JZByoymoRlvhuhA8pmNYcVl245N1A0BbQ4FKA7bzW0TC8EOMgwAnczqnVC5lm43
BZw4XR9jaxe28C3t2a3Bcxny7mtaH8ga/HrhoF4Yk+KNOFMLdXJhzBQ+Gk/zNeW7pXN6Phhp9U1Q
LiZkwPe15skrf4h2n/T/9HqKAsbK82lpnwG9AH11PATnMPFy/b0OGIYYlHuRkb45BKK2qJdBp8zo
ft9enqUZw50PHp8Z3X21n/WGc3fkfR/FVPH9ATQqH/4+CiPYYGBIRfFPk2YsL1VQ6HqZiNh3Xbsn
9eETn0fWD2Sg6Jy+YpjOsfHGyq5FVDyk9k/H/PaJz7/negGzBgG75CoJmhudJvN4lJBv4ELwxfQZ
A7gmIR4FnATycZfLjD40yD1NOo+YWQSKsuH9qhue3az0iIVIiYoX7MxihnfHpQlXK2xe9jYSZIOn
bYnZvbRx/81I20fOnMABkUo/dA+xQHciI/dq5f4jkNhyOV4G9bTP0CCnF/YdKbt/GtOOIBL68SD+
/PeZ0nMxTVQNyk0Gi0zk0tSm8dcgQQtbHHkzdb5Y4eOA1r2cAJM6NgdvEIscxfFzYFZpvrKK8zaQ
pxgp1Dm8BazpKp2StWCCGDqFRfY0aYGw2hd3KPdtS30nzYHl63l4e18ueAeU0yG/CZongJ3lGKjX
IWLnMTJGcTfYIZhgfo1u6wSkyw+8H/+9bWxp/t5zq+gQclBWlzZQooOGZ7CRyXX8Tjx49YqnW7iD
MA58GMVNcErJN6oRW01m9u4QTc2myrajEpprGY+l6QINIlqATEA5cdAud4BhNNQttYJFQmgnJy2f
hgxSvlPxzOu1JOqiKbC8AhqOdsyrlqasV9zenkoWZWb2vZ1AwpMVX1zu7ulg7D+xLri3gUF753eW
XGuCtGQs1IlFfVP4mwb/uv39pQAOBAeAoaMQgdevnAbxTDiAeBjHKK9NzVeH8chVcEgbyR6aYdMB
HRlbpuWPVmbsRFF+wi2AWQ7aLeD0QDZ6jivOAqC8LkZUewcemfqTbT1nK/fS0q5DHQCVPETA0IeR
PDsU7dSuHMUY9Urn1+mbap7ibKUEsnRw0PmAbn148Vlw9HIIrOsrgTc8ixJqh78UpLNvL9DSXjv/
vhRaNRNyVx4kIJGeyA4TLaOK5m9jzr54qBXfNrU4FKDh0ZWIngQgiC+HUjdDkUxTNkZQEUS/r57u
bn9/cTmQiJ4rRjYcm+RjSKxxFdKzOKHDg97dG+Q09J/YUHOu+z8m5HtGSbvOE6DpicCK5Jtp6bsr
W2ppOYA6VWdOckAr5a6BWiiawqktIiveuuWj0B/HYa+uHPqlibLAxAEPM0dUcjyV5GBa5OAwi8Cu
obdPPdl1a+CjpbWGlwdZIabLQe3xcq21TrQ1sUCmoZBXJRj4y+2lXiozzSyLkPiaG4TATXv5fW70
KnSKWzWanLb8PgKCGhamk+wS0hro/J2qDfLe4o5CWi8cwbgRllXXPnUcrFK3f8nCQMFlAQCXB+FO
QLgkH1A1hgBPsz5FmkCOzaN+2W1uW1iIvS4sSE6MD/3o2hwW2m7bd0GivMTaQ44QBzRm+cOorgxo
oZsOSNuzEUnHKFWAh4sza4pY0gdUfFNLY+tAsjOPfSsF/VkK4c/nhIrtUCVBa6DTuQ8SOwaFwy5h
HBRVUa2uIQ4WjgVeMYifZ2qKWejjcrkdt6pNoja4EfX6oXTqPbW/t3EFXGbx9fZsL60nonTAC3H3
go5CsoR9pVqlGSNB17HAKjcmWeMiXTh9GAq0ZGYhIHh2KVwHRREaLx3EKoniBq1+LJRHtVtT4VsY
BvQL55MxEwFfEUeMRo9gCWxmYL15K/yaff/wLF18XtqTGa+czCkIA64oCfpdXaxdrUu/H8EWyILm
kPsK+9FxBuWt2qNRL4Jsq4kVN7v2+Xm/nQUGTiYM0oIzIEpS4asnZlkfv+vApfH390vbqGhs4jRF
TCMyub74MWVrBbKFXTQr3gA1CvZcqK5IBlQTKaoRMs1omQq4Cwn2e8pXEvqLJqAfg2w+FHGvpMME
N2rIVuHR1zUgUIFfncZN/YmM9cwZAI9jAqMCvOrlSghCHGKRhEetFUDcd60rfGmhzz8vhU8JNQsx
QTY00pKwroLPHDPUjkH5C790zZpSMGdQRz1HgEmbUMOflXhjaQmQaJ+ZkWdXIWdwnLSeABSzeFSx
gCZ+XwbTx5v/5xcnXhugxJ0zOPNPODsKDCzouTNOSE9Ymr8BD9HHT4KNhzPIi2ZXBJyN9H0XClrM
pjwCGyy4ZbN0ZZfOrkZ6N6PpDfUmMCODWUCWWMGT0M54gRWOk+NkUL8xusAgR7e+z9BUlfOVct7C
TXRhTpou5Isn3sfxiIMd/FLfeuY3a0RtC3sWLWhgKQZVFiCocq6hYB0DZQ1M0GI7lbv09bbvXogn
8HmcNjRrQXdW7kakrELja9Viwbmm3CNx6Ozz1O3/6FNjBiBvUFJfEWVyn0y1vZnyNv3wiwZpNrxn
YB0CFlfZwtxTQI0z52pG8kfVfG59HCZ6aUBaonKgFFIcOpJBT0K/T/nh9vxdLw8+D97qOXuPy0mu
EVaahugzxzPGGVFZMb/p1sqOnn/f5Y6+NCC9kwZWWmPsIjFjdlvONl124vruM2MA7xJy9nOlULo9
RpK2Lu1cFuXtY6KcrPD255dGgDQ93kkO3BZ6zy/PvGJadCxZzaLSJA+czdJUKgN/rss/nPdBTmHe
yuDUBs+S/DruOgBUra4folKtNw5IsVT84WItIbOw5PqMKZvTn3A1jhQueKInlZlqNKInGx1aurqW
XFozIK0HzXS1MgsDBkYnHN3YT42VTfX+qJN2FeIEJLgRl0DYWg4YWELTbvBgIqvTjbCeGutL0f9r
jd9LsVfNwU9o6wuaB01f+IPoQhF3m+LjsBtELECraMjWzmgI6TIAaq1ShNu4J6UdfddtA9taqewu
bD28aC2gG9/9m4yq1Z0BBLsDdU56Y/jG0G2qWn+2ijUurIUFQ1oL2GfELehLlAeijoNnNkXrnErL
CrSyDQpOP3xxzpRKhofKGoCDyJleHiIzdvs09jL3VNqNX5dGUKgrlbulQSAxBzeGBieA+SQLBvFG
VdGIN/dyz20h7OOeHqH73+9LjsxR6tjyWOadTBHQIuy/3fYyaz9f2kxEddgoKD4/NpDbqALirlW5
Fy2AVQr4ZuA24e0vl6BN6NgU4IY5dWUZlCXwe2u9oGsWpLuq60Q9tjospNXT9BXP7NtTdB0c4Y71
5oY5xJDX4owtiE8rN07x+S4DWy6oo1viMQgE2L+JO+w7Tzlo5mfGdG5UmjVgjNF33OXeibdZUChq
UK11Biwd8nML0qzRXO+EZ8HCVGwT8L73B/LxsBU1mLnNUMejZKa7u1x6nmZ536OEfxKG6lsqgMMf
TjRgXeCMLYR54A+VSQk9KJ9YYMR1TmNQ8y80ebm98tdx6uXnpRulscbJ0hk+X4F7JOP71AKX0SF3
P+6k0PmHlv+ZXQMCF9IRJ4lhFKNZxicwuOvk0arebg9j4XxcfF864/VUAceK7N5pAn91uzU+/j7E
iwYIY6R6kNi5QueZ1YSbCBR2J4c/Q6k+e7r98xc26sXnpenJEmQxKobPg6FlGHx3CtdkkJYm6HwA
0gQVDGoK0wAL6I0YNsXHWwYwPwgbkGvAZkW/2OUxYMiUZZVDY9xzqn8wc3Vl/yxsU5RTESXOLXeg
KpKOmUsUNa54p8D/gXG2SqywrKuop4aP6tBKsLhoCxiC+TZFLVIGKGo2KcBENiLc9X71ww/LeGH6
D2UNDrO0ILi0/8+KnNDQM8UZ+xJWJrcMbeahHP3xBwg6YuZDB9+Ol4jkXzn6JogxjPEptMshcCkN
bm/a5RH8/b7kXUWTWmrqgsExM1I/uTemT1wQJppt8IYCiBjbS8owo51IyRm6JE6V8uambyS8/fuX
Dt3Z599p8s8yGmZv9vGYw3Vr/L6wfiXWL11ZiaaXpghVDeQlgYcGJEKaor6gTW+wJj4Vab3VJvWY
1NqX26OYHbQUr6NyCc4GIMgxVfb8E85GoRdOq1ep553aHF1Bk5MEpa1trNrbOZCNALtgubLsS8cD
1xByinjz44+0KtwarIRpGJOmmEE/5r5r5KBvidp0JexcHNlfQ3JtaCp5MTAOQwp51sentJ71Qxpf
Gb2TEq85+OVRge5+ZvRAB5k0Kt1WamFq2MwGKNk3bF9M98L55/ZSLe0GxNAoMEMcDsQe0nO3jZMB
hHEI4qYiQ8bGb8DweNvCwpShsR7hyJwmvW5XGGIjU5Witk+G+5q1+xYMbWn6PVOIb9UrphYGA1MG
GEpmzmJbhhDXAxQLu4rZp+Ho6i/W8OP2SBbWA9VTTBVgaTbIsOST07oKVPQyB+Sm0G4of0N25c4d
I481KzfL+zaSDhCkrObrVwOBICxKBwiiIYXbjPaJs1r41ZTd52l1N9h2mOb8Fx9H9YB5fdUtKH7Z
1ebjw0RTJ3J4roMCpUzLnEDuQyc0dU6MV3ezPuujV2+T0vu4H7JnGDbQpGiRvMoPAyNtdkMNM4O2
S8Byv7IXFufw/Pvzap45IWvkyLDEWK1OrzY531n9YVQjVdzVbQNJ2MZnwz5eYy5Z8N8Xg5oPw5nR
qbfrLO4wKOVke18BIxu/3l6chdN0YUAKapAP4wozYIAPIlBzwFaRnEob4gPeiP/+ctvawoGCih5g
c7OmEBpxpRAns7s41WwcKIWcbOVnC/Wo2waWhgPuCMgqIAsGtQPpSFUVd2v0UyogSrP9Jn61ktG3
/oezK+2NG1e2v0iA9uWrpF7sblu2kzhOvhBZKZGSKGqhll9/j3Lfu9NWCy1kZjCDGQRQNbdiserU
Oc6wN/Jyz7nc37a2tjqX1hZbgjPit3hUagk1jS7MKdrLKT+BPnZj2tbsICIEpNSH17tK7RVlSvSc
OFpSQZ+0q5pzhkZznm9V19cmb1YlnwMpqAIu2UtkYPUTrTEcM8tDgr7RBGmQvg3RALKxTCv7AGhv
pLgQMOA9vvRHmtvzvLE10NfYkFtpIx5suNaVGQMjGihr0JANrPRSUbELci8TdhEk0CN1grAcd8Z4
uL34a2O4NLFYfKgKmU5WlcjoPKcumJU39tbK52fFPmBxUSe65kHRJzkL4fl+Aua/u1pUu6JIN/KD
832/uBVQrkOhC6EVwOrLVZgQeg4qxYMmsLUosD9V7rNw91aA9q+vBJLhm20Za2O6NDj/+YU3y8Q0
BLYFg+0bhGIj3AEb+2pl2QO0+oAgbWZAvirTQvfIqfS2BE0CKEq0Y8BDzfrw18sO5D04y1Be84Fz
WwRRqmd92VsW2vzvJw+4j+Ptz6+cQTDgIc5FxAGU7RIRgVdfMdHWoE9DXVpR1/pQwhmOlfqpWdXc
MDd9vG1vbUnmLP7cXATigmXVABzuzQDIUPrU+6chYubdv/g8yBDmTh94yiUnHorC2WB3dfrkeb+g
mBgGGz9/bcHx3f9933y/o0ZSFFSRKn3ilRojF4J7kG7a6a3dbLwItgwtIihRgj8CCsvpEwqDbR5B
PbpRGyZWSIrRPoQsmwNYrTvj0d4PxpxcP/MakHyIge4brzoXXB67wYoL3zxDJDYPUQ6L0YokwxLF
C4g9IxM7oon/9pr9Sdgv/cLF71g+ShilnTUpQp9sT2uSxuKO2FWW+RwEBFzFucN3KDpUJ3tAEO63
zltO3fY0gb02rOrR/KnLLf7gNUd1+YMWYYPkdOKewMTg8trrEnpV+UdwJ1P6ZM5kV4D699PGw+wP
CvtqEmYUNYS6VkRCBaLJ0nNxMAKsPNgvvgJeFHqG/DCg2T+0K9UcvF5UkeFLuu94UIWmyLxo6joV
yroYYr2pZJzRLovxoLVjxrL8hMJSvQ/srSat6xWDrhNY+sChMqNTAKd6v3NqElBLq0eSQFGkBi7C
MJ5J6v2yhVYemrEO9lmd1yExqIh1r/6ttPILGtbocfJGJxFWOny6vYXmu+9i8hCigPZ0hmoA2IXS
8BIJ6IpBBlpuIXqYnqG2HrbeqbQ/G9rP22YWKf0/ZuCL0YENmN71gRmZlvuDR9SDK7yIULsIi7F4
8wb+Q+d2G8KvvU5ont84H2uDm5u74P0hsXBVPUzz3go0pqaHNiVRT5PJ+UoNHk3FFjXSlSHwVkCb
DpsQLTM2nrrvVzVoReDKXrLEDs52+Ym0byXfF96X25O4ZsVFIzuQTXijgbjuvRWDjIWHvp8sUept
4H2o10ZIfC+UZrbh4FYtoYQAFNWcyF76N8YrG+LWJEuYY91DQuRgKxF2ubjPXX/jGl1cazZU1Vyo
OsyJAuzDK4qRTjlT70qXJWNx8vbVtFHNW9wGfz4PutcZL4AsBN4y7+dsNNFMVmhBmtRauZce/zhC
SNYFjentpVme6//aQRIKSu3IB4OQ5r2dIdChJAmK3ySwitiq9nYJ5d8PGX8g3UvmHlj7oSqHEGra
KGu8CHMLpb4IRv7P/NzMBnjmdcnMbwUvWr3NEtl7s+Twh2rQvnZ6EzNS3U+Mfbs93NVZBfzq/83N
i3oRHk4Dq/LUabKEm06UlzwynLd0+ruw/WpMiymFFEpfOKPKkrJvQs+6D5qN87QyCuy6Ge2B9Be8
4GJv0FSMht1jFDKzo6AwosJ+Lf6yT28eBYwA5AV+acShSwercS/tLEgIJkb+hbivW1nplYX3/uCi
0HCDtNcSE4N9p0uoTbGk0qHhqCF0PJXUVt+CCikjhmaPl8CHYMxfLz+MzsS8c5HlisajL3w69WA0
TMZAj0wAIsbgLk3zv3dCc0oPXSTgsza8ZQrCdaRWDXTC+iOj39nP5fDKmjG0jLvbo7m6m3D5wcr8
wMU/Vy3odpGCjNPxeNJyg+1Hf9D3bUWCWO/tT0jRyRD0esCYscrZ2ODLfoB5b6C1fq5EIgM7/4T3
x0iTUrmFYnliyXSHBPYBbWJ7TfhfB7O5U6L6VTvOA3en2Jbl2ex+3x739fZHBReMFy4SMFC3WHZt
6JD78Ts9E4n+3AxR3ob0L1/GGN87C8s0RWnqhQ1MsUgqFTgvrZTlt4GbamujrA4EsDDk/HCIr2oA
NaPEShExJcOwL38O3S/Xf749VdeXlAPHitsJSnwrCCCFLIWc6rJKbBY0EevtOtarvtrdtrKyH2AG
+HcfqA0T2NxF9GwNJuO1UVeJnucgvTXjATKnIni12KeS2Wd/MmIk5eKxhHR7W2wc6qsxzkTlCAHR
VAfjkCV7vxnH3vUnyYwpaRoV3DVMa/ZB6TYbud/Zp76LNxdW5l9xcXNoTFCj8KcpKckhG5HEnlhc
jP5OFmDjOthTG+LyvD2tV8EMTKIDA5BaCAkjG7Bw83KijVOYpZ54aiDnEjp9STEQFpt538SBVW+V
z1ftmWB8RTyDF8kyWQOq0gbIeTIlQ11kUV85O68szkHFfnR4FN4e29XWn8d2YWsxnYEoLYsEqZ5o
FSjgreag6uHFnYyNnbluBlcknqzAlixzD1pFayuDI0pyOZrhVLdAjvlQB6v7jcBiZe4A6ZrbwvEs
mQ/B++1hD9KYRnRkJ5Z5nqrPvH602m8NSzembfmAh86aAdQ4NgQgZHOnxvw7LrahJVsuu77VgAAx
XzxrCCc+7YLpVDoCDH91xJRRxnU9OOdUI81Rybzb+QoNk7eX7+rqmX8Gbh6AZlC7vELLacMowGpe
oOzeGRA72FGxUxkJNfKh5MBo/2UW/L+jxvMcJUVcOnh9vh81d1wNwh4YdZbfM//eJJ+6Lfzfyk7B
iP5nYllVDGSmOWhEQgJcf9T4m+keGnvjvp739MKFvDOx2CN5V3QQJwVWIc/3/Vws2Ig7toawyFT5
mcCZrTFLiouQoWEtaPPQ3CrnrC09ghpUQJAMgJrKYhRAmxVaofnIsFo/Uj+PjOCpb++AbQ8g3ebT
v2zt+bP0KMgDvIULH2wLcxx5seFLlpoWDUyS9BO4tAwc3c2k2NrZvTQxj/jCxKgpcHUzmKhAGHB2
C+uV9+V9z5w00fKqODbjEIS8FTUk7azpyQwoD1HL+maB41mrkBYg1ovI3Cac/K7aOPBra4qSDBBT
aB9FjLc477XFKpsSAujDdBLeeRqK0AvSjdO8NgHw9/Mdg+LmFZcYr3N7bEYd6DukGu4+kpNVbyAj
EdKsbP4LG0ugjkpFZjfgtUnMwYcKSw7l3FLpY1T1ATptfGi0FkP1o2JesFe+1b8JV4pdM1jenXLd
KsaT7guY47ooY/Rng7AwNhpDj3Qq3MiRAYuRt1T3AibuTVZUR6mb3R0tlQahWQUJ2db01EHTG3Ew
CpxwqrgOgJjeuaGd0/TOyXCvSqvOwrFQdcgBRT62eSUjSIHqIXGyr54CHmToVAkxWwcEDlIPc9fq
weTgg/4gs0MT7ZlGKIj+0rtu6I9KRFAFSgFPCKJCz+tHzkDQOlLhgTwQvKxM9eajldmg9DMN5DXB
HASdrKE+98wozmbv9Ud9yPQDC1xxzlokYsEGoj1oZfYmSw8U0MIfirdGDa0OftdcxNAhHtsQuTjt
IKeq3SmLObuWQ/UC0mXW0cJTAcJHqXUAfMOKxw56Tn0NJuFSuPmD0WntveZrkMgssvHUeHoDvlrP
iAxV0WjsHHbINO81zXLrnvQe2Y2mV97bU8OOPHDqQ1fo1S5IZfOYIrsTN1bm7kXR5MmYBSTKiJNH
iKIxn4XbxqWGi5hwZe1q1yr3vVPi5eJpQwwQ1xQPA+3Pok3t+8xyq4h2Bj8OJql2UHiGnnTqgn2x
E8FdkQ9mPCLVGY2gxAE/UQcy6cEbz9VYd1igrj8TnxchFLTcgz7p3UdfmzWKmUeS2mNk3yMvlTSe
B1hH1mdhDpFq6JHZBjQ5NX8P7v5HcOznu4ZwiOaVPpIFqb4l63j1DAYfCDqD0HmELoFraBMYxGST
+TVgExk68ogfczIeNI+cFYECfc6NrZt7xaHAIM44yLfnNO4iWjaMlg7t1LoJy/ww16aPtqY/DIHz
+3aAsGoG2UtgMVBpQH72vU8FsRvDu4S4iWlLLdQM860zrfYgTKc63ra06rwQF6APAdfSNc0yCIhV
S1w/QZ0zAnkLjXqjiA2FR3dnfr5ta+3us+dmbaTBUVxeXkaZ71SI9CjKmUPph3ClJzvnD5o50Kj0
xYGPPDbyYANIueo50TiEXGMAPNIytKzyrOMqR0nT/OpX4RZ0Zuvri6ChtoJJaAJfd0UemYzFTreR
yVzZ4pgvd+ZyMTCCJXrPM808AEsikG5Ffk+t9JBLFpeB80RSBK1a5m5siLUR4S2K9As4F66RSL7X
s0lBBTwJpuJXV6Vo6cr+xZAAokU/ylwYuEJLjEhXdcoCJrTMSNTa+tkTHJWbn9IBWZ4WbFyeK2cJ
sMSZ+gQx10we9P4sDaQkrBBGkBjmFGtT+8gdts+ncXd7c2+ZWYRBjPUqH9WMq/OSzJRACN4hLtsI
NdY2w+VYFpF8W1i9383gPaNIRH8HTJM1nKs+NpuN6traUb0wtISlVh2bBuXDkNUdeu+5Fy9uQUEb
g77q6nfzl31Qf6LUS2sLdwcxbK3OmhHWVPDJ0tgBpCIngsvsXywRatHolQhApfMnmX8RqQLRgDgm
H4JknCIB5Rcr1rSNR8qaO0V1GOwPyP1eQ+nSvqtsfwI/p0VJpHQSVkAMChaZxsvtscwrvXwNoUoD
jCjYV67BdMSRIArxKFCo5rntf2eIs6zsvia7ANCgQt9xtUXZuWVxHvrF7JlEso6ksBg0cl+hsOpV
z4PztQONSC+OqVnF/aZ62uo2vBjl4uy6PWLZeoRNaRcRLwuEV68uQCNdVeybXEb9YG+8AlcXEMkw
IL7/AOAWF/wIHTKdQk0tQQQ2GTymThr25AvLftxev1U7YOyc6xDYLMHCXYyqpRwFqiAxGzceJieU
1VcaNHvSbpzkNX8+3x7YjR765pdNL6Ca45qlkwDQND00/V3WbUnIX+cvkc4APwha5nEbzbK173cG
wDK5VavBTWrbSkppHwrf/Sj7AcvkvDRs3AGsk4dlk0p0dKWHgFk/b0/miu+dZaIQl0FTHfH3wn9o
vKeOkRVuYoxeExaKimgEd1PsS23acPMrHhimQGMBrB9ovpeFF84bvYOwjwt05OdpONIeLwnuHjPz
e2dOG3txdVhwVDpwwfrcfPV+Xntd8kaMpps0DMR6xNoHo7fv5b+JaS00dqFUCrWN6/ZQx2sq4adu
EnQAk+imCoGesvfKTreQ4ehEvHZb2CgWGMjQpeZfbRUr6LieORBDq30inkfN6yJzIAZkNuqo9h8d
paJqeNFQK0hlvZNuhtpWIPJQq6tfha7E5wz6zjI029o4lkEDxSCnqFlUG/YzQCj9CUHlsNdA5xS7
rOgjmvfVFCI2bCPHFmAThe7ayI3+oTFq9YEqMcR8TMu7XnbVXZbmbtgEtXtwbRqcUwnJY9tRTYQW
ZZJCf6qc+88D68kkaReVtACeKfOAYCOTcyBmmyZEtHwHlWi6A4VgjVhQqB0tJhVR3XFeipq4d7Ks
3bDWbRVXIqVQBgXRx2R30wNl/feywC8AxIje95DiiRpciS+dqZNjbw/83kJ6LKqMbAp7WgeHSurW
Q6sa/5xJ6Mz0+nAAu58Fj8X8k1/W6SGlRESFnAbo3HE0LZS0Nz8zgErsPQOMQBjy5CA7k8EtdOUu
szSFx6nv3VcoiB2B2FAHppfjyagmPRk9e3wu6j74iIqLeWqoo+80TS9DZqLPyh4s/R7SGt6vkmBA
vLam+7SUPM7RoX0ve0yVx4PgI69bJH/GvDnkJan2vkQnrKcq4w7/NYUW72jUVVkXo7u8DHlj0RCP
ORpafiNDj4J5mLVyjJTdmnHu4bngkamLcHjKyBCsjY1Jqt/d4GmHkmRupFuZf1+klfOgpGPfyzrv
H92BpxGVlneWdZ1HxGbakaveeOWpjqZy0xqGMFO+8anMa7LhilduM1QcwWKBFl1A4JdAjt7xKxvE
pE5C0mlX5p+07hdaS+JZtq3qv6P7dSNaXCLi57jqncHFlW2ljq1pUHxIVI2u4C+D9b0EQ3l6dKxn
pDvBczBFaovdf81pXQ5ycWUjaqN+p8FmMR2pimsndNz9bXe/cqWBiQOnbq7sgG59YSJjHchbHLSL
amYbKzyQSXW4bWFtEEA/o6UEfRHzar33vJya1jRgOyfK+mkQa+ehUQZa21vrszoQF/19qK2AeG25
IQazw6UKDtKEl462J6oSx7oCAYXWie8gBrBPAbGsz7ntsmiECEjk9Hod5zUr94DbVTFG0DyzovU3
UC2ro0cbACoxoMEEwuD96J0e8sIDwfxCBEboKpLw0u0WT/KaEbSjgTAADf3gi1z0IWldrjHaKCeh
8reiMW3jQP66vYpr03tpYhEWgCC0tYYAJpxz4+dhNmzhv+ZtsAjCgbvBCNA8AzTGko6oZwSyQm4O
ac9cfHF7MkE6ZZjpCfRXp24QkbMtpfS1WQMqH6/nWdnkCtdUcbBDDHzeMdL7DQwcPQM0zHYWF1tY
MHvNW4FrFSgWcO6iqDlf5RfxPkUumafT5CfUZzJO+6nfd0p+1rvcjPTM+9mMooiJWXg7X/ZW5EvG
D23JulBlJmTiA5s+up1ThKhysGjKRLavjUk7ZwgUUfMyh50COeW+KLh+p/nMCj1ZI0nPXIEUZjBE
IiuMO1HZLES20j1Rt3EPQTbQ3YBL6RXaINXO1bRub9OjXrTOFFJkeWNIduH/8eJCWpQPzy0bijsk
UwckJQd7h1tF3yvdA7Ii9TVcAwp3cTPUoV9bW853Y/qWclAgQbTGnBh+4vVOzHryuVdAm7omDQEY
OtSjiowyq/5FxOiAjRONO8geXqGOhCXctqc2jKrxPFbiFRC7j5RBFP7vT9alncXrJaC6HMrJ8ZMe
WQHQooX2tNUpsPJAAoz/n6Estp8Z5H5WIgmaNNWrmZ8aB7vc/pAiHLs9lNUT9Y8dc+GHvHakpV1j
KFS+di4onsZP4AK6beMaJoiL+GIwyweKtI0xR+zpJ5VAijArP+YutIDt5rFrsp+8dD9gtDJk0Izg
oANjDCwOoo1Hp9qIQNYHi3sB+AGIzy5fahr4efHebPxEaWBfh2BAwZoYRGW7jfHOk7Z0jMD94qGE
rDK0Q5c3yJCWHDRnfqJzEpNS3ufCCZUBSYzR+lI79s+WjUcx9XfelN3dtr02REQFiA5mWCYaKt+7
rVYv0euc5/N6RqDzsLE3N1Iv6xZmpkrQ3UCacBEcmLWYChGAF8gtH/UeCH/2UjZfb49i7epC7IFG
EwQhMyvt+1HopNUVglv0MoJeSe1bujFLxuogLgwsTrCjBVXttyNylfKRaV8KvwM/6dHxzjp/9Mmu
Q6avD449sPKd89BVDwNvw67/eXuUqwHq5TAXi4XWYC0bJgxTLx71gYFwz480e8fFN7fzozL9ZZCD
Sn/ftroxt0teZD6YAFvhFki8QiR97r42+RYz8vrAANhG+Ib37hV3lCxSW5kp8xI28ETK8eRXACzY
okqcmrw5Wf4NPGcf2pr8YKa/Mat/tvjy9M2VI8gqzhn85SlPPZ00jiEQH3eW1KPWy3nkTaS58zu7
O7qyyiLXp+WnPENDQpPizdpNbblz9RaJSkLLUKu0H42iWAGuFFokSHo0lOnt/Wno43z0il0VmN/G
sXZRRw6CXQdawzCVuv6qXAdwFsD+9xyIypCUVl2EvQnw9e01tFb3LwojgDICyAPhkPcHpPQbYJZS
D9RZHI6y++02WnlWvWsePbMy9oIVPOoE+EblJBC7gz9uXxWmwFt7DLCfteLZQ2LsUKSdeu4lcVHA
nDzti84zZ8eaTmsitC4FIQoV5EgRHsGRuPr9MJD6YCDbEAFYqUXAM8h7PNLtc1BkeJyCvPKJkA7N
OJq0ztJBIRUiMPI12FKc+nNhLJfYw+0HvBTUZq8gPRSsgbyDcmYSlMhHyOB7PRpvkwMgcytevJaj
Pkme9blB1GyfDa0GKM16DAw0DJo5eF1s663Q+V1rMfTC2PKc+r9TlQGobm2dhNXDNnMP4m/0y5mL
dRpY20w1ApAkm8TOcrqdu6UKsL4T/rEw/4KLODVr7RKyeHit6OjkKXgTa0UeeuXflxFBmj1zMtjG
nGhceConTTVgvU0v8Sv50SwEegvNDRPrTuMfG8snUdUbZl12jpeITrvPOxc5U3f65Vfo2xq4SmyD
7YZBuy9VuZvS7MvtE7UWb10MMFg8luzWDgqGQ54MNg2p9eah1xSZtZJuIEG37CySmpMEzs/IMUjp
RyoNvfZRyNj097dHs/Yym+vneLvjDXNFuY4mPS3XZOkn3auYgH9BbVuGllPGbCMYWN3fF4bm4V7s
PqDDXdUBGZ9MdmRhnbY667a+vwgE0tptVNbi+2/dKGb8y0YOYu37APXreOXjRQmesve/n/gTupu4
AP9MTcDRHrSPrcb/RdSJtiXgYoDAupZyNmwwqFKOE1o2sV680Le2/BergFcxqjZAeoF5ZPYRF6ug
VSlNXWV5yJSboStUEWrK/Mue+D/ZNBQ4ULJBTHvdiQtITIPL3oARVR7B3rsP3Pj2rl1dDOikzj3+
qGUsyXRNnmZmwQM8E6jYW803AvHp2xbWzsUcT86wmflpv3BjutSzUgpw7FH9GJjfEUfvGL+36+nI
6YY7W/PLF6b+eLuLNUlHC8RJLWp3I30wPNDfd2H7l73e/10S0FQA5T3/97KiKwNdgG0f3HqePj6h
5Po0tt7z7RlbXZOZ8huFLbTgL59uQeOO1HCUn6Q6EnM15JC3CqtbFsz3m5ezyctrisdSVURNFv4L
9O+seThX/1BuBA70/efTqeshgIw8DhItg/pVZ0dTHm7P0equmvkiIHlrY64Wx49URm+4BYEJqbOI
5wHujT7XY6MQelTXnQkaKG4cbxtd3V++B987l7+vlMSU09LSyvGm5qMKlXMS6jT4v2/bWF2amfwV
LYR4zC6feq7bdgzsJKiyj3vdfhq3GkyWRLd/NjCQ78DbIM0LyM3C/eqVUbVmijiuLFDEino0Ltt3
KHFw+4NtxfKLLvaghm2zSDd3U7uR510b3aXx+c8vTiief2NdWW2QMDHJ74EEhbdk/hbDwFoi7NLK
YnMUti8ApcQQndSGkqgXGt1TMB3L/NFgbhikH24v2WoUBXIJ+GljfgMtXz89HlYSHQp4nhNTIt4H
3nd25nHqeG1co9Em9POmOZXB1BwMU/p3iITrj7d/xNqBuPwNi6gASeHGz1TnJ06rAAubUkTZAcId
M5TcfM4dGd+2t3YWfEgfoHyLZIuxfA0poXuBViHpYcsGmmIyzAiJazpu3B7rc4viLdJZELu4ogdq
0fkFnk7YGWgJ6dkRQiq1OLVQCQnBUfTUCe+bEMPXljiR3RQbkzpvx+Wbx78wvvCTegv9MRFkgCpO
/gNoue4CtiULvdYgAgAB+HWATkTZfRkOcWlrJa89N3H0p6AU8UTu++HZnBIuUHYtdmbX74gZRIZL
DyABiW4v47wtliPEg92cO4nhRZetjyAyaJBYhXWgqPfWVPz2gno/OSQucrmVklxL0V3aWswmd9HE
KVQA0MaE4iqqloeW2h/NcvrYtgxUioO4q6pu7w36YWoR2d4e6dpaBmgkRd/JPNZlGwQANqQF+6Sb
pMOp+WS1G7HH1ucXg9NJXk8sxedtycO9g3/d/vnX581EWQQsxai6AYW1rI2gUoGM/tDjpVb9LFtI
6xVHR/t128b1GGADT2YP7YczPnf2MRfeuR4dpOeAm094yJw70964Pq/32vvPLxKA7mgKCnEwsPSl
2pfSbB+pFGcNQELp/iUHKC45mMIDHesNZT0kZd+PhFmTaUo6uskErBjL05D/vD1V1+4WBgKoxgJZ
4kJacTFVGgggndLuAMopDgBvhXL6OuDaVNXJ8rdc7eqyXNhazJsUU8bATw9odklnjD7Yq3a3R3N9
Yb4fzTJga+p2SF2MhjXPqReX4ExtkLNCXdjtfm3m6tfGgyQ9hKoQhKAjabE4U+6B+W9gbqKYcZYk
OEz9x9vjgfTolV8DZa4zI30dxKFX5QAKGv2htUf65Aq0q++5b5XHwqy6uMVt3UQzm+cdtfxpV5h9
/bH3VBozAMXvqgYteiqg09OgSedOlzkk/8oq3VOf259ZxoYPomzHAzxY/xmdJM4LIkJ+VAbJj5Xl
qnCa0D4h9YbFdYZWjpAgl7bjuiF3HIWfD03ZYA1Jah8g8kHOspXqILwcxJulmcc+tLwTq0n9Xdl4
bG8pcG9MOk/vec7rNPKGjt8zT32pa/e3B+unxsj1p9atwQFi8mAHLPuXSertoc6ZitOaV2ets6c9
NGzsUyeko0IiFaI7UD4m+eDSxCka0JQAwRlJ0HDtnZR9H8YG2GiRGhGtrA4d4UR7DMayP/Mg4zuk
8BXwObzagx3fjqesF7EL/eEPFrPzUOYguhYDNNXNLE13AWHWfkR69IV0aRGlinuvRHPFnrC2ONrK
0Q4CGNlTJZkbAf9r3knPfqucIQV4yrfDUUz0GbllFWkUgCqjAdLUr43ipEn9O+2NNC4bDRW6bvoF
sp3be2jthIOrZgaMu6CPXDate62b2XYP1i2inH2Q8xNaPNH5g079sTmUhtq4P9b8OwAQuKGATkDO
bxGWt15jOL3h0CcvTfcFKERIQ0+5t0XfsWrGQZwB1B3+Wd73tNXdVJ9c8DgNoCcUZXrG4id99/eA
GZw/sHAhHgZNiLUcDiNAWowOzp+HFh8Sog9kY3nWLhMko5EWRckK1+HCAXcKjVtp3dAnRlpARgC5
82lUeSLkf0+egMsEpTcPfCtoWQeu9f1lEggyQOyrpU8mM47Q/Tzg5J4qv4rxhgs1psfgs36uXfsb
b4sHkusbb6a1Jbs0v4gsOtp12QAYwpM7+l/AWv/qpO2hV+bGhK55ZWBiUMJEPgusP4tRKpYWlifQ
uCh88QMKNUXYGmQjE7tmY6aNAfgYz4Yrtp+6NQu9CxqwSUIK27RYWOcbib+V9wKgzf+Y+PPnFzGM
0RU24hi0BSu3ckNaQc5BFPxI2+CTKbtnt/birhnv3AHuTXM2rK9tSjCbz/EAEmpXNTjkVXwHwnYk
Gbx8z/JvFQpd+fiNTRvzuGoH6VNQw81kUMvHV9YOVqcXE1jtyxGgxU+BDlEa78Uu3277wNX1Qo81
3l0mHIa52HrVCDAlZBLBIZYD8PMAne2//j6u7rlFCg7pWlwN5zpTeBKRpCte/LAsXm5/fgUmDnyx
PtOEg3IeVd+FU820KfCBy9QSOHMTO0JZUalZ9B4MG/Shs7gCIxtkS9K0bY7ocjXisoeMNMBXW5zr
KxMJvUyA22ZKzWvNsn6amq40OXZlE3sPzrDxijNXAjhwpiIdOQtnApa+GKhAl7o1gKAhGVuglMzM
RbsJtGUiB7zOiH+N/G3syzI2S+kfkNyqoloRdqgy3cEdS9KfLYKM/cApWiwaqJJURpcfrGr64tcU
HY7AI+4dzsewEBrd5VX3OwucU6acXx3v7IepMbtYsaxAiXLsN9zSivfDyGZAxzyBoKB473xtCcwS
09G9roHrkGTWjubes16K4+2tsrpAuEzgAcEChCrvezOIUs3Ja7FTLKhLzXqdcsPAH1TP+5c29uI/
FpborJ5WeZ9rqZZAHS8uuUSbK4rDwvKeismBTEF56hotBJF0zCfjYHvdk3L80whIBHXLO9fpIsgr
H/yhfzD8ZseL7GiA9OP2LKxONvhtkLJF8HyVuDUcKdF6DLZfVT24fiwMGspxI9BZiasMNENBvw+U
TqDrWyxoXjv9WOmGlozdC9EBes5jU5dA7zn7YtxwAGvHAs1XIB4CsRNetosgweU2WpWznD5lFVZV
/tD8md380GWHUTMjt727PX1rm8hAsylOOFJ+V8Q2rCtlA9JTLRnGR8aO8uftz69uITzOsT2RwYBo
0eKKRoJPNMoEH0U/OMZJI64epY4FmqCKARU/ATFctIH5PKGKeiae34LlxsuBcyVveMXSeOossiug
SPPBJTn5MeToFq8KW4W9p7V7SyrvZNdyS2lnbU+BEGGOKsD/f0X+JBFbmn2OSWn9T9SlkQXmgJpo
u9tzs3IjGhdWlgRQzqhxXmWgw9bBVdBF7GvXnxjbyGCtGgGpBXRF/vSrLrxs6zvSHcoSTgJluRhP
zCJuM3CekbowAEmt6UY4sXZU8DCHU0fOZw7a3zulKac9XkFCSzSAXSqkdPvgd84fW7CddvrGUVm3
hQwk5GaQAVomNCwrLYJGYGza/FDraGgUXSwmF3eBFnpqS9hm7WSiYfF/5uY/vwjTcluYlZNjaBNz
QmocAjAheMFraz5ntYnm/Q3HtmoO7MmgG0ZQftXdbvVGwJpqDjzLAxQ7DT/kQXgAnCfUtzRvVyYS
2VRUbeds3Zyuez8yp1NpDW4hxDRpf9Ro9lUR69Br2a6GkHyVb6n2rPicS3PLjV/3WSFSH83aIHNB
p3FXvN0+WFvfX+zB3GsKb3Tx/UkgToIEVHj7+0tS3TlVh7/ApTbzkKFAPPuPi53gtbrVGHP399jY
P00vBt5gOjgKwckObjrlYdbj6uvdnV4EH0wmv+qFCh0jR7DhvUKm4iyr6kj0/5B2pT2S4sr2FyGx
L18h11qT7qrq6fqCegUMNja7+fXv0Pe9dzOdKFH1SDOjkVpNpO2wHY6Ic06+stcXPAY/a2ZsRNwB
EqN5Xs5+litHE4x1iKimZNdrbViKO63vwiLLDmNKIzBArEzEot+cGVTmwZCkhyiPnjz7Wv8I8bY7
xjDuAJGVlJtJM1Z2xEKDMMY3J8IBDtLxYcVPgWBKWDEBEi97R6J7qXuEktFOb97d8nMVisiSw95K
+gOf7H1hYt1TviZbvzjH4MUCOhrF7qskqtTazLe1+RkDKipbe+rGfc93bvscBF9K9vm2o83jUeIv
uNlMggjWUggBKId3zUHVAAgL9qXONnbpbH3jIR1/VmjXTXAOUD9K3JVnmr24pji58dbFuxoH+aUT
Gb2vy66C+ljmfqqABeEuRF0g3jVBRtprY2/8xwd5iJ2F+LvbvgvCHogsLvOoMapIY01U/IHA4403
PRaevgkgXYFWwCfiu/tqPLR1HVEovzWOGY7JQRvMiNj3nrjPdYm7As0D7XNVAsKc7H3nieDNnQ5P
ef7NSQ5OcXTNb1rwRTrHSRwzdFnenm5jaXHhXjhyUW/BBCj+3GQDHhvgGHtOx/em31L5DGHl0Mum
0Jh+uBLE9cbBhHq65jyxgQDSmiGPIrdmMAKapoeuTkARvcYBbC6tyPyToEjuIlBTsxwJ9M5dg4Ka
wU0fR2C5xu5LgIgftC2gu7G2cgLjjwFy4PuKv1sm7iTZhbb4qgG35jjT1ibf00agM5NH0xj3rb+x
mRs1cifb3wl5CCp7k4i1zMxC5yl+r4MYFl47k7MoW7VNAIcixAnQd9CFjPBtBpcR6W82TBvTuNOG
N2a3ePB9afljBXRMYW175G/MbG/pO2oTpC8tiKO/Oy4Lk+Te0Mo96I0m74X3+95+bqq4Cd4G+zCN
731bHl32kwpw++T+gWfHFbcwr7fhnHwMZhAWZBEdZSy+P7E2axIbdWoj7LMnrbmjxb2sY7QPI5B9
a8UvOz+i0FGItdznwlUGLSDEzxAdAh5BfeM1tRxqtBjbKNOf0F/O49tDmx1aOWCAM0ZoDvIvpGZU
h7ebos86Lpxn4tqPwZjtHRd5OvBM3jazOAprHsCckLTU3I+HLuSAi9p59k2yaZOH1lgTzFmzMP/5
2dU3pt3UN00HjJkdp04TEuvLx4cA0TY0EWMcaENRjwbbZePYArBpom0u9KCo/BffB8EoFgJvgqv0
mMV0M2iQnX6mTdge6I9/93Vleuq6CSwoKDvPaMtl5pPfrNXkF05OZLaRcEM+Zw6PlOkJOmn1KRMu
yGztR3vs0NEPWbORv4DybiO99DA6q+p2S86L1IfjIxPvoN9YuR29wRyMnsB5e9LgUmy8+nPVA/rG
enuNUebKFDY+QMJzugo3P3LNl+5FXCRBctGVsW7d1ezN7XfTGoPRmon5EDrzYNOttL7noowzJvsj
iKxQt+qy8rky/bW2gqsLBaNB+nLOL4AU5aq9cUorRtIMpvQh3Yih3euEeCEo4EBhB9aJLmX72+53
9QidDc7YT6RoUMNR42VjEA6IWHkRF/mXzL0zsm81NlC+lq9aGhcQ/7OSAmC5wARdTmFKU5N2XVDE
6Nqod21Gd9xvgCkZfuDZdnBa7/ftYS0tGSghgC9FcHbdQyUma0iTwC3iRrptqGfFS5Paz9y0P1pN
wfShGRXpE1xA6B1SvK8EetQIpqmIS5C61KCx5T9E++X2WK42sGJDcT+S5plNEr2I8UL8advpl8ly
79D5gNp6+8NMqycQYa3Rbi7bBMEnSIBQXlFjhAl1D1mNdoF7NA+b7LM78E1rvaMQYvf3frNWHV1c
Lqgg/q85FTiggXgKLAdWEQ9AUlO8DfVeROnfOMUscoElmQnE1fi514oUmJO6jEsT7JOjFzsyiKdh
Le25tKXQUgOFGlxHoFNWYpLBl4kB3k4eF42XfbLTyflCRLbvu5c8wZF72zkWjaHDHd1WKPdC8e5y
Y0mHpSXSA6AiqetNZaM0VeXHANyBUlsDBC+ZApweBQEXbeqo4lyaKm1u5R1teNw1OI2GN1mBgWH6
gafC7SEt+R46kwCpx5k+d/5e2qEOVDEtS6tiAUrLnVboaaRNzs4nxk/XJJ8RtT7ord2uTOR8z17E
W9hlPmrzINOfGbf/4A3PDvlMI43uEVhtzQdDewhWEgBrn58n9+zzvMg7louUx6DlJxs0ct6es6UN
dP7rlTlzSdVoJoj8Yv+9Eni39WPkrhx1ayOYl+1sBMSpgeiZRzCB06bZWf9ygtRdQ+ya1hSf7/SD
9mSY+9sTNP91dXkDb9bzwasdbcrKBOno7uhBlsHjVpv2Fb0bB8Dp/iHVJwbQqLkHPfiKwYXdggsP
rEQQcEP0HszTeTZdXT1arCM1i5ku0KzbptqDV9QyDCpT26SSmCsesGgPWhogZoa1q1NnrKcqEd0I
e8GOfEb58xdbg/L4SzbAVYrS6qw7clUAcaSRu1qfsZi6lKB3ZiRaNGBPRWhS8j1+qjNtS6oh0srg
taXatobmT1lIBxStTTGIk+mgashzg4Q4pruXagKzT+eDszM0+5R/xg41plD6pXWEnTF0OUiseU/1
B245+YYLV99yltehi79yTJg9hG7T5fdpRpJorIfi1AgX3+IaYRHXarC96qkgTQguIax2Be1Me1Mi
b+pOoK9BBqUPy3Is8QxPg0Om69MDHnTaEZ13yQbLRCDtSJmxswbQ+BhoQQERDFqQQlPQd7AYGs+6
MN79KvnKc002O/CYoAcxL/TtoEE0Gh0kTV+H1LMZaDT834bVJ2+WppthMKbgEsbD/8XlTfGpBEVE
rBtZUG6ICyaCZMrqIzEsGUIbwriDumXyLShME0BmECFEWpGbUWkz546W3rBxG1DEGoCDPtFRWpuh
KoanmlIP0zPUKy62cAKgPRGllzmViaKbegJAh6C08L7Cvdk9/KKNsVLLW3Av6C2jUxf1ewCtVASf
0/qMFo5N49Suwnx6N4rHfLjrMYG3z4KFwxKJSpwBKJ4jEFBfRGSYujppcxaXcgyD4gFAcnRxrFRb
FiYLMQBeJLgq8eiylKgtM6xk0HlNY5odk8/eGkvR0ucdrMJcvZsVepTLuJLO1BhCK2MvfR2KJLS4
tb09S4sW8CYA4x5o/q/yGwHneq5ljMW5iJzuzV2rpq58X61gc/BM06TH9+1gG2yRgvxXP99RIvM0
KBJHl/i8d4/m75Zsbn9+vi+U+wQAN9ALAZ2OBJB6nzSyTOus4GU8uV3U8O5oWeCKiHHiHXVtrSFj
aarOjSkbzx9KB6i6qoylAWK00DI/3x7M0sabu+qQJgCtl28p37cLOgJPj8GA+K0qmrAjVUiNTbW7
bWZh34H3B2AhxOA6NLiUJYEQrIXqD8WWmFLQqLNn0JYcktF8/xsz6NEBWBvcYOrSIE4U0HLIaZxZ
XYxaQzgM5oE7cmU0CxEFsirzQx1OcN1imQJ+Qy09rUECOIRmAGD4QLa28ZhNzy7oDpN+CJNyhXh4
wRHmJUKoj7TtLA1zGVQQm8HnjKqOs5NG2bauqo9vegdpdrSbYZEgkKV4AvVI7XtVJWILYj526KyV
TRa2DXjCgHYDbxY2jaW4QF4FVlG0Jo8dc0M/fRrf6nFDotvrv+DNM6JSR68Wkl5XzKTC7oySlAmP
g1J+7vlW5gQtqZoPrZS/mS3Uf314Nf6rvog8ZtiCjBjNSHnU4d/49kiWlhsgGhN3IsgHrnAHssES
MZ3AxSBSJjejXJuqRQOz6gOaKYD9V5db13DCoz26jlEPEmAk/DDW4E9GFsIVSJyCHu5PR91ZEFwa
VeANtMYEeeaha7Pdqgja0mIjYvh/C8o123rCqP20x6skLcPUMyE0lW61/nu1Bjxemiows0I/FysC
XlDlws3ySdZytEWcfhPZIVgTe1r8PMJ3lGTmdmp93jhnM+VpfapL1xVxU71J6CSAlvPjvgTS6P83
oOxsMhQcnDgwYNO9oe+TFZLyhd+PsivyN0D6zEBdZXrsTlDbhfBd3OT1b6tBcG+ytfrn9ZWLBwBU
luZqCM4P5ezwSz6hW2ngsdWhNRsNbysztOBKF99XXAl6Il3Wgm81HrLmWGjDK3I4OzfJD8jyrdwd
C7N1YUqZLWtskCPKYErWoT6ExuvttV64aC8+P5s/c6aqm8yqhqxN7NUHnHsJqlPDx48+JI5tC3pM
aIW7QsRoeU0zYOOr2HYrVNvR2aMFco0NbnFFZl0HIJihv6tmIanXaZWbVFgRW2ynpnlvbHvXtXSb
cPrxmxX5nxl9it4RpAaV/WeMXoamXp/HpHiYDl2x8rRZXJGzzyu7z4WktNlByCYmTXH09G1jbIe6
ON5e9kWvOjOiRAdAsPcjcuE8ZnTnQ2Pq8K8+r1Lq4zUwiJJ4PHZBkAvlhrX+jaXVRsrEAgrOQwJD
Tc+aUJYusgouJVifP42N+UvLk/zUFql+tC3oPN8ezjzlSgSP+APMIfBjNCmrJ1bVyH4ETXQVDyUz
HqfWyyKz6AMIPHdeZOCyAq9t7r+XVm6utatdLRR87A/BG9o3ZyyGfrk/NV7Jvm+IdZLmnVn/Stna
xlkzoByV5UCttuAwoA+b5M5dC30XP48sMACLyDxfPT575NFQ0KmsU9OK353VP3dVubm9OleB4jxF
sxahh/IhYD/zhjo7wiZBjTHghnnyguQg/Q3XvUPFXlHZ1/S15bhGefwxhoRDgF5M+6qfr+olGfSS
WidutlDTIy/QK9+5JNhDs+dgdP0zsdOtDQGJyBjdl9sD/VMLvfDD2TgiGMCm8ZK8qsCPbVNAatSy
TpYo6qip7Xv0Me1NIwsJlDqnpnBCo+AceTHtqzk6bpgF6T5PyRjSdLWRcnkqPB+cwXOb/BU1sZl1
XTZ5wjq5xV3NQYDmiJCn3wOr3STJ3B9SbDL+mOvfb8/C1fmISUDFBN2UaEWYudUvl1urqGMIQ5on
6t+b0zFt75r+o+GDYmI+fs48ivegAXeG0Tzp1Wv7WK51+C3tifMRKBfI1DEurGAwT1n3j+X989Fs
kvLjlfvDEdzoPeisnoDXGtuNm1or+23t5yt3h2V3pZQtDNDxgNsqBELyo8+yeQh4ygA64+C1oR7v
BlhubK10zZNLILuGRlN730oDoBJd00LhQ6vwL1wKvYj/YWy6EnsW1AMuB8DtE2ucTTYBbpLqUIPb
3rZydWlhVKj0IcsHHj/UgJWFoalt5RxCyafcYGim++T7j5S9F8XKKbFmRlmeRIIE35Iw0yPd65if
LO8J6N3QSLOVWVs6dwHYcJwZVoR2cMVQ1ZrMy3JungjXNlLQfYXGOu53UQqKlZAna3DIJb/Dq2HW
gAHrB+p9l7uySCu0z3H43WhGQ47CAI672yu0YkHlx6W15nVS6ubJ6T+P7auz1nK8/H0H4SnaMq87
E/FUyYXDLOwchgZAJ39qCFkJTq/JTmcvwxRBeQwcYVcZ66Qdm7YTjXGSueu8JGOQbpGl0V9LVD02
FXeLtxm4Dm1nm7/0mkyPjJsyImYH5g2aG9s6y+tXJvTgMRVm/np7gpdcBiFUgFQ30AxXLST11Fsp
NLeMU2YV+zyg/kY3u0czqceQcHoP5soPE05hOnBZ4oIKfGSSVCfVgE6XwhVwGudO7Nruo4Hu/HkA
L9G9hKsIzTiXPulTYDK1OsMdyLyw8b5nxdpZuDRlUCvB73fRlYVU1aUF6gWtnXuJedLGE6neDTCV
8qZFI+9dNwwr5+6Sf57bMi9tSQp1FFdPMZosSlhzKIFfve0Ay0HD2XCU52w9sFEyTzNPtQ/UkIbG
gEdNmAnmzjG3QS/1ndMydqiI5GHjUrE1rGqtqLM0TLgDZAjQiAO5cyWmdjuBjuRMOiewIxwy1KgH
9nJ7mPOyq4Ha3OU7J+TQaaoq55gG9nllTQ7In9LQrj5p7qlAd8yKkXmurqwgRQpmWDQUA0J4uVzN
6IEkwp/skzEw97ll3hCO2QhkpalNHQ+dofuBdBf4+xKg1KkEBCofyF3hPA6WnYDzuLSTyBXUeUoD
kKGgsJrYqMdOtQgraRAcgtSCUrpjbceqAxwnl0D/9VaNhLWR2iccFu4PqXsZhDZ73JlSFvlOjq77
D9cBY0xpIMGlICH3bAnzE+9Bv5qavB7A8JA8BTi7eQfJznSvtfvS07tfmeQE7EP5T9Op07eMGWzr
9COLKm5VoLGS5T2OuyIcpmrYmePUhwG2xUFPSPn99rwuuccfqlk8L1EjV9N3Vtl5bcUL90TaOz+4
69b6aJecAxlgE1WHuQtH/T7pjWFk9ghVQzxW6kbbAtV3JEDT/cUwzszMwzwLYpFQtdrcgQ/qIurs
DfANt7+/Ngzl6JvMukiZie875kPfPzlm3K3x9swOfOngSMzPHQS4xgCOVWFohja2Q1lS+1RaqXcM
Os0KM9nt5ESTsGz98T4fh25T88HZfnRsMIyGDFSXZ9Cjr5xSpQNMNoCuzmmaJX2zrQfdCRy6t41c
+9mlEWWBppICHVPCCKn3lEbpGi/s2veVBfJzTq1k/r7+u68/F83n2z//GuMOeVNUtGaUCRbpKv5z
3FJgAolzMnJQyYA2epjlaWoPIXrTPtDB2pujDWGQWdbY6Nl3bTJXXPA61IVl0B1AHMSz0VGpPKQA
wNU6Mrj2Sa/50cKTAfoMdFcz+jkR7YpLXM+mPqN5ERwh0+Aj53S5nUxdtubEPfvk2jsuPq9Cdq7H
cvl95e71qmHWOknsUyYf8I+WHpi5Cz5MB4B45XwUimNn9mRb7TwK6kbsU+etuPTsUpcbdv78LP+A
lg+UvJVBjLo+TrqDQQB8gPRHy16zNYzAognwkMGMiVKO2oVMSRcMAo51khMU5EtzRAsykRsdarG3
/XtxQVAFAXILVVT0PF8uuAZe2slJYShIuP0J7Jv5rh8S8m1K0/QFrGhsc9veooP5FgpHc2UE0LhL
e1Xjji2VNc7T5MV5tIav/+7ziv9aDlQW/BGfN4zQuDfXWHEWfz3iEDRSz2k+X4lF7EkGlQPZudOA
DGx9IB+uSc2Oi6QA5B1Rqb9ifTRdKIDqHi5NeQcqiLBOf/3F9Jx9fx7f2W3ZmJLpWovvO6FXPgbV
R5P6ys9XnKnVW7B9zXd+/8WXIQgIy3HFXZf2hQexRuTiIDEF4qjLASA4a5Jpwtbj/pEbe4uDbYCv
aYUtrfK5EWWVSSKdFCAAHILsXkTFuJK6WhyDCe6muedKB1z6cgyceUnmu9w5Wf6zWT00ZiTt7cfX
GUgTtK/o7hybK9tAbzhrxsF38P44Iqat/mYEszYocJOQZVHLUImBJKwE/88JUE+Zv+bV0/ThDh+4
EpCreFUEDgrxKo7A8yiaK22Epwbp+53d+vV2GOo1WpKl0w+BDziHcech66JcFHjDo2MF4etJS6c6
BFL0ceyzvZ520E/INrfXZNEWIFlIjiG7fVWttUZpE1R6YKv36wiVaXqXGxCfmMq+Rb+MlVnxbYPX
bgwKCx1YDMAwHKQalb0y5IVVEjB9ntrmCKzh2iV77cb4PJKJZoAh4ShUElUGQJI2zSr7NFpD5DN/
A2qTXTCtVW7mz1xethdmVCREDi7fxp84IgatbL29cBJ6sgaDvUGRyDyluYlmWVm2+XGquPztsTF7
/YtpRJVwRs6AB03t0GkoeGEI1axTgjwOGyPWyBXPWFyoMwtKPNGjgxgZI886ZS9yLq4f/90AFCdP
2v8bAAFZ0cijkk0rAdHsSVdrdDaAeYBn10rFDeKB9c5CzjKLSrEzGjymD/Y3r1/LEy1OFYIi8AgB
RndVKOQSOGbW463kBN/9Y2asdMot5BXhbUjC4BZGW8t1IY8SpNGCEq9W86Vr3wRyG/a+R3rDBSkB
lTKS/gTZQS8EXhDyV7vOzcInUGz8xYrNalc4mIDiVBMrFMx+os56PMx+MBvB5aePf940QG0GonUE
YeqWSgOR06RjzmnUTxr5YqyBl5YWCclfE0UAC5ecevsUA8g1G1wepwF517CpVvx54b0MfSBg56AD
ghjJV8410GxapQf1o1OOzE5pfZ8O2nvg6GFpT6GAAMntyVo45iy0s0F4ZJ6yKzZVrWYO0FEiOKUi
2fBkz3y+GxItum1lYcowVTNsDvcpQhv1wpbc1nzI753AcStQVhg+ng0EiNL+Ew7MjWcq34ZA+zXv
Kg2tpuLthxQvt3/+wiQBqza/j9E7B4CSEtK0EJSyCiZZbIGZtN8w6z3oV0wszNCFCeW6qSglKait
WOzsNNwA9QqYZ+EIg/YsnnVz2eJacBz8YJSjqkMho9sfs8SLbOOUlzHS+5E+7W7P1pot8/K4LEd0
cUCFlcZats1NDCfSvnnZY7umpbGUu7gYlHLyG8Nga0bb0rirfmBLhQ3QFJZ4zGV65/r0kJZWFvZo
UhoBCWn64MNKNOjbQ0YLLRGAhIKHV9mowF9IjaYNhLkA5g69bmXJlod39n3F60ab0Iq3QBToYuck
r6b/4IhHpzpQaNO32ZHbWyd/tNdUUBYccVbVga/MjHmIDi9XD48Tf3QdNG1nwx3femLlDbXoHEBk
WujDmR+Z81Y7u0sDI7c6kzAaE+2xB89gwl5Ilx90l2/GNeWmpaG4eIQDJQ76q6t23Rp64TwtUxwK
Y6R3kKiECvptV184GHCLIp+E8BPkfKp2Y12DWjYffWykbAyN9rFGykSzv37cCJ7Fc3nAwuPWVty8
1Ot+6HMLcPQ+IkZU5Jtp7UpbGse5iXkmz1YF1Ge1JNQp464HKml4BVa7Rgni9jiuXwgGIO7/HYey
9JBaYVRQjCMpNxBq7iAsCljhWvlrycHOrcy/4mwowqdjkUi7jAcQuVXFz2YMULL4kZO9668szOIO
PbelnAC6DATXctjyJ3FIIU2kgQRUpF4oe/4r6+Su9btvZio2aSBPGtCtKzO6NlblhPA4zQKbuMCJ
NHlUIF1TtwA37VNxAGvLXywegAKeP5PXXbVmlrkoM3PA4o12E/rWU+1Fg7H7uFI6zlQ0vv+fGTV2
oyh4GKgQwBEhPRJAF6Q1V2rri64OIjcH6jhoylPBYLkJhrpMmJgzyH5YBdqsvpv6yiG36OlnNhQf
tKBKVrSJUcYs2+ReRFBS69BiuHJBLIwEkjFgPZsDh3kwl55uNaJKe1qWcY9+Qs+DhNH0EmQfzoUg
hD4zopwMuCp0vR2LMq6qpyL/OZp362LDc1JUeV9d2FAOBoaMJhoZEI7wdu9C0DUIEWc1xi7LIy+4
972vDVmZuqWdC5NowQOOA8BWlci8Li1WFwIIqA6VUKf7p0ru2vSeoUjZud9d72sLULK+0bPt7V00
X57XI/2vWSU0IpCQ95IZeNWg/WmCh6MUOkYm6La6bWvuEhAz3Ta44Il4SiBynZ+vuEEUHymcoDCQ
Zy9iyAPgjEiGPZkioFFvW1l4slxYUZyk9XneJBLsG8jfm/Lo2cdm+FYHfJMTDZQB329bW/R7lHVB
zYzC61UzBWDdtaiIVsTM/G3or0b1NFQrvYNrJpR1YkMFxccKJqp61+U/CN3q44/bo1h0hbNRKCuD
Xp0GgF5sLDw5DgZ7t8kbFJEAf/7psC8luWPJyqG0NiZlkUbp9wRq3qCaqbwt59+a5siARbg9qkUj
Nh6//yntqDBVzeh7mfgjTlfnnkEKGaVD5v3NQM5sKAOhEMMq2m7C6VpGjIdttWF69PFh4KmK1wW4
+2cKkcujlRnoBEcTRhGP2acSnHrF56H/+IWKvhVw2aPiichOVSBoB2kKkKQWcaBFXX40xaHqn5Px
461TyPsayLKgxRcvfDXeBgVKjx6XHsQufST6A9U//cVMnX1fueqKgDsQ9p2/P37ps69a9ctvT//O
hBJlQWFycAYiwSXkbUj3RPON+WFJXqhgns+SEki5TduWFR2KeGq2aWCEFqSG87WzeGFvINUPYjEP
Sffr2qDlSoOim0TE0ILeGVLfcP9emGsNCUtWUHYBQREYq4GLVFItFDo8aeI0IjbaO2EcbHGU2coG
XLhUEKD96awA3t1Rywq9Bv1Egzc1XLeHNPOhaMttnf/M5P72wi/amYm+0S8/t2EpC58BfzJWDBAA
O6jDVgahn3cbBpG4RvvntqWlSZsJplGJAfYIAJHL/Y66KiVJp9eAohQbTr7laLtv2RoT40LfHLD7
Z2aUM1+MzPSzdsCADL7JCIlctwpHrY9SawuamwPN/HAQVijFl383PuXIlLU2TFKb6ricimhwn6ht
hmwtEb84icDpgV8MtzLqc5eT6AkndSugJuO6H+/6fNhP42tSfzwexTsbtTnkXEC0ohqx25b7ttvW
cfWm68i6xAlda06YJ0MJ0qDTgrzunDZAeKG4HfpGrGD04N5DIY+BU26kJVbiizUTynmDaMnq8gAm
DGr+sMEja6L37sNLjqpfgFI7rjA0nSq+NuVmR32eiViS8lA39MmUYmf7a+miP+loZbYu7CiuVZYm
ug3xoopLML/codH8Z9173saqqPVQeLlxRLOKGaGLzdtKZwBXKqjlH1vb+2X1uhOLVHdAEzr0r1MK
jBnRWBr6wibbwfV+aZx0oRVIZ1PrvL+3J1oeazv9RTok9SZbe3GFsKPGAvtLM/pved/jTPXsz5NO
rL0mvODAAy15mSrdfPTTrHyzoQYRuU1ghoMjAXCRZh5ZnWCRJ5IkNGo9R4KlCyJIbVaHzGX1TmRs
iBqwfh4kFdOO9RDfQGCQgnuWWxsUGaqwD/LspSJFc5yoCUr9wbDfArtstxoV3gv6EBs8avTuSy/A
yJy4brdNszrAnwb6c6Zxce8bPIka30i/BHrqbmxbDkVoA2aF5ur5f1NIY22rfJtVd77fFnfA0zhh
nQXdc13ZDOJeAjrYbcnD0SNIco2mtu90p9latdZFkkFWOi1FsDE6e40gaOGAxg4EfHLeLUiMK3eN
Idqx4iKrYq/62hfPzTSGAq+mtVB5zYxyOo88dzmojKv5dqY0zIrHDM3ua2wVf/JoqifjGYNYCZ2K
M7/f5fklszTV4CVVTCF8cEjsYogEytYRE4yEjjVq+8nJtY0pGJpze5GHvjnScMxd4w4aam0MUbL8
YLVd/kAFCH87KGXdjy40fKZeWJ9aapEIVEN2lEsd/Y5WV2/MtC2jym/GV/CZBnuWD1NoCoGVFBzq
P/mvvmNkP4wgm9B0yAWkAipVdQA1Vt2Z9IhLVINRJfLDkposMvBkCg1ziO2klSFjtQ/W3j5beTrP
s6DO0vm5Mt8CZ/k1N2VkChj2uyC/WLol0GPQDRHx4ZgFaxHTwrsSidX57Qp82pznuLSVesBoCwJm
BxNdJK6MhfbFQpG3tKwjCR4MsnK3LJzKKE4BezgzBSFSUxyABzZIi20gRAlknoiRP5FWbG+fyssm
0JIBCZOZalGZPTqVrpt6BRDOYup3uU20XcuIv/kLK6AqAbnATBWo3mCkzqscjeBVDGKp9AFT9e8+
r9xesslSPuYgn6udbw8B+37760u7HWUVlCLRVT0/Wi4XPcsNrdM70A6mTesgfVbRULSsDqtEe0AO
cmWqltzZ1cELhfYHlCjV95GNKwY45wzWKoKMzKGo07DVEVWQSGvXKkbLxiBbgbruH12sy6HZObMa
8FECsC2OZfnqIPhPAwAoRB02Pl0JAJaiTVz//7U2++LZTtX8MfU1F9YGkUdZMoWptmn9rz4oLdzP
gn5N9Sbs6bfbq7e0ZVE5mt8f8+KpHbYgOWi6dph5AtipI/2x7miY2FrUjod83FO3/vhL/fwKUuNB
mZjeZMiExc0EHhD5MCbo0lgDJy9EtudGVPx2m9Ztp40wkjX6vZ2S46AZjyKZ1sAg1xI9M30goMFA
FqAHxFGPB16AONcoPRaDLSLd+DTP9lzmfVTlLuj3x0QOT0ZR+VvR6V8h+EAjO3FjPSPlZrB6PzSg
LnMEbCzbUOZ/Rmaj2FggkdtodGrv+7R79cpqrQZxrUCt/OZ5P5+5mWHSxjGow2LkcPes074EbXaf
CONLoOW72uojNrMg2uMBOKsHklQR2CqOt51u6VQ9nzbl4JZBUjQ5wbTp01dNu7OSNU7tNQPKief0
iPmyeYzdm+NBEv0vnBgvTzzb//BHqrE6Oh1pyxGcxpVgG2d65PRTBzt/MUlnRpTjoCY+2sh0GCE0
km6UrbV5LW2S80EoV1te8aop50HYPsRYN5JCR35lnpbOz3MTiqtVnfR9IPfBRzm8k+5oQxa3Ew92
Vu2A31ux9WfS1UDn3JjiVH5AwQNfWxiPfG+0+8ThUaG9sXEOtl+r4Fl3ql1j/+51b5dX/5B0d3u5
lq7Bc/OKy41mZZd6AvMDmpmtAzLCZbGZhpWH6KIVkLqAKB6tRlddm0MJEtFy8Fk8lYCPRgbfF13o
eNvbY1l0DVBJ4k53Z+kxZSrdBOjyscP2aSBIjy5Ksas+TL84n0JnJpTpmqbKtzvfxRHtvRb918Bb
iQ2XJspHMIVA1AZDjXrPgIatQZMRtC5AcWqPeyuaxn1NVkiVlvwbTV9oCwZoCBl0JfQJsjLV0W6A
o9R/7qf7xEzxzHkr05expyvuvXRPI/kM9M9MmXeFurHBas9scAzG3lwfr9LNqL+kw10jf1TQPHBW
Gg///HJ1MyEYwZVmo3h8FVqLKS8mQOdBwZm0fQh2cRO9DMypD/htPCxHYBszp4OWNGNQkrT8ZoP3
wLCnw+iGiaaVh0DzjTAjuFL8gWZ3rtWVu8LxywggnxLahhyls04X/KXhzvDZcBENEBJ4T40j2Ccd
3KsOEcXWbtrvjiy7F1rm3gtzXbJBSm48jgbKtLnTMBEKCNhuujQYftQ5aSOw+SZ76SZNOEL2Oqz5
xF4g+t18PE+Pl8WsnvaHb/e6mFu2MpV1p5/Y+JbQrxSwmI/uwUsDyvFf5YbPpxwGoBk0uP0m1yK9
LTZ/YwQXmYdNgiYi8zIWMH1CJ7cN9JO02UZMbTRpn+xmxcj1VkRYOYsxge8RBVy1pokedLc1tU7E
WJXIch8le22C18SuVrbIPCOXPosnCCDbDsC5YBZUsUO62Wa9BieIKz8C0kr2K9+/PhUvvz+P8yxw
Ag6tzUbIk8amE07+Lhi3AfvwSw0m0EKGgwsJdMtRFn10CCu0IMnjrPU2TRuE2cexEjjT0SsGyTrs
7SuhB+pyPbMFy2Ph36PHBnzPxRpV19I8nZtQjnZQNBdoVaN53HcRNE8LZ5t+vH30chRKokF6TG+t
DKNwmx3oxuiHlYqRgT0bgkqlVeXII1Vumcd2+TtFCitIVyLglTlSufJGiOzVwf+Q9mXNkSJJt78I
M9YAXoHcpJSEVIukesFKVdUEBPsSQPz671B3bldmJJZYVs/Y9EPLBs/YPDzcj58TYwBT8koqtIo2
vroGTl+zIR1up67Q9ZbBRl/76rTLjDtzLYbUFs42JgpHzsAB1y/69aZ0opVSKxQZRY68ErCbbF+T
h7Q49NGXHInkzjjo7ree/urJT8X9VSR72m9Z025vdWTzgv35HdLZdA3eRoUW0WehB72+RbcMhGZu
N2EjhASJyCxnJQf9Cghjp6pLk2dnCAyy49GnJt39NxPS8bcbzm3GaIJ3ha/Gh77bA2Fw3cTSgp2O
Yt40J04sombbgDsjeU7sNy3fKMXern1yO2sMIpSTuZKWA7eBFgNri7mKNu2wr9W/WQtk/YDhRK/o
xe2LDvspjZlBn0v1UKcgnd+BsO/6RC3dJjMD7v83Ia0FKOE73mY6dnbnoeLgFPu/+L6N6BRxozMr
o54vRKtorO4SQpHc8RTVb9feqIsLffJ96fe7M76eU3y/dx/j3EuLRydBp/bfLMSJFWk7FaioJA2a
9Z+tbKun9wwe33m+PlFrA5n/frJjhwnJ+ia3sRBvDpSzHd8F2GZYMTJfGHLsAOH4f1dDevEMDrqQ
ugKzNdBiW3eqxyrFc6zvvbnp7Weihln5cn1Yi/vrxKJ0S4LVV6PoKaHP47SN7A26qf/b96Urkhvg
kiHj/H3DdwzQxa3gMld+v9w5rSSF6yQ2vt9AZeZXttbDtfZ56WlldKndNCkWBKi7+o18/KfJsaSr
UWed4cDX0ueuu7PqLV/LPy3uWbTpoOHARUe+zFbaDa1jT8ZEnxmEJOtdnjwmkHI0Xv9iFCdWpC00
DhRCbg28IHN8K99H7soWWgoggBv5dxTSFmqJaZSxrVLkag88TPPDuMZSuzJPcpzVl3pktgNGMKh3
jgD82+PDryp6uz5PC+OYi50IdvEsmHMO5x6k7hjoa8c4fkaBoB59NGiP3UqVbWG7zopLyAciF4Bn
obQUE+8Ss6K9ElIUpl37Z62O2+uDWJgqtAKBTAufB/+ijB5WTSiM4fGAdPlgBBO7d9NP9rDP+zU0
xfxLJU94Zmce6Ym71QzF4UVuRmGmfAO0ArTBz7pbBsRNUOX8ppcrE3eZQtHPzEkXiO7Eo+7GMKca
b3kaRnQ35e/MPKbGdPPzDRTFgKJAjQMgvgt1g6iuczGxSA0tsgcrk108dv3KgbncBbMJpM1mFrjL
pBOJ8WoYjEILC923Y3PT0bUIccWCXNkQTpZC1WC2kLy7xB/W0nKXR8XB9gIgAUJbC2R5WtckSlGM
ILKLybZn1kuVT3ul5CuB7uWqw4wJeVZIduKlK9cMq9RSIcrXaWFJin2UdzulqX5qUb0ZJvJUt/3K
2VkcFQQA0KJpLzDgiWqc8qnFqHKF31lQn3YK1VPVH9dP6OXJQcZGRQUP6gmgGpTzD5ZR20SniBUa
Ot6n9fACWc0MGTLxY4iArhXik0NvT3PCJuiR57Wa2Q2lKJJS7jbpkKmhmlcUAgr59wnex6iHfWOw
tXLX0uYDMcu/2SLJGETfGistqRa67aETT4iQrk/g4vcJeoxRzF+gXbYIh5ohEl8hMz8lyY8MhYnr
Bpb2AcAJID0AEyIIU6QBQEWnNlpQ04U0SYjnRJTsILFRByU3yMqWWxzLnBt2Z3r0iwigHgYwwiqY
K5O00O0FK9uasOqaBenKAd5Tj0XtYLup1Sealp8sLVvLcmqLRn5LxIIVFq2T0owZ6jAwpbMxYwT6
WmaKG4Cqx7puvyjU8GxNmH7ctL/APVp5lCZ7Tso90KZei0YCUleb6+t3eQeCXxNiskhJQ04YEIDz
u0lPeq72I9dDy/Drr4oWtloIlNd1I0tDnomVZ8oVEIpcXLTTZPM+srQwNWi+d0YrD+rKXhOSXbQC
jjkTXF7IXBgS8RBzB5BDtyq6etEGFn/GlfsXhwlw4n8NSHPlVBHncFdaaKfHZLxfgyuu/X4pgm5M
K4ZaHkhFReQNNChvDm2x0ie/Xtp3ANtYvFTxecXe8+pQqivfX9xJUBuEFAZYPqGmc76T+mosWN6j
qboy/a7ete6Tqx3129MgGMWJFWmSohqYQb0w4DDrFHi+JPjn+lZdqOWjG0rHZY18FHDXF1UuxYIa
sZGoYZK/WtqngrAdtUKqP+pJeZybW60uCng2+qV44sPNL8C5FQvCYwYIogwwYJzPYdmJqqG1I0LH
KYIkLoL99dEtBQlgvYBguGqjQ0XOkQJfWlbQThUhG8so8dAg2PiWwvqvIwKULdfV4mAZE18JSJd2
Bty1NgeJ0HiWeWQKAErbXkPdZSjc2ANxvniwWlS/ys7q71Ds61dqiEv2UMhVUT8E9c8FxV0yMWo0
cavCl5Fd3jn7tjhkZJuuqbYuHdhTO9JeBMMyhFuneh5X9CZYs2/K6evtCwaOpFmMzl4gb6tZRISr
TQIcm+XOoumDpUa5Z/LxIdOte1XNbs9xzTSRfwzOc3vyVsmollJHhcGifbP4XUnqoJo+c+hOXh/Y
0twBUGRhVBbuQFX2RroS1QPo40IdoALgjVVRBn9hAchJtKXPXfzG/AtORmKICbKbzoQ8UwIO2WpH
Qbx+3cJC7AN8EspvuDrBXyW3SCVVksSWmPf1UPmREVZE81L28Z+MyLcaiI8aO6UwUg7a6CFG3lQQ
iQEh+hoJ5fJoEPHCNQCdKcMAUzJGLJ/Lr263b5WfUXffDJ+vj2Vh0XEzI9cPwLTrgmXvfEkYqEgT
W2FGmJtvsfsruz1HNPPdOr8fW+DKlq+gUutEoyi6AMH0Q9O+8XrHqAVSn5frw1iYKYRLaCgA//18
3Ul7l9e1Vk6KIsKk9Vj3BKJg6+Z+LwzEnUHYYKaZA6fziWqb2JqQKxKhMVabJB8eujHa1A17u30g
4PfCJYdkDgDsUsRUaY3pTA7uOqE8qKL1bZH6TbUCG1lYdPBbAtiFEgWgxY58p42FMDqBOy0qH9Xp
Mfv1F2OYNVRnyqiZvut8qojispg6KY55RbdKw8O8cr+AKXrl5lxa87nTlmBh8JSXcdjTYANM2g/Y
WlzfTQrfsqp7S+iaaNJS+EFMFbjlmT4QeodSFGU3DmtIEcP/um7kRboy+UaWHIDa2LLW6KDqSfdF
rB1IJY5FU/5odHcWr4w/XZ/VhUABPwM7EDOKl6N8ZY+EToDopCLM+LgdMvqoWPnXPiWvRkSRvp9W
NuJCM7oDrA/OLmo3QG3LRDIQcVIjsOSJEG2O+laAbuxn37h8nyDcC2g98s3kAp81EiV7a3rw/peR
OQAQbUOg5vrIF4IHBPhz/xbcOrg6pQWIG6dRlfmXxOAzaSbwgUcuSMCZb6crh3wBnYxBQ/zpN/cv
upSkkzFZ6BlqM0uEOin7BxqzV6aMcYmcQ093GQHdQKYY5E5tzNbvIgLFXsX+iycvDj6e1IB1QbZa
9mUkyio77zURji3dGBDS6gz7ZoAdhnliQrqIiyEtitYwRIiUgEfGB9NVgiZmfhqvARaXXM38/EDb
sga2WzmVR4U7RlDCFKFr+PHoZWs90Uvfn+WKfh+MS6YwNggkqsQ0hYPP40dbXYmT5+vvPE/szPTT
4PMHwA4cVdK94qZ4I3M9mUItq4AK+5Zk6qbWPuVx7I/xi8afb9/p8GbzPP32bJLn1IVN3SJqpvBe
t1+3vhK/3v79uckXDgRVQO03E99JANbXJup/rJvCbh9Dv4c+Cv0xodvrRhaWBLtLxw0DbeI5aXfu
/vGIG+2aT1boQqnlc9p8+ZvP42zOVz2CPXmOzLgnCuussMi/FdYhQcr+uoGFNcfv/2Ng/vvJJKEb
QmmyAgbgCnaN3mAUPHCdz7rFN2Nc+1yPg+sWF2cMipJgjnDmQpR+bpEyZ5jUBASIDbjJ4l2+ct0v
XJTI0YFZEfqnCO1Vaca6gTdF23R2WMZegnPyXKzpUC8N4NSCNGWMV5y0VmuHhfjJUKxJDHtlUdbG
IFXp+iTWWwzCDvtoo2kbtQnalbOxbAHoUxAf4L8yWZ8RGVYJbgQ7pO0dUrMlO+rR7RcZFuKPifkn
nOwsBdo3U4vMG+CUUPhTZm9osm/Fl9t306kV6b1oZY4uGoGBJOreznb6Ghpi3i6STwRbAKQwNTSk
AToifd8lZQHUaWaHFv1O0P057qrku/neiNvxaahmoJqARMVcbpDTslrRQ8anKO1QZO+t8sutbk9K
nH1/3tUny1HVvUbgb22QzHJ/gBwmwJSR+bOaVm7b5Qn7Mw5p2bt21NEFjHEMGrhH9hENTLaNPtA/
eX3hF+IkjGemsYMI0qU0LcSElAkJHxIq1kemoHn3iZl++je768SI5KvqqNcL04lAQ905rzTX93bU
f78+jnk+LjfYn3FIl2466WpiDBC2wTPsveZsGxd8Qp/RuL9uZ8lr4TYEzQmaa1HSlOyMZZw5WHMn
VEqQGwRxFFz//sI4IM2InBdYBxBRyg+UWriJNk4cdNruzsoP/U87vn0EKIehTj4XxsBjLV21utmC
xtogVthnd+2PJFnZUEsD0JE2dvA/HYgC6eIgkOoqWm7hJqwAjE9rnzZHg3++PkuXq+DCAm4++BIX
UY80BjLgiWeOqR62oz8ZnssP179/OQikn8GoRtBOiVeM/HoQxIpLkiA9DYJcdCNHm1Jnu5iSmw85
zECdAL2tkCbBTX7uTBzg9MtGg/rUNAJ/oWyJ/Zxrx47tdPXL9QFdHvNzS/OEnrgt2hGVQVh5lu36
5NZ3OYDaGsCU2e0YiXM788Se2KlIquRl5uqhRgbfNJ76OvOqDszjRdA0x+52lAz6S1AvR5gNYpWL
tmrHBYlCxmw9tO0Yu4B6VvzAbc3Txcv1+VvacCeG5BRLOVWZo86GIkffjP23BkC46xYuHT7gMVCl
Rk/RjMiRt/QAkgaID4HHusrrQJgs9fR0+Kg6tk04+9DF8Hbd3sKI5tbd323i8GbyFlfqOOK9No6h
Pdg/MwJXY6+J/y2awK2PLlogOS8expBKM9s0MyEUZ73QrUlX1mThkIKuFHpMePggSDWkvdZVbaXT
GJ+3X1l/bOhDdrvKB5zkiQUparHsPh/zyBjDiDGv7z5Na8Hd0gyRWa/IREsRMApSDKxSx04MvZjC
NJn8qiMej43bXRkqNn9MSEFwHjtkRDPmFBqIHDsRDMgPZsNKkLqQ+EHqAZT7BPlByFLLOZC4nAyd
99hNvD0YkV8YXlHvSLyLFR/H0Zo2PQnIWpFjYfZQX1ORuUVASRArnTubmDc5a7oOqW4dwgZtj9bh
2ycPFpBIR9kbKR75kETm1Gq9UaKXKf5waAGcV8DZ7vpBXMgfgZYNyVsH0QTyn44UHWUZZLF6jlpN
VT2AUH7L0KKlFsRTs0PcP8TlXcbzQ1XeHMjCKuodSN+j5wW5uvPJQ6IXvHA6kuwtc30q+I+hNjdq
YX6DAMdKhmzhoGL6UMEBjxfctUxUqidWrql9iaSruy/4r0F7VOjX65O4tBVOTUgnNWUVemv6GvnW
TgnYMD2AWW9lLyyaQI0LWQowUCLRdj5htZJrNVMS5DZTHnu87B51dVixMZ/38ygWi2KZ4GUHogTE
/NJhBUWPIcYWw1AGdwt27Ke8dnyS828ZOO1Bw8q9pL1dZAA2UTxAWgRtIhdHlykpnvkFVsfoYs9C
hvLn9aVZWH1sJiSODETneEpIPq4kDgfrTTSFZfKg1swbQU/Bk5sr7oiWgXvBGxZqs3iKny/OEI0O
a2Ok9DKhBGkj/HztobSw/GcWpKWZWqGkXIMFrIjz3q91sc7/d2nlZw1hNFXMOmXIgZ0PoELLiN5Y
ShdSq74r88T0Uq30im56rFP90Ylr4jHN9CBSu5LoWRoXug+RC0WnEsHj/NxwPdKmpH3RI4QCPxSN
fEi3X98A80+/GBoeFECzzuytcirJiMhk9hPtQwXyOVZ7nJTdOIANa8XM0h0084rDhSLYABRPiqZL
VQEoQoEdAxQ+fblVW/KgKvumA4e+2GsdDVhR7GJHoEFxpSt4cYiI23DRziJOcvCGepVQYoP1AJ9+
UUBMl/V3Uw9kW3Y7OAqYkhND0l0xGeAbc+2sDyHikvozz1hWr5VOlnYEGE/wH0Skl9AZlIcSO62y
IcyzV4UByrZyVpcmC0xpIL1DyAOQq+RIM70f44qhxFfnzraDL9V6cjBiJxDZSoS4EFMDEI4ikAmF
a7RZS2c2BiXbkOcFD4f2RcTDhlXfYwXFiyjeJtX79V2+5ObwCAG+Fa/fSx0s08yJWXTYfTq199DO
K/08LX8qqroSLixcEShd/LEj7QDRcm3ozbQPk39I3D40P4xv3VA+1D9WQrqlXYBEHSjMbZBmo2B6
7he6Ms0zoxq7kPGg88w1+qil6UI7LwhicNtBIU6qWQ8syXnRtn3YT1k4oh8uqpsX21mDti+NAqgO
bLOZORp5m/NREAAV9AFMoqFgNPgVa2tt4ktuG0lNiCpjM6PAKu1ls0wybUiiHgJrYZn+Y/JXBPBa
f6zQj5V+s4vt9U22dHSwlVEnR3oTnFLScBzFaAqwE/Zh1KZeQd+b6kcuUDheSxf8/pDss08NzfN6
8o53B9S29XY2lD8abRqYxXiEnN/eINWX2ug9Ne6eTFZuc3DV+Gb2MwXdHxZ5ZQ8ulNFdPO2QV8dD
dW6Tly6nVq0c0am4nAodgiFd9zAkBaq4qt9YBE3/XdDl+auqsmPLC9cDbHSfOMbnv5hz+CoUQxDC
XDzMq0Fzm7LHgdN708uzvcOfbRs062tUZ78viYs5h6w6Djd6JC4eG5xA51eJ4EGswYaESHFfTuPn
auDogIRMtTqRIE/NIClenS7+GKEDXVq5jVRH4Teq8wM8poFejo+9g5KmxnaVkT3ZubZp1TU2gaWj
C9wP2gVMCPHgBXG+N/oiRsk9wYRkZF/WR4YucIfdDiyDQAhElubiEwIHGTqDLK5rAbQ5hab6UGg7
7fv1RV3wC0gboWwDUBmUC+V4saR63JuVPoZJ2XrVqzXdDjLGgxHuDZcoIJrEnifx5ACJgeqRVeD3
lyzxa+TDAJm8PoQF12Mac813pvm9JHWA3F5cqfUwQo7D8G2Qrk31czf9MKzPVP2Ipnun/nTd4OKc
nRicndPJkOKqdJkT4Y1fK0el1T0nf/sbA0jqwsNh3WXvhhonpIlidQwtc9O4wfgXGxevUKCaEekC
wWRLA8hqyxyFS3hYjZH36Ohf6mglmF4IOGABOxd8R3hXq9LRiPXOKe1a5aHRpG+KcLed6BLPBTCS
lS0knCy6vz5lCxfCqcHfuYWTNTHNhHVJo/HQzqCrNm5B5ulXySe1u/0Jf2ZHuufGktltk8EOc9wH
dXLuGtp/pm6z/W/DkYKbRhv0ohgED2Owxfb6I2k+F/x9XGNxWtrJ4EUFIgrEy0AISYdTJyBA6ltE
oDzxhHWM2pUrY8FDooeGoCw/wxfBkHl+UkoxpCCT7cfQnLjX6oCwAPrRvl+fq6VBAMY2C4YijoL0
+bkRYk7/O44F2Pta9lKuSUcsGUBKD/loxDdoDpJG4dKqUbOhGcKeIrxs1wSt1z4vBZiNY/RpKdoh
rMdA2D5bizCXzuLpz5fOopoAZycGfN8xt0PnRcVO0+6qajOslZxXDMlKPxC7JVqKZt3QaIMm8zLn
2Z38zEIGdOWVuWwIvTcuHreXJYLC6SzFoeUQEot7rpn4MZk8Zr+oIvPGfmV7Le1hexY6nImu3Iu3
01Aq+PfJiNUX71CNcNQjpF2v7+B5BaSAB++Lf03IE4euBUhaOXwIRZvsQHU2dmgM9JvyPquOhCQg
kN9cN7jkLU8NSl6sKUytZQIGCf+eZ/dDcizr90xbuQSWZw6AS3D5gENeBhspk20CK6sOoQJG1Ant
SyadtWPW5BEWz88s6fE/M9L5QY07yoAFxrYrA2EhREr6w/XpWlwf9HkgH4Xe8AvJnRzA+7GJ4QDq
Rh3uAUeoH5CDzfxIb4p7e4TiYt6rfG+3k7unbLJW7raleUTwj9Qk0NmXFKLWxJDfH9GWXEafNPXO
GAO+1le5ZkKKCNpy1jNxYUIr3ycWB5r7yUWrxPVpXFqo32hGABr1S5w5GeuC5K2OIgL0n4JeXQll
l+oHs2If5PvmNt4L5kMnGqaoEj06n4HQs2qv7b4W/XHKfkxW6pXku+kUnp3cDq5y0YmKYg/aeSFe
LecNS4NOJNOFGnZgmPNxG2WPIzH5k6gUZWUCf4tWyI4CaXFwDYNGAJQw8zKeRDlghEGVZkQZxuHT
tm2fEvUZ6f4tUsu+1QSdJnxwEXvG0HoNksuKurXVO6LsxbAp8sgztY9qOHbFD7VH9xA71DXfXF9h
bemkoAkG8wG227nMcf4DncqdisZAq5Iwd1Fn+2WkPRk98fFsBmns0Ux26HVFZAoGwO+WeWD1Mw6v
b44IC4xnzg8ISIIqW0tZ67PZi3kjcEFIGoIWU35EtXYRMSdDdw5e8WZ+dBPHgxyYqgzPefmhFOkz
KPxrEP/n9nGE2mj5IWgOaC/3KtHsIsO96/vKU5p446RPQ58+O63mx+2w4i+XlxfTN8Mg0LoqZ09b
VkS80LC8dfrVdag3iUe1exE19KnxuK0cpNKiTWMeovaHWRxz464qQjpSPMaLQNeaTZMR37JHMExG
HrL0zyR9vr6+C25ibnmY8/Iz3/XvXuCT/Rc1zjBGOXofeNtOL1Opx8e4MOoNKaY1RMPstaUlQ74D
bT9zaAosvRR0pTFXrKbFklVKWx1Zm0/bMeXTnTXx1oe8evvZYX310iiusuLtFy3/ptBEExSii3mP
nwzS0pmlpaixhIMDpjCiBtr02E6PRRNvB5BdiGblVF+4ReTJkf0D2Ak4ffuiAAllqhSc5XkXJs69
Pt3/c33JLq56fB26ePO+R0UIR+t8NJNQzEFlGuoppQUZjJ5RD/jc3rdElOzBF7qmHnKxRSR78k0y
1Eo7uEMXDqCjHMHu7hUqEAnIzq1M20UQOBuaK0XIRgE1IHNGzkBN1g1jH2o1J35LYuce1T3Dc5Tk
i86hXIT5XsMpLU7mzGOHlhZUcC58vZv1uUHMLtTGY2tqnpLei/JLe/ODYx7aiRkpokFE0XF9hBmj
sALVZB4d36/vioVVQhEPp2tOy2BzSHu8JUYGwSfRhLagX3tRZy9FJTTfcCPt7bqlhSlDS5YOZDCe
gEifS+fYyQmwjkkBSxH5Dr6pJ6ikHKIh2/CsX+N8XBiViZYmoO0QrgCELo2qSIRmx7VVox/vuewh
X3NQ7c/Xh7NiQs4zoJ/UhoYzTGjKXRvHXq09Dmv9vos2dBRsyCxoidv+/MjmqG/SpI6qsE3sAbmS
nG8qLcse80jYK4doYXXgEiDGgVohGovlfQAh28ntyqpBMXcjnIMl9i3fj9nH9UlbOKoAC6B7eYaG
I5CV9kAeVUjQkbQJXZ5buVd22rjvlVqHPg8eHWVHsz3pRbIC7LhMmv++o2ZKWVSSkSeVgpFoyvvE
iDG4jN+hbaOK7iv7ydZwXp9M1Fu6N5Y8RfUhXxMRXnDoaHBGjIb5xJ6Xsx6iz4ZJ0csmhFIMO6SK
LXyIr62F7JfhLngucIRRT547ES/4nms7H8eBiDKM++5zpumvXNd8bsRBBFpxwF1YQPsq0Gpr8l2q
rjxZL/eoDrAWOIGRNLLwvJOOmhaBhnJUhzyMUx4wNQbHh+rdzpaEbuQTK/JpM428hJyUyEO3UL8M
yINFYk3waP6hZ3GGZEI6bNQi4PIbtDwk+T9T+dKjUg2+l53ZP/Txt4qG9s0IHcmglK6ilaFDwkPP
Q+gQuZrtKdoa9vRy/2HWcNywLdByq8r+Q7hV3TodLJT/NPfZyqla+7j089POKRw24eNMv5+0gEcv
133FpUc6//HSoQVB/gjlB6yH4tzVnyeyz9O9We2vG1ncvdCQR53SxT816YKNiavEVmvkYWrfxc1x
ovfEWinuL8zTnFdF74U6I5qdeZwnUWRbuAUjKc1DFcyNHk8310ew/HnUcwH1AdZHRkw3aWkSQ2F5
OGpBo9ueoGtplUunDb8yE17+z8L8C04GkOucA/GX52Gmk+2YwbXkdF+l9k4j0XGa8pV1XxoQQL8o
RgH+jYBYuiNo0pOyRfkp7EooJhrMZ5p/fcoua7lwkkjjzu9SUJddRIxqVDpDOo4YEYvuRzd5i0V+
jKwe/NbqvdJB0YZkO1Pr76imbDQx+mNdPiSkW3lEzZtL8jhnP0OaWMMuWrdkah4KizM/ScYnoEY3
bdntbDDpAXL/K2nE+8rYF44VjKLVEzEFqEQuqARA6usoLc9Di9vh6GZ72iZHCAVsG3CyTiLfQBDl
YaSTp0Hj2WiFz8YUNeQUenaqrzZsU6Nf2bv+oxZOoQa5ZKghWwCuX9whfe+2ROhqFmpTA2BFCCL+
IKvWCpALDh5WZr1RyLeDN13aWJ1dKsNk2xkgScfJgQLDE01faEH8qmFeN7w07Ov1YS0axIsExEpz
H7IMhUD7jSJynuZhUzzZvPXotK1t10voQ2PaXlupyCSw2x0aiO0NZEBNUBNcdMsoSil42sEdGPW+
zzaTFqPPeyU9sbhcf2zI0P+4xOOnIxgXRTrNobCQfEvEmkDcgpWZghHIT/QAzAmbc7fjCGRhSW4X
YVy8jvUry78w/cv1BVpwNWcmpAOYCNNm2mBBzUrd/9Ld3fWvrw1g/vuJ3+xwmCK1wQCofiQA+prW
dyXtV3zZwnE+G4J0u5RcTzWjhpFOe+3UfGfkkJ2HhGK8xuG7Zkg6PXXTNCPuuCK0eo8aQQwYITvk
q2LN86pKPvFsPNKFbCbEEKyAGSJ6n7GfdpZ7lUW9iG6R/t7Y2YddI3dYmL4z1LuCZB7Jd8UQ+aJ8
cnvFzxD9qkc1Fx5RjrXIgrR8x+PGH7jtuS7bT2zYOHrtjeAhLg56vtWT7jNUxrbC3UBOxHP1XyAO
8Qr2mrUTBEQKpLSC2taCGKLOKTS7HOunyr8yaJmy9GVSP0YkNrpSB6Lhi0sfVG3t9l3YozhqyGzM
JXQgG6RdlPBRj7K8qGaMAdHLTWulKy5j2cLMrqnjzYz3yvk+La2pqIjFqlDXRn9w0CO4BkRdOAkY
wx8LUqgYo997Ku2kCkvtM492yfhqKZvrh21tEJK36DsO8ecmq0LN+dD1Y1ME17+/sP3PhjDbPznM
vGvUSmX4/qA+ZAMws4dJbONu5TQvRARnVqTFVonVj6aOpbANco/ElhdHO8RCHqm2ijJs3P7j+qgW
7YEd0cG730GeQTrUGlMzRdX1Egj+3K/izLPLUCXbaogCXbmPb+7QtwCpxu2E1h5Q2gA9dj6JFjIm
ZjdEZTgK495s37P85hL6bAG1f5B2GtAikokyJt3AMzSuKjzqj6ntdWuQtMVtdvJ9aQTdpHbogi1x
Gq03M/so2Urwu7jNZsrKmaMF72nJnRtZL8a60bEBILBT9i+J/jWrUWxYA9ev2ZEW3hwQACeRBjvw
cInd7+r+PnIexZrq1eIGIyCxwHIjtJPLQEraMhDgkCpkxEP1pxX7QvOq9FUpfbHWxrvoZU5sSUdU
yxPDjUvMXTQ52yoXQc/ZgbfO7cHqzDb575CkM1qIKncSHUNSop1TWd5YBF26Rmm/NBbM1/wE+n+d
cOcnZaY6VFvTrUKnaALuQquq66BJdjMJAY4LQKTgnZ3LsKCtOzfD0ypyTJbUIZbIY/2TQ59N966Z
bN9cy5cu7bi52AsAIyo5F/STNokMFllZHU6OEXu6wQ4FQAApdw9QRrv9YQVEG6i1Qak/12+k3Y1/
T6ukLjAsNPVWwZBvoGphgLtfPDnJCrfNkkdAmyJekxa4Zi94hiaS1tyMWR063RcVAYRlbK/76PnH
ShERhvDHgLStBU11RURpDSIjJXD4vZa+m+rWqn9Vxu6/WZJ2NnTSSzVSMW3WJzYEaFaPy23UH8T4
+S/sgF577lKembgkJ1pHfMrjidZhbKBI3Q3qPsmiAOrTKBbr966gK/YWt56NPihkuPGYkAMchdBM
LTnGRY0fhfpDU0skKD+0+Mf1YV34OjDagV8QARSKlGj2l6evQ+OFVVdZKDTnaMPPqUiiR9mnIep3
NFPuU2ONoxrAIHlzwCYeSMgxo9kU1XYp7MmcfhIVxhfqKXhOtYZoftka5r4kdr6reUw2SlbEPu2j
4hBNNhTJp6Z8dfKI3w/pAPXYXrh30BZJtmYei4Aj/vYLBlouw83SrS6mDlBqjr+63CdjYQdmm72y
eOg2LiUKmK4c7qWJYgSqkeqfeGXHm1a0Hfiym2HDzaG+y0gq/LHTuNePkwa5PU480dHiiIKkstGT
pH/s0tx+zxCKbNLSepq6TvcpNnrFti30/5DB9JrsUzketYG9NKV9eKUbQcnBgRpR9qIclGx4Jop+
SLiebQxqi00lOBDYmlp5Nrpd/F63cj9Rq8wTOHkBo/i94wjt3ASNCr6TlT2eA73tpdWkerqODBfN
AYIGMZ6xS8EG73MxfDEUpQuU2gDm3G2rbctFjxHFup90jeXXKKvs9DT+zApBtokiHJDAtk5Q9dHg
q1r8y+6yMainItsoZVd4VW4owArRyOuSqNkqPEk8fcQfrF5Jg5ZO4NIwGsOrKuhHjwQg+1J1f0Eq
uPDqfDK3oE+MvNYx6WFIERw2cWQGBjOgfxL1vYcWjGlXDVmzVc2JelRPdB/yLomvck53Sp1YYLUX
2b7qwchsWBhhSvCEYSTLggI/+Q3spvSuzwEGbXq33yaGoTyh2wNP/cgRaC9IUuopCRl3rds1G3Uk
/N5taYWjRQwvTYW5T6em3aCoBZB3maVJ2NbGj2m01HdA9jroMKWDT4ei8kakbPbXz6F54TFn1nb4
TDS34GQAqnd+qwlQv0Vc43h4t83RGmtPp+5zxd9bixwBhfbSUnmuiHFvp4+VvctEvuui7mWqd6oq
Ah0VSUQSXk5S7IDoIQfuOm0Hv8YjtKADthAQshMLBnCcM6J6zojWx5+DpnqDOfoC7qW4q3i86Z0M
Gf2HmD3GgwUHl3lm9DkG0Caqn3RqeWa7S3RQQZjWiza2K1OwOAMzBtZBAyPS29KDq5gyZA7TsQjb
6qfRdT46izaR+IhBd1jeXGudZ/vElnQ/2V1cY2sMyNP0R71XvQlHYkpXgq75I2eXoGRE8q1UMf+P
tC9bjlvHsv2VivPOupyHjq564JCjUvNg6wUh2zI4AiBBEAS/vleeqi7LaYXy+vRDRdQJWYRIABsb
e6+B1C3HIDJ4ito7GZ0pi557/vEIeXO9s0enQpjD86FcmKrqJTl35p0b4DhjbwYIy04SV2NGSgSl
JRXn7ER+OeNOPtDJmg/8xqfRhBeYByQJtzzIw+Fe/jYA8WSUk3yxZXM4KIOdpSICdQaRQqEjl9aX
jzfwL8nvz6OcNvsEW3TYWXiXps9A7p76R+KfydrOfK4/mbNvpsMbAx1GC4bovztx2vALS+VuvPr4
Pc4NcrIL46jhQWsw5y2BltvKqa7aIQvt/+PXOkkBlo7JMtGKXVvA8tSZz1PrrJjFuRk5mfc+6RQ0
usHoqwfbLxrfYhkyG4ETM/aKOJRTiuLVDNSc3aFfYAGrMuLw5WDmFaA0vvRN99Up40/JHJ0LDMeR
fwkMSQj+CrSwgdI6WffMMUkL2wxMZBc90OHai3Qx+5+RX0yVD/u3MvP0GY2idz8GWBKIq+h3/5K+
GrUIV9IGJUpSwD+ymtbnpH9/bVAhrUPGf7RFRMb6C3AAQsxo285hcx2ZfhuPexeIM3oBv5MMppg2
Zys5fAqGB11fdGofzudwJ+8FK9sDzB00hwi1oZNghe4YmyeJ1i6JrpVXpRP8Oz7eGudGOJk21cwl
WSb081svhzbB+Nudb4SQt29wsmCR5xGfoQB/bQOVsCxW6vD1x2/w3uZ+M4J7QtedYz62o4fmHXV3
ZYLEqyzTyvZy7o35xyO9t97ejnRyXZLGm2avwmyU1gLZrbDwA4469zl+4fsvdCQf4zyP0Bz9+YSq
7bgPphCtcCVX/XRDg01NUuBIP36Zd0eBaK4PRMM7OmU2OkeNRdGEA6c+dfnLMN9y+5s6p2T+7voK
AYYBYf8oV3YSemH6q9EES3AX+2TV2TT/leWLAIDbXhweVVZ+/lY+oVIukcC3ondHt0z33P54b87f
prAnk2H72hkSMiJdSNY6Lgxy6eHMAn53iPAosQXhAVwfT7YIdGddwkqHXesyA6DYmlNu/4WVC/No
oP0QmVH3PXmLzhexiBKkC5RcLt2N8D4P7ple5HsT/XaIk0Ayj7axmumY61c5TKyoc2am3/1KWKlA
DED84ZfyTseXUvlwX74WIRprRKR+MiKYnKOuvvsaoOUj2KJuDZTzzwtq7H3VRFbNAP0tCzFvvZCd
2XjuezsPPZj/DHGyJaSiOD1Vxa5RewtzOYRmG0vfTwcXaK1S42LowW1dM+wXuLXoQxPO3SYwWuZu
PZRpbOo4XZzyOWpALF8ClId6WdqZaCmMyyrYOZt+rgrUI8Ii0uB3zjExeaR9lSYx7krEiX5bjOyY
J755o5PMZ/ZLv8Lo0BlAA1/LKyXPQHfenXwoSaOXjsaYfYpti6amnRsQiSHX9jKaJg351nbbMxPz
/tT/Z5DTbHfq7UUCzQYUiNM46Fo6sHP2zzl6vD8IoAhHzAc24slOZINCPsFLhorolF7ZkJ35OKwf
f/+XNCz+8fyTbVgTMtYCtIVr3I4pW8/xiuRa7ZzPHw9z7jVOYpbtEc0VxWuo7gupL4Lk+8fP/xUp
+ueS+s97nIpwsIbr3kgLoDbC91VH8sZfisWrb7veyYO5LSLi7mAMGWXuMhdliDqYz4uP/4j3V92P
v+EkFkSeGhURBLlRfxWWNfAbDxpg2Y8HefdLQiEKrTg0ZiDn9nPAIRT0BRMytPMJqnsoRHjBcGaI
d9/jzRDHgPTmjuW3jYvQPLBrG8WteVYpiXaIcf/HUU5WNixkplFMeJFE99nAumyqkjU956h67nOd
rG+XmoC4JVg2wZIfeZj1mSDwbnB+861OFnayDKMkkISGpvVTkwAT7+8Sft+UZ/bPmWFOkTss7hDZ
I7wGrEUuZ+6mC61T3/0ye78LDj3uox/vc4o8RT/D6rWP9xk8gtmoAMWwvn68gs8sr1Nf5ooAMC8F
3mVwRDE1SFeHCnog8cVfGebHBfPkkOkwTOdqXDAdflgWmrbuPXRiPx7j/Wn5McZx9b3ZKWGjR48s
Pbue3DCtx4NlRRltTeHrc6Cq99fxj5FOtn01hlSYEm9Dls+1bT2NC2q6H7/MuSFOtj2NksFYCkNw
s2gg3MTtyKPNx2O8P/c/ruDuzx8MSPBKGgebXnbF/K0cVuP8FzYkDLB8qIkAs/uLji5h8CtpXCzg
xlkT3qZudZmwgoLE/vGbvDf1QN3EEC2B+Mov2H0Bb8ckZDHeBF0TBRG9MZxSbi5EdQan/960vB3o
JIL1vjWqQISIYPbFEMmMmd9WScOefzvCSQybDQoRGia910mwmw2ujn9hJ755/umNmww2tDBcPH+M
vtruk9fvh+nMujp+hNM05u0QJ0evC7g5CHgRtgdfTR2qWn1yIRHvlfUZt8ysV98+nv13JwVYTTQn
j/SJU2z4gt7FFKE3dz1NT4EKU5/9rkDCcU7cozUp1N6g2HRyOibTaMFpqOPXzIGpULCeypdyanKV
fGH8XErx7sdDTxdYcTDqnPAkUmrtxE0d4ELpRvta5kGVWi907b247l9Zym8GOn7VN+HSq2oBMyUM
FA8p8qN5KT6elXdfBDYfxws4ZMhPG7nozkB0nofdNfSac+LRDLAvxr4YyEFaevP7Sq3HOQJ5ByQl
YD0A+fj5ddCzbhzOkiMPJBX0IWrPLLL3cvO3zz8JyE0XehVhx3wSnSsrQ4oEtHfTX4nmzHd7Lyq/
HehksflKw9ErwIvwyqSc3toWS3l5pnJ/bpDj5L2ZfLeKEwtCigBVm+FhmuRla4LMOWuBeAxWv0QC
yAeAZI8q7y8G3cTlttN7HWr3pl41aLPyb6AfAb/N0zLpMhmwAgbxf+XQeTPoyUzBN3kY3OlYWU6u
S9PlhuYCOvEBZFQ+XuHvfkS4PkNUDeofv6jmDUkykem4wkfnMpBoCq4rdWaTvnuwQU4ZXgQJKLKn
NWSQVvkobNB3GBoDJLkY+jGtuqs4vv/4VY6b/ZeJejPOyXpI4DXdGg66iLCyp+acks37T4dnA+h1
2Jqn6FubGgL5OIWn987F7Jt7KzZnUuV35wKE5P8d4mTSdRUtTl+OuP9/csu7ALjF8MxUnBvhZF/a
k+mDRWCEht50wfWkLuLfpgQcYxjyMQDJoAr+i7c8lPIrn1tglUzJF7t+1NO6Gp/+ykT/GOI4VW82
fqs7TiwHREPt7OBdL6YzxZ73djz4oT7k8wECQDvp5+dbpd2GMUXeakZ7G0oN0YUkT5xHE3zn+qHs
LwP1V259b4c8OTFRQrbGGtIx1xXtL6axyUO4/8yxsxvmc4Yz760BZLOACmE/AiF7kpxRWIhOUbQg
OauONi0vnvRS9Dx/f4pArwFiGGBrBM6TQWJPmlByfMKY8BtbhFsa/75XOVYaRCeRzoCQhrrFyWIO
qVJNS/r2uoHQ4/os2u69DX80kU6OJpFA3R+/45tVNnbwqRvRrb8OkvtAXblnNvt7jz9WXEAIPhr5
naYWUxeDTMewT2SbdnPanOsbnHv+STCxZtHWLUU0DNoVRG4AF/q9GYbwLQQc0WhNIqhyg1f68+dB
FunIMtTjobQAFo+/8KksPh7h9Nw4HeFkT3j1rGMHKruHRm9scRkmD8NFc85s/U99krenBkbBZQup
HSYBqhin9fbZSkzi6Wo89Nq5cgVdGULvHY+t2+alo3dxWV+3ybFy7ews6zHwPgPuVaYKbpkfv+0v
BcfjHwJmB9oLDtpIIMD9/EHbSnJnjmJ1IH1y09nJy8iISpuK+Klq6jXMcraz74P7StdRb3/xSsh2
BEuozlQgToPfn38GWtkebhwQOD7V0Ihl0gPCgz/DodMKDPr1JP0yH41+mEUJ6FKDtn8MW8/UW+Jz
rIA/i0E/TwYE+/wEmqMODOJ/8RaicHsIoH03HBZgldcwYel2kWSHYYH4cVSRtRVaj4Ly+CCM3JE6
eB686dWnwzdnVg8TBaKpSsidHVcdfGU7+5I447Aa0J8tiNG30Ldwc2gSMyD1lnyorG0ZLBDSmFc8
WnZeslziOMsiSfIW/ngpmdlahRD+JzNEnk2y7xfO00pEr7EH+Njk1LmqkjqLabVaRLCuALScGrSe
ZE9Xdm1vExdHha3uOjcqMwuEJeqocyLLp9v8qCdwzKyOvnHJr6odiSKLFy/tcJCPHd159F8Ih//3
df4v+sqv//Xt5T//G//9lQszVLQcT/7zn4fq68Al/z7+9/HX/vPPfv6lfz6/sqFip//kp9/Ag/89
cP4yvvz0HwUbq9HcqNfB3L5K1Y5/Ph1/4vFf/v/+8G+vfz7l3ojXf/zxlSs2Hp9GK87++PePtt/+
8QfIkG925vH5//7h5UuH39ubgRoAU19+/aXXFzn+44/Y/ju8c4/GV46NYg3sfP/4m349/iRM/g5J
C9wQkiNpAxrA2FuMD2P5jz98Dz+CXBysx9Eq/tePJFfHH3nJ39G2hHAMxJ0QT23P+eN/X/6n+fkx
X39jSDN5xUaJ30aehUDxYxMdty3oFVAdw3jwWMYZ/HMgMRZrhAj9ciOHgc2QN1uWoiKttYbVnLvx
BG4sadj61uU8LmrTeIPeRlEVAHLbWxsNCtheD1P7rRWuddVSWV07pLkLS0jDZMK3+mKse2c7Anbg
pVOoxkNdN8P3fl6cNm0Gh+QBa/3XaWpllwZTZ61Qy/KBhjWRgNBnOdGsA7Fl3c3eYx8bUF+5INV1
NDPWpjKo6jFNCPM/UT8hX50+sXb1FA8C5h5+0+OBFrlineOkMgxANJ3sIe043diOjFcKgigRL42G
nEjgPomq9l8dGNivpS7ZynY7vnXnZN72czS0WVjadbHIKLzpygg+aZW7FEMXyaeyglFPUNnxpzjU
36dEDMDRTvCrhYSdP+aNR22WK2WX90HE2p3NvSOMXEMGtOvCfIiA8fLm8sqUUO5MfONWOV3Yxh/H
LxWY1SltxZJjAZb54IHGEXEPCNCwXiFzvrA9uDHH7VSUkIBPIRz+NFpfZX+8LM1W2geterZaeAvX
ioZpLLoxU5o+S6sJLqvl4PgbOoSvGrY/WV87t5C+exZR/UmMJMosFzEbWntpWLpLSlUFJzAGB7c5
DouF9TRlwTynSzR80YkATDxM+yTqwdDh7eeqkpATGGJrHZfVIRDeUAQLzxrW7YeQj3dR05tHf1Tb
JgkK5pqU0GUTdh6+oi5822zaENR9hOVdGVJ/xxj9pvWYT3VSZQ0cgbOuf3bquihNs5ZtDLpmPdLM
MlqkJYfMWRu/4l4H5Nxwo1zJN2McvCiRZE7vx2kokyC1u87PPI8kOJnNptHlJzhjPULJo2phHodl
mJZdvCG2V4QlceC91+ktwGII1thfamOX0ip0aKJ0HuB+nDVL7X4V0BMEuJkkBhBgG0vgxhqBdG80
sOCuVNskqaDE5MrUV2OV83ZQeWcguVa7IBmkfmfKNQm6+F7abVUsExQZQr+5XdyyWzlywgfrdf21
Le0wDbQYM7uvrX0yuGplBQSWbWSovL0OwPwKQZOxjRcXIFFMq9oahZs2XTkVzAsOevDvQu2aT6gq
zjAPmeHgC/C44XJFIGSyRVdvBCwFW2yRHXlU1OuexuA2KA1ZR8NYr2kbJndTCxB7iMqmycFpGq4F
flKIRvdbz288P7W6uMGMTMPDEs7g6qgu923GMqdz2tUYCrUbasf5HpGJbmubZMqO1IbHkl7ZpT3n
0PMRmTNWUqZjU99A+kfsQJ6DCI5OvBcrqlluiXk/uw6AwwHbQNvtVlNA/sGSN9C268NDYsOZIiBi
0zKEkGgeDgHM9CiaJPYDmtogEHW9fAnQxarbIGsbAMmQuuaup7JFJZeDbcYNhA42FiF5n9DLxlgU
u4TxIm5Eks7tVcu679IqeerRfsHqDxBtwDigtn6ozQx8Q58j5Jgt/tL5oBP+VI1tPh8FEdq6/0w9
vE43TDupqztH4UPSyc1rgCOAld2VJt4yxYq2vVgicjPrGtWqeQeuQeHR8tG0PACcX5NLA+YtMPXP
1UyTTJcxBAhb8VgBu+aF7W4M2atV9iDbl1XYHJJ5WTYt4OpVi+CcTA3+avtzGPZ0X6uqvvWqzJ+0
g+0eQcrCGep8tK0D6WrnYkqYu7dw7uejHxdtw9dkUV7eAYKQYbdixXfpPNHuAARIwa0qN64lsgj3
obXlO7mOmyiHtq5O3ZhtujZg2RHnaS9zubHte2uU1cZR9oJoUO28YfkkbKvP2diAX9gNLJUm+GRX
6ilkzRpkFJHD+6vDhLWIfnaZW6Ci7S0WLmmn5Oeml5+NNQICjNiStwG9rGOA3jwzzZlX+XKjNb31
OmM2yh/6qyWie940RVkOMESAVsq9qORTBx+siygYbmb7k8WPARFkHImGcWrHZgdCO5o7UwGjlIMF
jqU3WDhmkvCqnmBX0TQuS/2A5qCAmJUIVX3pT2rcdT22UNI8uy28F9KgLwYxmbwhYnyGHA6S5dj5
7rXGe54tB55lPICYZdBktpw+JQ5hWd0Ez3FXFrFFjkpJzP4kwv3gS+sKRA+DBVyKW6jX6oTtwvG7
TGb5iN2BQFiF5nKOXJ4PtWbrppbbSAZ0HUjwke2E4GzrLyGrcr2YOmedIA888R6ipKm3UgRz7gaN
zOvJi54IxGsX2UDjo6JPpbYAIQU/wPegMWb6KSe9mnbQVNQrKXo3k7wKHrph9uGH5aNMNTjr2K+P
yp1EFv5oVtq4TTY046feJo2b4szz1yWJtlMYFqXfjsfJO1ASNRlPtMncatF+RpehSnkDfwqw6zdV
U47rVsZZU7EkLyvSpIENsQSHQs9A8ghMS/EEF019wer2Fje3Oh2Mtw9dOa6l4V8a0T+rROf9ZOBE
VgqYapXNsirpcMkigBtc78pYXp3TpjWrkZTrOpJ+xgPn+9jEW48fWTJojBZROPkYK87rUIGaRjon
J41z0/e8y5hjTWlf9w/CqTcOHVXKZB8duIjcu3Bw3RWHawvMXVuV8wEiBA6ibRbWDqB1zL2lIAde
ED0DHzOOoPiQkG2W2RaPvdcv67JURShMOoJaBa2DaON26NcsrinEBCyVkPXK036BS1BVhKrycxEu
yVUT0px3esVEMu3Qpy4SW/I0sZplw51u7VpWWLQ6WIEthUas4mmrgVINe0enzeSbtQS9fB7YqqFc
p3MDZUZ/tJ8ECl254/ZrFwI8jfGc1RziZHJjcQl1/XuiFh9oMHGwkgmfkKo+QxklBrfIormNom8x
hQlC+DyA7kvGDUPPYYSqMZDv401Vtk46CsZxire53wwxmEjtqvRJW3DnisS0KVSN/CFKyLbFNTjz
jvyvtk8Ag4GNlC/tu8GaL6BXcBTMci5dCiyew9CnE5QgzWrsJ1yo25TN0ZwOjt1uNGBtBUU+cqAh
siYVXVYV4GxVsoF1A91GGsmCViZORTTdAxEpsk53zxOy/a20piDtpvIW6pVFtCh/T4MKBBErGjuQ
iqi9FSUZMpTdkpy10nmitB+ymQ+P2DMbQCLzqWvd3Bl0/Qoh0XFVlVW0CfwabEeDekJZuV9UxPnt
UvY3EhBNGJnrqJDIsNDQg25vh+AbRVCyvENCqrOBKJkuAGT7TbhmtPzOLeXcWJ2Lk2xih7Httwtj
ICKRKiVC/pn2tHCFsczK7sAGc+Z4WgHbvbXK7jVc1FioMtm4i3ruRheKOAEZihn3hZWXzOWLjkJ/
pabQWbGWDyR1RThtIEFh01TYy7N0YckWlDP0HKg37qvRNhfWgoRt1FhWS8ych6QPv3rEles+gDvs
4lQRMkhWZWARzFgiFh3v7IF4qCokzFz10/A56LsZ1NOmdZ6Bco7SoCI0BUVZXFdOPG/qcFkjAduO
Tn8XReaiqoxV+FPd38EfbiqAag6+qbrkkEwP2IXVJEs2UdzYG3TzCylon/YtOOiBgYxuOvbuK6iH
wHSaZJC7AC7sZnK+y9j76ixc5b2gewkFPUL656Di5JqLVhQBl9G6Szy+aYPvnsapUfredRybp5Ha
cbb0nb8JOH/sjneTkIVl2kg2pvjY06oF1KaU3Sah83JAkriOkFNHdaMyairgo5pwzywbDjVoohV9
28PxNrInIJouQ80QbjrvtRxCJO2j3Mx+NWzt2PLB+whSMECnxCsPluhEMUZtfVM3o5+5EFTUgbmN
K+9e4XMfgHHF/8RzbL8kFeobkfrmEOFctwqix31jHpdafhni+lZS79LpKcNad+D2Gh2lUUIXh5cA
yiaMGJIOHyUVYiiUUHTjztCAC/QOvdnyeonVcgW38aVwRlruA5p4mxo8sUxEvM+HGCUapZ1Vr/vv
JEF31WGHbqkEpIREQZsBmRrOc6oWnfsw1TiO4QF5UfKDBpvyk0diyLyU1gR6E1agzasEVaJAfYeM
AbknnDq3wcT0N68SbQZBFX3pCttVCAYhajEDcS9K4ilRsFCRwvSVQuY1iU+lUf26Jq73tQomqOV5
c4TmMtKXSYAt2I7udqkgsD20yYqqOlWe+B4KqNj7vkybAFPQuO1jaVtH3f6kQtQQn33IcCuLLHlA
HJx1w8zSDoz7fEpUYKVtvRw93tam9JbUwdUk74QBwUPUK2BN4aqk3OmiqcVWTXWdYdepy8mmYuXr
UOQUFhGkRvREtdDZRJX8OvoLDLAc0JgSPE+FKrX6+gHAXJ2NnifAapOQLlkm57Ll1RYyOHItrC7c
BZSK1CU0cxOJ1CSZChr1Yx4MpTyIRB3cdlnF2s1QLjVFT5fPbJGw2gqssL9KSJPs/FAXQnv+EyQl
7gI/6bbAMnu492lnqzvzpSuxD1M0Vr41ZLgL+nkV9R4Oa8hzUPxqQl0ABazGv6wgp62Tba02lmsy
3mxDqz1UTGxNELovMDgPiqB0nsoh3njldIkr6pKhBvY6dMlqloiUo3u8WKIQwBYHgMMop4ljCg0p
2IsGorN7zqmb4wra5wra5OA5y6LkqszKfgn2flfOmbTZLFN4GKwCQHFaI65A1l21+Jp3IkQBpXPD
jYp9lvGl20LDfm8HyGL0Esw7UlpBNlg2eUJvyUonPXP4Cvfwm+Je0KTTOHrXs4m9zJlovPNGADOR
OCeHWuGm2XCvBwnV3MjI098kq8O8jwKezyJx7hIGU4tRH+8I6H6YaqUhKVpQ4cwp2mHkLkkEszPS
Rm2B6tUE4XJX3HcjFFBsM5RD5lFdrZouKm9d0odFs5R6hdskX+ukYdu49fWm4QuBXIYTkzSutYK1
CUjUg++ubdG8tFYfkFxSH3sXRM8pJeN0J1Cd3VMnHLaBPSJJ8dqVW5a8oCpo98Y0T14wXY+ih++H
Ms6hc6bhro/ExeSVSHqxh9NkcHDhmO0mLqxIJ/tg6neTojoTdrBsm5mLtWX4lKGeVq/sOe5Tqp3q
kRjcuF3OLVRp7embXyOnKeBFnkaz90w9nKp9i++NJAA3V6d0n0BqRrrZh+gNizax07lizzOh6wQl
dhYL0B4atYvCAVavunJwZVd2FkqLr5SjSAbcFN1BXzXJqd+6awi6xY+mN0/ljEStbUO+gfJqghY9
Njf0p55nFKqLTrj33Iz70W1QTB5QmDGDn4aG8IOL2n0KXvQOLSgrZ3Nd48oPUCwuqdbKiLB6kAhq
8dC7OFZZC+3RbyDl4DCioPByFbOtXfeABUSokjgQRLOV8HOs6zalcTCnKGGare0kBy1xEJTe7GaW
cMHUA1zHT8c6WTtENkjfIBvPHf5Jlqj3G1D7cOsAdzcC5mG9GHHh4rhx62RKGdCPiCbJJQ/B7ZNV
92Vu7W7FUMwtbIpEqo6anSUTL60UZJyXoDoIbX2lhN0QS76qtlnBlus+EnX5OCRBkzs9EO5B2OmU
LJV7Y8/0uoUP72M8hTjudauPVTC4hFhukPO5tL5xx6rXkL58iKLZSXkXeQW3oxWt473XhavFOEmO
jN7kxm/2XQtwRlLVyHUovXMm96rj86Fqy7JQ0rlFnlqmwgnsvQjjx16iTjlXuBZ79ILUQI9Sv8or
EcP5NfzUy/m2ns0WJ/+lGmUxy3AV9DwXrr+RAPRlLkj6Uexm/tJsolDfk3YALT6Cu8XKce3bqA+O
SwoVsJDVMp1wUGCLl7jPekjRoIl1kfS0fCH+jNLhKOZ6VbUV/UxLZXINBQDY3Tp0JT2JnGzskFmE
QFS1y60jqfVC2ro8LIblJf7PrtewuiuJ9eigPvoqOM6dEU2UYMRvDKJkWe955Yo037oZmmdBAzUz
CYm4ZVqFtQ6KQbWPqoZtSc3Yq19ChUATSKZxq6WrlvkrOEiz+2qgUzbXcXRMPquiShROEdcbL+dg
BjKu8px1F8Gdr0ONkslhesIr8i33/E+o8eKvg0de3kVBCwgVZ2sCMZqVO8TlKwwDbhmKEOCN4gCL
Jmt1/CJ5j4IBjKJQUBiX6V7DzSO1B1wHGhVNOVewy60gQ5rCkIWuSsOuPMw3KlTm1oXvborK3rQG
QHndsOEbKjFl4bQmyr1gnArYLfRZwByUgXUzPfcIhymizX0APwUQSW/rSNy0kxGbxUT9jdtglhPj
P3UGvnIEtZqpUhb4MsA1D7Otc6X97lZ1lXtb6WP4ZNXa1+QzF/SgsH7T1rNuFSndfSSX8gayTrsR
aEAIxputXtiUaWJlieEDtDTm1MjKQs2rY0XpTLthGosA2/rBomUEx45AokjVos7nodjqq+QitPVw
pRmy9oUNG2GJLxB0yBhXa4eraAUhhEPlJjvdLmCcd9Uz6scPzJu/I8TDxTYh/SVnUw6ecqqFD6mE
KIzyAM3XG+a20KmkpIdIQwSHauRAfVahjlIMdTJvgkaNGwu14CoZRtwwDQxxOr6fZD3CplF3uEno
cZt0gm+13nVNtQtK8E6AEDGpSuw2daIFWRGCPQTOUGxqyEUZe00egb8cWBI6JE7/bEHAp+iCeYuU
1sp8dAd2eMPpEkyTPJCoVg8uOV6FNFRi24XipsJvW7jLpTM4TMjQe/1gEaH2CV92dCLNnscdvUSi
CCFO3jyUGmXEMnCnPAEt+R58qCC1GuuiadA8lEu8qabkedEtBV8qWJM+uOwT0HKsftmbxn0po/Ha
NeZ7gix3riAeCF+VXY8OTVoylDFClJ+/M+LcyMHZjyhpJrYos2Akq76jXurJ776KkpxY+K64r8sc
Vim3o+9ewSnNXkGKvVrZodMWdYNcbHLH1JYD2ft2DwvLwGpz2XvsWxeji+Ga25HSLAy1yZPaQcZu
RgEHx6Bs8sr2D6Em9tpQty+WEeHJb1hc8H4ABlj466AZEeA06Ny95FAxIe4GFsFZRPhy1TB8dhyq
1YrD7WKMPkNAVVywHlqLNdcZbA9XbYTaeYg89C6MLXFNIaxS9AQXmK4rFcju1d72xbHQhZtMzY5V
L5ektFN3rRtdEqSaM0eRHHmUQg+m3aiG87UgcseiucN5jspdg8hkq5sovCqdkBaOtOmKRX2fJrye
U59611Y/dHv4CS6rsEIFpGdRUSEvdi05F652l53vIBFDVyNcWXh+Pg5y5XvqIP+HujNZjhy51vQL
FdSYhy0Q88DgmEzmBpZJZgKOeXS44+nvFyXdbql71b1ryUwmVcmyIkjA/Zx/pC6EHfWuitW/G6f4
7Qx+iLq/fOK+rI51l+27dtiIKugpOJ2SxfkW5rb5B1ytZG0Iyy3Ln/gdIg1OGYPiobfc45D7Js54
a05GycRQiv1SGU+Gl3V7p+iPU2lpmmRktScp56iKWxEEB2duL1jo/Y0Hxj5NJmUSWcACYYlm3+VF
tiGbAi68am6c4kT0lWZ+sD2ZXjzAv4PVZMLcR6StADp9bwo7O82AODyGynnr2OAJ6yzOfuvTCNSv
uyLs4SGmqb+wXnz6lfOS3ZNb+bG+SD/cMKRZDa3gWdHFcMbTc45siGTiTGwH3W3ScBiSPM/HzcJg
Q+8aI9VcpD/rSftb3UlFODAPGnHS08GKBKfcooZvs6oqcLHF7V9MPc+v8KSXrkBbM4ngN+vlc1+v
1nWeFlE/eD2pOTHpM8VPYXvHltFJ3dlM3WaXJvPTZ921/pZJcwQP8lYOKdU48So07Tx3qqCvK+NZ
Zv1jMJqfbqWrrSrqGrBfHmAK2lj27kuXDmfgyZXjc9570cSB2gZks7rmA+4u0nouYWNu3Do0jqqv
2E6GBgJIlmbEnqR+dblet6lCrbc2ej8N9TPgLGfBDIYrJFhY3j9TRTASQUdcfdUenBKsdHGCJJxC
k8Zt5xCVb2iYNyBjz5yJRjL2mk7bLHttbN4dVaiK0Gspt3Y4fYkwndj1nPKb57ssrLLYSfQE5mRn
3I/1E2tfkg70KDhdBptgFI+IsOdNZ8gXWbp97MzZFjPZTsn2YHRWlJiRJGOp37D62klblUuyFuSk
edn6GTK2nbLqE/1EtuMc9LqkUgvkCUIcPZbG3jBq40FPHklq4to3ilDbBTLBNdqM2AlJNGwxy/BY
DiQs+en6QKjKsG+Vy1/PJ0Iw0iiKK4aouOaUq73+IQ3Hd9MEuLO05yXGGL7O1IXG2iXYFU2hfhKj
X+4x4i3xGA3eKSeMe0BF8s10+mybc6ElpSNRcjx283CSrf00wfjGXDn2dgTei61VhomeA4v9v76W
afTQhfatnMG1c1lsVhYi0no27jhjWHQiGlZI7bIWTPxhZzWxHNIxWW0gqjVfQRIMx4ihTpyXFGXO
Rk2EZ2Walz2oEyBGLMiudWW7j4e09ek8bzvOGwKZwkxbF6dx/tB6BmShmFCqBk7EjwhYI6pgE4Vr
fnRsr2IEmvtxJ5c537cMiW4sgsXeDWHpHqJBWccmZdCBfkp1rBnqaWirq/IR9yXhcH1hv0HAnrPS
3vnKSsageOTKPIzY2HlIanXBPalL4JIAS4uIRl5/bZh7dhG+rtts68bsPmxvtl+8rP4uu3XBLqJE
t6ndcNyW7VBkyZRZqF4iucS97MJiG2orjQsK55+MQtxygkBYGuxpU5Bk+pgunf4x+OzvY5ea59Co
v4HYdhtGVCPJjUCcHZHncE9LvpFr/ly6qtgoP/1pG+6DxXCyNN/5zRLkwYziNfm2WCQemewePzW/
FVxti11szYDAobn2Dkyal7W/UwLzyfA9eKC6jVMi+BkK1K1Lq2c9qu65n00ADfR39qT2LYnAUeUh
OFjjwiw+fO4ls5KP1apukS7LMpkn1Sd6yT5n5+fs99DKopRZ7KACsqZPz31QjFPSC3a9Xp/CDnSg
KJwTwVHrIbJGEee9vIa4SDpxEmWwy53x6hXdWc31ttbBtBEgXM+itb9Cq1+uhirKzd8fudRfZK0T
yjZuqoH9dG0HTqR5eUzTKucol0m3drE08s9uad8z/9BoubeylNufzbW27I80uteoRctx1W3LyGct
0Y5wLOYHyj/ZnEAAIwlBYRpTQqrLMSpbQpUdjrHMKWFnq+iDIJ7noe+2Ru8+VEr9qF0XHBslzdCV
JzE122Vtn4slDU9uOkexuzonr+PnQQWfcx4cSI4Wq8EK1fg31Fp3IWhl5D26vQfdNBf1tjE9YxPQ
Z7eJzJ6jNbqnb4lw/qabJdr4S+Tyv9Pm22KKKUk9I0+wUZ2FN13V3BxCv/pcPOepI4QzKfrGODde
CDdVhmz248A/TCqdLL444XWbQWSGIa6Ih8nDgOUVV0ZiFNkBgmHahkPLwt23wTWwantrmmNoxUEj
AOuMav1qynzAN58NOweRwiuF1jWSmqGNjmPfOkUcoVw8iqF33l1boaTQvsz2mWUbV/k3G1F5ZOEl
Q0BiXzwT6fpR0Dn2rmZMhVne+g+Di8hjL6yeB6k2vrmVCJ50GjTXYgRS3BGYce2U4/DUtvb00HhT
fslm36BLxyZKtwi829Cq6CuVpPLEq1rKC2CDucNbDmWh+7kkdq5s+Vx9Xh8hH9OtF+TOeRRp6MCX
pO7rKL12b0nahVsjIGxbd8h2vGqFJNH+Xpte+eX665I4aQCK09tjs29JNWQtjfJlPwu5PMxOpfYm
j93OcoR/q7rG+Z7Zd97WXLoHqqGYbILB+1R4QpVjyU9A2zLRxHtX0EO12R16hSeh7YsLP62OksLW
+WFamiJBOc27CUvOthWSsYYG4SIz6iSVdpaIslz3mujA2Ou19+yEs/VVk6G6tRr6DzudEnbQjPvQ
r0H7WW4vaeW/R970DcWADY2a7lyx9Lvele6vzm2PgXk1I3XVbgqfEVjFj8LTTBHBo6fql8ZQ77K2
7ZhMvWCvOob+yO3uBKv/nBK9ty34F5UCsjL/NNmS3Zqi50tKlV6iQZYP2gwJMkcPmUCDBP0urWYG
a/Nt7MJs2YzKwC/diyJBtDUmi0HNnSZkFJYkh3XoLRy7tc8mUtXqXFj6TDBSlsAMRY9thu2q5epy
jHwr2uX+Wo1wvmi3vly7rxJ2f/QxNkIDLoJNAVf5Q9iss1LJhT1unLZ2WThPoQZvIEGO1MSpOKCK
lKBzBgmx0vWPwPXhFqkDjTX09lmveVvJWA8dH5rzGDbAFmMBGxeK33k/Tjc9WtZ0WLoWlLsZCoCb
f47V3mascvdDekqiCungDjz3U9ZBElANdQjvUEu+yuzkBwZtEON9HzbD6rRMEGHBAKZbT/lyQppm
HGWpw/d+kPO28Xpo6kAbp7IM6icTleSUuLWhHwbFGw4b0NwxYx2vIxNztvqasDp2nHiehoac7dlu
PrOyq7e0UslzsIzrrrNFta8axz1bnRTbcNTm+7p6X1xLPwInOvZi8S6gD1zzvWP4P7XIwvNQNQ0X
mkbFahQ+/GYlLobKvOsse/VCd3jKrzcyQBpc681Y7J7A7bSXFzl37Veh9XggYrR22AeIGKib4Zyt
M6cN4RzttXOCOpZpOn8VU16+eP48f1c2+YQbtyN+IwHcBK+3lzWVm6xLg1dl+8tBzIM4AFcVmyCb
nhtqrJ/oArPOPS/+UVm6PU4cy+cmWAZqMV3ERp6XljtnrNW1NBvjKx/Rag3lnP0yRUhkq90tcHqm
crh+J1HGeknVc5PbPdGI1F5sq1Glt9xt7F1tlFAT9G7G5jRyjSEXYdGqbpbgNz91V5vhmRwFGXyT
VnafAgNxXEoAmtpPu6eh61Gw+Ohd3KC3XrRV50dvqicoKvYbwjHX7tYAnFB3oUn9H+XiEC+c/UT3
C2ZhNajlyqU7eoVbvaO/6xN3GiI+s/c1GmJIvK7viO23hrNlOPmbW81LsAkzQzCI5TeEWeZ99tMt
XGeQyWOTTcuvYG66VwuZ5bVt9UJM7hXRGr9vyzQSlLmkDkVCfmTt0P4xu8lCbudV9cHp7fnqIN4B
aDBz+V2MhHAmvhGV+NdyIOVm/pN7en5Iq9UkOzNS22JAMOcRRfmM7UbGTlUjElGyeJKVxypJxFFx
KGaLfZ96+PTJXjiKRpNX2ywa68L7NW7W0AzicgXz0rRrHgmXcLpEZBW/sVGFfIMo+zCmQF+bKEAW
BkYSD/4gjmY+rDsxOUOyqmbekSM9n8NlMBgI83yTS3JNs2osNr0RqKdOpPIbuaL1E39SeWaz8395
/kITmGcIt4irobbeUAkUoI61693y0H/Mg/HdLaYqyVHbbio/x53YhvQmz1b4bIKWDXuy6ctbvkby
Whd6/THVM5RvudYfkSxKqEInevBLdBSBtU6bcUTmM/iFuXPKoX7o2pYo23bIEmn64H/B1F5ITvXj
1qmzraAZFaVcmT86IZ5uum7yw5raASDCXD+lqaH2S1YXu8JqYBDWNniwqlGcK2+KtkufTttidBLF
9ZDMs84voxXyXCnpJYUKyxMdfa2IIyIZb73olh+Zp0AFdd/LeBin6JdMVfpSZzYJbpmsNm3fR5+Z
8Lw/ZVXJJ+Xo9DaSW7psYb5Iac3aqIt52qMD2P99GArD6mngI4tN2HTVV71K8c2AoNvmxl1NGA3l
g5GP34rIjBKjrIKfxaza5L7QbNOhR8CfWsTpOlZfA3mvIKRe1d2005bJWA/8Naw7u8XgrI8sw36l
nUiYMekK7kDirW/ZqHBRWrHTduFVrC1pw7azbDJHTn/oE3d32mw5TVowOo5APgK5sd2hboS4zVL5
m0bU4ya1KwBSC+Fehej2xvKai4MBCjXESDOD54xiuc1Y29OumPAjbBvNKCdaEEWZt013kv7Eee2O
eBt5bKavKZS9ExM9bp07F85TgoIfV8OfN1GGPE9lxpDAJKwxTZreya+6icyAITvqaJ0vrkwLlK+z
JyHrJndrLJ35PaXCeAtrBvU2PjlDBpDPCmvw9GwyoZ768MXSTnbzymKlncwbL2O+VHkyee5dh9fU
T7py0W3S43suYBq2U4cazzXA5oVVGbs2W8azJZecOiLH2UQpg50kzxU8rekPZTV05EwpLzvXHtA8
dLKxQQyXbZq5Xd4F4YBxt0TmndxD8STM5ssp/PBJ66D+VB1K8CSo7ketC5Ay1uZX4S02gF0d6j1j
LonDTfNHL3NDOXbRTJJxKmo/bekbGw96duP6DhoVT1bfR4LUH7U3979Y/lHKICfMOvtois928ZPW
QROlVVn8saa23mAB1Ffd+/0Yt37UPwVIA+/P1FLGViX9hyKlyjJbwGOd7iXKUiSHsMPmWwGpzK9m
MqJXWD20tZ1Zb/WCiMb3U8+MuS/F79qxR2Z3y1tfBIrNpNS1+qJEDz1qUJi/wH7zZ6gfgOEVS0g2
tca7mDlsq1TniEsqidJ0ZNbEx/FQ1hl0gK2H3+Zi229Zvcy7rK/CC1WRDBV+u5491AUHcxxh0NoB
JY8JqRMvDUcINLgAUCna8sngG57QZdixUxoTXaDh+pwZob+bHWXepV6Sc2CoO+o0Mm+T4XLZVnph
EqpTtV1QrPkQbxMPrlQu14oxsAMVT0o5G8Mx+2ctGIKRCRV8ZaR1m1X0TjK4aMXPS0Yo11IF1B2w
/sbDVFnjpnFmUFGeELKKC3t+IV7bpWZzGb2n0IA4Gwc9vxn25L+5Yir3cu3gZ718AkvAObbGulEH
lOzjye2G5nN2GT19PdXsjOO8b+jZ5VrocWTVs/9lpEzBaa/3Rptb24o/cJPNajwz392brUaap3wD
WIgtIX82SxpfshpAJg8EP6wIa3NTh953tEvZhWWkfbYIYgb6LO4Dp6K/xwhV9JSFpfHUDkJslwB5
Xla11bM59T/CEamtXhnrgsyotrz8ERXjrYJKmcSloP71pXXv1OZA4mBSjZ2PTAsNPLtU4e2caim+
Z6N/spZ2uLKnECXVGf6H7LpiI8tJ/EbgpVwUYdl01CrQL8VgGSiJJ8uGeQcBfSwaNE8IBYxLVaUV
QLkzUpMmpvahlYhZYi9aa8QGfiZkPAKHMTGP9oeLtfAzTwt+AiLIfhlaAddNrFF5JdJdGCIycnnV
hpNrA2kC9S7Zd6dHEeUR3XMN23A4irQ3eeUCJz94VeaMh8gAjVesezFZ52xIfu7f+taqNiH1n0i1
tOkmax6aSNoEtx82krdlVd0PAxzvOYjy4eyPiIHrkh6gGJ8ajegNY5dSffhqdcBMhrCgC/i7GAWi
qLoVaTVCnQ+QKCHA9WsFj6MgaKxAnualbmzws8nZjIuqt4V2Eez1GZlgjpjANREsQLIUi1W9zVn2
EawszHQveeoDWSywTluwfq+Ut3F523W4KVttHeqgHPKk9XPvwsMeffNG2p5V3Vl8eXbN2Ghr9pBw
skCt/SJEkZzO4XayB/ckpT++pXz1M4aYmXK5avoOmFyi7poRGjtoNDdNr4Bf8au8OIIItjBEpKvm
QQEWBGLfL/VLaE832zPS87wIZ0uy3Xqme6Z+71YvTfKp5T8CgMKxsIPNkrF2sqyWyNia7udc9HOb
TDq8c/h2cRhMb9xaShS7tkGdVYL7vFaemyezR7ZUSnPFRhmpd7NI7jg2iIbPWvBH61zbu3lFjZ2P
ZC+vQc5uuCJipR5LGOo1Y5A+d5ZhxPXo2G9Uh7gYKAgyy8I+vcxd1L7gAq+/WokbKa4Ju77SNwzV
O6Ig2rph498pKBfN05qZPxwkSrd6SDUSD24MHK3eU2G5cwKSb/4oxkVeXLfmEtSzeQszL0t4xuub
E5FY2WNefneKbNqNiGsuUVOL28JscYK+B3W2h8qIHTY27g5Y9Sw0xRaAINw2pRfcoiVQm0Lb2WvP
YPXedSDY2qFnklIfvSt6P/wiYoIGDDTHvzEsyjhDgZP4KzEJdurWu6jCcxRXWe0/OHoMfvhDpWPl
liXmGI1vD31Lmx/CIsjfRFYTDDuk4MKETdvP2hvxCNqecwQRTj/MqKieMidU+47ile+rX9abBsvg
r6x3WkQN7nQujCU4jM1dbOWumQZalmY8GwCJpuCDG55RfNbIVV+9sJovsrOGk26d7iSalSnA4TY0
lIHHJrDcDT4OhVS+6RLWv+n3kqviTHhi8bnIKtuqckAE5HpelDCwYHRkusrLezIdC/eMJu9XPTgU
RZGHjy8gAjHsuNN+WlUkvgZRPjMAqsO4eFNMKGr7iSh9PJdzUR5TEfgj0j7eU27Z0OzjKSIkJuxb
uc8jDrJoDNsdEN10CoGTEo5TGOoUQ8GI7eVeSyN3JEU6xwWXyg9G+fx3hKrxDb+rQ9VATRaQGWZc
UFEP03D3JEUI+ursNSsW+PvJMqKDEyh3owP+idjzQ4jBRe1Z0tursjHbqGGlqCKYfYw1ftCyDnlH
Q5eDzW21TlsWkeDF6gs4PKxmmbNYP0fck986y58OaracJPNFTmZXy/qvRg+YsgSc6dscxVmXSX6g
s6se71JvXnipS+QOUpEB7619THdrvV+UXtgf0hMHvQ2Pbqc3gfjxjxH2oCSThT/WNhaMRn0veLYt
tU46weidfwmvcQ9OK8OdjRQaPiZqDlaRdeR0jwvDduSrU88LyhSEtfg43HcsgBV98oZefqaRnb5l
uddQFhDB2Kkg7L8Gdw12Xo5CzVYDPwxTW89rpcBK7DsePKjh9lcr4Vc1GTb7yamL2xJIZ0nwsqyb
HjT1NZiLik6ISR3Azr/s3HLqJOAgA1+xGSjTNG/i1BQRLRskOhxscsL4hshS0P/1aX/iArKfnDDn
73mWcN/8fq6+M7+ESW+Gw+YvOOtoaM08O8xpNBzqzpn+FCvqG3TNHJR16yKk6wykJtYyb23aMRID
Q+t27lWTgKoY+ybPxuOITHvTjXYLtrX+HqD3MYM3yDWXeoHOmRufaTC0HGhVt65eZ3jQalvCRuAS
bGCI68ntIH6hfew4ZRq6mN5c0f9nuJdhue/RZbmc8Mo3h2JyBKt2BvkSBkq8r0EHd8lTCGPFWPTE
JHENJzH/ElGpdjXdClttGPmrmBAlb7sApl05yBkLp58vdY/YPkREtpENL8g4ZeKlVsZ3v2KSnIbK
PhELkJ9aMYxvas0Vjo3afcqwCp2awW03gTmpXVHo/OkvZ5Ls5G4gDiPZoInTG9Gu84Jw55DogyUZ
jW9hvXE/wcZPd5vDlApEXINHi+tk9NNnlqViU1klbgmHQixNNCdPWBDYww9Oh2bL6rLuMAg7m1nX
dhf/5XoixKjoRNhi5m7H3WU9OTCWF9vLQzz/qXxH9d+9ZQhlNn8JxDeqNRd/XzD97Is8Rwwyshj/
NRESEOZOlR8UkrzHIkV/bPj0N1pusewFi8x+xln0z3CCf7mH/8MW+z/9yP9vtuVb97t5mYbfv6fr
z+7/C/cysTb/478Nwv+He/nysx3/0+zM//2fvmXLDP5BwTFVIFZo+j7pJv/tW7ZM8x8mIRouYV02
WdYB0QP/8i3b9j88ylMIDMO6bNP7jNmZy/ruW7acf9AWRjiGw2XgWWTj/d/4lv/Tx27QlBTc//13
/v2/pWx0WMsi16+jo4tQ3N2M5u7fvv6/HoR/90Nb5Nr+hx/6f/3R/5sPusyzZhlmozp2qoEIs+ea
C5aM/UPalFh9ndx+bqH7HpCSRFfsp/Z5Eo39xXIjskMtVlGxnwfBBL1hYq1zOqvqN+vg6F0QELzP
XoRNEAbXPek8rX4z8uhHaopw8I46zN+nNAq3hArK2zpN3SNw2vKGwQfebPGHj6IX7bfeyvMX7o7p
91qn7AhdAM1C1xDvszFFL+G06ufRrJfvUwgFqV1UO+E6px/9Imd4GwCHWCGJR8kaiPLPaKw9ZlHD
ofjJcl68+6Ye1ZW1aQXABXpJ00KmJUzA7REjwsHuZXNa68LWvLDecKwXq4FRkGTbcgekqPG9odzU
ZVC9TyZ1DSawr7/RhKnvFF25hO+twS8MRyC26AJ27TyL/lgYltiOvq5vdpCqGChOf6m1JmguVeKs
m0mfXaqu+RmtnnugyME/9MbYP+KrtzajNbjX2i4Kqr8a7HaVcrLf2TgsP116ufNEAmgxHQbqgVY8
lwRO9AoPnNmIAWvpgzk09pb7Mb2OPQiVKwLn5veoXBPb1+pzsZfsYxau+i5hCB+5gvAIIkR8HusZ
CCCavA/RCfuFINloTnrS2A6RlumtXDFsI8SCbl77IDvOhqlRehklnGnTc9VaYX3kA3kxohELj3sz
ndSSBlT9OHUY99Y0/rEN3eVAfqP1GiAcfjMtSKbYxiOfx/wGs5d59tJ9apf+QZagC5UJB2sSOy13
NS/Iq8Ml1ya6ls4jHvz5Krq/x0WnaAl3EeNLKQIjblUoDnyFAra1NC/zPObVZgVwdpO5E8vDlIOv
eQXmykR3YcmObSzpHxQJ0y5sLXPvQvM3MLphibQ9544Pp+VpCP0B+XwOZoFPIvaXcDTxflTp29pq
2nQbpa8ILZuDnyr3m+h19tjOtvhRWGt+9dgnbzYKhhFZ81geVIWliCiOcI3BC9I331fhr2Uc0QtT
BDZucEd2V3QJ+R8J5oKOqYArUt2KztiBjX3UszKOekKYlM4ZK4SwWLUg8L5qQkqe5qERty6vxR7P
D9G/Yd3/GoPcPRd4LZKVFyIehqp/khEfvDZQLLRuOeVIpQ3WAWIIhl0QjRZLqyb1w+H7fYXuMB5r
QywKpQVwAxnpNAB3eF1pBWt6Y4gNcg0EZqYCDYnTgKLNdVUASIjlhxZr9h1ZdnrppPbObm+1b8Ls
J1R1rEhFOBk8svX4PtmN+xaNGl+rWOef0nNK6yAJUNr5/GROkj0Mt4TtPfa2dH46SEyMWGjRHCd0
F1tONOfUOnmE5Mo0X7IOSjRolHVzdU0yZkeRKB8qnPrnu9R/R4aAcSXJDCBZmrWMUCnKyI114bWk
/xP68Liw25x5FMIk73i/fO2oJ9vs8zAey8j5sOrARv8dNjb/BFmP28qjGpA/kVcqiowPXxvqDTnj
vFdgUK9zF/DL63KZlLICq5xn4rJJbYLEERpBjjBxs4yGue3L0vluUsxO9ENp7cWgCJCQw+Ad5zFY
cR4yXPHVx7OragZfRLDxWuTVKSjIpLBEsXyPepYEa+2s3ax7DLdyNZYzLXeCoxE10vNEeeKFQKGF
Uy6wzBdMl+YrOyWheqFC4crvHmFtG6jgWOWE88UQJuqxkFYHojvwaTLPyH7n2ij+YFtQuFlxY24N
sEu2PqWsPTwBcAkaUPitNRyeQxDmDeKqbC+zYrwVljE+lVEgj9OMG72Z1+aL34a4qVp6V4l7YOcb
Ur7PFUpWvbLnPiFmRqS/YvPqYF/s1kxADicLqeqYpmivPHdISEMbkirrWnxTXlv89CxbDolVApsv
yphvApgwiGsGX7IyHF//NkTr79Mu090eJ1OX71RVDE9rpIZjr1zvBdmZPEjXCC+DWelHs3ftdxc/
LZ4aVVdvS2nKy+q2POCIIag+NsxEgoDfTGWS9rrIbIU37PXT5FRjrFIx7PjVxoBX5TPDxw+ses6D
Dkp96IuV8XWdpPfHNwqF/UCVOwxQEe5Lv4SDL6K447+dTd8c8g1yqubQyaH47Lp8OU4ZqDoa4Poj
11X0Zi/+eMKQZUKW5c36mjPVP+Z9PtL8qtdfzKXGZg7b6DorqnMyFtkmDgGs3PuVt5ytNvL2LqIK
DmAR8bJmZABkathFQyjeqciIthI32sviBdGvnPimOeZxyt9qFzQWKwMbMYdZdplwqlxMhIy/UesE
UWxm6XrNBnRVM/z1xlxS+dEqx0AEU3cfRjjhSwpNFEjIL42zURTuvnNwdTO8s2GT/5TVD8BQyy0q
mrueZ+lwYIxtzaaOs3iwGgcepMY4JDpkgqN0dnNXWA+ILIqzQTXjh1URF4D/EYFc1APi+aZu58R1
IqoblbOqfdTX4VMXCsElVpYvopvzI/yefXQM2hYXlCZX323dE6FNQeLhS6f6gotnb0X5BDcc+us2
yBorBcZJjUtT+/n3UQ762VmClYS5NCtJymya8mw1aOXjFQjq2Zuc4smVVvPK2Xw3PLVUPapejIkF
3Im+1Iq0DQIliRnAQ2me0axFV88MnNOYRsYl0NC+qeHqLfMQBHs6TdE1decGRZsBP4plKr3ZqVec
PKTon4ONlk/gmO6lhU2rAQ7dqmj2Me8U8hOzjXNN8e+RzeCFP5yxggappeWglLVSdbB8PR4Lu/5d
62pJqnQet0ZZ5pt7acYzpnryKBQtAS+mEUbPjQVZaOSzh74z6I+IOusbwuTgpMewR3tIJcNdRuv/
cLOwu8xqsg7dUtNIWZI5GODvHt7JaQUTDH3zzIu7Yu8tBBOazk+4dqw/LcKXNvbaCGkwWESQKAJq
LnhmkIH63mJ+NMotPlq3DXcF7OO2zXR2raogBc939cZQo3NVVjTC8kuy5yiLK4ipWe4ohI+6JO6H
tDpVHkqsaJ4h/x3GGJTEg/VN46G8OIOlnvticY5lN7rvuAPtG/nxsPOp5x0i5Hzj3iPt4T1a3YmR
g17RPTFx0T7n7HhUJVENAE94gdDvIbtq0v7Fy+/udTcvEq5VJ9tCxLtZ0nhFtUk7F4EqrZI/pwVM
t6/lw/Bf1J3ZcjPJtZ1fxQ/gOlFZc10aNWAGARIEh5sKjjXPcz29P+jIoVZbOrJ843DEH4pWN3+C
BLIyd+691rcoMdbsYAFStqBHDbqomh/kktiyRQcvk5DHW1/E1lVu7fA6BmN8KCqre8/MpfZGo9C3
CCby2k8r4yewBooSrX2prdFbqoCucyBnbkUKrY4r0DQf41aBlcxC3Vlx15VYT4CJjCBOVsHcSydL
53Gga4m+a2jpAKuIP56TxQYP10b5iIxX0y+xGqRfeqqEH3Kb1xozeGwOUqgsF5Vi0BvzyYLQUti/
DLRpV6RL22IAyXLGdrrRoWBXJXKezJHTHoouTs0O2R8LJlzCHLDfOPt6OA03ZTDLm1z2eAUiJSXi
k+SyhhtPUn01khEcs3qm3dU0RsEgIlDmjdJFxhn2T34AWsXAchoQ2xNWir8spyHs2IVUbIp4tiMn
yGfV45Jfb5a+b9y+SKwTI9txH04dozub2cs6UgL0n3aQV35gDvh4sBoZV0YVw75CibevUPaHK4yQ
piNmrjuBPoWfdECas3a/BjK5ML6TrNeecJLjas5HxLGpGpWS14ZlfhkR0Z8I4TCdNEhYTpYe3uaZ
udpKHQvzSl3FTAqp5hHlyTLgtmEQO+KJ84pBUVhanLvryciY3CZyiSxepSRGV10wn09peH9rIqBv
JZHCgnOriH2Gc/mh0nO0zijhdzEdbSYRAaE2dq8uV1Tt4bY1K3Sxs/kXfFR5afIRrSp+fXxT8pi7
atB0qOhqWJ5D39Y7lTs61Ogu3pdYaNCVKKW0QbJdXrNFmn8SrmmQKBL8YBLOUmWQlF+zj9t1aaj1
a1zpw77sQDNUaaB8V3bHc6gV+mkMI+YXbJuo0YepyvFKTONarsP+JbKiiaO6CXdjpZjnpm+rp7um
46DpXc3QUAUGkmqJdmZfDL8VJHw3ZRFJ406zMgtuIVPk14DJuSdl+NdMi0zJoi6M7j4ssBki6tJR
tCCuVlGqDHsrUdRjn7T2GtZH52RJPhMPuNhYcpg641mSUcAYUqe+CgEeodD0vHFMrUQ3HZqa3wRD
+tZgRrzZLSvbTmDyr4SGULE0dOYdFHW6x6ln0fnOzZ+QbjOEDjl1YvJsTksoFjjwpsynPMGsSZQR
+beVZteFnnvjcW/VgREM9i+yPtrf04L+0w4t7UUZA0yOEmkFbjHrxbUZ0Mn2dmA/ByVjnFYktHFr
K4a/UAZtTpNiIK7X6HCaK8aY93f5tTjPrWx+1XWUInASGdQSKt2TYrBiVvi0YW635jYNJckda96y
lc5KouCe8u6monH9DHspafYd/pzYGZSaK7AVGh9Kkmb70BTK2YpY5EWXoJDH4sg4jJ8CyuHElk5H
uT/ESpoy0+woLNAN84F0S3hUpCjacnXUD3pvUkhzlrsp1K3T0mfGW4qf/EOU2eTXKYJFOWhCd8xB
ULlYwfUtvI3sXNaDvE4DqUCSnKt3CRzEHKsYXvsQLbi69APQt07tOeHJii9iGtV2GdZHY9HMYy+V
8qmaZOG342Le52asirSxNSQmfYgVVjLdpZTFM4yIZj3licFErW+fjESSD3YQTS+dVia1I8WTfRzB
4+4UM99UGjj+jClnJiWZXyqs02Srl5VY6Uj7fkywXu9zqjJDRkoQ+g2Xpmtgt+1WBiHzZI25xj3T
Zt6ji8Ff5DK9qVK1/FbMBNZdaEYnBN6VY+B9X42QLt9HTSeqtab2Z5Zd5XuDE56R6hI71APZIbWK
5CEfo5EJCePLPR/L4qShbX7QZ6cT31czvu5OhKih+FHW2iT3PpYY9UaPCY1LHEobCufrOEvLk1XU
2iboCN4riCk/Fux/90O995uGepHTx6y2g73MHg3dxZsXFX22UOJTDxBk5D/P4aeVNG+mXuukAzZK
/xbJ8J/iWpJf6TZwXS26+9q3ph7bh1m89m3whEMQYkYt5mMel9z6OPOQGixFibtVGiVHKkx6KEY3
448MUc58mmb63Mpp6UnqJCIGzb10EX0qIYJrq5dBFe1PIhXad5Tef+h6aBuHq0vgy5xVuIMwmRFO
NayqaulwOqPVywt7N8GTXS8lWwZVwf331pC67HODtvxExbCZZ0M6QtyjYA8LO7gr2eiIKKXx3iwi
oIk/1asx4raUD02+LiVK93CSylNXG9k6SXqMXvmQnQa77idXHWVAX4FcLv5S14Ab4nxUFYepV3Vu
NUNDI5db7YbKROy4j1NwGVmUP3VqGr5FaUmDp+4Gl4eqeMwG0/42DYGiW4mq6GAoMA7vZtv4k66c
iktlyMB4GTXXL/ho5oOal8qaGq86gq6pPbmCFiODHdIblIPS0A17tSyamnDqdgr9iRaU4DiZlZ2Y
NUqmtBwY8qDbqh/VHOyoBXONKoiiT2fGwNsqJsmCTx+iMlzlmhLNPrcc9kJF4zh0u9FMNm0iN5/M
WxBoI/NsmVdUEbb0UOFo7kR3mXB52Pd9rmXwUWrWmZurvbebqPiSdbmoyJevmxMqHePQjbIqU3qh
OZutpHcpmjLNGVBH3QmFcZ/5KlnB+W6ZcvFbxWn2oi0EReNpRyazwsjb/hjmFNJcyKr6OE6ZdVb7
NhbuFHX58m0Gy3weEtMofTYAlMZ1gAxqRUJzA6jNNFhLSayHjwzL6OEouM7XLbL3gt5gqaGcr8Zt
UZlFec91nzzD6LoX6ECgxkzJ3OsizXdVjSOaMxTKTlXbw6mqo2KN7hU5U7fE+uAXnB8KnECm/DHT
6hkqRJXXTqgXnV/UgS6YjBYGoka2iHuq2rLORaIf6DiYTF9UC5zHko6XdFAmpzfG9ltb2nHfqhZA
G/zRQHTMTi98wxhg7Oq95HCN1J5HWLffVjwEa6OqmqORC/hXFGDdtbJjc21qefnQmcH4htUjtLnV
SQru5Hy5VEIbLrqEXlqeuTNSv4MKyBPbQplRaMNjHZYoqJRawH8wgXQpxiJ8u1pAV6aSbW9joRsf
AFj03CuxB9VuXpShT8OjYasxl6eoaju/mTDrrLJCkn5rNrgM0yOQMvzfqW/nPPl5qskb4CUIx4no
QfoTR8u+lEvplE4JNBCUEgAvISM6c6gv79YU8dyZNPssTjCK0ALaoEIbFvnMbC3bvpaCp0nKyrce
PcwPLUrz1dCGcNNl2LqXXtKOcprM70u4aOPKqEAbyuOrLhbFcAaGcYei1bX3UmnnR0YC6PLNPld3
WSMhBF7mfh1YBSKNPOggwKiCW3fVhohFUBkAB8nq8iHptOZLM1KO3AlP40PX2pkrB9SkKySXGjqi
smQLVaybpWCoslNTO46AC7xBTqV9NMcgDcOHQOnpj6SZWwTRRjCZ6KLgFYls/J2UluabozU8BYak
rLXIBFxWDjJNrsrEGYv5DUIkcIsXeuehxs6VR3d9So20DD+f9Vo2yvIL6296nvOi3xmTXt19oEW3
Du2S5Ut8Y7hT5BFyPf2+5aOHgnvfYhUsTxBRWJmooo/0SfWvmAeT5KF+BPURwAVhgB/sExUUdGJM
S70WM3d00FhpBjewS0qEvExvue1hDpbkHFmquUzwkfK5s/ZSiJkAg9lY+vWghW9tX+ZvSLWWJ4U2
DCo9QZFvF+Exjuxyl9MaWo+dJK0rbj54BQV3Am5OXGbq2QDuGU3M2BfD7K+9KSd+MEnGDj80MqhF
olsyFH29m4MhvzKzV1ZhaAw+l4tiDRNq9jK5NR7aeuous7rIjiJD0DaHGtJOgza9Y5fxskAdLwbV
AtquBRpuqKl+3gjuPsHQ418vytNIV/QlkbueeriXim2aKBVZ20Z0K0KaYKieTFKoStH4Brb/dkUm
hYb2J6433cTgHLVI9WZHquXqEUAHOS1w8WWFYNSOxqN2ecPyDV7FgcI8sJ9ioGQnOQtG1EQo+jpF
MyCdNc0mhDPpcSBohyke7gKxWb5lOhKa0QoBJgQwhvyG0ck+m/L8kuGf3YxRine2UicvFVaJelOV
rE+k8qSXCMNqa2yGTbLuQ+ZRpSlbxy6CSesqRRf2rsUe9zFG2QBjrkjEayYG61pgRk52RTmV8/Zu
XAKXkpl3Jb1sGbfZNMdDng7DVkSohKRWQxyn6e2svbbFOMYQ+ia78IVSjsWWttLwvAySfEwChGTg
jZDdV7TWKOIqlTnXEMCv9ajuCcVqeEY/4H31NzqVjTvEc3BIhrR5SZCIHptBQ0kL0iDw5KCEtwFh
AKeZqVqtQDyVMDXvLCkjo3luOtuV9DjbKG1NycyxI7WohGdUfr0IDEcTXSC5RtuNVwyrguTaRXov
NDw1q7rD8OAZqD9s5mu4cdiV+579fWleminH0WYJha9oh1loa3mi+eFJepVeSw2dEepf2/4C84NK
qCPdO+Ligu1+k+rgJti/1GB2BuZ97CR2aRDTY7QKkDhaX5fCxmbjg4lQhw17WbDGuGuHe762Gj9m
DTnpux7M3bBp2/luxCEqmhsuK8tu8W8vKSYGYDVN4xn5fbfWRj3/iMdFbU5gi6LoLvVRsscuwuvk
LoVhthyVApbgmCXTj9RI2Ea4wbXgz6yGS5pmoxHYljlYNATmEjqYsULvt+1iTCtOXbK/4A+KIx8j
RfuYW5SpHt8ac2HFPJgupxVCkYRvCABZZo7khIUk1rLMQ7Jgk+HEhqOLs6HlljLGcXOoo0HNNvQL
88cysRtoR5H0HMewqkVq3y3M1lC+FKaVLPsx76rHhhyE7wXk4RrMVnOuEd0wygzzdRKr2JVUk/s3
jhVz2uuSguQdl9jymydSSSZDgJ1lE/aReGtV5OHo60rqMhm5CbNJozSf9bDITa+ZFtwWBQ8u29Dy
DEA4K1Z1Upmq0+KK32CkqWlR9nG/z5RpuMYoz51IboytXCyIUNtw6HB0UFxhrKP+xm6/JlS8Py4F
jDL2uf4FIVHjJ8oiI9tq7WTfhlH9knfxQnJvXZyQp0abssEMwMA1JIW8pimTYRO/VmBbfns5z9+6
cQCQGBo6OX8qLSnMMHaLyEuplaNi1KAXszuDKKNO/enYJTOUq3a2r2fRPsUCb61t8zSicxyZIend
E6js0RFBryE0NI3+CUFx/NglGqR+OPmPSjSJPY/V4FVWlENcrKGqwou6IlQenuYuNQ4tsuvtpC8M
6KZBgbK6ZL4cVSqS/Ur/1bFBnMhbBmZBi4/5WxwyqkgWq77NxoAfKa7T3SAjuDanmf5Olza4fNJi
vHVxDikyHupkm8whUxBRGB9o4k1wStjH/AnVyTlWWxzfPClEH6YBUFVYp7gjoxCtsCq3oz+UGkRq
Ojq3EOc2RtzZSB4CJvtHNKDMB1Hkwh/SjPokIzBq6U32kof2xqY9UUegPTqipN1RtiasH0l/mPsi
cMwCa5qVt0wPyPqSvWHsFwcpQnQHCcdvKYKpHMppNrxj64aHxfjH2hEKFDbwjfuMST9uH+Oh7wLI
neC4xHdTiNJFYbdczTAbpP/M4Pi3hDTXMufPn7UxfxcFsP4p7/T89s9fdH+dPwp0/vq6d9nK/zP8
/z104p8LaI4fXx/lf3v6H49/p6K5/52/qmiQvRjA9YnLxVCimcbfVDT8F50MH8M0ZSxZBMb9UUWj
oJRhZAjd3yZtCynKX1U0CGyEbFiaLFTVMAyeoX9HRfMXuczf2P9/1bqg2PmT1iVMJ4vLy92oOGj4
pk9g5J6Z24whaEdc4rpHj+ulB/m574rDfYr7h/foH6hs1Pv3/0evy+/8x5AcOdLaDiL7sB9mf+l3
mXiSx/JUhM8isjYyaIUHvWtgVAF4DokaNzEVlDuGvb32WHd4rYFsZDBylh9ZxrefFZ49V8i7H0ZA
ZSNSHdMu11b61qfA5sN9r2FMmD7/659dsf6hQIg37f7v/6A9Mu1+IE0lGvZpvJ3kn0T/zOJ3aj1t
zpykeNPpi1VfBVTz6TR8CWMThS4YBDlBwjqd7Pk8cvyY2Ul6iz/5f/fGRblsFuUglMOxk3Z1Dhj/
GY7iqsl9Rd0NAbAvp2gZPe3K9/o3pXV3b9Rt6bNsimPx3jIPWWm+7NZ+s543uLLdym293pvcxZVW
+oFGzir0Qs9yY0dygJl6xYO0+mS4u2o9QMnRITkATMS3VAIftDXHVHwluyrjCSw31JlAvBnVKcue
IZLnsmeqzykSplH2xuzFhkectmxLxDDMupvdwTUPcsW57Q+qO2e795Y+7O6ewXAXWayQE9yzUjZ3
IiHxBwgL0G4FwambbSCrkJdXtXpJYbniamPfMzZZc+UFB5QejXBFazhV4Cf4G+rDmJ+07lYXO0bC
qr4R1cbgeqRtpuFc94jK2QDX8rBVh2+jnPHPrHpsUKWf8odqCahpNDJ3gIxJ72dDPE31Gbn9c6sC
NXqMwKseM93XaIV4GXi+R04tvCiVN1VOd+PiiE901c0ARh/s+7DXF7syYqCL8ZqGUvw2GsYK0/rw
oX3JYB8g5zmFidsfqAATZWh6Lt+NBSMegZ8Rfk4TwTG+mD5an1qUvRXrlje2NbYSItunGHtu59e2
eMEPQhVyaoP13F6ZCjkLjBF4+26AAQBAYSsd494V5T6nOp/jD4MOROg060x3eZ8iD6alpK8SgwIG
8hvC6T1TUPW28D+2RzFFZKC+jecblEgMSSeDoZF9awe/9hV/8Nqt6jHkewb5u9N929d92QOwEDiy
tk4/i/hfZF2Jv49y+l8SPOZNf/+EYRHMo86y+730lJ2hYu3EJnpQT/pR3RWn6VTsiqM45/v/+oEW
96C//20zIkXoTwGA3AVUTU55teLQ3+pTc8Zf/R49wUX3klNzyt/mp8Jrjtap/L99xT9FkCmg64E/
WP1ePMi7YGfclm29jh7So3GwHvQdN7eDsVFerJN6/Re/I+Dof/Jb3t/rP+xaQzb2YhJ6v1cf6trp
+HhZX1TpL/Yp3k1bY5ddJwbuTLBv805s6w35Hn664RHYNX6/49/5jatu211xsL9Ufzg05+6h8uM9
4XOxQ1pY1m6i4NhBSgFAFbswKkKXybU2+sDdQwW3LR1hByMozg2zc+rcixSYg6t7NvIRWVH/KQpn
vMSTS9+B6Kx6duk6JJ7wDAwOmHCdw6n0L2a7Ru3Rz1i4Hf0V0OQ6hCQxHbrhIjfc9/2qW+vGRiDq
ONnjPmgPpJYyacvwgfzCO+SC2N4QEs6/E8I8egX0WH8RydGXytcY/ukIre4Sj4/6sT7Z+2u7VkkB
wdgkaEY76bHbcKsZslX/ClBlPs/SKsCfvop1p+clt7zAA40rmnseEwjLpdOqJS7ESo2tJHPNbtOH
vqWA7tn19Q/8WwRkv/Zr2n5l1VvHHK34hQremDhMNtOXchz30lsqofd3sXgka6a4FbJ4NNo/8mdy
VLeIlFD3Z27zFX4ub6O5Qk9G5guUzbN8QVfHprWf0vcBQnTuwqyVjA3/AJoeHneQbUgR4R+qzmNB
tEwNV8tXfJo9ri+b+qbWF1u7nyNIQ7lSbtr9vIcBMr4w9HmUL9k2uqqvvZeuYj/ikcyO5aZ3Gh6i
zv2mde8afuqGD/aZd1+MbI++3TlgIQfWiuJW7L3xqtuqbuan62LDDdxbVjjNfOUy0u5yyC1Z1V56
KmuHEI3D4E++/SD/Ruc94IlV48BKWumrkZdPHJRXr7VnP/Q3sE98wsJNiMfxxiOH3tb0Aj9eWTt+
xWqLcM2ZGSmSwfKDLrZ6mR/EKXxv03WHWVBlT761PAeQtLjvlBmTe8OZi0/5hxyvx+qteWMR1PxJ
PS1ZN8SBtRsL6joNOwcOJtFFTvgr0+vw4udsb0iSbw2AQ9bdVcdIHj2ImmDbZ91c8Vf5BkbhMH8R
j/L8ZNHxvshniw5A8agj0X+Ut9Kl+UhO+qV+FZf5wTpIHju0h5jeqx3EmG63AkC1uhpOuCkfpVfk
bYf7mwkYyQl27wAU+erEr53CLfzIT4/oRFZvwsFcejX8bh15aKn8t8n5mjzLnw/pN22P+K37iM/Z
KXjqX9GDMdqHQmqcU3wmq/t301Zit+w4s9zIoUWnfaTqmhybpICC7NKqbrG6fMIFKlxQZQRSG/sB
KFY1Y4oGV4LJfaG8WBnzI+tu4gwG36dRza3wS/iFzxCD5sB3AlXvFVyaWewJUyJAYnAEqAPkLobf
PlVHAwb2vKYPl7vSujzc0Ubr/ECnp4q4fx90TzqFl1i6le+m3x2w0E69k+fu+DvWTmVvZxa+cpSG
dasCBsZI5RNojINMb530nZCEDaolP6FaMrbiRbyoG83rtpq+stZZu0UmeKK1fKpPxi6/SfvlPF6G
L0VfTc2mjZymdnkimdRGrGRmkOQxfYFqyy+KQWMRp+GqiNa15YbZNpadv2REubF9sNJ9zyCqh95y
0dVN0+6XDnAkfAwkxcTf0InKXGU5ByR4oF5aT8Ibp131Ujyl+3DfHdp0V1Y3RbxV5ifRIob0Yr6G
S/rGdHnDRDKI5cghXqi9hvMvtOAi8ZLn7JJN3bUtsk8mHR549RLRCCJifo5NcpySFQVqtJoMy2N6
QdNjxPXzLb0O1+FsvwxZlTuAB+7t8YOJBLFSXInGG78MHzz+qJ/8x3ozH5WzfJ4f8gVHFPVetgq+
uo/wrXscLuFrPZ6zsVvTnPMUCFlT5dKd7krF6+t6k8Fqit/DbA1qdYX2sq8Q+zpl/Kw12yjdZoUb
U0I1jwWBPN2T9dN9w2agaqaRmA6H/tQ9aG/GE0VOP79qkrE1key2k7K9K7lm9gjw7PMHSIFhWIPl
sJUNsFrtEXhKsB+QJTPWebJu8vCZtt+z2Eqv+a171S4yK24Ak1fCD8x2hFLYn0rvqoz4eX94xIn5
gNNZDbel9wNU0YCTUUxMVJ9w281hOlSUwuRIHO32W7UdeMYaDMTRy3EaqdvouSLFq0Ts071ornnU
RxfTTcy2zSYLXjNeG/ZjTp5CsFe7cy38Sn3oUZrIXrOnemaKaRy0TfpQPwGnoPN307GFNm6Gbrl3
itmpZgIlViRs0JcBc14BFqEQDT1t2Mv41hAVad5ERzVnhdE8Jz6HQnEVHODLXYKvEIQL40a+bYWj
P38zmEFFvZ/NZG5tB83XZ2pclypzDNeySht0pbJBgJv4YQYVoe/CaWZf9A6SrcM+x2ea/A5IEM/K
gd46a6/aRM2Hqu6z4JBrn8iLAy6A+pZeBnc70TzHJPOQXoazapOiE5lwgUGJcwJsbGIPpXLKPgV5
7gYw697IVwhvovSW00w3pu84uHJsmhQwnS89zDf2xgsmjZanXtqr/UnvT+lF8+LH9EN/qF7V8h1P
GsKpl/ipfFCfAyBborsxAiy3rTs9ivcze5LXOdUzIV61V9XctCJYJBOP2aZIScFi43TIT53BG9ob
a+wQOuIjG91ZvPRJgTFWrORhcOTtzKm3Xrz03Nzb/pv5MywvypNue/mQOqBmgQZc+6eI79atrBdx
lK/1Ge1MBb1+9rh1TBGWz9V0Gb/UmW0CYxf0J2/ItmgNGqf3WZDpV+ndZ4uO9mJeLb89E3aVrMuA
bApn7lbpU/cOeziWfaZIdrU3tWtT7WPNQQnGNJLxbLtJNrlbf2IXzp7Jsbf2/VNxyX6k0pmOrHAm
sSV1GEq4z/g3OUyMu6H4rYzn6JC+BGCCAV/QhXJEuGHgunzXLxC/IXABBaWwUZRNbaK9cmqObwwP
vvzIx2zdhy3Of0fvXUNbSYd9HCQjyvl5JffqxrCSC644R3tGYs4JkP4YCdpDR8inpD1KRrTCkMh1
qW1vykSCwqoCSTIAbSxA0bmyPGLLlVaa9CbqDyIAgSnkxwxlKNdpW7yOtLqn8vcv5fe/1Rb7P4vF
PH0McfFb/n/QGNOxZP3zvhieIYIyH+Ovjz82xu5/5z/7YpKFU8zAVGwYgh7Yf7a/xp97LKZkmf9B
hLKhCxWg6x/dZUL8B3/BRPaFj8o2Lf1vfTH9PzSbFE3bVGSbL9H+LXOZ+Pv2lK4jftVVne4cCmFZ
F/qf7mlSvvQo2e3UH8s7tcaS4WmPJPbtJOgOJQDIuXTrKFNOzd1/TlhS5GYljW1MsyRKNW31L/pl
4t4X+9sVVddNgWNOowWjqYoia9afwn6XEAJTOlimNxPyfY1Imtk2RkvelUBQWPRDvB4MiokSDihu
daIkmCrKlwIS27+4SBqCj+zvfhR6jpZ+NwaSg8xb/ueobqOsszaqO8Xr7Lum3eIOBIit3BZzKPaK
sL9hw03O1DTEKFjGLNYTeRZ7TL+m1w+BfFg41s96UBcOciT1VQkkfV0zAvNJHFnR9M78noFG5sLy
t4+dGU4+OmPuPYv8WOvdV6DQEKPhDXsnTawjOu8Iffss72ydy2Wr3i1UYD+aM/oN6dEE+XNSMG0B
egaLE4hqZmRhG8qvOmnGOidNEjRTWoA0MEwHLey+HLt2PaJBcGIp79fEk3zlXZA5Q5nS0ZrVDVOv
+XvoiJmccNAhwNYwipvho5Zl+8kOtVvWGbUfq/n0kQoNs0REB83i3iurX6aUvsGZus+En8ehA9eI
DdlRiviYllH2ivQWZ0YloksYULSYqDvQiggdXwXzAZk7hDdCnzsuNcAHFWqan0Z6+1yMRepYdtFu
25RcwDYT6taeKbxi1H4AGhWOJJGqIBJK7csCLOPp1YQ3a4YxUFsTXENLkh+CXhovo0gk3j81iBYq
QvDWC6XrmMtM0UuMZrQP9BYUZmQ02kc24lrfsXQPpGXEwaaxBWGXwJGJtmgZzVIC3ypdfjVMPj4S
lOxVHtETlIz8U5qbndpGv4ZivJc15t80Q8BlJwydw46pBQymZp8wft/MBFeg586+bCtglxf6HeA9
bqsZ54g16N2R8Wq37nWOvvsAdKXr415O7OhZiS2awBqeqWQhSG5YBCeq+pnYgd+i+d5Gik7JitkZ
VSs9T/OOOEmj+hBlUQXueP5OyCPwqhF31DRKDZFoyBUaI/oRSbUp54Kb+0IkahJ0m4rgS0qwpNsE
qf6EsRl7T1ZvTEnGcmRaUGRGVFxLSXUiIcHYylC2vRSabNA3tArRQzlq2cjnCi/o5PdWQFCQamjn
MAgpCpbefgb3yUda47BZKoKCVnUbxDtKe/FQGunEbKorcsfCWbYXTWucCzIvD0U3NveV3FDaVWYK
JLlXKgDwvWQQh2aTcbsv2U3cWEFxVBQVgHDkJh+xLAMnqo01qaKswQW4q3lEUK1y7zBTI9hDua2i
h3IwxsSJc0MCT9tWmGChes32BDFDVq1VVAHjvACLmJYN0Ki59E194sfRRsaruMvShzHwYVSlr8VS
QtjLrzJ6ZbcbyMHrAhi0c0e2RbogcF70ReZLo2qnMnx+nBO4jCGcJi5ZCtIfqW7ucgrlIzNtpvzN
QjVFPYZYLzfl7SCb9EfDdNbBzwbSjxyZ/cW2evmK4Kk4qkGOaiQgpOqbjMfFKZW09iXVpiRpZvrw
oPePnRgb+kyTwly2DbzEkkscARAGTLhRa3XMqLD1CQaZZSfLy5zzYI2T3D7PsWGvQVtsFNGOG2WM
zd+04/hwZTG2b8Qn1E9YGDsqtSE3iFDGh4l2QYwnOxmiNf59bs+JVg0uLIh5VcioUqYa/aY+s9Aa
pRnllWVM6SOz65w9jeV6zie9u0VpC3VhGaK48Hs4IltZN4P0tkCMsq4oIQgPm4TVdGincPFWPwxI
wRUUcyKCU6xpiW9jLeSlO9S1KmsT9mdR6ceqgMeW50Vn3EwkuFfwsswOAu2BqL3ibOnUTRRjiUVO
gCZeZ8KR47rUSJ4jbPVrzADba8JUt4lKIYwfAiMJgPh1WdnMbzEajNTz+ugxuBeoKmNwgxUEnbQA
88tqn1AD2cG06wOV+LWx7MU1C8o8uGtFaepIZgjBRG6m6QxR5l2dArtwmrsQrJqL4FBjSQY4NASx
w0xdQaIFZvlrNvWnuLHJjllGazoXejOdWTLTmfuifSjK6i7iLSKp8dq2EldyQcUV7ON0tuH+bccA
kSpo1fogh0RQa2FKoW4140aX7Rw2dp49KRB2ed7HLYSf9NhrPQOfJZCbYwgPEoWWJMg8kkZnxHaz
iXPkSBlMlg+97OP11Aws8GHJH5H5Da5aq2gfksy0DnaibgnNQselpkN1bZZafZsVQWxtPtmie4ql
WnM6MYd+WMI6XPU1hgu2Pgukotpo1RGDq/FSsQ9NQEvL/8ncmS3HrWRX9IvgAJCJBPBa88AiWWRR
JPWCoEQJ85gY8+u96tphhx3hCPvNLx3d93b3lSggkWefvdfOLneS8hoXUYw44Hv61vYlO/B2SKMX
/l27n7oEmmuVhw9T3eRXQacL8oztDutw6tSVnjpnWBW9hS1ibgG8xm1jnirFtT4Zpdg7yhLUS+Wi
eLGqmABFk795+D/iA53DHAMjSgQs64dZEkXjIWQqSrG/5maklPIep9rY44QMZE0UACxdlj/HWWeu
1chQhZfERhktzEPpNNYP3ZSUxLj23ookFUsEjMB0mYkKx7z9LAzaCz1K4tPtwV7ZQxYe6ogSjThP
qpvu7pW8ra0uCQzD5wVO2mNmdagbsRzAA1M6CI2zP8Rwq3YLn4105foCEwK1zcgJznCpokxwaqXZ
R6fC/GVIuBNCuAD6ZejfMHnQv8KkLMgzDDaemqawmPrrQSy0Vg7TOgRqSYFrIDF76Tmg77O92VXW
fKUS/YMG8nDFyxB85YQnGjpg6uR5zLmksv/R7Q5iHIbnKYnfFOhzw3/VVVfRQfxemWIp3zOD7xqz
VenRp0KkYIzwcxjyP3z7SQx1eJYgCvBBTToCcDTJg3QS+ruf43iT92Dr/A7rjwV2qDMy2E0Ngpnj
iOoa2kVzsV3fxbsNUWvzzzvomoKHJSGIudISSX3pE3OA5GGfs4iCUALk9sEtgAqL1pk3SzIWpzkN
7613HBBxmg4PWRhGn7QFB5uiD6PHBt6k4AZn86bhMKQ+yLESuebJqreRPaNlZ6O045OZxICzE//i
raP4aKPHFETWoCXGJn6yVHGFWSD61wiW13c6jhwFtJ9wzAT9/Gxm/FxvSUOOmptI4svDaCneNRGX
yaYMOh74uY/mPaExbnWqcufnfz7LqHQYeUbdhn+RjsOHsA70d6XtENlLxNK55ZnNzxZgHPS1sCO9
g2rksNwN2x5cmNEYpXZlHC+oAD17g8CZPkL3n1rUOHomvlXiY7xf7j2ByYnWaH3BW0aviGyhD/3z
F7lp8EBmnuBfAd8KZKNpaj6h8nb3yiMvYP2befwGakkXkR+23BaSuVG/E6/M/yqRw/GFU4xyo0p5
hDyBkWqaaW+0LdV8BmxNP/QEdYHcVmZYxvaKv6XG5nMxo/0MrYbGk7nlH54W0Ez7gYUly06+Q6/l
WE7nrh6N3lJBQ3fvMvBXAznEz2HWwQi8//jjcAyfpNf+26jyfxq6/xdelP9xLr//g/7fmVGYxv7n
oftSVzG9N/9l5Hb+c+Z2nPBfwvv86Ln/4Tj5t5GbiduXwvH5u46L60SJ//CieBhOZOiFPlP1v7Ne
/t2KIp1/8QKsIwFzcsi0LP3/ixUFF/B9iP3PIZeJXtgqFFLBvuBX4dr/beqOeotwju2Xl0QmLjOV
7BGC5s7lVG/tXE8XDbU4pR+kaXEQ/4Dxhb5DIj3Be6cDqEBvWR1O9h++SEHwpBo1Lhgsl+kX5vXS
/8rDqLYPREyk+sKwPTmrmvsUzTaxNuakq6UZnouMYXCXhxJev9sx9VjcQ8nGZTZgzIWEAVjEpnNI
b+WiIZskjNLkIK30VmhPrDMPptJN656pXIFpKB+sUBYvZDSUffQTgzM7pjzy2peF/JFXRWadltDL
ajIO2R0PS8xGHywgfljJcqtkzTKUQNGcVUUrX3px4s6Da8pUg5M5XFiVQkiYmY3nIYtfjZbY+lZT
3wbfqmFWcDOHxvOpENgQsCOPyKvJVG6j0SkgW1Qg4y4cXQN7Quj9ogNXay/5gUPUV2fs4rSxw9Mo
+w+s267/GCdhmhzdjhrbQ+w0rv7GF9TER8jB8MWtYSp+xqbBCZ6n1vTk1IItR1AD7XwzPkT2EhJg
s+bzv/xWkgrRARTj3in7O1Y9c+VtsnuA9pw9ZN4ZpY942DgDIQQ2KWLzzBdtnUWTRcWQF8XWn5Rc
GbuJSlaw7/J7RikuNXdDGsJd0hwqDehy0AExg53RmXmMe0Bh4AzAEz0QnMhG8qOJk9rbBuLM3cqy
UOoagXRXGahe040dlEWDTkoOxNNXOAhNdJKA+fFZM3ccfArttmKq2XPw5LEwL+5RC9efc9luFwq/
h9eSMOGyHwIf+NeKkq26e/YCkMyPvVfK+8PSjw3QmkSUA4p5CFOQtYYO9NQ/FkHp5O/3S5+3hsIY
AuaXyg0OAbeK0D4QXA+Cb1CDHNxTSNWgx7YxpwR8nBbqNB2u8gNoiNLzaYxd+glNNegfDMxg+Qkd
eRDvEzFI7NEVPFb8HfSJtDhDHCYN0q+5K96I/tgslnRfKgDDPgskb6yi8khCCu6wT7SPKSynrWfa
1iN1PA12Vmf+KQUJUqaYeRpe6RFEEF8gLeptqJhlN9Eoie2ircz+IYzSO9odgYKiJc9N2XTZcJ4P
hOWh9I/E7IlKCNNZzkcXDPCYaLsJ2SE7/M6XzQyXNeSP3C1kdrH9jrDQFvcv7QMbVzlNclLExS3F
woOUAnR7T84dpa405KLrFDk3gjuomIIn2iBq7YXv4WiHMFtATqTLHz+Za+9X78uJO21d03zgALHO
s5jynRbN4c4Ab7wfTYCVOWAFEgY5C2xmY/+SwDywgnURRm69a8p7rPXEyEF92GmwfFXirMZf770q
k4KHnJepEz8bsbBBFCFf/7Vva6FuEAVb1n98Z6ljLMOxeKP1C5hfWAmdbqlhSfp1YProJbI99Hd5
51eCK7CJB0aCoM85dHOPvezipaxvheWHz3EN6J5RI2i+45ndh90v0iJkktCDAQDCkmtdmbzFeyXl
rbSqgLenSjMWWantkS73dSo+VFAvHIxe2kFhW6CdfEyhsupNPtpAK6eoWT5UajG+tDPcmltbA5Xe
wPIgBwjKVH6U8AU3CAPzUeZJ2J2jvBwe9KyzyyJ0bh4mOrVw67fsGykni729qkenzxkVbXSaEOr/
i0nH+gMqrHkUdVqtHBguZw9c9pMOgebz+uf2kyQoyc6dqZG5JZ3VekCCRpKAZoO33fqMjdV/5pq1
Gxw6EbLt73xxmJiPv+0yh55b879d2cTTWODo6qQmh11+Qww+AGv7BB6RfADhwPgHkgsXZAQ3dYgW
3W7T2eRoaFP5Jyfw+UF5M0nX0pMLRDwc4iRqDbLoFsZsIEiWuA3SRTKTz1kWjL/s6jrvArULDRm2
9Uc+k11bEwQnmJvO+fLqklm5KDy+K9BCS3NcqAehWqyQVNRHesiRKfN0DHpwHDrB9tVElrpElj3U
T6pPh9faCd3iCNTZ5v/KEy+LoG0lcglZDkne4QWomrLaL3V5b0ayCvVsm+KWU4zcsTglMh/3MH7z
qLR5/KClzVw5XW9aJ52l32LXAqypsC7370s75T9ib+zwiMwRDcMhjTTrOGb6bBtn+SyrpT2iJtHV
DeJzQ+uEtypjJ3mZ+8I6FekQP5AE4PyRY30ms95Fr1KO1nlhlnJWyuIHEntdOq3hOxSM4o6r99qC
Hsng45mzvQjrk6AMjpRBhs+U6hH6KfrgMk3Jcupy3PYJt+6n0uGZDAjFkfte2u4MqYoaiFbrtxFw
1Ep1i3UJDLxwd/Lcs5L9qyYiy0Pm5uOmXAIHmyOMU7IdEBFpybB5ljFeT26ZfiurOaQZoEKj4/za
+Tp7zZE9DnWT4SgQFhaYocN1Qcw1+CCpU3y60M+3diB5dnSNurc08adtCBKshnt/2Fws52gaG0BU
U3GUBR+QyY/TU+AjgtGhere6usyDtl8MNaSrDj9JOvovCnjxvcS4xdfuG7XS3YDv0ie1s8qpzPqS
GZMRBZsULdoQZ+nFa+h9iwo7fCXtmgHpIf/QziI4U87RHgaEon3ZG3rorBHAZhlh9vGzkJ554D32
4Dpf9OFyGIQuu+hQ2VSkQi/9cOOMLGYSO48+GfVjm3N7kr0BX1/TxRBBi/qKQQ1RY4CXI+r9K7Qe
uR8cMhBwU7EB+nZ47Wwm6yhlt22kh4Q0upZ4GkVdPhbpva6qKp7bVIKs4arJthWEJVwp9n8O4Lqh
8kNQPUl15jC2NoI42x7LPpWZS0xHAhl5KnE8CnZp+wuo/kTQm/3Rv0EjL9c5UjQKRenTVBaV7y4B
gFPIY8lxifWsRnOUldNsm9KjTLKW8j02PWw8m7FurfE0rG3XudW1eVxmyfYajBEu1yqoLirkStqD
PMmcpkDmkZ9eP8L5Xux9DEh/5xdQzbWDL6Alh7jK7fh3P/bZLejIoqd8ViknzArO24XWugZUDDmP
U9Gn9kNDGekQivJ5MVMKeILtJgrjoy/K/tBauEBNEDV77U/1Axice+Q7YYBzWgj1zzwTgIq9VITF
3qejUjzXWd49yiGK/0g/zH6Keqhf/JI0sq77+jCqZHnIorlhFcTXAg2bHV8GaCopv2lU73606OF7
25MhP3ybfRUv8j6bNXTs1FpXnDSbnrZgRZXdwY7QN/ISl0dpJn9N0rv8KYyY7rg+wkBgc2UGmppe
3NXcy/7acCd8EJHyzrUZIJvwI8ImbLqt1xYdlTBJQo1fk3ThmcSMOVYsQVirqzfuvdlzr1Obr9cA
bhTR8G68beVyLpvB3br9WF8k+RwGa57YNQU93MOjdhSPfY9gOs4pjaS1X63jKfnLCrDfG+Hw3aFW
wXvtM50A6x0t62vAy38GfD48dqL2cZCZZtjxfcUOpfL6d7JgVpcBFdlF27VvPNbBupsDlhHITMiy
dFSXxD4Zh+g5mGbffdQq01szY2JDn6kvtcfdzeM6RKOWjP+4CTNAmocZmXIXh65gatknZGpWzEPc
Cr07OooKrFWXDOSYkzQ46yZP30c9TdywWY9AD6kAKDuHbnbxolRSHy0ArjuCbkitWqDI2sabN7rH
Rt2yiRtXFtvcn/HYRoSu8+G8SM6YGX3lkyT0eLR1xbdDVeWGwHj1N+ntx5zcD3nHpbuUFduZxO+W
syuHchcg9p4d0z710nFeGo84lCxy/1iGJvhQCcuupA12xMKIV7GqASwf2NGmtSgl5+p1jAX7Q9sO
qRcL8YwolMDXhBqzfYht+9WR7ceQl2xlXG72A6Lfjh0fB85cZbyPXbXRlJ+umLW6lzjOioPXJmBH
NHAckGf6sYV8xQ9pipYNjeT1eiKQeHQhqG5dNIwT+iMdj1E5fwxT/7MNk+Ls5ami6LFUvOTVZ08K
mluhoXa1qDEsBgJ5ciNm3970wjQUtY3BQ0/w/ZykZKNGB493U0eY0dj9rt3Mfc3DoLlVKWJwTNrx
g+P3J6Jtu6dWgri24m5jOcGmbbsJz0gA20vpLx6w5WBzO9zC6q5flrrxN3XBz7oTGJWoTMyfnRBa
5jBW5UUOidxwGejW1ty8St/DsCYkXOm+xLHS3edfevz+FgLzrXHAvSyg5Nf2guWjHDVwZXaBLz7U
4pH78EoEHGCruPWyc1UU1qHPhGGjhZFNLyR2qaOGQExpVvQ4TdWIKb7MKDMw3kARzkipd2eghxTg
UvzV4HfF2uthIlHvewmaKT9WWk1bUYTtK1O+s465Ztwf66lkNMLQOSfLVWRNfI3rwHrtayH3hhjl
ubd1wX9Z3BkunKUAuro3WkHCr3CYmiul7VwC5MSIDDWG7pvFsz7JmOfQsXxMJXafvDYI+hgki+FV
6uW3lmE84WGCvZnFLcu/OlXlxosnAOtNZ+fUGdc4jMJ4filM4x84XLOjoQLwjWF3/FwCKuoiaqLP
uWzEFldb+QQEOTuBXZtXxUBRJ6dDudfVPDz6wBYxPM3vkrngPazT5GfgAo/B4e1veTWxS/OJ2cZK
FycjjLzW9XCrITQ4XS5X05jN59Ce269cjebEZ2Y4OHYjP9MB42qBBvsUj/X8o+FleW9GETJydNzq
kmQYzlwOftAO4WxZARfUKnHsdszRXyrhQhAsxIPJl11GX7LVWVR8VmbGD2UzaFdBkp+E78PyKL0r
LbUS22Wf7+bSXXZxRNpCi1p9MKHMl3l0FLqpFt2+5xw+NXawXPqku5kQn6JBxNxVMUTRlBKVddgn
51mB5e5B0RyHvEHtqIdgE8FcA2NPEU1YOY+jw9ou8c1bI+gF76vY5ZRCTki7/okDe/pjOtUzSsQN
ue9YBKyeYIU3EiqjlJ5z9Of+WRaDs/ddOf5Ik7TcOs39o6JCGgciqgionGz3EdyDWx2qayZ6ds2V
Gx/de/NF0tHqLQJR4gkECgiMiaJXh1xoPTHXW7Y9PHf+vSo9yzwM9SxREWedThG1jNvuGGBR2i+h
ePRr7/7KNrzGjv3V0lnMNiJdVhF/EuyhR3WgaKk7wGjAWd2ShSL8Xh35ng9nYuXL1QCAu0ZB3p2B
DzJ7OqLjopFQadRX1amkQnDliQZI++LegAGIbWgPp9TJffKF9nADZ1Vg3kutm9G6fLFtiDBBjo3f
i1v5c8qpj6NRqt2kVQSWULraxzaj0gOlUfGTLqJxD4vmuzNOcoYOtGwdr/GxGGjxJ/dpMYJPksNI
QiA8FWU3Ecfk0rap/STeIlpCEOZdPN9BGNw2B/nhBqb5YqWD/zRAadyg2+j9kqn2uesanNOMQSPr
rPzueE1lfPBj6AMxwucvG2A9DkLLo/GvUlxv4LKodCLQ2S7deIKbQmV5QtrdBiCwZnStTnAAhvcy
Y88suIc8435x9nQZdnvb96IffJIjLM4q/8pERKzKgE6pyfxxl6+zM3FO2Kx2RCArJWTaBgK2iD0Q
OuAGzMDoVcUDmN3xLCcFURcOK9kEY50wYlzwTo9bFq4RSSMz4eNIKwpK4sL8Abxop+s04uerDRUI
7RDfMX4x9fMEaAsHxQ5vf1g+p3NK6+NwxwtmGl6VEt5XlzQUVU9humvnhhm6NoLgaMh7m9KC+sEO
brnYFLEe3I5WujFr+2cP9sJlWSre1LkiM10tFZwEEDAafsnPRSZLuHJqHydnHyxPs2/cd8j4RP/d
pL7JlDGRXXrRXdjRDySwU++pXcSy5wNCTIlU3Td94hS892UpNq3GvVwF1vyis+A78l22e7OZjlR3
489vAnfY+2Uc7NJiwc4apN7qPt5fVHff74XhSEFVOW0VXUodes7UwkmIWEtmwrKuaKboYEC4rhTK
pa/JiOaD6uzt7V4a4IOVStdZSd1BowQgYR3b16kz/ZmlYvCSDGZ+CHNFtbVPvngCh7RqwhG6lBVT
zttXfA3DbAIFxdy+m5uRfbmq70mzDOZQD/9VZ6AeXHB+6yFqaVZAacO/qConZz4dow3q/HBfRk1v
DsFkwtdCQGmJAhqmuyGJrtCVlq3FNo3wSHiXOXMvpCxJCyv4ri3Ov7u2izaBoENWnKh1spkiVNdl
qGlCvi/zNyNut62Cq/yKDD+3Bx3MBG94falCYiu/d2PGWuOW/THOkpjhKOm2bjmkZrf4o/6lSnW/
P9OO8WVRiXiDzI/phi/N9JZoxlnp1sEeeDY5cIcInu01lKhKAu94VhTiTzR7NjeFEgNy3C5fU4yH
bpi4b7qL5EZJc9Mr5oxiW0pT/Knhinzb6b0XbvGdn2RTrftbM16lasIH6MCWw+DeOZSzJt6PuGZS
zxIpnuzWH3Gxz/FRKQt5fJAIxo6tLUiARuyzIQH1pFW3qmp9DYra30meTuZUb14JVUPQityfNEim
6ybl0jHGdvWuxxk/FTSSddnOwbpvzUNOgnddgrtEZhTfeZZNB662fwL2l1YGfxfV6HfQDY/0DuYY
MvzOeTaikYTwHFDeOKV2SZbbRIxMvkF1dk85MIid4nlccS8goLQMag1eEmkh+CFnDvSZjyt3luYq
0/pE0wQfisK6uhBfVlxeb6Mi70HeNY6tT10Lbk40Rn6WVLjGwG0RKwKHG0jW7Agcl08L1sF7ZnZ+
5RrR3uuX0SQWtqOgm7CQs8akc4nqsMtEzfHOqntGXpUzV9GE+7cvnOLdZOnBZcV4UpARNgkQ5eNY
Juwa6zRl7K9Ex2rcc76WluOCwdzbc2y/0uku10LRBoeYdjF9yz3Q1rZ1nHV+TUeWxjkgGJ5k+6Or
4vlHm1Cp3tlK3QVzltj0mKw6y6TP3ZQ0DzFdoxdFMdu2deQLGvpbi79611jWm0cxPDXxLWZ6gOy8
T+kmTOfg2cqCM+yR+RHZJuBJYxadh/GS+7r43UsOxMFv5q2foSjAa2AMgsRwxB5FT9Bi2ZCbp3FL
IVX5EmR58NNxZi5WbsjNDZrZcc5nTQmSSx45cl1GbS/2IeNVr1RLqrNZcn20u3baSYa9Q2Rqaj9L
+plYmYTPKnaIDvn3ZXGS+0+VF96tMqN+saE8YYnPppda8lJOJnBWiYz7H1FG4IJRqHif8vshK3Ow
rKUzoa55Jc7CCGoWW1mLl7h1XX2wF6xCcxNN+6wBcrwaYtBjaSJ/Bg4Ca70QO5j6ArHBqaxf9Pcl
VxjE3WYqeYAH+Len2m70cyxLs9fxkl2CyJtusUP59B3GQTpVpKhoixI7ugX+Oc+TA8a/7HkKkmEL
XqM7ZIzHmHeSet8g2J16QUlJHyroBNrzjqWDGBzV+cOkdLynEbPdyBoolMMK/aErJnMaRi6TFb8t
jEs+GTioRFkR+fpeD0fdgROH29myspe5TjjXskHtoLFHb6StUWqpU+TPICFh4phuuvkEMgkmWV54
1oXomSVG3gQILKSZGofzOJLehcJU/Is6mojplCZbSCs7gGv0qEiaZdQligCsu8uy5sISDNGlrILH
IvfceNuAYSKHpz/9XkD7hGNG9WdQADrjq7KVMyqSPc7I3Hrwn20RcDgQ/adDJw6zuyXvUnWYXSOI
59LNXyMYxc+ejmiFxHboo5z15SHP6/QRXTehcmxIb30DnL8DXcshZqX5VgQtqL4BdZ36yvSWjv3r
EBXlUw2eFLSWw/1IOxF37WIGuB57qJtACmu++ku9H9NBrsK+qC93wMaBjA8TPHuqSzCW1XPYB/LL
TSwUTySP+SWTqVmNfdDiDprGA8U8mHo6+IttMAiU2TDB9jl8VXlLEYIrku4HwlQWr0OhkqdepeDx
wFGfmoZP4SpswJ3m2CwPIMGobjRNuDG2Kzad65GVQPylznHKgAjjywWFHalD0LpXoI7T77aspsdl
DC3Usw4rBcPIyvbaFtld/zKJPx0Z7xbESC5JflhcW8Xet/Hqi+tx2ze5T8ppUATaGVaXeeuaZCLo
xT8I8abryi7dmmwyxJ+r0iWeY0TUNFeWyuVL1uLTvoa5FDcGeyWBW9fqfclgxqTrNh6req35bDrk
eWYvXbsuTR+4i+8eN8ud2MEEXubDmPTplvio2qFiJ7t0sj1kaUG/YAxUWW+9IXV/A3cLWdL2bjQ+
S2jDzSqJ3BfA7S6w3dKf4ADWztTgm4TRuw5Tr6dpHIxSRr4fdyU1z+JF921R77TV1291xxcepbKG
nTwvFcWimAfrWcUnCn5lfKTJM+2xjGCAxq+TBD+huGBLYbfOf66GiQdGcZm+/0G/D31MpNNYwQl1
bLhyZKIvOAEpOAuKHCmZtni1Fp389r3wSm2A/4uG+XrrJgBjuyp47niQ6PtOg2Kj2XW84DGFFRjZ
0fLg1BgkV5Wjxc1y3UrvTMSyoyk6OTx4GAL/1JWcrvbo8daPTGzT0Yp879rlsfxIk0nYxyFrsmvG
AEtOZ8bRD6YxSIKtCevxUQKYNicbgSm85RK/HL8mzoYvIanuWE9DpDGxhJUZ1ipjrcD5y/hK5Qg/
xAEFDU9QL/PmUSe9hSIFfuXVb42ndpkv7fEtCXVnHYtexsnv3pIDQ5rF04MVDnNnquu/MKFldlCS
n6sR7vg0LjHOpIir2cEZdfW58PHaAVwnwFX2Hum4uoIGUU1DilsuTUeUUwtWkLK8HT8wymksuyOT
BQtUFe63nDjQ70ei14XTjrmvPQRW6z16jArHuZ+GX1x58zVcp/uWWRcbOeX9BgwfESUv73aa7R7Y
pck+QBw1lzrN5LpzZbm2R7H8xZztvZYuKNg1tgL1Fni+vOZcqn/bgF1vZpqCd7uNappfaI0Daccm
N6pk8jC4oB7hz0e/a49i3SWrAEGoQUx7Wshqmg21B11PF+2DssMA1atF+V0FSM0Xf5zEN7ar8jDS
JH3LJ/0ux4HDVLQnr24pStGlbm/93DQr8HLzX1RPe6P1/Xo1ue5nXc9fcaPrc6och2ik15MuDMbn
JUrQedKY2y4ntL3OEy6bbkbgAc+tOtnRGOzbild2Grn1ljxF66Ab6ysmQfeQWKq+UAPAI2zNiwML
sa82CrcaCdl8vqS8lcfSd96LOXF/tsp1fmWK5yenCfU2U+HxGHZkxpqQXUpbRWozygUOu8nym5+P
5shu5pVrt0sAvfAnSI8Rf8SpCS7wwdhiDeMSnGE1BQeefv91qHr7TREGvQb1oN7rauEzm1aixgPe
ADSLRzwMuHRp1ch8+xHXjFh17Gjfg0bnt7hLZqx987jB9lBfqL1440Rybz2m2NNQsp/F7sjMimXa
Z2coKrDeWeiylOknDBvI00Z5NTyT4WRPvv9qFYO3XkbzQgvcNzVEU7zqU0QHB7X1VNlmYETzcDlG
qbP16iXa4FmksjaPK1whCHEtWzcyEPZZI4tu8sAPDtpWyTGHYsfELVq1Mxxe65lD90c+RWbX+/Vv
E7scGRyOMe5G5b7QulevlUSqWXzhQ3wdQQFwtbm/dHnx2NaYARRVmsB/Ba9XLLjsx5Og47lLkkvn
tO4WYelXJ2IY2thjHLoyu3kd9yPL3YU8PtZWfeD1cg+sqj2Qv1ziCx7Ep8E1wcuCuX8LEfMaSwXu
RAzDj4RmzL99PTvQxMXYfYfj7F76pq1/za0Rr7SzE30ToXMbqRf8i09h/tuGtX8oLcpgWfG9SDFQ
22JH84Pl8pqFsfsSu85z5g/eWxpGW74KtKW4ojjmUUjEkDxh4Lak/Pg1pPvK6ponVlGQBD38J8IS
935u475k2QIRo5h/U6/zNfogz9eFG1YHU+Q3Rc8xmBfdPqNbgvij2yq9Rdp5iAPQaVvZkBMI5/nu
XJW12N1VWEzarFhTvp+Hzq2glo2+Zhs8swugghbjg8Tbnos6Oedx9hEkSUL7FJmKHzlhHzgjuXfj
0SAC2MqcphWlDnnMidGOLb+k0fgPA/4xRD/PpeHIEDovyVHa5Hi61VgKh/cppMTBZSq/hDIUz22Z
7YNed5tF2NMXT721MdzQXjNyLtueMM0qoeIXj3yEp7vm+uEMvfya2RkclNDcr8aZZJjPyvw1tvLk
lVXRdPPQ6I+pjgi59yM3hDaHMuHBpAYIQ1fYe80q4ZAV4YetI3Xyo1DezZFyZeVx8gf1Az02Ka2c
dsyE15+w8eQl3zUlhcQZ0tJUD8Eooz3ksmPt8M4+GH4YT7MVG/2AC0ft4rSmhlKDnQUqnmZriz3r
hqeMdZU27StPS/RJK4HFb65PxFM3qB45T7os7i3g+0w+xXAA6OcfnXufSW5JdSAukq2pGOkJ9qRD
+qOE63yyTQzTIui8fd7EeqsxrF5E33eXyhkppsJWr5dN2tqVc8r9PJEpF+ophlGc05iO4sT+ZzO6
tjWfTItzY8eGhOi18s1D4Wakix1wzOOuN0qkn5mNmg2hx5rTad9XqdP/LYMBzE7k4G5aTUvRZlc1
xm4Pm6f1bn6NK28jEzM4/Ckx1Ng/5BREwdXxqc56sMAnMqmz3CUIFZY2tQjIVuECZCmePes2idQL
LkOO6+gsS0ErjrAKUn5dnpT9r35xpfWEl6yIr6xyJ+iErZT970WGY44NLKW/48NYbQTJwCGTheEJ
jTOzq9XYVSs/+Qob28n/JtZkkSVxWMXwPpmDxw32NHitAQnYIGvIsS3hJmrziM/YrO2AtHOKuPyK
HmPIH2MtPBddtTyC8Q0OSaC75LhEZdhuiKsUqzls4q3T0nsUDSTNx9QON4Mto9fedQ8V9RpwFFrQ
cPlDxqr8L1pS99Mn3PblWV7hI565Kt9U2TL/QaFYvk0zOacexNnX6IjeP01l3YB6Xxi2dpU1ZvI0
1y3P3KI9igbSxFo3NTAAH2cUK5uIqhasahZWfW9a/ioiFatZyojjeqF7FlTnGHpbOo3AJ8yB5+z6
gJmojIfm4PEtmbdl3Xl8CgfWDS+9Hbl/g1mNxw4Y8yGfqRtcZWm3REgUGDHrlZHIbFevMXN/jpUL
anDNUsJbnsiI1fGmL2nucx+SeUrdj6GFvA9A2cnn9BvTZ4Ka5qqsG8ablau6eKLVxY4xxYnFH9rn
htYFCzRNIQucXHidB/+xT8FinoIwzEltNVPKFTsI+uFFuo0tMuyFtkdOHp9IjOT/r+ydV2/cWLqu
/8rB3LPBHICz56KKrCSplKxg3RCybDPnzF+/H8rd0yqWpmp7rvYBDmbgHk/bWuTiCl94g9+4oOIc
ww+y9eD18ZNRypVp1zn257aBOvOeknZXTQSLJEcjQynrpe56LzQS2q9pNiKv2nlYkmKDThVpsPFz
odHsZIOaeE8cjnH0VFUkX6KoVvHG6gcEKmvSxmzTtRZmG6T1Rg1MI8487kxBUTxscM2sbK/DLi6j
L2CIlBp2fu62ws0/JiTyb6Gx/y3U+iPS+p//z1ls6gCZT4CyX2O4BD8ObTanv/KLCG0of+iaActZ
pG2jUH39l0CgIf8B11YHYS1Ba6Yc+zcoeyJIKwqSVYgAUqzTDf7Sn6hsQfwDPUFYRhaWhvxF3ZKt
38FlH4pjGSqwbFysdMsUIVybljpjHgcQLQO9qkWbSMPS7zLiMbQzoetLMbR9oyyDC8m6/DBBN78g
3x9NOA8pxoxpSgoIcMrdJtm/rM6E9lyr91PQnnTFC3S2saJukOKRa+f0KManw6iaJkoGkbY+9xKV
3DxRMGIQbTypJjqPo7ibirMJCT38sIOvWfQUxRvs0GmmFqNTWMsgX4oRPTs8GLfFA+JOgrHT430u
2C5O7fWyRsUEcQcCLGzu5SU+LiS8VWOTIxDBxgSLkgNGwLyU9qi/GZnTtRcTbLdc6GhmQFRMluFr
9F15RcZQG5eC4Igydh2rEHm2t+Gt6MBo21RjVeS6dNkOMJOHqgb0G6+JviPuwuvFMVqKJra7PD1b
R+uAb8JhifYkipWqJs9kxLqS2xzWCWKDMr0oEUdUv0NHOAzbu0iD1qSNXg+jW789Pexn30g1JAtk
ooEJrTIbNoZ6OGQew+K/0K/IEsj/rSo/IzinHIqj/VpxhizzYqhqTuQDqAkfRdIqeegLlS6db2zb
0i4MW03XfnXVWdkia98QmMnxuNDL1yR9rOK9pF0nGeK2nPUs/wEE+7JflOpWAvOKR8tNaT1FaGWk
4rUh7ySDsPc6wBq8G91t330dlAc9oUzWfvWafR99a9Mz++fT1zFFU1eZOnnaRYevUw6+gelhKNqe
iVT3NWgPhCfDle9ddoOIlA56ZuGklhYvUaax+8xaaN1NiHYAjnMuIEVz3eTXibjyi4t4fNWCn4K/
bQvVjg3sKSpyysu4rCBHb6PC8RvbCPcWPvQK0uzl1Ey61RvAadxizfb0apgYIB8YIu8Hg6kjyQAx
3FDxJT58L4gaLhBtfbRjGAsL3HFXFPSxJIIbDkC8ZbfAMTo95Ex64dfSsOiaWRqHNHLps7lUNJxk
UxnCvaciVxe8xkHk7n1NBa2cT/RjMFZB1Gwyi+OwybGuN0fDPv0M0yKfvbZqqLquo0xh8d5cBB9X
J3T83ChTvbfxD6EeI18qKMEnffqG8ai4/v2xTINqvTjFRlwjh2PB9m5EEE+jbQbAnPpmIZqGAeAq
AybVie3q9GjTT5u/mUXbnYsKeXNJnLb/h3035PDZZPTHbblWLrHuAXsNMmyRyPD8h7h8jAxjCZGM
3qR5Zst/crBwfxoqaiEal6w2u9f6vi+iotZ4Rdwf6YPV4Xpode/MHfPJKFzsiHMYkiRK0KUO3w8c
HF6tvKPt19TJm7SgnK8qw5n1IU0/ZjaNKJVYFncZLC447YfDRAjKp0pD3xqugGPSZAI35DtKI6Gk
RkkeYvF1KkSgIXv6zULdnTmkP7kbNIhZqsrBqRKuzIQ0oZZT1wRRhGbHOLWRX4saaIw4tEDKq2HY
eVpgs4LPjPrJYaBJRAeQYkVGnUcm1MiAp8XeCHKvj3CTk6hgWwDXET+lDU6R1v3TJp7o0/uR3fya
0I9xyacjcqoaokzDXxSl2TRLReR12AvbYUZnRKXPRkbnopM1JtIyF2i1jaHlnfm4n2z+d5lobWLH
8Z/poT5skdxNoOG0/WAn0rVWIjHp6ejttlb2czCVM8v107FA8E77ns04iVV/HMtVOx+nSsaipbHq
hkBwsh61Xj1E1HMQpDNb8LPRGEm0NGJcTpvZdLp1EHsxC8SOmod2kDt60BldEfxpgBaqZ6Zx2gLz
LaJjlsnNwX85SA9fTRG9nm4fOZMcAHSV4TGhXQqC5fR5dvxKsgh7V4EMic4FXd/DURpv7DwEipjA
CGFtLX5p2+jboNFklJXgzM10dHZaoHVU1VJNTdVVbqfDsYLCUpquAjtqqVx/UHu6TdN4iDNG4uNQ
4SRbSiOKMCDQdX93+jVnAklcioytUzeUDZyqOLhnp6c/QJakyTAFGMHbWKYPVQhLswc2aVew6yMR
GyAg6Q1gzFXrUWUrx+oBCMC5zXG0I3kOS9SQazIQYCBCPJwDtwdWXHWlaHdj/V1mdzi5qK4HN1pH
MpC6QKBb8x+8OuEogYBONqSps08cFuaY9G0j2griQYsJm9MV1q0OCYQSo4pqTyDfBk3WLSytMCkt
qz8x0KFKNETnnmQa6WBJc68w9WR/FnZhqjW7XETBnHSyQLCDMGmcIKknRpywE8MCpKapXU8VBqoU
irmCpv+FKqvgtKK50yx/L6itfyboPLoESDhJEmmSKqLKeTy7BJA5p4cohSMgrNyja+JPp/GywI+h
QCcCcoq/S3L/5+mvoR5ta4vKsCVjbEtyQLY7W4iyp/dyHJgDqioZZNmfLQmC5z1n+Q/2DHqB2gIW
hYvym+9U+soaHxN9r0Z7sXqJ28em2crCi48Q8uRRnC9ug0mEudt4mLTgyGqk68muUPsBDB6VShVF
2fje9WGWOLm8zbzHcPja+hQjb7voqq+uT7+a9H7+HX5fIt0p8IOz/S5Hdri4R0GXQtg3XDflRhV3
AtmnoX0fzJuE/m5ZfS1S4L46HhNfsvjCNclav6AmStc38UlhtH3ZPUogk73iVgW7ENTPerOujWcz
36Sktdka2u5grYpiDe4CJb3WzpHPQMZSWHpOod94nVPW26xa4eDhhttYwTPyNm1uBZw/46tWvlDy
1wzlrA4l2WijUNbS7UbHghxdQlt57r/G8qqpn1r/Po73QGG0BvGSha6hFKj5z33w3I4A9GnL3Y/I
vSAwGyxRfwad37nOcDcBuseF2AEhrkER3dTlhYxXXfGQWdTjWVdfurcQjklwl7pO4K2jeIlAlPyA
y3Eq3vjjnnAcLhFdoWp0rNwGKUqarSkXAMJNnO9StHqpM3cPhntfNEvTuMTvlfBFMLdTKArAoDAu
gBCa4qb9CrWvn+ShQEMg326j7n+Jea/eXIvyKonQcVzkMNiEHTyoEH6zdOO70Sqot2P7LfG/9amD
SAhwDkyl1XJlJKhLooEpYVBlKq9ojhTbCOgk7M/WcfsLjA4kDV2PbT9Bp8/c8McHJmvKYM9TWhJF
Ut7DNWVyOyUpdlo2Ylj03iS0M1HtcTwheWrDGEdDzvUzd+JnWxQhP6JfSjqqKc0yCvDOWVn2U4zP
/1gmLf0OM4bvcma7vFeF5tuFyExEOYCbSRJnR8GEqSigKQ52114Dv4JPqcu3GIhDTRjfEB4zxZe8
/DI0d736XVF/4DVDV2RjQm+TkQOrbMgWKc1nKHut3aDql29qlNKsdTchv/2lVNm6+RzCl04bp22f
/dupU3YnXCS4rNPTcPxbkhZVXmBCNyLM6+2MqwTsvL7yL+qrGnGrSfJ7MRZLaw1AYl/cy6hBx0sd
8dTAxv0wu6WkkFnwftfevo0v82aDgyr+LlukkVMcCt/a+osZ3KcIaA4/x5UnOnTtEKGFgcump+S+
GAra0kG8FLWnfHyDmaW5FxXam61tDvsAHk8Fi+e5LPe5v5ElkNV2395TETCNRU3Xq183o912Vwrq
0hjxQpMsVqq5q6qvdG7rW3d8yuKHRO0XKruslV5M+NN10u1qCeQPDgi68AruXM2vlYpyGGjEsrhp
k13WbAyancP301/8KNYiZ6SQTY2DI3L65+FSrrM6Ngr4Wnan44OmBe2bViJZLWjqxejSP/790SSJ
OwZ5DJOcY7a6MOZV2wrckI0p/TJUqeJ1BYJuBngsO4UpfHq044yOki+1KNNCBoMda81i4xLxFKrz
wwBNz6TRngCG9xTQw2BJ4eiw8vTI6GFLRUvarvegBrQz1880e7PdRJhMLKshwakCgTic3dDIM7+J
eN8eP+ZlFAcg0mSrOrNrPxuF3gj1ZYJlQubZKKVYjWZkFsBSMvN7AIxsAd39XBL+yULhhyuyDh5/
+nJTHPUhg5Jjq1VU8Io2OpCreCyNieoEvULCUNMwR/nMtzsOhKaxKBbBQdUobMzCsrDIrKRpCzhi
mQ50S9hZImU0sh3EvLH1SgFkG6afnznY5y+JPZxKxZyyP1V/kBrzgz13UYWEc2cjsPY1zzp4qeaV
PH4rqkA484LzxIOhGEYm7lYIu2EBHc5n2PapBwycsrZk4ZI7wmkBOaIX1sPUQ5bdXRuUtqEEw+r0
ppjfXVNXwOTV6A0oxJfvScmH74iTsCIDXq0g3XDS4p8VLpDJ0GmWQUI3OlscBePMkEf70JS4LS16
LzSfdVL/2QJVfBHFidagsK7ldGiF8gpGk210A6B6IXJGcAIYOsrrpinwBEJk8vQrH39VlHcYmLoO
0S2J3uFUB7EArD2yMtuCWmOEA9h+xJSW5UCtoR6tu9OjzVcuL8te5JKmWEUsPQ8OKC/pLibZuS32
11UHRVIEjGoWtNHz2vBXqBa81OnP02MefVSZJJbilcL3lGlbzd4QUmo9EsjiGmD2KOrJuA0YIF3t
Ap7Dssybn1GSBWcW8Htp6OPhZsoKoQ9FB5IAhI202WaBwSZIWeMmdmbejMGK3i3ej5dm+WAU6KqX
wkLMiRhBKJWAjyzk08EDJZf8hrbo2L1E0QqzT79EpP/Fbx9o49N8XgXgFrT8ssmu+HXIQqezSHnb
hYHWP3/Wym8a6YGfAW2EH6BNtrXVKo6mvyokOAy7l2P2cHpyj5YP72mYFCII+KbS9ew9sTZU8cON
UnvIy3u3K4Vlkatw23pE6zUd5cXTwx0dDNRwWDlTG8VCqtiavvWHDdp3iKf1fhIAQiANBCNGAGEB
+8xlJ47jn6PiA4AVAxTD1Jv/YGSJ4QlulalcdjjyKAHiq7MisIcw+oGTIC6SHYqnCDQKa0zWVlgC
IisJltc6M/DxDPPKFASpmBMcoGd9OHAjB1GlYAZKl1JcD+LkfBoYJFtDbS3z5NxNdtSMMJlb5lVS
p9oLNdfZbok1jM60euwh8FY0qiq7LEFCJVW/1Tp9QAi5X6VWm+5plHm2HlcZanvnai7vpfHD3UMB
iH4o1WaehWbM4TsrOVquSdn3tgJcIkGqSRTAEj5ILdGojNuWGjgiyMiNKHlfWoHuKR3WYKtiBJDG
Wxb8mGGRIEYgVJ0hAnqFSBaGwx7UFqBpbJD03qczZdYrUb+xii2JPXkoBFw8VgGWAHHByLd4pfmC
PwabiV/ZhBJqFCUFDhSpxvixC1Y1VDAinoWSM9ily49GvgtJkTNr/rNPok1fn3OEJiW9hMPZaEPJ
9BJocJSh94HUgzPUkvoiJhGBFyQtu1RcoJag2aWn3WY1InoytqlnDrSjg3tqlgMjoJCKfhrqZofP
ILpaACOJVEBqY2ExImvVmxhPtI9Gb3gQXTEO8YTV6S13vPK5iTVTQ1v0vTU723KxCeyqRmLSHuvR
bhrUDuEDIX+gUhZRxcXpwWhi8AoHi06h1EWxGIgEw3JLHb5ilzZwIIWutsVb5S2742wRH9FA0XFI
9m5hQ7iDw2+FN6QN6XpoJbqHly1Fn2rRR0t5UqJciA/jhbftU1tK7AQdH+07vzb9U2NdA9EJi7Up
YYNQc2DDClReJ7o1S0hYyhol1i0ednAN49JJ5bts+Npjt+EPC+gmGT1RYZmISxIjfgVuClcJ+m6I
DHSxrBI79G2AWYVG9cHR5CUW6WhaG81mYgRifoekOCb0lDL8FRT5Qlu7IcqYCIJBV4OTsUhvlOvx
poZ2iczvF+MJjx0QCD4+QMJGSje4CVnqWvW+pyakwzW153FvkdK1S/ofFLXke92zM30DfTW29rm2
KstVGS5rHELFbV6tammdipDy99hK1MArLag9a/5PBBqQURjl9VBv0cSbPC26VfhShdeKt8NuJljg
LONfyvv+ufuZXOgv8lq4TH8guNZGmuNp1yjMdMNlptTgklcRThrDGwIXefQWJLcJxFIMhW6AqXnS
DnQaxmHYQSMefzWeOaGPLqVp4Uy6gZZI2EoX7nDhCLEEOsodWTgVssaVlcPGNijqKBUYll7xdyNi
fMvAkD0blSl9e2bhfrpu6W6weKdq+bxIG2hZD2VVqm1NTJ2sDBfw/e1uaNcC9Fa+lkYvp4UGCMwX
gECbJL+bF/D6OlAAaj6GalKsP3x9iRcO9dJjqQnVLsErGFRqcw91mqpI2p8Z7OgcIi6n0KNxN4nT
cTQ7E8zAN2qjgq8XqqW3qQb3igr9KocEuFCG+NWrWQzhULRnTgd5yuBmhwPjAhYyuRdNWgGHL5lE
QVECzq/tJAR9KrXyhN8A1YrCorrm1E4uAg2FZAMEDviB/rqOdayi2kBa0iMd7YQwDU8B/wJzvspO
G/kHWFtzR9wmYxWntf6qDgTqi0Htok6OgPXpNXI8a4QQLM4pwldFQFaHTw+vSW4FCy/HViguSq2B
1AXasyNmxMZ6IjFnT114Jr2fvsThjDGmjDzXBKXQLHN2a8HhNCsU5wrCtAIPGq1f63qzawv5gkaO
wLGanINbHd0XChgKatmWLGEcQbvi8C1bF1C12gKJovBR72LhW4w6ltk1wr4bii+/O6NTLwgY2bQM
JUucrcMgy9oKY/nMFriL1oVINQ5NEs4ZjNSMxk49y9oRFqdnrsTjSWXtiRI3sGzqlDpnibEVTETG
NIMoKrcFxLrKAW4jrmNXHiDlI+gWIvJ9+k2Pww+FBTPVPGmF03o0p63xIeZONfwhCj/C07lvcVyq
qTJ2LTVNfWzcbSqDP671uEMLLsG2tJELpIc6f9lK0W8fs2jATigtclVLled5HAwoJBAKJbHFSEaZ
CTJqYsXIIgbJ0i06tL9Ywj2a2Ph3356eguOFdTjybNbh4jUGWjeMbNhGb7pOawUWBE3NcNA0Pz3W
8WVyONZs2+TUnw2Os8SuCuEFgXmEPhp0kyEMKfV+rC9VOSxWSPL6Z8ad4vrD7cq4HKscBVTJQHwe
fuUkgAycNz5FQKRXl82ACUeInPqZWPazmSSsJ8XgogAVOdui3qiFnuDLqQ15eHLs1CFH4GxRYspg
av45sMEnS9dSQRmxcBXjXfP38KVC4OLWmMGrDvv4LdCjnxATYAhJ7lXHzZG5hZMRU/uxYWzpPHob
WqHb059TPr6dp0fQOAAVRI5BNh4+glfSrORyRGmkfcn9qZyeGj59+zC9hG+NUkfZBhcZinuLWpVe
1UGAh00jACUx3CmA2l+iHGkuGaJ0mkZDVTck5sS/Pl/6AjBtVBh/+4blgRGaYaGRejFthw/cKBoW
DsBibT8UrvMWQVRPzVd6GdmxPqwoV3X4LWOYfHqejhaGSn+ZkhBgXErumj6LoUzBhYGForc98XRX
aBi+CF2/tFTjSUki8z8ZDDEKVKrJ5KnRHL5i5poQzio/gq1fetzeET2NSPra5MjV0bf93TcDH4m8
NckbotNHUGNwS2JX+jQ8UG78VhZVuslNaw2F1k4l9Bh/f7AJcUYsilUVbarDN3MrnI0ECKc29csN
FKa15qrtAumLZNEH+s/Tgx1dRtB2MMma4jHuW3Ue+A1CD6gNHq2NSCZFpxBfvMIyXyeCpZQY7Tbx
O/3MKSWdG3N2GQlIgxltQDXEdME+oOWAwQfedTgXiM9NhWve2NPGxr4wkvR+KfnlxvNlaxcRui9T
BCVGkjO9F9QLwzXRtFCMM7iVo0iLOQEsQJ2GhpEuzoFq/QApnXIkQhC5KWCGq8TXcv2tyFyUZpvB
tiL/xoy7/MwpM33Wg8MbcI861eUZdsph59Fpr0MXlGMk5thI21gYv8HXP1f/f2+j/j2KSTVI0VFK
msgE00Keo6lMsEeeLKN5GeFgtBKDDGAvBjOIUHa38KfybxBzb+HASZtBQK2rsaTvVdQ8D+p44fuo
NwndmE8iO68cvPm2EyexHUm5r0pYLKdX5uEl+utJ4XsTJFCuY5nPThOUgMvOFfyQqqR+pVjJvi5c
VDcqL9zm5LiW8tUPvMtAH9Qzn3/mXcbIMiV0KuqTZD0E0Xk53U9x86AdxJ4I6k0Iv30BvWFTFnG8
Qp5bXougoisNRLEreQFea74TIAeJt5lWli9eNz6enohZd+H9eXSL+sl0rYOd1GYXbh8KnSGiLG0j
jqLbSoEDg2kLnlE6VoUnp5dl67G2nkHeiIsEZcsz+/Vwu/45PEUjrPNEouQ5gjJwG3woQ4ZvMXiy
ITB/ERDlHAXxBlIe/OlW6M+MeLgB/xqRLE2jaascJWp5j1IfTYVJbTEEoaaNBuZVyzEzEczzMVcr
WtRS4Oz/WnH/n3z0jymi+ffco8UPBNy/v360YJz+wp8WjLr6B+2PqfdqqiCndFn7x//504KRfwWc
DrAGHWg4EdL0r9KsrP3/+oci/wHbWNSndWMC6ZjQ6H9yj/hXHDyg9Pm+Ex6YBtI//+8Buraa/f4j
2vY9+Pr7RJtwZMZEzaGeqYBv0+btqKJJsB/p0bGFn7f1tWidm3hrodKvgtOQO1KJOyqTdhsNe8+M
NkmLo7ABIgGCpOVLV6HB9SMgZjM8tkhuSRV+2Pj4YFSzTGo42hDvTEHYoexjW8p3tX6x0FHqiwb9
A+8pj8qHpkkpNMOq9cONVIpLlM+MMKPINk5x0FJwKXtzYEClffJUvGH10h4zSH5oA7ioQiEYi8it
chltQ8XalDq6cJOntRUM9Ingzy/kNPyiiNqza7V3o++vEddzIqu+0LW1EikgKyK74edIXflbEdbx
xM6uaXT5Wj3BwGpVF+hIURXr9Bu1CZ220FYfltvNr4/18RseXn3HI80inrzII4xm+ISWfCPIX1vp
4szPP4xMpwGm9Bd4AvaY3OnmbIDCENJKDpHdMb2rQKSIat6PEeEF6CwVueQvHrbtVo4WdhEBerlA
K3oVybodhte1WS3LGld13BHL2N9Vgmbr7VOjVGAJHwlCsAZwF1WNyi9/P6yz5fSzwHFeWpMxek2f
UrkVkAZCSBhpKlR7hswZ8syZdNCQHHNKxKRHIdqkKNRM6giZtivQezo9AbMr7c8JoCHPHoHqKs8z
Q8oChpt32FVMlrd+hnXYW+hRSW2e6BRvIvK4GmN1A3oShnopkxLLACJ5vNPP8el3+PAYs0QqwVJG
R9OhXGGwuAB7hpIYkoAGbUZNPrOmOHo+hFPHbzwLp7JcbS3f6zkWlBFMmbhwNZBc4rk3muWGf41D
2GZRSkLEd8odP1RWLL/M4zpiZiv5i59r21B0FzG4PfqZa8F/Kq1LHcpBre5KsbkbhT1FJ6can2Qr
QJ6cuc5p/LiO635z2+rMNXoYQR0/2iyCUvE2bauwwS7Z0JDlwWQBg27swBYTwcSrCtxgBeqb3t1/
8pH/nhF5NiNImrh5y0cu9BjEDtQ4OYTY365i9/eAQcdvODuiUqRQc69hqKFPqUCg/JKcyfyOjyZO
DtLavz7v7OTw0euPrJIRuuGlNL5UzZmj6fMdgRUENse4SMwzdX3S8woNDtlGuq6HtwZwZ+UhqOu+
nf4on26HqSVmgRfjzp1th8CAa5NUjFMg6WK167x5FMf702PQY/5s05mEbRp1dnA4s/1daZ4oivhT
rJIy4oRD8mPgpgvMrTxC041EMHCA4Uck5ZJuFegXFRHr6KGgYiiPvZdwhho/ZS24DrpmYSLRilB0
/9DWDRbtAe7nEkkjYiYwB1ykw2INyc8HpAfQ/k5XvhShh+FfC3FlJ02E/wl6ndiY1N1KbCZdOpQ7
jTcRC0/sJiMj3wm5uJP8fUsKiQHRQqN1psaQL1Fp/V6pDwjAjOW21irsNSO7GK1tm/L8Bru7YNcI
FgTJdOWNiJknIUd4vnX7fulTXaQBAJHhsRCkndKGm1hsNjVu4rnoZJBC5fSHiGAuPuil8VNT20dd
G++RKrqrjXUt77ugv21i42fYYNsM+6SVSscNRURImbgQjCgTV/nGBYoliFfQbESTRkUswEQjQu9u
SrSthe6ljLSFgK2i1mnk1iNq3Ljcenu5sByWyE1SR/uoki+j4jtU/sW4MW7r4i0a1y534/QKHRqu
LnDNQbhrstdUf/PGl0Z9KiOLywmmZ3LjQhrQh8ZWsctDpNIec3qpXejUlkVGpK86FPrGHhv4Xl53
/kNXFKsiyna6tZZBkYsNZgdjeBUO3QqjxctpuQjB9yJAEVUM17ix3vF5bKRxlw03RQKVycu0y8GX
v5tND9rUve96L6b4iKSfh0AF2PgrHBVQD/O6vdJ293kBz8WoMEMFix8vLBI0ubJzjO8bGWKPiCya
6S3Q7CLa2ogTnHy6HjAYCns87TNtqcigqBBO6oEtaPU3ISER9TnHhWVQfO/5QwHAeLQ1bPNbTcNA
BwcfWNK2qNWt4V3QJlpohr8Nw1dFAcTdiSvmHECc3dZXqvgrIogRqxRAvXohAka4XgXgJND2hjNs
owvzJWmvK6QWiUOsobIB6Dl18032sdsCJiTvgUd04o1IEXkshCUCD3dZ0q7QA7D7PLEFpX0OPSS0
FXWRoW46RsCYGqBKCCUhAw0P1uI8hqrq4+IJBF/L4n1pqK+RGL4E6mTNme0R8rqrOvMyIZQV1TeA
kDtD0yCz+eu6eWtUrJrT8hHdE9s1HlqINBluBl6G+smPDj9dMW9pdoebEvSFXg9Loazu5TF1fHGk
x1za/k0TlDgAfpdclcI49+EkG87j49BN4LRWOwwfWnrVMHlrK9gj2LiUooxK2FIfBzuUBIcK62Ue
R2gF1RcJpGpfzq96L33J+WmNLDtmdp1hw1Ui/oHAsenV11lUMQ8d/EMIazruGIhuDeEj7t5bH5Gw
RkhYkNoqyl+wVrlxG8XxdXWVgXAtvXxZ16hZmvedPDlKQpQUjXWLy8Og4auBXskUTMrYFXrxbZng
/to1WIUp28jrnQDESqwLS010HxW13OihDtq6W41o06S+kwyBoxYIBw/GdYwZiZ+JoMSgAEyljjap
tpYxLoQh2YyZvixjDMV5QzSA73X80Vr5pe08J0zvNfRp+Th5t6+y9CZIgq2fJi9mKdwGdbnrKxcz
XmkZet26F5C4kZcFAlzV+BLK0SRjudA4rtESdFqgkuyxGi8kiYEkeH5q0m1VN4ZRom4Ut4F2YLGF
25XaWA6FAWQYLccUbwg0qVDgQYHwVSDIYJLDDWZtCKhfojLpmKq6diPjwi+9JxQl1mjmXSbyT7G3
0My/8S1cIVBvFcBFDN6lFni3htzuleIFncy7sum3bXtFS9JWBssRUBsd5BQdy3ghpjSx4EvE0Rrp
c1hu/V4Iw8cS58wQKfFSb68lHAPHKNo0YCsAwjiyEKPBdF967eb0LfheHjxISElqKbpDi9ZM+iPz
pqkwjJUPtavEGiXbhUiK6UiOanK+zEyKGXK8SlJSQpliMowQ9JiBNFiOaiJp1Yo4anAYoC8n+KiT
GWce7eh6nj3Z7Ho2IjONCciQD8b2VCnda+QSEYUfF1r1GPMtKSet6jq2T0/IUegxG3UWeigNAKCh
ysuVAMbGUh9RslyrgOJPj/JOmjyadrqqHMz0VeHeHYadvlGhBCAjQqgbOeKA+kYTiLab+qYRSycT
cLPoLUfquuspAAj9yhlkqF9jc9EWeCvxKWLFyeUCawQ4Xc2FXOPMovnvOboPQUxlXaFJ/KBSfsPk
aVFCClf4qcjUab7GrtG3nf5Y39XIq0oK2koAc3C6wBC93SikhC2eINgAaX60ELPIkdTn3HUUaFEi
ylgNmq652a0GX1tXIPRKpb5RjXFlKj+CyLvxhepm2nO61D5qXvIsVJGNksZNXFlObCVXLqV7y+se
fV1yTItCbi6/dMmwNHxQPYhF9SXescN4X+G967fNJh3cx6HTn+PauxtJTUS5XCOVuYzJxnIj/Nkj
3NLgkOAl+LRmkV0hkxhwkSghG9o/hwd9FyY48eXeU6wPKRRHoFsOCL+zLPciZ6Jf3qvCairjmKN5
2TLH42Oza6pszdnrWmci48PyJjmERJH5vRgFCIAC6rR8P4xeFehIlSqjU0atgmaVb/19kGiXNc4f
70v0t+qLX7KE/74LIv3LNfa92vX37/5n+kfrH9n+NflRzX/U/0Y/Wp05//flx6vX+BVbwYP6I9fE
XwXIyY8WogRMCRoW7wjav+qPlkVlkrI05R36nKBF2PJ/lh+NP6YmJMoNoA/pefBH/lV+FP94Lytb
FkkX3FyyFeV36o+HpxuSTLqOHejUbOWfNAumBO/D8onUEVHbNq/WajPmG5M7azl61P1i1w3PHN+f
DcUMQPZE3UOGnHc4FJKqKXiFsFrXSqNujDR4lnpR5BxDz/LDB/ikIHd4Ufx6KRD3dFfZHshHzYoa
fhRzWEZetRbV0QITVg9rsw1yxxCMapWBnLqDMl1cxm2ZP8eNGj2cHn7e83+f1KnXwd5U1akZdvim
Y1JxX3ZitTYKob8fraZaobcdrnAtcR+0IA3Xo1uEb5iQhjujqaKLQhyUBUrJ2Zm7a3aZ/zkTNEiB
7sKXoQpw+CRF2+SNIPN56dkhj12PeX2LkQBgf19PYMolSC0MOjVD35XKvYVDCB7vvn/ndmKDpNxA
eJ2jbfcl0tOpG1/Dmqi77HHQImPTdpl1dXrmDssJ749rGJQR6OjywEcsSq0P4ijsx3ptDSWuXnKL
0RCurgTUYW/sMiMavpwe8JM1aRj0ySCDyBCa5oXFIJKtvvYYsBkxBUtlk8qSq+q4t9Tn4AXyVGv5
+5749XIgiS0TgSdzQisefovBglomNiWrAhnTChRTGm4zUWxrG+H05NkwjNTRMSqchO+kBGeOcjTv
YzIL/uyopNeRbLa4+1pJXZIN697TmCIlI0iuZDma36JoLynchnoYASpXsJNzxKFvUifExA0QaxiN
6NZCr0vOLLLjOQTMhqE1RwgvRwv48L3SOGi9IXCrdVThFoe2KnlTCCTLHSv3TJR0eNlNU8hQOshV
ajemqWqzkmAlUBRtooz1EbTCvlEx2phUtMkHK9O49nUCniZFkPZ3FwlLREWUnpMEeaI5yMAfatwY
TZog8kiLJYx1xKCMqlqqUhOsTg91tEYmdj8WJbS3DeRJlNkLpiU6x3XdluuhF7td1WtIsiIue+aL
fTYKOH5QfPLUfJojWPO0Ups+NYt1ilvTF8vVzI2La2h95mvNyvZ8LmhdbOIJSwOzC9jc4coo8YgN
w0IEc14hXrVVSiH6PljVgHSyUrYv2tDm312MMFQb2XId85YIc7gFjVIU+wlvzegqbDwqBGqsYdeJ
aR4KBqfn+13D42BTTteogS6TydqljDlbvNaABumYSYggCEXuoD+SbvOuUr+FFGw249gai9Hv6Vrr
gmcnLXQHZtXYRCadOb1ppF2CM8ZuTLPios4887eqqygRinQgaVsDKZ0Qa3P5JinpSvxeunQtqKO4
DMvqLmtzXI3Y6vUon+2yTIvr41xMw5kEJJB8ZGhqc5Sl1dRSUopauu6ywDGkXFu2SvOgtsljGQ1Q
xKi/RCo8uUSmETNKkOq129OfY36UvD8BzVpNNOn1APA4XDA6BXGxKPR03dZZ4lTWkKwjH51bzkBp
fXqo+VXDUFwy7DGQurRq5pB11NaDnEwsWQe6RkakCQsfP5Nl0CLBUBTGmSNkShIPp3ZqMlsm0wrd
mGr54YshPpoaoTzEa8kI/5uz89qNG1m38BMRIFmMt82Oki0rOt0QtuRhKoZiKIanPx99bqyWoYY3
Zs/GAMYMm2Sxwv+v9S2s9I4xlQhVLVw9qALUbR/MwZH4VSF2uU3d6f1b/dvF8ZTwRl2bvAHz7OJB
AMmlDxp5EE5hoAppZnub+9q+sksiZSiEd1GNev8HRY/QvDDVnM/YaC7Wfh2aM8YWR9uzKSCZEX+Z
lpKHRQXuR8tLi70ODP2pSfD8Q0KaP2e53V4YRm8uiswctVtos9DCeBNnwwg8c5AogasjHy191Azq
/cKw4supfsVFB5YQCPK8+8enzEV9dPkOn6wDWm4d23/spGPZh1aRmvZh6vPgQ9sG2RGZu32cXT8/
zmVgHXJZFc9jZZQXoDTr7bwaXFx5HcZMYz7bvN+uoj+uPKo8XJousA/FlFKD5Qv+4PatfUFM/5er
OAgW+c+DJUT6IF7fn11qtDNBKg5B0mkA9IFFq2FSF57i2WmaOQ8ZH3Ipj2+SMtQb33UXLEiWrJza
Wher/RhQ3jGIHd76CQnmkeN25tUg5+lIUFtz8knivO5I+6CWBySQzG55A2GYhsn77/bNvAQY0QZE
xTYHPhlf8Ot7B4hslRUq30Nbqo7pEcRyM1FcBwF1ev9Kb57yuvdlsmftXx09/lm1qZ0p/fRLaoN6
8+traZsp1Jj5EpHwzeRHcY9Nr1jHDXK9c7IVBDtNiDlXEYpMwC7M/IOZwZdpB9s59tpv9/94V55F
0ABSG9YVBK/nGiz2OypbFkceGt8qjkSD+cjioG+8f5U38xxXWVlRgs8Pd+45xDLXVTJgXZSHfqmn
l3qxvA+qKylF54GXXZG11F45iW0SmG3BC3//2udHTrTkONh/e5BXmsX5HpFttR5HIucObqdjtRl6
EsCp8eP3jGsBQrRM3IJdD8iQzJYJ9ju4vLfv/4S3L3VdydaJjynbDc79kb3TLUw6ljwU7ETugr4V
ESHjJfVY4orGYbQvCA3fzLLcMiZd7hZZFQNqHcp/TDtZ4wVGGdTyUGakI8SAb4jUSr2HoLDkXuZF
eJzatD++f5NvvsTfF105WGu9AgTX64s6frsQfN+TFhp07tYUjXZZ0QZJx6s21IUneiZdZDI6u9rZ
dnw1YXuCtudBxWGtomnprJeBlNmoN5rmc+35pXXVpdP8jQ1wO0ejRyjhqRBpceGu375am9MH9BcP
JAREz/XP/3jUOiWEiS0DbdiVG1oEYeSSPwadBi66UdQX5uA3cxAddo4GHvJtjlssaGdXE+Y8j3Rh
DnE2+HsCRn204iQuv/8m35wOsOs5fLDoaVBJwtezX1+mInDcyB1DH3p6/po4WCvcO82sf04Bm3H4
7H5BCcLNm6McqiDbjnh6fhRLFV87nWM82Vbm50SiLMh+CDjg+PD+73v7FDjMsqwCOUEdCGf89c9r
B0kYStqVB1vyqAMYLnudj8aFleXNR8RZVnCUgbNJSQAazuurOIroW+LmykMfIG0aagy4+WLPW2cN
betb77NlAHv7xzvDzf/bv0S9mGOFdfZ+J9VXY0X87yFgJ/81i93qpvMBkP0PV8FCv3rGVyHs2fMr
OpPDiz0Ph7gZwpPrx/EevJB3Ye/z9vkhiuOICXgLZ4vlnK2XzAQpUc/mcPAMOUaGkIqT3GzftC5T
PruL/tOiiksYrjdDY+X4cn7gvqjw2efbgZj1pTFqqkY9sPBtKWmjhzUWy39+gJyabVQvFsYNTg2v
h4b0iNngf/2hIV9KbcCLYPK3cv/+/cu8mVHZNaJSR1fIoglB42xGHXVC8nStK/YC2AXmHHSGCt1h
W9aJ2r9/qbfPDTuIzR2RqA545dwjEEzDhDDPVwdMUVBBUtfbebXx/D9cJPQpqINHY504ux/dLjJI
Kk8dRk3kbzCn8YcwifWFo/nfboXpgS0/QTpsKs6+odFFrLMYozqU5EGRTUKxl4xkceEg8/bdoOB3
15MbhiSXr+j1EEhzV6uxowBA1ndwTVGdUF1ObjeDbtWFYfD2hn57LFfgJ+ABfEKvL2UZYk6ToKoP
mdXOxK4U0+NsLOaF7e36WF4dVXAGrccyzvcOj+98aUnxBFFIA0Iok6k8UpUxnouhjK+wIoz3WVDN
F6aHN1tCBNwkRSBN40Rmcah4fVd+EvuDDaCVb0iXhzZu/XuSQhy0DrXVXRlTEF6VvpdHY1oOF7ZH
b9/dq0u/OZXZs1vNuRwh7DfpbpaIcfrZsXZpN11qUb99qijR8QGTJUHZ/M1g9NyiQmu9zhS+V3+w
u5IcYTlMvywyoo4EGOhLpIq3sy69RrwUFocU5t3zA7Yx1vasZN9TPFm8K6+18oCUydDfCfKLr/MM
jpB0y2z3/pd9JlZlO0aZxnEhVdEjgHF2PtmruI2JfyFcS2RKo5gcS/lVFpW+bgsdtghDivTrQqg0
Ci2PeQ32hCimPZ2Y6XEQlUoj2trLPfE/athUi1l5uzgL6uQoSthEt7My5mDvyLrtIgKy3B9Viprj
wqr4dtezFgjXmBGs01ilyC15tZUjsZgUvilXx95waRTPTQLDnCRVzYRb2lfwJfHzkiNKA2AswCfs
U7jYn91cxwbKbdggEVhu27vqlxwGIwFfwEnef8y/1/8/PlJ8D5RrVtwwmz82necmK6jRjefEoTh5
eKy7g53L+TFuk/qXN4jkRSQ5e4W0ym3kAXbYFNtlKCyYGlMzQ9yw8pEI2aA2LIIK7PiOLF/0I7HT
AcPsCne2LzxQDPZv5pSVXLZOw9QNApxtr59oFjsVAHq7OuASRMIUFm1Q7siS7V8UhjU4Ik3dFOTI
g4na5cZkf1VZMv1yGpH9JLmQBGkfgYezq8xxTaWt8kqhZVrl5TnzF9LfSs83FFV0hpCv8/udKVOb
O/KIIyQ1z5VF5HpDfN0INrSkxjgAF1p8lQQ7BkV9Kia32BWD5STIGA3/cz6gWbIT94sZd/4chQTB
7ssuMPb4QJGQBo6k2OFmpBCgqjMNuSN8XTwWQbNIcjQXnOZJbAMVyBrK1ps59+yBEeETpIYSc3Q+
kATmWkdVs32O5sbObnnyw/3giLFD8LVUz12lxlOoqUpFS9h2sFGJEi3vVFKZ047YLAgdFZvi25oT
/bCtaze5dawyK3fGYA7iGn3VcsiKgpw5Szfl13Gmtr9p9RxaMEU1Uo06r9MbiaU13HDbotzHMosP
uisE9MzUmsCiVPA7jW1lOqhdyUOz8w9rgbTdYvud06Ps5rT52JIC50bMKsUKvFLBj6FpzXJT+rKH
F6GTxk13TqdILElaUnqj0Unkt8Gp+msVjJThHMJclmNCJPmnBZhQtx9GVyR4NMjq9FO7A5ocTMVn
kQ/GD0NJ8UtQ3ioPFmd2UsZ6FHyLFNOwa+mUjhs/qZonqcvcg3fjVnJnZz1AzNj3sdUR7ut9NWKS
vv7zdSWcGDHkMpgHP0tcssHqUf0wm3Ax1UYMRvDswVL7KieMh3uy6Ep16MlLNj94sw4wgZdJ2JMx
A5M+KlsdrsEjuiCZbMlCQtBWZdZLPC9qJkiRiNVDMlWrnGf0pNgmU99/asvOAkVTEmq+FAJhUJEL
rPudpaCVmEtKxrTuR7LM66wh58dCz0ToO13xAFgkpvuNNE0YQBNJaQ9m7mbDhtxL685MPItI47zM
pg0Y1PmrPRcmnP4wnW6cITYfZgs54y6zUXoy/kv9kLB6gJotCySG8dCjZPYgbLaR3WTrw83YQiEr
gpcB3yppX5I4NL43Zm28pLLy7U0cP3FyBGw7BWjKqEfuPEeTjtmN6XI3BBXDS7l5UG8cs/Y+VO1S
7RHKFChOy3oQx1i66slqx6XiobtdCa0s8+4H4IAeBS8rPjiuPy17wxzxceRpwMGanQgIY0ED9aEt
rDbgmc3Nh0XkYbEb6zSfd2wkMXFOFcbd7ZgN8NYsU06kc9qxt+nNZG4gJs6JQS+/RiaeqFRed7nI
Hxlp+W2RGHUXsbwNw6bRNYWomqPlj6LN42orOkYVwdmW9X2qRz/ctKQf3oKYcK1o7szciyx/zJia
Eje9xj6uZ4IQZZpsnaI1sXRZQUoKI+5YWAaBypt9mBbuU2rbvdiajWV87WK7ee4WuwYRYxLj4yQl
MubRJXmRYKcS3PTA+rmCoUhf9IPYTxkJ6wKoPHv+1KPsyw4Gx8lpi2CuOCpSq6oH6S0Yt5SdOQwT
3QOKwhkSegfttdACLMIevV1eIzV/wBmGcrrwBVhmvxoUaNmltZ5qP2MxNkbRiE1CLPBOVq6NlE8X
1bhZkMcgHfapHvJ0p8XkGD4s1F1JNCWdt4GAUxBs2WwoAcfuFd/rPF5PNMi/2LXRPwtWNx88gev/
9LMiBFY/ecsDVGYAwmGu2y/O4rhksisswlCSpsnAzS3KXyb4UptPIsmxdPE2jUi6oJUK8iFLOu1u
+5xxF/4GCbgkj7YrqfIN8+xKjG3KKAi+zju1mYReHmccHhLJbwYnWKemWradKFsCsNLBbODaVSXZ
MzT30LLpUaxotSLZGvOYOIQ0ac/fse7bsMYHpNRAGQhVpcEt5G2T6tKO9EQuer8Yjbed8GH0QNBW
85WmanU9EhDqXVWxwRJmB7nyPk6ZNdR4TPLe3qdL6nEDQabEsU3SOP5UT0VZ7eyx8sEkx0zEkWhG
iu8+sa58Qr2wr9ZUx3vPmv3nRYaCILDcBsRisnkpEMyncLXGyvK7p9IrxfwoSk/Pu0AkjKnB6oL/
ShEmn5nZhRmZbTwgNMomfd9Rf2Hr1ncxHPMuFnqbQ7gSOBlT64PTkTocjWWaFFE7MbVESRKw4CJJ
Zo4rs97+z0kUmSwiCQtiIFjUyEZopLUPraVD5B5qCJRJ0pXOrpjoVUehl9YvnaS0tOsaw7aunZ7c
oWia8Gpv1JI6PxuXfOaNVTDT3Zq9aX6hIVL5+1BKotCmoi7FdY1QJj9CFa7Q27HKg9LWnTA/CoIS
NDptY3A+pJUolyNuaNO+cIb6bQk9359RmBQWJVB61udd0mH2+8qM4cnPDJ+PzG6lTyuvTcdNoxxM
gYWiIkswtOpDPhuM3+w8alIAqnF87HrKGdgeGvYaFdX4eZOhurB2wGWCj3OTJeGWnB3HIqVW+j9b
I/CqfZmH06dqbpoysvOQVez9/ebZyfP3dvN3tyek+wy44GxHHE55VleqdnCrxMPB9VrwCf0oLtQe
znaJv69CA5atN5o7kgbPCm1uFbqpoxrvZEq2CM5IWp2vi/SE4PRSI/0vl+I8hpUXF/6K1D07tWMo
H/0pS7xTPNL2ICFVUKjs6HxducR2/vt9UR+yySUF+4zhfz0b/lkaVtrCf1p6J07PdpQPgNyNuWWy
cCGZvP+i/npf3BXqGw/GwHnXaDbp5c51750CG4rt6EzmVroYEZhe0gvF17MT7fq2wNlRfmeYU/I+
V9A1SrQ2KaHOCZZF8bSA/z5amW2AIjSSdG+sLJP37+2sUPD/FxSIBleHOHd39s5YBgsfWoN7muT8
lc3Tri+6J4NGbtfn/2HWgdgwZ5dAS3+/KHjpFUmMguqs5jK2YSCR5bmn2EQ/r5ZO79JehLscaslu
SAz2tplJOsQQO5c0TX/56FwGKRUR6GGo387qpuFidTOQblweBePE67v2IF1MGu8/1bcjZq1ekqED
hYIyzJvEQW3gM6jIdK/idbfjK/PbWo2JUtaPC9/B2xsSzIQooddvgFbs+lP++A4ABFUF3vIJUSOH
Jgc23z7o9Zd/vh/yX6jF+iQwUI6zX19kXjLZ2J3Tn/qiAdrUhDZVzCb81PVCXZBCnjfCGZGAzmjQ
ImOgycYlX18rJg28mVGRn3Tep1dxUltXlVTO97buDbwwxnRL0rMf2b6uUc0n4VE64fAYlsVw6iev
P9L6c//5I+HZBkh4kXRgUjgvFSfo37SF2v1UegQKl8KwvlaeMXxsXGlv5OIvVzSv5bUsAvefBxId
Ker8RLTyA8R5AzmxqkT0c6NPbCynzTKr4YpNEuDfxWwO77/jtwMJzS4X+d1dRIZ6NqE2Ve0WVjA4
J3Oy2fcjUYCElVyaS89pjrxeh9q0y1RKF54m0NkH2IV9XDSKbz+UCGOSpMkizzN6XJL9tKfMZZ8o
2AfgTX372Wt1vAvjviU8bKivzHAootGCG8XB3cLylxrb1B2zp2kUpM3Mc7p3RRcflsZqcMNnCkeS
a+wsE5jav78X8udspO2UddFtnN0FxegsNUXmnLrWM58aa+Ao2udgVaqVi/f+i1kH/B/bnlVCvwqY
mJtp/oKJO/v4LKHgj05aIcP06sgNEutBdT37d7rcB8dZyI9P5TheyG87Gw7UHFGk0E+noQ7wwzvX
iU0gwdzKCPMja5+P+9L0IzfEa/b+vf3lKr8dAkxf9Fzx/7z+2H03nabC9rujWY0WmmdOVUfEIXZ1
4Trn5cffww41IZQzEoEpoZ5tg0YlOz/MXXFKEepnB1fFZodTWNj9VWzr9IfOhpX558dyEwuywQVn
HCtylpmnW/l6yKOZ4iQFVpbn/+gQEUf0T09i/YEU6td+IcVsDrdnb3lKgjxfKB2cnIHAk0aQcFTN
TnX896sEKzaMt4rA8lz33ZRUKYN1+YMpkGwpzgtwgMMljeHZW+VeXIcIRdZ3eiqrMuX1WyXXKmgR
CYtTq4PvKAjo8FaVQAjy/s28XWXZ+kHkRDVM5RYNyuvLLG1oaW9JxKnOO/OR8wvROY2bHdVQ27v3
L/W3O6J5zF9ktKI2OZscHUNOFD850qAP0Cc3t+Y9YqVL4SJ/uyEXuTBwPBCNwe+584+1vG10kOlS
26fSKt2b3IqnW3eGZIxoabgg8VifzR+Tyu9XtKqTEe3RzuByr59dn9nlOIexhUJnTINtG9T+3pnE
dHSctL8pGmy01I8ahbG0q/oLY/0v94lBhbGOfp5d2PneHZ1Ob6c1Jx+YqupDpYm/ADw6X3kDWP/3
X9zfLrWKsTkyUvR4s6E2iw73H+rdU7FQThNWG2906lDuLGrr38fIGlTI1da/aVy+fqS+ssd2aRIb
vx/TpqXbJGqM5H8YI+Rt2YCY1iAY8DivryJj5Yh4csQpqQaJjZei66RNTfIlqYTvP7u/DHouFfJz
aTBg0Twb9LYxBP7Adu2EX5fypR8QAlXH04UN7F/eEKsLalmqlHS3xNljc8qkacNKMujxONxQjVrI
QW+Ge+byS/3Cs5V0HfRc6neu7NpcPj9dVWk4ZV3R26fBG/O7jIJxsZlNdxSnySuTY+i001NWa8O8
MAj/el3AsOg6eW+Igl+/M1Ni4w9A0J2qJv3WUh3fGBqw+xT+dJy53Zg6eHz/zf31ma6hAeu8yAnr
7IKTi73bj3ObxSSkkQWVaqPQshPyXPz7lRiN61lqHfeEFL2+NT0OsstlJoALDtadckPQyLU/fKIq
+I/yrJDD/uoP5tNinQzdc0qJP8YBqhRWSHtMJkTFS/exCxfjwsT45l2tV0Hoy7fFdVBgvb4hTPeq
nyWDnlzwiQjgWTW3vW8YO9ephLeRNDtcTuOp/Pb+Kzs3z7HX4iOg+L4e/jkSm2dP0rKlX8LvrE+9
1j7JlGjGHwO30k+G07TDrnC7gHKrtvJjb7oQKUoT+v51kOqEwmXV4ht4/wetY+TVCkEBApckThmO
HVSOzr7LmknOxGddnbQCXFCrKnscJ2FeUAusj/P8KohWsIKiEqGHub6OP5Y8Y4pdL5nHmgTKMN4Z
lDaP81THeyvJn2Q+mRcmm7/cFMsAnlTicjhUnWvvgnnSi+ss5anvUxySjRj2UsWXgp3ejCEkmmzk
UCQ4lAGEeP0q338NkNvfrNWUO9lJEb6zaq9YN18/o8ArrTwe4vSoUAx+7uKSLklqmsOvQRfqF8X0
hcjM0MPSSKek6zelE+ouKmkI3HbJaHwd2dk8jbhB/3MnzyojM5+KllzCcYp3LFXgVlIBH62pKli1
aeVY0HldTR+oSa0Bftxiio/dXM/Vtsiq7j7UNKoiNcq0ipbYhDBnqqq5ErWHS6xpHEr7hGcAUJBZ
2vKvT3BHSUkpqMGHSVqah8SrYWe1i7JhcICd+jH5xApEWWfkwHaqIVZRO8qWRiXdxx9N38wxzNgl
FrvQcjTBG2WK6iE0YuvFhfgOsmhIm8+JxNoS5Tkt/o2Opfhag+/RWQbErcKYH+wzGUCgHcfZvW8Q
YMoIYxX4NMTsLnoECx6KKkloGHOxzPcTKg+0mEFAivQwy6TY2ENCA0P7jn7AVBukUFh9Yj9QHJYi
mpEcnhaHisVhTtv0vhqQLGzZ6KU3k5fVcifHjr2UTRPjuSxW3ocO+OMBO0xSdClqaRljbOwpTEdL
MauHxcItDIOpId+Jtr1Pi3pQ4iNIPNIvLbR9amPmbfPQdRUWHoMs2S9LWvd3bmo4/g6KBuEGbTK7
kAEcr3mpE2e5S2PiKiCcZYO1K/2JvknrVuRvUXFBXkHzkdr4Mi+g5Hqwi0cjtUa9SXsnjHp3pfak
xkR65JIl23zgR28DtvgtxyXX/xYmPgGsGpfPBPC31ESBtmgJtmwt5AejmIk/aZrYf5h8w34STUCJ
puj64QsZvnO+C/rR/lY4ufwV9ygdgOa4yffEmaRHcz8fYQUVsccA1b6xOh5qfq3GbMy1mTHzTTr2
/gkbm2XwWNPic6IXixTbkRMeIrXA2SH10J84qYD1kx5DGgxLzu4TU3D9UtcTES65ma10HU56R/i5
wbMrIEykNkKQ7SSGheA7jlNhZKehM5KzPBbxZpTWUB68NpDTpmiIQKUnbCSUJUJzZTc4aibmKG/t
nxyjp2zX0nXu+Jd6xZOcLW3RwmvUVR8vIFdmoDHXk2hrO6otEfwIlk7d9SGdmFrLbKSYMYGGyid8
yrtuRn6+rUSVfjGTcPlg2RW9j9RI+rvZS9UX9ASoGEeZIdZIhmHiF1UTUTHJYs2//HwJ02tAhp1D
7zyBXtnbGqo4lSHaalqA0AQpnMDoNd3nOkwCmo62Of5n1WkJF7+nOUcXOQWmUXrgLCJcp+lXIwyX
n3Yeq5eqy9q7DFDRU8k6TqKMkVffirroP04K2/MmzBRZy0k2+V9CPOEeWAsER5E02rIlEyrNf/lF
kjiH2jFL+5rUw+VLIlMDeljiIDKppwolRNKHwXNJXlC585YmOHk1beLjQkDfcyZbmsmmmlYqI+WZ
23nxppexErT6URWp56HoqeKlo1NsHCtTN3XlLsXOEa35aQYrne5oii4PbqbAR5k27STQI60lNypZ
qpcOb0Ma+a5RNCC6EvrOVY9IKGo8yo4Iw9pyY7ZjCsOrQ59EnnSAV7FOvFZsnb70+eXx3OuNp0lt
2fRO19BKHLLK3sxF59Puw+458c9z8MlmRLfMn27XRjRQ+gVpijN/miurPool7OVqUZfudsIje0dz
10ox8KnMJbmO+7lO/Cx4tmuTtYD2HOWE2QlKQhxNyUixXeWXO50MqtwteqlP4TjXy7YwCmUda8/h
LpZFpS+JwGC9cWJcuZHlsueIqNarJgrKFEO1LSr7s90o/uNx7wZ3blg7TOFDm6ypyjHfd5pWC8lA
iqnaVVP6g6xK83kMisbeLGGWfAwT080PQPfXd2OM86pjczoBNSQJp6juOhXThM0JgG5QcNqfk6bo
mL2cxfuiRgQKR9oyytyEpva+GAGfxiakhkT/eQmq/9pOxtPOZUlLUQm1brafFwtlAp3s6luAfeta
lcRpbcnuYjPgzAt8KTANC3m7ViOrY1u39bO0/YyhB0niWz1WkoykoUNSmFth7x78UlrwY/pxucm9
2f8x6xY+p54shzi8cMi22l3oTKa0vb1NlRvdjxbJCVTFznXJSXKN7znWwWwzJa539BLEYtE85vmv
3jT4COkWJNXWMQvlH1HmJL+mIVNfp26pXPLQjJwmHhAFsUFzRCu0KGRrRLNZ6W8oCriJHsFasqVw
aVlwz2xDX2t/clk4Ut01j1Klnn2k3iqMrdMYpd52Mz8wsolCkPB329Y/GJPG6osmZEF4FzjqE3Uz
aeHC97pwkxBxZJ7W3GeZRbV2CvvE6YdQPM9XgYjq2RrMR2+0Mn3syLQttoWTBC+ThZp3k1UpL9ZM
BGQ83RvGl7zMO3EwpQZ3QHxQQdU2IMGRsVTH95mLfGGeev+Xo6vpV+wmCZIe5YKxq6TfEWlNUzje
LIh2iF7mfQWbAWXhF4oa9p3d+NNXfsT8FePEfF84qvgPQUH4S4+SgdbTqL8mlYcfYtRBvRu8iTz1
QabfDAQT/1ljsIxUP9ae8phlMIOMKY9/jXFXPBW1cO9QLwZ3yzAl7G7y2iT2pnHGoz+0yCwoQ1Jp
CFvYFts145OGVircbIviErFdb7RmQJq0K76rapizj+QMtg/MUqa/q7U3oEtqaNTuSL3uwfjoYXkh
oWLoDuildY3zv62AuHUVapzYKVR8GLzcQVwxps2wt1RYeQdnLuwbPuF43NJfyPMdTd/5hfRADxSx
hf0kWvDVPJl9koPHCBYNX8zxm1vlyux7Hif8SmmJGKGerYp209B4GbALj5m3mVn8PxshMsBtMFF4
84YirKIpEeWIcwMJz57JRd7nXTl+qBwxPLc9YkBuYw6zzVi2PM8268opEuE0QSgqg9hknSe6axzt
RUTxWHU5+8D1a6GRx1axokzcbOasg3gfyC65U8rVyEtIeroNGPvppmgBB0RoEtlqmhqN2ZYtIWkW
9iBCvZ39IWcYdauqZ1XfPPTjCEBRewQTb1ARZf8NHBnME1vX8TpQqZqOge6ezSl5znIHmDObFM5+
g5nPh44N52NXemRtxS6inc0UuPVNITK0iQwz/6NynYSHlNuZv6X2ZgJbDHpPRRhJRRwt1pTdwIoQ
FBCHYUn4PX4zRI6tYkBQtp9+N1tpflzMvP6pDUPfGGxbX6xQCusIs24hnqRGIhTV0gJmGM5LXEce
ny2UYstYKYdlKdutyAk7O3bS5rf7YeO8ePFiPyZoxSGJOo2+yvPZu9Gsc/POX1RwM8WDhY6xyMFX
o3bt2d+j1In3Q5YOJRqQPPy6WLLMrtqi5m2JgBV0qweDVEjqUNZ4HS4kXW1bu2OSHY3UeIEXnESh
T9HXrUsprhQHX5iFedWMTwZ4qwcxJD0KDcd2MjxQixMQbeSx6Sh6H79k0hG11wmbdwjJv/uUmUI/
x2ZKyHrQhB39naVvPjq9iWTG0cr3gDcDuNwNI9K4aFIte70+zxu0mLmTq10j8yVA4hGmx8mK8w9I
F22Efxmq5aj0zfy5cG3jm4Ogii0v+zpG5Y+6sh6GKvQjOdvXhuy/KTEeVT4DZmj5v6SZtslsMNzT
uNu4fnvbuMvedYKdh9x+7o39jMPpKVYC3/kyzCmAE9WyJis5/sCU8rENx+FbMbQtbEXAk7PLP8EG
e3DZCXzKzdz+hkQVXOWS0PfdD3kd3BkIlDa1SoIbSAHurtXdrvDr7VL0d2JkCUSICvp00Lm1o1qB
Yi1XV83oP2SO9LYEe+7HkNjCMuabi1CCc4gy3A8If66mllzPagVdx+WN8HE6t3EhIxdRroM0PLLG
LNzEvvPJ7hQi0MLT363YXnY+cdGPpZH6HNn88arKWvM2J4Hr1hr83toEdnY1h/D0/L4DFer4t4Mx
DFsI6PUma8vwS+Cgh2riR0EhYJupePkQhnFxP6dVvTXVD5IDs34a70bbu8kRgaklO2rmx9VvTg8U
Cor5Y2RKdJPh07gUP2IbUeiowQkMxOECbvRVu0OIuAlS70T60RGC7SffX7ZEgtybyUc0pODCk58J
p8SiOJnWoHBzjo8SmqpeZIMgStvR4j+2bBMNmyANiJ8DmISR+ngyV1EqxAalBiXlbe5lX5fl2iem
m5MKWE1DJnsDXcOG48c2nRa4lx8GEzJTL7JqR3t02cYhHtWGV0BtVLMXmPrbwJ+oSlqJv59LeyOW
qrg2RNnteqt58WeOFgbNow8+/JsvrPh8CQiySf6y8oZzs2el88GV03bxPOBPcX+s0mXrsKbpkNBi
X8nbvGh+tqLYBfGQRaHundtMgeRN55dMliT7GrCMPaxdh7BX99BWs0ezyexrPXTmz0GRF4lILth6
S9pHxRhuq8mqd5kf9JE7unceVqdtaeAuyeV96gnjus2bKhKl+GaxYY1SlNmbBpbhhkPAR8zl3SdT
teGz79c/BMW8reVJd7dwJo/cVn4k3eYQsM5G0lrmzdBm39c0putETSUweHCcZv1gi/x+ZmZArDhC
+PdOoIR+znb2KNTn0lKQZ5d9L6yrJjCRdPZQWYm/zIJ75J0HaSZPZrDCgDt8ENrjFMOsEAL42DZG
SPQuf9SgC2g2/Rx8L1LxjWTk76kUXwRVT1LQwLtsvDSBCzBwfkSU+TRP2PFoDLtl82Q7ybPfNcmv
JIci2u5tD26tLOKtHMkYXWR1R2MR6Xv9NTGa+Qa59vRA/IF/bRUu8NXOivh+D4XnU5omjly73akF
6knETzdvYt2oe1EjS7b9sr9q/OrIBI0CQRaQWt3EMTgwBr840jG/uPY2ECVRoXm/d9n4bJyG3MO+
2ddp/z3PwiZaRXMuJ8f4Azvl+sXJvPBFx0H+wJdPHruJWhXX39eYI/h+CsVHKZKHwgZ89H/UnceW
40iWbX+oUQuAQU4JgNpJuhYTLHcPd2gtDMDXv83s7rUqIqMzXg97UIPMiEqSEGbX7j1nH0WNplNo
VWbDuDRTc4/maJCkiP8p8w+TYp8m3fAEUsLJrt5KoyO9Ny6a1Guc5cK2thaFczISuW0p6QdEe0kX
TSuzLPWdHU+N7zqT9j25S7JypYvjpVnH0CB5Vj7misRt+iCN8kDOA5V/azz2jjhHCmDbJazh5ypq
fTCm3ZQaIbulyoBh0AZrr4lK7F3jjed88ZHNi9LDbDiyU9PGwT1x2+RpQXIAjRbfdHttrzed5fp1
krpe6AjEUQ0ohLCI5tF3CzFs3LyKBDOYtJnWOjlTadGWNjuN5lIBqz39FpWeA6Tqge5YNFJCrdlq
850NGM/ymkZR1Z0TsgaDuorTO1ed8uJG7VJduYdxiEtshRTWUl9Z1jrb01pbKLs2Jyf6HOdN/1wh
xeWCTnVnnWgXpspaFqXePcxlXNEfWepmN9DByAMMQziKqxD1/4bxXIQWl39R4SK1Y/nZMjzBVtCp
PJg5QQgcieoaiFwd5k75KLkT7Qfg81mwwZJ4ZAwy+TD0elbW/N9ZyGmXhWvOXwVJjBnCjCBOO3Tj
TjlKNJrDJONNF4u6XGdZW31hjyWCBp2UvkXLo9FFQWP/VUqLLa/vwThsxrLun3QCPD/cUiTPokwH
kMDNKOm+0J1+AU9r37EN4JeQo1G901fRBSGey2StMtr7D72KcJ+U5iYaj1wooP0asVCGZxhmeZGx
4J4hqzLmXa5jr/JV0h6iM83QMGdty9r7OHZ6uCZxHHDyl/lO79yB821TASCbaJeOHhC5DBg2a89n
aHcN/+llUjB3aBOxqEbd1fe6LJLTYJFJGqk1i1gB5bahnbF21bp51TEy1VtDYnZYx52CPBxVP319
pafOXI0Lb6AnzHk5tDF6KFq7yygv1RAnsL1tHCVzomacMh0NMirXqKPYJdnkVekiqvbFuL4D8+LU
L9xHi4S3fnCxHYhkRCG7iObDbkNV4E9yiFPp4oIa1m1ylXZyp6CLZdhA24nnn10y04b6iS0h/7Jn
6MurVm9QvWu5nt0sNpA/P+5z0X0ZU2vRODOFAtUZCwtOuWH6JGoh1lbZnNNKiYgnvRCxR1x82pb1
wP5Vuuzgbhs+5G0uX7W5DENfHy39R2HQpvDSUMyNN1e5LPy8JPlrm6i9I/Ho5Nldt9g3ES3X93Qo
5XAWhN/u4fWHE/ukAxe56eyMPnVCK5XVL0loSIdC+epdmb+KbBZHLRaTEqiTSn3mAPTWgrYOrQ4/
hLXcJcWs3I9t4hbeII2aDrsGNGRV24n2bA2Lfe+GZQOaW8vH2zxE+7wqUq171WOrfqzbpbg3Qyvp
V/TpKc5EH9XXRHPQ+SQF5FgsVBxcG5LtZf6Hscrf5xyOgVD6arTTmav8OrqFZ2R2TRb2O2NSQsKf
yuG8GFb3h0/5+8yKUxE6PVgJWBQJQP550PEfeTLPY6S26m5Wam3cULqTQpZWLy3ShQCLnHaFyodb
vXbFPVq/fC/pxK1FaYZ/mOv8beCJFhj1kGCGhnKNOdrPI5K0hDkvtByJbhtn1mpMJ5qGpVLL42LG
fwqa+/vMilDJa7oZUkhXd34dI09xrmUZ9L1dTTtv03OMe5RsIcFsmbz5tWk9/GEEdJ3p/zwk425y
M9HMXcGev+pltYHni+PssHMyN+w+tc6w3gHmIX8rSTGhDTlobuUXiTHTGB5TU25c3pxVVIFL3Pzz
d/nbg8U8C0bfVY8GXZOB688XemjkaDdpaO700aj5mKnbVHr5p6zB33yKqZKlhxwarRZuxZ8/RWtJ
1p5NbeEKd+PGLbP86JaMpf75t/xtTIeeBwkURzzwVRYojp8/RRJyL9IkXHbkQGknm2PftrHE+Ggh
J+K4FQ1rAXLc++cP/c2TihMRwS6YQLg5v4IvEHaRC1nay65LXAZl7GgMjwB+IB1Z/vBS/O4qosMS
8Fixh/7N2p4lStuKwVl2k14sX1pfC6K0jO4PT8TvriKwVwBvvHpXXdnPV9EJaZa1i7rsLCMTZzyV
Vr3KR2K1h76t1oXgKKlGf45G+ttLyA+6EkTQ86nIKn7VSplxM7dKay07JlYxIMVwpsK0+kz/QTdW
coICgjFcx1nToynk/DzTNbWuxyI3o3XWiYmRhLyW0WpmHPU2UmjmNiozyk672q7++ab/5hohoEGM
ARGS48KvKonJsVvVnSR6cEnHy7gmvFYA29tFIbk+mRBw1khg//kzf3OBUO5oIMt4h8BI/rI2JzlO
wIqp8C5mwtbpSeYXImUuF6cvJePff/6w3/1ACqUrupkVynJ+kZM1TiMTKi51V4oZwF0VjRDZGiXp
A2nH6l2J8+5hmRPt/Z8/9jcvEyJ+8JW4oMEA/KrqjA13wk1s07nr8+wQmqgnyoLTQUWs+x8u528+
CqELxDnAPVdp4/UK/JtQwZpzRJuNPu0Mt2yDxh3xRYvIHnZFWWZ/0IL87rN4Z6GbY/BG73L983/7
LIewRAej77Jze6N+1c2ZQaqgmbTK89n9g873N48JAGA4Pwj8AS25vyyC1PCx0ZkDi2BlWREHbXj6
qlNk+4jb6VDE0cb755v2m2UJCzVcRja0K1r2l0/s2KYn9boCZmFFYrmRq7RaCnH3z5/yl179p00T
hRD8SvhKrHzoS35Rh45Khcxc44dlgBY/F57eMy4pRu19XOnPijWqN0WCTRhFbHnrspkeGO5a71OB
CnGli2Q6hmEyBUNCwpdHyzDaMHee/3Cnf3ct4N5R/Zt/yV9++ZJdUlZ1ayjLzkCY5ndLV/n90P8X
wf6n8MX/OajvarNhGQBgyEW4ymR/RcPIaHansXXnXbg4+qZImJI0WvQnbfHvnloX6BGKQQsmkfOL
ljsutD4cw3bZzfaibPWCkISZiQzHfsQlf93c/xWS//+Pt3+uv8r7vv366m/e6/8L0P0r+fB/hu6f
vur3/N8TP7mx/03cd5x/8bALqvAr+x0LHn/yn4mfjvov1v//hCqJK4ebP/nvwE/1X9QiuHpwt/2l
pmZ9+K/AT936F6wOtEcm4RzXt/V/FfjJV/l5k8BUeo0PhRF4XYL+bTlLlWImzyttt3Zutrf4M4dz
HIfFDv32EpjEdN6qepXT3+lHbB2Jgmlso7edsklZX++qDN4EO3MThG0RbpOYzB1X6MN3USSWD1kj
+5BiGLdOZl9Pl2k6fuVxYgZqX+ReJQf9itCUa0RTRABbRnyPdr87xdWIBIBQ+AyctagYuMrpxinC
6J623BIgllC/MkDvfopCs2VIlNlbmm3ZrasyBalGqT4sZMgjrkhC5w55p7az3N55GfFH7tIizz8W
aCevOKyh3jQKOVpWRUNe9oVzUDQtVVeRmjk3jH1onHZl5iM8LPdysu2dwdR51xSxfXdtMJ1ELJvn
Rq/Cqy4Wuj/NC6204RcYYj01TfWVoO+4bfTYwMk+xMqrLVForMY2rE/wCpobSx0BgJCNcekd23Mq
NTp0Saad8ElNW8ZO892Y1vlLoZvRY5I1Fqtf6jLocFW4JkYslrex6glqKhQYyDk9RpqAWTMFGBqc
TZYb/XFI9PptMmnygOfrvgUu9xMDyeFHBp30mHbu1HkgIZjeT0w6VkM2krjFPOZ5sjLNb7tF7Gec
uYSmMvYmHghksOE3sdE+k2VJkiecKO2zbubis9KLcrf0Xf0jMzFUr1JlJAhtlCkGA3X2O3Tg646g
putk5F4r4VqInuagy6QcCdSKLLPnKde2FvMFsAqRu0oyuuZLPaR3EV2v2nCZZD+UNaUixyg7AAhY
bGxspiSUub6VZesmio1trPUnQTTVsNCyjjgq3UH01bZhKoWvVN+RENomEUnuMYdvVooYgjJdPqy5
22pusVG0rEX81RIRlVW+LhH4D8ZdVxpXrk2+bMNMCWI3Chi5vCMJAMjiXHQOl99pyVzc1pDpr1DC
qj+kPoRk82nfNcGNT4CIu6DB9+E1Oc58g//ROn0Xk0y2bh4/S5fZRyfa7AAZ05+6D0unJ2pgNO8V
d2NLW/EY8yJ7eTM1vlaWLUEYK7skI9lNccs3fZ7MtVPcocGr16XCFJwuUq4+DJhSqyK+wRFu7ehu
r7LEhh7DYMMux1t8DlS8hbxIEdJR7YdN1OVbPS4/UZQ6mISLoGCUYZXTTpjIa+Jksa7OF/ZpB42B
2pwN6sh9bCfXLLlXJ4l+MM8+MzUDma6bX4ltXbIklKtC1jWz7p6+JE25lTHFsJnonyGFUminRceC
GN5VB+CCRvLFjt0gtskOxJC70tpc4TsmBPXat0Vot4+Nq9SwF5Js0xJ71DEJPwHC8Sat9AurTv0e
vMZku9LPYe5K/G6r3nbSba3xJFqGUULuLp7VK/pHFM26GtAYkGxo7Aojv9eb8nvIH5EXqERa0Vdv
qZlXgvcT4iK8Dtptgar11R4ygU56mNi5Wq+uWt66B3vUnQuCTB6Q6cuiot5jWXqEBlhehknhpzvT
qmYas3bRiPWssZlNX7EYsLsP4r4kca5qo1vHpvOPZ1S9ndvI/i77heiyOQyGsZh8s83EyTaWd1Ct
5ArCa3XewTWhlIwrt0VhGZNmjgOhuLXadnifDG6aNpXtWRpmtFH6Oj2pNHwS5qNLf6g5FvljrYX7
rGJ8vlKWBfjFCAQiZok9ICU7w6KoP2e5iHelksnnErvllyhUcYnaDotI0wBZdSvTzx2DFp6UT2av
0HWwQnNrKtpTXjEzcLWaxy3lEOeYgySjVrb7hV4e58CpYiyWGda3M4kDNCfDa7vI8BZHJc136N9y
NG49UGWfMmw6aExJ9qS72kE+IWjS+u4EyoEIuWI0Hmq3Hm51YzqUJVKJZBrfh1TLLqVg5GyPahcT
QRieQ9sqPsMqtD9zBq3zSgylcXJTXtXsL4IR2EGn9LRkngIHJc/tNJfpdeOaB+IcHhQ5zogptNsi
0j4XY+nXsZloaxPJzsOo1FdclkZWPJ6CieUsm465joc6jBf7pSc1sSlUqa0qRDHv17mVV6ME8OB3
brByHwEU0Tpn+2BJjQpzDduTPcfV8i2wmnl1Ba1ynBe+FnWG9JOpMzXSE23T8sLYaj9qi5kGun55
6EeDs2zuyJNdKWVKcltr8PAtUqsDlrHcNxIG56tMDqLyM56ztr3Rkr7nPzTuCBGjvTK6ke+mjbmi
N+mNnMFF0VunoX/J67b4qNpaeGkGNg4xXxhwXjCDHpaIxqgLSWqerbkVBZsxUohUsTHCpMqWm8it
x+ZQxbpybid+6EpFvUlUcbpCmFS+hRocVfSuKkrlSbrPaZwJh7gqm63BveosHcVpvdbtaP8iqfeM
fnT9pW4D4DOXyIwEFJvr0Dj0+igvIdwpgz/2JhyNFMWE1a0Xp31ps96Xk/HtqBOokWYCfWd1IVdn
fJQV+IUBg/9NQlwIGaum5VzzBRGytvtaEGuZUIwd8JuOqxmSkWd1y4xKl42DEb+P5BE1ZROuK/2H
YvdjADMJ8TTf0yrNXWVY3MNBfhRZc8TPZV+dyrk/5fJrnCTD81YhEC3pJbQTVr/RUJPVko/6FvF3
tcomjLj2vHcyUszHyBtsDXVYY3mdpYM5CWvXEwJxn2KqAGdIOU1y7Czjkzorb5PVlEwviStOqBnI
AoSlFS/im67NeUELhFpV7oVibN2M8NCM8c4EmKhe8FfQzv+0M6aoybzA4HENL4E5s9KkaAJbdN+z
auEJOltm+zoW4jIZ0byphNLsoeuvQpL5YrspvlDzI9F0fNYiBGlR80aR0x+GnjS3oWYI4Tq15i9C
3gyjmd1Gw0GdyXcvmkkHgVQfbDhv2ZUkpnWInJobAgnGl4TENTHdIfJVvSH8RLWmHyPNCoBW+T0D
DXJeS8/o+lOpxOsRe2wE0azry+e4HFBClsWTZhbeQnNi1i/4qm/yft6pDPH2aYOwktvim3H8DjOQ
8adheVXPfDYTyy2GiOOcVCdoLZexh/cXF8Z2ZI3emnr+TOi4u3amfmdm3Y2TkC23BStl741xXDXG
EO/GAlEhFcDeLuOnLleM+3JxvvVqXuUMtJy48co+e6knBqoAcD5JqFwCuIWZnFJvyscPa0nQkoS0
bwoeVoXp0mAQRimT9IjsystU+hBoKVGTmyc7zzTiVwVIs+kF1n9yrgej9a+XyUQZu7YKs7kxDMU4
ZdY9I8MnFPg7U5FB0yT5nRimb8YDzMmqSl2NHcdg6RjtDyUxD12EunEIy8cxUR8k3OaVWnRHntmM
oqt4cdyEAVotHW/OnYW3LFsbWSXZ8pbCAwh3gd+ioTwizL3Pyfl1lczx2iJ/tXM4UShaI8vo1pop
9ZU286YRiaqEG7OIDQ/mWh1kZXqSJQm36PBWZMbcDZG1rXtIiorzIAZJpYE/536A6o7qbqLGKFGt
V7zR1ewNyY/UMS+DUDcSo058FV5KWTC5nN2jVi+YthsmhMOFxNFD5po3DGixHY+Ix92kHLd11juV
D+6OUTzQPDzy0It0wHoKghYcrqk/SsUIzCkDzzN+gulK16ZN0KE+lfEGKN+udeqYc838xcKvFNFh
phbdgWra65FGTbVsC2rThG2l09HaMuuo72kyoZbJVOtRycQeTKJ5VOvq4NqkgubpHcar2deMfJu7
DSI655Aq6kNLyaM34qMZW04KvXkeOxbRehSevmjn0MyocNPqyJ50VMPqSZkW8oN1Zx+xiDtOtakY
5cV5HqOT78+qdk4cfddZ8+1VLssdsZBVDTovq06aqr3UB8QH94bau0HXxW+EeN2kC14PGbFu9CtT
SVin2/rB6mTRoMR2yxOTYus1RDtopirHsFF+8MCyD89tvCFya6XERJSxgX6bJp4CtsdjOjOui/To
pEwwtBz1hWIqjPm2pp8mA4WPq8rAbst7O7FRj+say2qVPY2wSHlP0NAxsOVxWIiqsSoMf+DKqlJp
dm77o7UQY87Ii9GCLvc2e4sXhk+KNu5tKze2RY4ICnGHkSvIrVR2FqvuPERY+BIyPfZlZC5e6ejO
Z5kl09tguadE2SdKPyHTjQI6aEdd5ev0/YhWEsIs596GAqg3chLMEOPbfbtxs+pRmaytZLiaDTC7
yh5KicgMT2mMTVlHj2V3LUPchlTRvt85lQnbUsBp69r+vpAi5hVrHK7noK9Ty7otM8RVMAHPVZd8
2r1ya2vLdrRNnBG6QNPm7rVWjzbNoHrSgvkN8kyL13EyeqPgQhTjSU+1F/BdjUfc5hF9ytdkL8kJ
jV+6MvTyY+av9KGe+yO9pXWm6BvF1V5GXS19HubuTkNItJvUgr/dcUZIcitdsUS+QWPTg2qKxkvh
FMst/b1rELnqWa3JBDxdiIuuy0vV9HeJZhieW2Dxr8fyKGqr3Y310PpKqXwUQ/wDMfy7bWRgJIkl
YjyPUAsd5YtN5+6llPa5cKbE5xxR+zgT+Bl1trG0/KjaMmUpug7tC8O5M13loVHyeZuGtQnBzzlI
t/4iKEBiPmmngxB24YWiuwIAtWhz1bOY9bQXUr3jzmN1MEm/vcYU5h3AMQJSHV/tEOXzeBY3fU/r
I9NlQD8j8vqY/oCV6LscckY5Nmh/ivC+M6a1bGswSUpPmlc/HpqwINA4etDaoiZxO+k3nV4Q3+3a
t4z09+lofHYJchX3nEaOFw3OZ5SyxLl9+lUi9VjprRFoOk0BlV6idPVL4UpvmCmpbSqv2QBT4qLF
jKrHsULNSYtyE8XJoUlJO29jOHfMyh3cyxrCXxlTkirVSs4I+PpU5UXV7aBOZ0QCpArH7uIn+KX8
RW217aK0/FKbY2eDAtqa0RKOfRvMZKejgEy0Y61YSHrVQ2EuY6CM0RlW4nrp5IJtLQlm7uqqbZ5b
Vumd1EDQxpaV+lEdvrLUngw3vM8BvK6alN5RxoahtxIEZBufq1B/wRZ6YQyaBZaU3TEOnT0Z8R+J
dL6GKrkaqDTSz1UCqSnOb7VS0z07dSg2GKKv2FfXytgPt6VonrVRPDoxu6419QQtDEE8mBtVo7bq
4bb2ObrbyXgo+iHQa91LZNfzksY7JYFtqncffZE9pqjljbS60C0bvChzutWCTTOfCbLWm+8wjK5P
CiJuPFMVi2ziKVD91gpBOU2cfWdQk71IKHdCSS9qvfCkF5rXmBX0yiutdWHvy3h6jBgqhoLgCptG
xA9MoeMtOSa2QXafnSZDvzCNdUTGOWkf7lpdjJtqhmoXtevQiL9TLVnL3lyp2jQ+Ri0yAYVitKa9
Avef00k9N08i0T9yh51grDv+ZpenQarq54IMs03dMFfKp1C/IgOV+NbKcTjMLvUDBycfs9cL39gT
Y3FXFA38KiNQmqI9h3Fd7kkRbJ5HYaLj7ByaQH3yykD0Ms9VF7TCuq8iLuKiT/6cUATosflUTxMH
j9lGo0fTZ8ia+zTOgzhMQP6k0wY3x0Or2TflIm/SZORwUNzk5iOwGMcHJPic4PLOlPkLm8GRbPFz
3GcBXuxmLRwFF48z9IGiGK9FafgKdiICxscN82YSSzJMgjyKdlHjAah2uqls3VSoPOgiKEwRU19G
9UpG4d5isIEy3kHPg3L5ub0uLgCAQ9N8TsCVaODd1rZS77pyOXbWsiYd5W50kGHOIfHUQ7wu0AWv
wSIcmmY8aYO2xjdzO0QDirMYLXvEAM1ZOHHI0KuNKDvSF+C6lgfydru1m12TfQlAzt3LeBX0sHd6
tk6O+lRj5THV6gTs9exCqKV+zs6hAW8Fsds2LMlSN2jWsj9lanyXL+WzMWHxtcYr+tdOabiAtZkz
LfOcUr2FXohfp+09nN9yQ/BAw8sdqfdT9zxY5TYR6ytQxhvMiKkmvR+GHCr+gs9rQlOXqn0wxJp9
kWY2E7hlbrQo3KR66KydlkKFR303CmSE6UExnKPtVmcOnvuiN3+Q27CKM+1hGvMO6LHyFFe0sHC1
U9TPz0OUQDfUqQHqe8tWGt+unt2MShsH4aprZ7GV072K4WNsOfsPYQLxFVpIqg7dWw7kVFG7g4Kg
DJFZu6d7SgaZaiFdHITPP1x6ZHfeEs8PSETPWGL2vFJHsWSP4wjAFYn1E9mFpAS2CXKq6mCWzqla
nI1lXaXbS63dztWgc76aPXPsD7wUPkQRT9PEU8iZYGUoylak9SWV7UtaU7Vpdjts0EgwrhVhfdDb
5pDFtPlM45yYgHD1fOcMzpk8VxRfmT/h0bTR2BOeamaeRo8sbzja6dezcvtW1xjkB4u2rC43RbRR
9flkziWrQFfuUeKhtUSf57Q6pX1ktlc5cuOrFPqGRfG5yORkC85+BUwERvRe3KD9ktneKQ3m9CKH
CKZ9qrHyhD9B9RrcmwThuF9YFKpV6/J8qyNr3Zjl893QDUmgVH39TG9RpFXox5KTTER1jurPb2bz
1R77V8DGiZ9j5zyGVzusurTRyXHbrZnJvdUs6RpMij+3FWXWuHhG0YltBbzc7Pdakn9LdHiPloqw
1zDtltREbsqYueNtueC9nBOc0W2H/txCrIZUhsOqkw4HxoGwufPsiL9uW9ovmGOzYO66isM4dpMh
WAyaZwWDymkaN8wpvbGtHx0zfM0LV/PpvwDHe3fz6EEdp6Mzhutiuct1CseGYKDR+Y6o1A0mE44t
3vS8/SzVGu5pEkwmZgFTeTZbe2fpVrDIfEtE3tMCDXIp0x9A+79mk3Klj+8V/RbpLLWjfVCt/FaH
9rvqLXEcnOgYpnVQg2xKVStGE6ykgatb1apLaacm1jgf1CQybhIrkV4bcxdcGlPzU6o3ukfDWrLz
updqSR+WNr8wH6G8dRgKhLSOWo53hM2giZ5k9GC1tKEdlzXlGjuv8sD5jaFvhjJ+79WMMjZc2/hi
1pYwHq2wlcxRtEs2KWB1jVogiuzkGmXdguVuqNYzLc2gmW90rJFTfdcORmzTFIVwPZef7N4cCfFC
QVjg0dXj6NT3uIlN+72XGjZNaa5tFSqaRnPE7qhLetxyRbxBLyy8uFJPHU9WZ033HODOJB3P/LFl
HU0He6XeBG5C7Wqitz3iW7L9dlLehja7GRNa3Uryg5LyyWEgFWQ1z0xG/bZTZs1egX4Ng0xX93Fx
7YFiJEyuptkIYdtKY0CQuF86DvWVHafbKU6u6vvB00fNxHOmwtFaQtrE7XdPrwNvUOyPRlIeSkYu
Uz74SVHpt4DVky0n/vrgJpRoNKKpcNkvccS5dTDqLilabuJ1EIQ2zOwqrCX4ijC/V6pyqQeVbgtx
dVQw6jYOdWudNpjKE/1NDLw4C/7CuE4PZgPWZ1KTgrFFz9uX6xV1y2wp6s1omt22wKCzH9PFeigb
tycpDMHqZRKVCY/ccd/AWc03bVhW72ZHE43FLUJi0mnasB6sApe+2yEA6rLJWYkKrLsR3cpZkug4
MKWeaPZP1kNeqyTWKGFR38ghxeVYqeHYr3HVNjvWHZoH+rDWE8j4s4qR0Owu7lDFuBHST3XOj5WG
ej0trrCA5QafVXclDPidY9WnhXbBR1OH5WXKMbybeercRsZI436YaaXlTgNUYYzydFP3Ofcq0tv3
VB1LXnFqYB0kcNERb5PoPmmsyx5UfmpzgJkoQGrCXEZyYGHQDipaZBTRVjOra3gPGmbiVLg/ai1V
GN3QuAY/5xwqciiCnINXQP5Hs76yq69lhhYsGI2PGUShUwxa16/lgGvSMKGph2Xdfs2wbz38R31g
D3zHrBxAnE+L7LfECel7Cf+AfMFEvUOmbMPgc0z0IguGxRWVfZh42dDpFpaOod+NizV8RFaT7yw7
49DsNgv6ry4IzZrDv0JJWWPi8apilkeuaL922I/1tZIu5eRN3NttT52je6HeYu2nXV9M68XGIOuV
eTttVExe51lMzjFUrqaTqNba7wngOJ7LmlfGRUn9uIxdkXjGMNItUjXFfgapJoMuq6ttq88cr5fM
FbsCEc+ha6mt1mmosBOZcZngtuoM7dhEkrppLCDSh1GOjdBJ3rKlUH4oOI+XVdwO1lq0WrQLtaJe
m3xcSaUN/EbwxL5HE74Fuh/LyazjZc2k1i7ximcYusjNvTWWWvfD0W3XPa9ItkpDQqRnq68PEY2g
bTYVr+iplgdNU6qNcDllsF+FR+iP08mhnrnQw5h3aYWdS0BDRIRt0GUwa2NniSG+AxttnONhygIV
Q8pmzDnErzACGPLMWYexnAMuhuIdr/6yg1wY0VHn7f9o49Q+dfMAdKxS3DtHcGD3CAtRbgS9naCe
knlcKambvPZu3N4YsZOfpVYZB0267Su2rXbeZ52JF7+iKj7SYycHW7UTpXslSq33lnGiqqzUuvjG
7iLw+BEdsI7QTydbJ4q0iVlTOtIUiWbGj+UhLwdmTvmIB6zIeoxPixywzJv6ZF5YQCx6NBnWRf2a
6Ij1pa8j366ZZsuxwi6n07/YLIYS3qm1cofKj1ugOCyLoVYW+6V3p6dFGbtnh15u0MBy8HJ7jHYw
hacbaGhioztvhdOYG2w4sYtVWXPvk0UU8BBEHSzwEIlN7pP4tsvGhjWo6mEsVG2RbQaWeILkY3Eh
QNuqNrztYXQ0RslRUCYTvXZHSqvGQDC6YG/C5dCI2KLNiHNY8yyHjsza6fqLbuWY9NIhvnE4RoKJ
UpQ5GAvMZyJM3fwH/64Wn5Ar8GzDDWo3bVESY8DG0E+omnIEDqrsHyKh24KZrDSfBg5Xz41lg65X
7FnuB2OYjnTZ4LpWpnqs5il8w2Bi0hKhf+5V5TL7TqyFNy0En6DK6OLTqaaKUNPovTCG7M61gJNe
q2/nELm58dJM+LNHo8DGUJbDbWM3xlY4i7nOyml66pr4HlVZfJtGY7TWSP7Ac5o29iuCgUiupWEZ
TATRcRqjVaoXpV0G5R6os32ypf1q5I36NdArxiEkmfSZ+D7xZ9ec11pCUjxpFy6xI1YdXjRsAg+L
iJfHgk3JInmIntv8yLzSvR8TA98gatByVUO2BOiETSiZWBWmMpWA6ifEEGShGlg4K+UZUbURyLzC
4en01y5VSjTF/2PuvHbrSLJt+ysH5z0L6Q1wTz9s7+idqJcAJVGR3kX6r78jVdVd0m5SPH2fLlCA
UJDInTszMsxac46ZWe74xO3OTr0dUNDTNJEcdQ6+WEUp45DCVS87PA+nEQcZSljbtp710A+eJtoM
W8fONiEBJmvZeRLBtuc8tUHmASRzdG8fhNzThY5GYo39u78H2egcOhQv68QtOMu0zpTiH7Dje6to
qWxX9GwjC4ehBwpqQ+642KisiZEdeAMhGqTArVC8sIaTPH2Vmp06jkkqbpTZ4w8KJdXQtMkuRDjq
9PHMhDPtQMQKtSOkMS6hm5ypEloEMUEZl2ViYlQd8sJKFiX+0W45pW0wLCTj5aK266bejfQYE1AT
WXc9jS6lU+GV9sU4WYJdbz72cKu8CXdqWXLaQP6oOCwM9olzXrOWKPEobQfpIg2ovgatiYvSElQC
1Sgs5j46KF5d9V+ExtYQd1h3VYy2s3CFW145ZLkttdxx0hUz84jZ1yi9+65I6dKTPh/paFdk+eJi
uC7Wls3eqMgU9VZNpk3EdgLaf6+zHlkwgyIcPUXyNPp1ILEDJ93FWHfdi5MY5g1cUPpWoHJtcv3i
/hN+Y1ptFlzWtfQTTvy0frMr025dtTODWl9ZDDGYtGgETC0ILz2lWSuKxPlhbPr6u0uDatEX3nRt
Oro6wWCUe53d6RorADiQ/1w3d19k/HcuhUNL+LUoOTYSS/CP7Wtx+ZK9qvN/NOvz/vWv1D9+/LV8
LVYvzcsv/7POm6gZb9rXerx9VW3a/OP//KlVnP/l//Yv/+v1x2+5H8vX//nvrwzlZv5tEib+L/q3
Oe71fb3c9Uv98vU1/a+9Sl8AtPzbT76+qOZ//huO/B/EgwdmoCNfBL/6L+WcYRh/GMRgzrAzEAC8
9v9SzhneHwazPAhG9PXs3WdF8F/KOcP5Y+aLg7RFlmw7DtrTf96B6z8lqty8d9Wbxpu6Odv74b75
STenCW5Ggvr0gFToMibN0RTZIWn0y6SwV9PgUcDQPrGuXQ4o3c2acntgSuYCuTOE2y7IFvmaD2LJ
Wrv76R7+dYU/60kd7sdPhpS/lHxc0Rl8cnAak4yWUR3iUj/4WiXRsZe02IIsh0THfryAGoZMj4Ts
sTn5DvFola30RTa136imPlZ+Yy4HezrAP3qxvUouDM33VoA8aB1DyNkYeXpPM8fb0CxlQp6A/rgF
3SckfOiOKHyITD+kbfRsW9Nhmor7KYsvueWP46Qk/a+63+UAInZZrWEj9otmzfZc0pmZXh1f7GVW
rKDsXutFcY8S7b7K2ksvSzzOiiEUGif+ZIH6WFaa8bWv9UejHdxtnup3o1PIBVU5flPjXk1QGH5/
Q61fVdj/uqHnViI8GbCvq6E7BDESpK7yly2eu6UMfUSOCDkwTq3cNFy1EcJIUZ7GMn4ucm9P3dJG
4iRXnUIKQxuTpMRil0n3FdbNIus+077H/zRcN7GjrWBkyI2f99m+h6KzakyEfUFsdut6zGYCRddC
aBnSJelKTL22e0/9nr6u1wHa8Pa//6rmrzLhv7/qPKZ+Gs0UufUOKWd3GEV/TdPvWOcxEiLrgpu8
o83Nmmx36TJ0hPckLMYvNo5ntCTxupvYojpNRdeKikwp79jcbOHofm39Btq3AjXnyfSTVZjsT0sr
vwlHed1KGpcfXDov+1vDXj/T/ieczwHk6NWhFnI3TtS2nEME7gJD7Apx/Va3xa1Pc0pSNKck8dy5
+qObNDSVwlVS9yuqJekyTRi+RkXHomfQQtIxToEFocwrbuXQ3/3+Us/U73/f5TOtbQhh1Em8sD60
lAKMKF/luDSTDg9gR/eS49XX2mH4+MV9asV3U407R4RS37HjWtZFecp4VRZD/ZFl7r2HfuZkcNk1
GI6DuMW32kWL+dJpebP+WtbenSF/IND/1vr//W1nef1PYwqgK/0rvSbfnMAqiokYs8d+UbmkFjlz
8aLz8mYZ6tjua9vYcp5gNQ/xrKdmdicz6suxHl6JWSqioMnJNNlaDjZQL42eife5M0y1K2Lv9ffP
5p3pXJ9H108X62F6HkbQB4chRyAlX4Osxv+VUz+nqed5H0wpZxnef9+TM3sFaVoqAvFXHYyi38+F
ObfKuD9yi3RwYc/7prq8bOmyBc64/P03M2ebz1vP4cz+I3Kp8iHNK8RkEyxF1AEJCqbADtOF6t3v
YCPFCkKP9pDIFvpdvItdh+qENq009n0MjIaSX0ftMZX6p7iiAKjq7kuAHBDEAmQwqKkfZRm/rUa3
MUX8+hhcZ9RcMfrloem75zIimNGEfzBrZyZQDKDNoirdujJ4ME2F9m4alr6dPdUmBmZfoqhjeVmP
evMpa7WVkBQKDfa0gVghf1wmIQFUQ/S1isxbCCETQkRTXwEmXKtM/yAow3x7NsK++OsXmHxV4dmx
qsMUsTNOEJsqDJim5d7rk/mEkIEqe7vN7GTZyXo1lu6GmESODdoVTfWLEWQXhuEbDanvZLa3fUGb
VHmg8+KdyEATo1j+KDb1B/D038cFIRa/Xmqe0/DORFAdYqUhMWhN/zQ1iPQmjhmXQT+5a8mZcxkO
CFQRjYFUMZLbwi31K8eQ7iKbtT0IKykwSQIuM4rcjkDqlYvMoiGl1I4Augetjx+ppT8Q1/c5IOqL
80q6pbrxonNyZycSWcto0Au0g+PRz8h2dB373so/MtkY7z2Ps9VBVLNcxzZKOhzh0s2jo+uKQ+aC
GSOQEpzpZVJ/4nEdncnacEQ6UlLZ5GmuffDC/0C2v3WTz6b83G/qlmDNEoVtqi/TaYRSmrHpQc0W
XpdsKYCHQAHL6e2S+vclseyvJZBjAGsefvbAqrcuZyjdx2WWjnRKg/bbkHHEgWAA80PFOA4yg9iy
EqLnAiJHtkLYe1OWib0b5NLL3JVV1scs7Y72HLQBwKRf5aHvrGHbBJu8NU9+2Sdb4Ji7VJgvk6n5
bM06IAMZYnFDYzfF0flh8tO9hS9zwaJEO6DSbyFm98CV6s8OyBkkEwIafkgTvdAuu7x5SFLvKbSS
545JHNUMYi1p7cpQrod+xlyF9gdeLfNXG/Y/Z1R29r+OYk9XPewqsz3oAxtaJat71aHgKnFALxB5
UckJTc6NNUwjrW2sRdrn5tplUlyxEicbn63Ikrb0SxBSoorK+fQvSL8la/NQ9wPJIQMb4d/PxGfM
4L+v9WxFxKlBLpzVdgc675d1d0FoNsCNa9sikLHGYWG3zoHOu7kaPEAH7AsgR1BEwAQQsGFQMt0O
kCKLcMJsUF8lw/Mk0wtP87cVdZ7Sr3blAPwICpzy7F09WdvUlnxXkqzhPKaJu6orWNXFZ8qgu8wy
jeXo1bcQbChN0+imFTkKA5DSTeqemHspnJyy7ttgehsJgDSi0/77+/DuMztbbAXBHVHYd/XBgVS3
pfqd3ic5nesGb/ne8GsPjgv2g4J0xWVBnZORqa+0Kdi2hjO94JyWOzueKhRKZJ4qvfJWVoVVwTA7
mtI2FhA1AnT64GLnpfmtN/hsySZ+mfoJorgD0BkHBCzhi/vIjccLkYeCvbJ/hRwI3sX8AiJo9pY2
OqmlDIqT7RoS5wgoe7TEYXTt00C86zOfbupk1xfw/kAk5kUzw76wd5RJvHbVB/sZ972J72zVH1H2
zGat4kDRt1lNNrnMSZO4u0ShLOyCclpbYdmgs4jRvdmoM7uMiGrslcgtZXWCJHzrVQLJ6LhzDASL
pcOeGVBbuB5a1152cF0WEZZV8FFxA1UTmbeLlW1hmrELgiOD55R4A80pRB2BvG6g4CAiMu0d5pRk
Z9FwxIIMvisN+YvKwEyBPHlclA1ehnqMbx3Bpm/eNQqVFqswUbtuTJ8hSFxHpMmVNgge3qJ9JWgK
a/k6FgjTFh5gwbW0dKBWSEj3YkwS3qN5V6/nw1Z17lOTzMo+r5DrDl3j0kxTFIO9/1Hw1zubXiDm
v05HRpW4LYfX8iA0kJmkE7JbUj1skj4Tw1x2lKRFUrzzivZ1sPH4NFpJYOugynWQt/26IHJ1XRXG
k6GcQzJZN11sITEIK04nlnM1mN3JzhGL5JbxwRL1zqnk36yhRV/mtheX6SFJ/Kewaz43M3nb0XuI
VGZ47QXuk2l6T5kZXg3o27ZkkTNTuhrdmBx9GTmr1yozXsY4uv39K/fuFZ3tTCym3HDwcioZlRFd
GSNqIxC6ZnMnrHwXai4uEzOoVsCNnHVo2MYKl12/SyvtUNtF6G2ZYJD1TtSMLqSYImxCQn7wXr1T
9yEH9NcHbHYwTVWjlwcZTj0vfAWZy1Jya6VAhNhEEbwLaMbT3KuG8Gpoug38TLIg1l5mQCLDuEL7
p9A3Wt+a1BPA+ZQMxA9WmHfOF+55eIuBwswvW1SruZ3s0flue1BYuuZfeDS7XV71GbjmOP4yM8Kb
/8en5fx6RzJkieQj0LEQkbFtErHVMwdyaOQf0d/BQNW3KghWlUMu7oCeIBYPihwwE/cjFRQk2JOF
Ijxsjh9czttlMPccecFDd/rKMIYDrL8HK07dpdV0SO2S4VrEYDkTRR3FSfJXurlHiGd7KyzuSB0A
0mlPztpq0ExA+PtaRDZihTp+cX3tA1v/j0yRN9aSc9QE41IvW21oD22IPIMajvws2DN/N0YjONRd
QVEaWTAgRWsTRd0xoRqWKvVZd4pTDT5q2eGl33U+Fj8qBtGB3WV/00gXdK2R3jqQFSc3fvbIXUfz
PyJOa65+f1PfW7H9s0VQpBq0ncZvD0bVPTgwvhFxDYuh0cghqLNnI2k+AyxvlvRj6EI1SHIJIUaz
GVJTCC/BkV+oSJKK3XrWRk6Md26CiYYoepU5u9rfX6UxH7Leur1na55balOIjaY9mAaK/kCPL4xq
SPC95N+squX0VMgrl4PvgniDE2S/k0Gs3gKSDleWcXnMsPeTz4JViSevZnPW9iutNJvtj+v7jwzy
/4tC/7se+v8fK/3zQve7Sn8Sqebl1+bA/CN/lvg95w/Ln3PPTNootHscTkl/muNd/Q+gNabuu4AS
oFjNj/qf5niXtgCxdJ7z4yfmUuZfFX7T+mMmWHD4hpoRuITr/kcVft1+swAM8+NsZpMBLlBJw3pN
Yd0XJ6lcALGRD/iPUnMrkSjVmXsbyTbBZQlksdjRfBuKcmsiI+4mWpiTlwzU3GOwlmY3mLR+bSPc
c7gbv49RTlQIfJ5kJWVAomZB6ZeahoaXrMQtl2B2Qa6xpJEIWtbpMTRlWgvfjH5a9ohGy/WpQkcD
bNOpEwkm+Vx8cbqxJJMiSfqHQS8TeTE2hodnYOYmL+GBUVIYu8n7biYZrc8sjZP6kBdYj0fIdvYl
ljvfPcmGiQc2F9K4Y6LlobwWwVTnj16def0REHpRZAuk2fh5Fn5d0+OdMl3XTx77Buz5qdH4pEXG
7QTnv8EQuc6sVDSIC3rcXkXvyupJjeYYbMfRT00cn1RuHyiAVdcZ/cngavKdFMW8xXH9AKQ51i/z
uDasZYALPTtppB30105d5YMFajapsBEVRhG0FfkR3A4OOqnVndqaPKnPtPWNci9HdmUGHUS3jm7A
O/fpKTSnllam0epecUOrXZYXFH1ZFrC5951xU7fgW/eZjsV9kQ2Frx7jOh1ZO602tihg1gL9qR3i
ev7c5FpfoQfDdZHictc9QgFQbieq5wTfZknwtS+JsfnutWld3VvkZDenMnX6/Io0EA1qJk3V7Arl
c8cD8LsEDnsbIUKiYoV8fpov0rOzbOl5YRTeo8BziisZO34MzxAlCoWZrDGK5pQMues/JmaN57AF
7U4mTaxzlwNpR3QYoPrBZ3aTLLiVrWP0V02WlfEFRjTolH0G1/sbNT1BmlFT5Vbx2aordUTL7nNo
zpTju+D8Ac/f5SL2k0UVydS4h6pnmauywN1XKwzJHNIyXC0WyXKwt3M2Y8g2CWwnZj5rLivPrC4l
LX6gaDILnoXtl/LAFgt/6kIJWaPirDQyGwQ5apCz/Wy+OSVuYqinLHF9rVZN4kRPs2JeIb7JtEOW
1LUG0znM9PVYl/a1gUx+3/gdyPk8K+LZQpa13gbxVQI81tZ0E0RkqndrGotI5rpu9mGkk+s/IxPq
R8qIZHguMq32l4nSazy3hbkRpEM9oyLUFw3gwGKZh83soxV9Pc4m+XJbl731qa/d0Vkoh5PcepAR
EETRACrblrCyvkVNp80qdffOq4OiQHgcTwJhtS2LXVGRhY4mGeI4OIjg3hph1eWB2w8bJV0nvERU
hzMAuGe+N8JKPVcQYg5Ri0PRTIwfdGSAOktE8b21bwIRFYToYKEC3d0SIDClqKkWRpkF9U01+skN
PFS4+HUvjOtBJH64QpGtgw1O/fgFxHSxL4KpvBElIT670dFEt2qIFkoV2PLRk94cu4JMZaMhaSk3
Df38ft2YaJ+oU030nWVO7LweJlgV7Lyp4qPM2gj9TSvafp/HSQG+WiPHwZpErtZGYY3qIjaqfe73
9asxSe5OJuOVwhtCA4xzz548wOYxD23+eULoF26wrgcGgFpSW9b2aOnoxuMs3knUTl+yGOTQNhmK
EIOqUcSPkFNpzVJpp4bWCPcm6i0rvXRaZpuVsKR55MwF7o1z6fiFBLFLPZoMc5XWfXxBaakbjmXn
iH5pMKMgbIFAGy5MpYWvce0El56WXBZkmmR3rdMZV6rGArxQmYP6I1fdYxVjKKgbWztYVsYxJmVS
RQ0ySofgiUgAA/DyuNiEA69xBWh3iTLt6AADK2fjFgW3qvebcq00HSM9aqcUegOzs3fy8OdNjwyR
SX1hW5sm+xDdzYnQhkreibzNcdf7Mm9e1QTXYRcQqeXvBdWll4gybL5xkRvAoQhV49+0uSOD/aAa
40m6VA4wTI38TEHWpk2B3ZzzVuoQ7W7J29AtTc6yJ+nUknOORxjm0oFTBTRDmOhRjGEy5HKcSqtc
NY5gM60SD8FvRR0WcLNfJP2tC8Jw7vWm4gLiHkegoYnqGGqK1zarrEzFeFXaXM6qyEzbeDT1Nh43
DLmO4UAQoXWMsokEKs2t3O6UBQyIVz8sTVABYe5PnLpdzI2Wrc8uXiOG3SSk2Z80d9KKXaUSfDJE
j9S0B9MIDlIS68cJIjdQ0pjVZjWKziVNkb0tBbeYzKZNrUfjQ1Mn+SMwjsgmPaWs273RQS5c9tj/
rE3ZRjVmrEqUkNTDClXo4LX6XpUlWVd24YXMwi1ylJHmBi7dPK9WDZ6ubOmM9CPXdV/41RZa3Ih7
uS2x4aYZ5l1dEodGU7WgAzOaVhLfjCKqr7JuVMWayLBoOLqGqQtAs1UCGwUR5a4oS9giBEXk+X1c
yfZmwDaC78cA37oMIeCpQ6h5SbMVAz021E9xQM1vcHXtptFbeqeiDel5deCK24tmqkWHz12yOS4r
Tt4bC4GouZB+buL4YcGU/d6AF1Yt0SkRVjGY4ME3pe821aXVhVQtqeegeSgmfEWLIQrgfTYea9+i
ombZfh+B85Jjw0hAPZcqHpgSoB9XVSVNfRkZrFM5Q0qvn/xQgO6tDMjoK2J7Btrv1aDu9aQgpHrC
0H6qCa7qdpYjum996+faprAJeOcBUfU8ul4VUChiytlqDgs5VQzljPdBXafOojDNXl/mshmz6yrs
rE+lUxJzb6NGZTUMBD4o34j6bB3aJpFcSpmDt7U0qrRAKInNhOEocYYRWijlraQQqF9mgTN5YAJa
5A65oZncgcxsLn2eVobdoRcBxbTAeGo9beBJp5Gb5Dut1SnT5RF7JGTOUWZdph5FriWba2rs3aCS
K6ogXrkIwQMQvzWZAdW5IEzSYwVl+L7EGu8t2S/mW3TF/lWMfA6EvltG6nYy6v6W69a/WL4YoQCa
eR7t9UmFbOIAqHdfp270zXU+kCwGbaLpxxVB2sp7hPThQnPn6ScECcDYlV/arPGaDcp0jVPekAf3
aOkHosK8kMGswayLlqPW6DkCUh0nVMsMNB41LBn10pa5WUFmict+yVyonyKZDx07LZXmx2yKBhwh
ra8virIlgAcfydCtY68cXgITmj0S7YgohZ3qUvICVNrkcELqhAMc19rBTfB4YddxBvZ13VpYOq9C
s0uGu6IF5HGcxjmuyhzGJNsPAyKFVe3RMQSYYpA/YTQg8ZaT4SKLjHrTB/vZmaE6Bk0zNjtjcjHV
9Qgz5CPP3HKONvvh+pUUo87E121P1UuCKpSCKGXf4Xp0wtG4sTqtDddtE1MJyWM927gIdz4VJogi
wglitTKNCqLdrG0Lt5TkTUgqNkELqyAv2nZXqiFGj2bDFkJ6KCrvhk2PRcya70T1A9bZsrxIQrYM
+Mry4YRDrKk3Or/5MhcTm5ksC630ITadrD3FOUf4T1rqQLTvqNm4VwYKRn83Aqi8x1VglYyztLwq
OlQquxr1LBFWc97gkpZvkFP2DahXN1WlB6+AA2t6eZExUT21x1Y7aZ4rmgNM7chHdlilRFEZZTEt
qtiZ6fCeXaXegVGPe8bUHU0jM0QI7XpwAxLOUHjzBvGw49BN13nAc9pYoz72LD4ysxeG27T4lmBO
3cOSdBl0bjgNxXNZEB3zNSiYFL5SeDImMnQYueq7CTCt0LFde2SOrSIidMWyTVlH0K0Ug7VWFZol
SlRBfyQvh6UnHSRelKSWHKRk1EQvdua6n4ahVv560Eqp4wXxKOqhBrR6uWHroMxxZWn8KegVJQDK
jsLuq2K8NrpGC4nm6ayEgDrmgjDnoba+ZS5jNuiop2PFTrkhhbGmzae0AP4Uq9LKipIRHzPZXfDH
3Ao/YRoNVgd/KhePWJckHkV6WyRMrkwLCx3iAU8IjCF+l472J4PIKW8Vi4I9Eb39SF51gDrkK9Ms
SFP8zGrYhKRj+Hvf6RDiLByiFIJn1OKmuoVZnnu3eeGV6VI5bi7Z0UpysgiHYfLzmEfF2iHras4Z
GRtruuCxutGRcktwB2E4ircYZrvqSlMWW6eOGSY+FEXV301WGjfXZd6G9k0ZJR2WD86lSIXR8Bpr
jvEOXN8+wcBVs73r7tSodJaviaScw6h60cFxMaynop7M72ZT9wheCzm86Jpn3NG7a0uQdCWdglC2
Vk78TmtDDOn76DXPR6HKBabprGO7WCSMQkMNQMJ68kNivqWP80OVlxl7ElLJnfYTdXuBTaVr/Z3p
guWIdY+jEcFsnrNkxR3U2oKelV6QzdUhF0qIMk+yxdhkRYpSuif8heqqcx37oqwBu9vDAl+htsIb
bBMB7VTmNRQ6tPOWIUpr0WQsb8hacodsRi3FGBjWikUvLiCibcxKbyWUblb9rwM4SJxn5qDsZV6H
RsC7lfKGlWWNW7PR9Jl35aTOlYk4T1075QjyiIx6sDcTB7J0FQFlC4/TEDmK+S0NrYVFuGS0jjjr
NHvUgNoFYHoJK8DKe/+koOqxX9cKkPULZZfuk5Mq/xskdr15hmKghqvQ0zoQRbHdqoVZOOQ3dEPu
XKUO/lT67J3t3/AriC7pgPbMJnsDDb9ytBwwa0O+RLLT3Z5eZtX6EPWXZeYYj2AVHFYecjHvEsOj
AlA7DO9lOriFv2e9acK97YQEypPv4G6zNrEwQClXkJmqVXV0QXZoRnuzJokJz2KpQ6kTRR8uEBZV
4lhj4EkhPLBLXXKc8G/7sApAAAU9vKfSV9EnrAqz1l7U5lKamf8gWj8GBlAG4X0lK/cpafHMAH9I
opdSNNOd7+U5F9mzoPv1aGNDCK3g2u1E9NnT29RYaX2S7/mQ8doaLW3NxJrcIENDZZkSmwO0Xvik
hkm0d/ssJoVzDfCRDEDy56p5yPoOyCK2AXIzkOsgWedaAjWAZiDT09gxhney00jtKJOSbY6prML+
rlW+DO8ymySH9WSwSlEb8H13GaGjSi4TwglPaqQZEbcauShg8bxqXdcIgm5nAT9WYc1k1hWsWnkL
Rch0kAa1ZDPOggPNoGyjpfXCGahYEFEWZmqZchJfOKBYk6C4hEU/PiBTb3cy9fXx2Mgir7+qQRcs
FlnTyIM2ki0mWb8ior8WcWzZ14POaWwZJBVcELD5mnZtVWN40Vihr2P7K7395MPJxzA9ePYKza2M
HjKJ3eSaJrFtskc1ugGsi5Q3lAuzcR2oNrt0VGcRA4XwcoQlDefHqvrqOBJBBNCqy8n5dAQLaRME
FYww2/a/GHAhI0QB7EwWhRMFdxYm7oMUVol7syVmAI9MNDxyAgKOoGn1SGDhFBfNUas9t1yibh2f
dAhoe4E1Ap1BIOLLsiuy76nheVXOmddgthBjOmXHjPii4dhh35sxhShZl2MCpWqFPkwzUQPxzLZ+
nHZAy5zcicSd50hcHFoMbC8toR5w6sVMeTBF25bcTa95BemXSKrtpIASQWuP1dZuMwtD/TB0S/Zx
4ioye/Nki+CmbcOAfuLQo5Bk2pwulBWV5inN7fw1Va5341NbfR590isOeUgw4K42Uh38AQyrdjvN
tm9w3H106ziWdWM3gu4kALwRWd7gfTLzPkcIDXKfyMPNGHKud/KvvcUrsbDphX7SqapBMbHYrTUC
QCTxfJdSBO6VRa21WypFcMG6Y/v0SPLYsK9YO2/8sVHaPnMHynEpqJYbWMnToVMegtpRBOlBltuv
JQ25ZnTxuts6+b5bWDTYb9y56hgasbwzUxl+MnwGV+RHaA8H22m3RUEcDrZIikdLqA08CqKirEvy
X8xLktDGF0FB6SGjHX01lkFj7GDdPwb6uBjxBziyu5/SFO9Q3Uh5iMn3JAKtcsKjU4XhngejLUrl
op6gz5xxuFM1jQluv/MgANp1K5fNc71stRT15VzP+W5NHV528lepd8a2Cm4JrIW9E2Dz1sjHVKw6
o5x9RBX+RUEr6ybW+6HbcN4mhSiMRmp8nW5Xz0DHKTd4wrKoBGfajRFozZ72UVPyrPr8q+1M46s/
diUCcG10MMfVmf89z3PihZwu5kfdqktolTeYEaOcMjBVr9C8MyXF0HU5p6NVZk7bvs9xmIOvqhux
KgIvrhfonUj4wFg/nNphiOIlQJrpnlK9NWyGDhnSFXk5/WfKUaTNdG7lv/JimTsiPcB1WRk4PiO5
sKYaj5RbWu1V5cJ1Y7r2viSZJ9zTT52I6z/bQj/r5d9sFlHcPxPj9Iafs/AVJcQRYy2YjbCeIlyA
QDV+GqvNCEQm/yhf4M2eJJ91JngxUwqI1NVAV5lTvU2nCO8Yfnb6v9MNh68lOBWK8XXwwVeb+xP/
1gfj4866dSlzUZsYQ7n28uRUgqgQ+gn5wUcN3zelJfz6szYb0h0Wk4ZfH6qCYymhYmzgrgLL21eQ
81aTkKvM6B0imHzCKb32CKb7MSI+cGw+aKS+9wXPVBahRxBroaYSJ60CsiL8dEGlFVtOK//s1b2r
XjbmYfDGPfTmYfOTIFh5oioSfFDrzJ53c6lI1mmkky/UNIW17PFSbIzeNjcdEYIgzqDVYkP4BuLX
4nhvYAaftXuJWVrD+vfj9Z0xNKOlf74gQUBnrkzwZ9RbvoNjvOMsShUpKB6i0D5oqcaZY/zgEb9z
f70zkcOIfsIwEz7LY3AOLAOJbm44pXz+/Vd5p6/mnYkip643oqFC8jLNbrJS34boXU3vtqzV/vef
8LYQwoJu+OvdKoJY2YlTY5MvKd7U1bafZ0N2BNgUyIzXliam6gxPIMeZj9rP8/h/a8iczygN9msJ
m36NK0gvsi0l213pIImSjxqwxIpU+ownRtaRnX40TN95F72zmSX38aHLTg1rzzBnTwm+d41a4YWA
bE3kMfFHPofWBHROudXDL1nzwQh57xGeTTEGO7cyQDO/RmCbkSkFq7+OUIRzhp9uW7P48D2cX+m3
burZZOPWo2byHvJBoXYYiJnhi9jZxRjkt5pCD6vGZWmUNBo/kEO998XOppZuMma/ZjGsc152oMSb
xnT3PeHD7D8/+Ih3Vh73bGpJ7cTibN0O60LPd3oU4vB2VzwpJpZ1TsyDUN/z7APlxtt6pTn949cX
QYLi1gzoDmtXMw58yPyZg+jWXlQ/po2xtBNESgDQ4/iaP3RkpQ40GihC+UYTxXEK6g9ej/e+9dmc
MsSFpzzJhUQFxFe7v6BHt+LDzOIzh/K0BFLjfLD+vfdRZ/OLnQ9uo1Q6rE0f4BqdvNz80lFNLLRh
LZgDJuDk1C8/mGreGTHu2VQTck7QMcMO61F7CnRtX7ruPAOMGphYzr6cTSkbXgTqO0zVpcucPYTT
WhtfovAZIPTvL+KdxcE9m3qoGWV+UjFqqbOvya0glfmTlmVbad65LmS45oNFyHzv1p7NN7GBLDms
c+Y4FJ5UUo8J5yAHUCFwzf5rb+wDC4sVGAzn0zyyPaqKLS+PLesD0JJt1lfLBBkajMjFPLwKOOvz
Tap657Kl26WFzsEPRmLc62VTfEPpu4jT+iNp2DsTtHs2aaXCmaqafNJ1x156YQY3DtrTyIlOljFd
4nClO64D3jgNtbuaX8TfP5u3VV+8gmdTmARLnPrzFFZP3YPnTuvJYnj4A1DgYG0aYmOMjx7UUsld
bJqLPga91VIUYaJzTt4Iu5kibIzuvhuqbW3EOyNsFnbxWScHV3nPv7/Kt0WXXOXZxBe0upWGWJ9/
DGMmgEZ88dQ2HzlgMZLnMcsrUxAB3lA5G8fHARYnywm5wh+O4h/hXm9M9s486n7adIVmRZ6Czqs0
qYsUlSyFLNhelwHvLN+X+Sm0PlMSQL+lA1HLPxjU737s2RyZVlNYU80f1lpGBxQuScD3L5mlCv+a
GbFhYHIr6nxDYGa1Svpv/5ez81huHImy6BchAt5sSYKUr5KqSir1BlEW3nt8/RxoZsHOVhIxWnWH
ohvJdC+fue/ejSWXnEdLMInoN0L6bnSTP2kx0hsvGsKya4Kysr8YzT2aLfs0A2BHB6gLtm5jUImp
WLFW52vcZHTqxBqmQnGUY508mHF3gN+Zclrw2mrzVWP/wHGwZsjkyWqR3ix8Zl71zl3cqzfWQNNa
geb09nO42qj3Nl2wn47awfUY8DB0ker54Qgl9awU8eeN+UrMsyWYxkxt4rpY/u8BDI2fZQD7a+M8
zMk9R6s38ntjvB/Hk02XCJqIXDl31B54mOC2uLr8G2Q/QTCaNqzFQaYGkx/pf8w8fbSX/Ar9It+O
DpcHWJfqvSUUDJsO2VcN9glZR1J/+9rx/pZldcVRuvz597uoaKgXLFg06Eqh1ngsnARH/TtAJgZC
iDfc6Wl2r48jcB8bsXsWb4SzmCLg5YFlZ1WwSVE6F9bUhzNBmDfA4T5/7YLwhxup36oZOo25/qEb
Zr3xhkp2yRSMj26jxEChY4YbsweH5z4sIwQTneF+ItG7MYbkrL91Bp0ZuIS6de62FgautL6pdvK0
6YZIHmZTsCVzRed55xII5IZxR/vXkRWCMTG5W/3XuR+Odph+wVhf3hhZfPUGmTybSJu4xpzNDGc6
5UMzg1bpnnOk5LFXWEyOhLX0Pz48OcFEdKqd02ODoVyjnAF/Am7aY4BjFUCU+hbbbJ51yZEzBXOh
J3oGDoOJjVVzoAjsozb2CdsQTsnRzZrf+MWXl3DdmHfurCkYhTCLrKwomFNtJz9Xy7+aoeY7zZS3
g7Zx3CR2wRTsQtuiVDLYjDGq81VY5L6zWNDib6lMyk6zaBYoQzfJtKA2lJevpR58JsK8vDiyHy5c
fOQ6aOCZEeFAuudXVi2vZeZ8d4b29+XPS666IVz1wAE9MOjG5AMF/W3P4QPdkNeUt6lSAFq9PIZk
Cqus1/k7SxJ5npzYxmaCdacg5TTAwurHbrq+/H3JhTeEC6+lBf3qzojzgNIPHjctzVCUPeplfapX
HzF+3PTLZMu1/v3ssgOuSTQzwfwnKfLsJtaXN3RR4SMvyg/65oZwxdNgcpXeq2bfNtX9GlRMhAUG
fHfr1WjxwIC37jEoTXXaNCsyx88QLnttQK7udtSMnKC5Wq08gRpu97qazXfLqv01OlbnZ2t+wKRd
3jfZuRDuPdka07U8hFD6xvmbTJ0GgiZfjjiYl78vsSuGcOcHOPA6i5fTJ7/9pAYIAcARWXnzDVCn
a0X78rFRhKufg0ynaDHOsGLSK0zr4g6s68P6zpj1cuWV/z854P9rmaXoIRiCpoQGEaWa2dftGRRi
pNE6U/6jq92pX4bHjy7aW7h7dsJzEwSQlzCdRssf+rJ/aGDqglrg06zE98P4sa1ZmYzO7xHFnxIs
3zD741LjnaGTU/aw4ZQvldI+h8bHsqtv3ApncwncKmgD8ma+Daf//0bSo7HvIwAu6O9tDCJ5JnXB
JCRhE9hWxSBxmNLDGexjXV8jVl5jF7C2lsf+hw7aG2PN2WxCJR1MReMAROkAJeh4X7pIcKqBiS86
wSyepRuBgmxGgi2ISqt1QK7RNuUgW6fk7pVhEPeklEq7MDroKPrY2ryRoZJYVF0wAh7gGbAoOLbe
nH7yIBimqF5fNW79E+jkxspJXue3FtWzlZtMzwFeRdThIvi7y9J62KnY0svbIrFiunD/zTFrlYB+
AF+NEPeCbvQbgELwGRvrI/Mv3xrRzn78mNlU+L0IK5l96efvLqkH+jiLI2CswwKjVjJp3+rqY/fy
rZ/sbLAissBSl+wGDW0lK9X+Q5Ts0YCwsjfqsAS0gWZszEzybGuiDaC9EIIrogymhAb50VXBYsan
FatUm6ASuna/6aVLjvRbTvhsXl1qjJPBy+o3/XRUYWGndfXhLcPsWvsoWvablk22X29ZpbOhyhnJ
q8rzCD8s5USWRguf8wTNDMRlmk9z8dikGYKHG4dPtobroTwbzG51N/Zq5kXQgdnUy+HKAnjJ6WMl
lzWhbnuHy+dc8pq+lQfPhgrBJSLeU2J+qvGrFborgxnJqHSZdkOKQjldkfvLI8mckbfg+2wo3RwL
1YB3wTdyg8IpoZR6qgeb8wAT6GEEIoYmVDYBslq6Jz1wvNchpPGsGrXgSYtaZeN3yBZX8B9gibMz
WIDwiSgc5bbzuYUROAFx1WsOjHLT17Z5GbdqZhIbpQlmpMeOh1WGA5ZF7R8vthooUgA5XV5RiZF9
O6tnC2pbgdeHSj37oY5IU1OpezfQv/RoZo+GuXGdJVdM5IhT9ITCgsoYILf9alB9tRt/zjVkI0TC
NtlvLY4/dhT/o5lNa0dgDQy1bggVxBza99W/yxSewa3y15sdeicsFenUHBoWNaR3ediT6J/aa77P
dgY8LW13NAgeoPO5GQe0vib0XwgCciv1a2P8SeMFAkfdSfPiLwVZbf7722VTxFpySlTB2QjtfoDo
kdggVPtPIXcbNqvvl8+I5H6Lau5mbo1Vt54RqzRp7fSOARS6/QRtw5B5d2uu8PI4kvdSXad2dhYN
uJBsBI1x/bLgbh5sOvGW/Omjgb5IXzbNrqU54eq82Novd3DvYKG8hTbux+VfL7EJqmATwMgPbubg
7S3An49DXKG+Z4K6pfGovY+KEkQfhNR7rxz6nZYhdXB5WNnmCNYBcHE3ROkK6TNhnod8+B7f7KbN
c5IlpE52xkqPc3ko2f4IcYbezJnSlgQADvUrlBAOcWN9bTD1lz//vplQRVqwSQmLcoYf3vcU0Ose
t0h1ytckxcnQypu+m27y6vpjQ60/4eykRQtk2I1F+/+QPK1ltHLJAHOfKNzdUFhemq3C8roy/zUU
tG3/exzAkcVSoXLrq0lm/IwHIE2oP624+jS470AhZJOSAwm1EVBp2y2n9v19Uj3BFACOrs1q0md/
LmOot/Ur07I/QUl+ee3efzFUkUyKfpS4VHO+rhX699icvrTR8DWI9dPmRX3flK2t6f/ancSMcfZj
Vq2KaYBBwA3bXW7EZLJvC0EFVFjTKqSBmYy6pzVdgk7EhpmULbtgAEYVecTc4fzqarWvvf6msPSH
zR8uW3bhngednqrLwrKrUUZ3XH+Xr9gLeqk20xWyEYTr7US1OziVggELugOVNrOwv7jmtVJlGydH
4gCr7mo6z64dYpCT6i20sdGDBY/fM25vg8o0eApkyaEcY7TNCP/NPXrn7q00y/8aLG6qWDWZTm5U
Xz10/8YOtYBuuU3U8GqttyuqCYBzQOJioBtz0ZyXD10Qkf3Gtnn4k0LjnaEx0SuSY2UF+7JGHina
MF+SnRIZbJSm9AwttojFAMFPK3K2zu96G9xtUGx4uJJ7ItI6IHPf63VjEIIZU0cTiP13u8AjMfQi
qtRJE8Woknrxy8xF9QLxHYSllfSxcNrurq/qH2plLYcgACd+eUdkAwqXvm3A7UNnAp0Xzcku0QiE
SHsbCEUIFDmwtdNmjCcbSbABC3DkwDFCppZm1ZU9QnQPb3+ESAnyanlfJLd6rDe+YlG4vzw32VkQ
7EJDN0sbodSBL1pNhySbp+u+t+KjtmjaVUizjH95HIl1cwXrAI8xoVxfLpw51IId80Rj45XqahvT
eN+NUUUoKcSPLoo3MK4ljfEYTu2d2qW3DU7ADqSob5qpt+FlSA62CBFNVvbvwWKHLLe+pQvoRavc
0+Ulks1h/fuZeXMTw066mmsZgEFfg97EpTYat7c2D76+ReYsG2U9CGejkK9CRNFx8V0Ahrp2clKb
4nZK7unB2gZsSU6VCA2NKqPB1wPP0ozeEXq+n0qjPEShdarVYeM1kA2xbtDZPLq+L7VwjtG0ytNn
1aMQSy7E9hS/bmlnvLwjsjGEi88+UInRmEYSo0IJR3oK53if0Ia/RMjCjRuHVzaMcOvrqpw8lMIW
fzSnCs1elEu9RLkm0KOfW9swYpIL6AgX3UboHL4rLvqiIONcqvM9ajCwFurRRnlJYrsc4YanajPb
KU2EbABkxsqCdNLzCvhKqF5A93rcTCXKnmYR3GnQ8DgnI/YYaRB4/R5MqkgUk1ZVsJZWYEpLNVJV
JZJm2664ZPlEjGcZoATrzlDvrF9/K1+RiQdUtmR/EprhCmCeRfi6JsYomGjkAVMl9QkGLh9Eydra
gmnIVM0sdFhSfKrkSfG6IHBjkGcuggF+7u8p7SOXx5EYB3s9oWeXCtowM03VCqkVUozDHFIhVB8R
n6W59rXXt8Ka9Vy/41rZ6xqfjRJHEPLqVqP7uXOsViFiR72ZppVN+lMCK4S9Vrms6ZjG1r5e/lpb
eZf3GdZozhFMhplXtstLrvsxvLuTbvqBgR5yd+T5rqprqGZ8OKEewCmp2TPgSkhGoYMCrNdmN4kX
3WsIlZD/TNnuzTSr5Oq/UYueLYWjNz2aEFRaoigxfFXtaAiP0tOshM6tmfcoHV/eWMmzZQsmBtiz
mSZeboG9gvh5oht850F9dbr8ddnxFGzLMEQwRGUhTJExzad2t9iwDNU+TTrZjg6nJySfp0OvbR6g
9bvvHSDB1ERGpCTaHFu8YemhIZAxzZepPmZRemjn+7J4jZVvU/DUb6VQJbskYiZhkvWWUY0sXxvt
m8lqTm0z3VdIxNEtuLFBsiHWpT07CAstwDhbieUnsCPSQm90d7T8jtdhHDa3E+H+5Z2SmDERDglj
2BQ0QWn5oVb8TqB+5X27trzfl78ui9BE4CP8J0W26Cu9qp6dYOS5ngAkm4UKB0p65S76DxoZfctq
rmll+3N5zDX4e+csWIIxSTOFYGY92YGGhkpHIDjtNdizuvIeplpenmtD2eJzl9QPVBHo2IaRPbhT
b9EovGYv6yuruQ9j68RgQ4kG5n2fuMcUwT4lOW7niyWX1xLckHKEETyvGFUDFAh3z9cheNTN5ZBM
x8b6ztgT1OVj95C0z2uDnWtHCGVvnEvZ8gqGw/NG+tygpvTzqr0dV95hGrY7FECK8fuwdCfXQGmw
hwnm8m7KroFgSWCrs11kvGzfaq7ovX/OJ2sf1PNdXDsfHEG0HSNkRUHPhBq1vp1oPsum9Acan+Ty
DpfnILGGIsjRqGjRHsoA64RU+C43wVGryq2+0C+75DdNNHnIIj9eHktyn0Ww42zk3gDpn+kXCFvB
UjGccnV4rbe4/SUnT0Q8KkW31GCsTJ/m5W+jZf6OA3drmWTGQsQ3oq4OL9X69hkhBETez758ShGU
GxGfT1d9810FWbNdbFg+yckyBTuhJUuU2kth0xGku/i/4f2UhS8VCjQf3ox1Fc9suG1niE4GDKEp
+bPumd+ytDlu1vFkExCsQGgqtblMue1DIzBAfEbfTVMDoNf08Z8RMquNCy87UcKFN4ZWoeeSSQRV
l+1Dp7w2FXfeJ3Xuf+zIClccDpkYliIYP117goPMu42NGtKmZcMXkS2TcL+1AGJHFBYsX0cJ4qDO
FJBDh97AlbFsp4+ZsXGeZFGICHA0LX1Qq4SBbGSXrME7rsc4Gn87FSOa9HQCqEtgy4dTBsHjjShO
YltExGNnaH0yhRZ+nNIdod+7mZbsqALdaekgLRfzATfo8jbJrqcIftShaGtAUw1+mP2lYcF2g69h
Za4S7PsRYijAepDDHXTIwy4PKNm4N4mws9szR1UBk1s+0LH6s6rtR4TZr9X6y1hsmEpzPWDveAoi
/DFXwhjueG/woQG9monqOwV6hTs4L9GnTnYJ6Qm3VPbUdBZyVAGasDuk8q4I4oj51vTl2lE1lcVT
E4aH0OmvrfzeDptr+oniSPvm8f/WabHCs1DvfPWA7VcojhflDX8xB/jeSVNbsfKPSr8fqAqXLybZ
cuslve9sMYXLYhwRbmmoboSQLpBYy07DBS2TDBKjQou9G9U02y+Dman3zjJBd6vNe3vOxnsNRp0X
WNfGW/ib2xpeO8gUjsNkmP1pGgoEo/Wx/UQ4RXjddGpwTbtH9DiPtIdvBISynRcsgueMabVE5Abr
sNiPg3vIrAGRqJdkMx0tiWtFiKMyxIUdTCTz1Uh5NmFOSC3taVyZAcYBPpLxy+UjLBlGhDgGjaWU
9Fybvgk9GZ2twecizT7PUXGA0wxpa31LA0FmfESYI9SwdpfbvPur8emi/h46Ba89ZdMxcRGgmOg6
GnZOPO1gHr08N8m7IEIel3QBlkMt31/U5g4k8Y/Inm8X1dworMmWbj0b57c/rCy3cFOsKcpBO6MO
H6wClHLulsdCWb5744aVkU1j/fvZOKFjTgNiWhYJo+VXOxTXbgJnTVZ98POCC2DClTx3TUEkbNEM
28XL/YyQtrd1vWWrJPgANTJKKEhAoa+igh3p09dyWr5kYzvCiwlNy6YLK1slwQlICBHRiEH6AYas
a6dz7t0ErbhK31glSVAhIhsdyKrh2mcambMqF51WXRHU0sGcPFvZafEinz6Xjx1bwR0o42Bxkp6Z
eNHweeip3dj2nTtlG6+kZKFEWGOkwB+9AAb3PfVvBajrNA/mMUR91//QzxehjF1v2XkYD8hejOVd
sCh+GMQPm96E7Nevx+zsMkCfqqfjwK9358p8BMKK0vsczzdQSVffL09A0temiqhFu+rn2TRG9NOD
f6LxqEUqrNjmDlIpZR9VN00ZYMOUPX5LXrySZPnYEdPWKZ9PLYbUEKZL8inFpyX90WvR1WoSc/W5
r5E6z5zdpmMu8clE/GIXZuAVTYZqbzL1AOY0SKzPOqpeZf6kN/mG+yIz+SJ2ETppOC7Xozab3dGa
1MwHgXJq68ZfuV5RrHiIKgh73fklnrM/m7OTnJE3abuzhSy7rp2QDKaS6xgvZfQHtck7qyquNo7H
eg/fc8oES0MvclV3KkUvtxycQ7h03qnMjb859IkHhH7K30Ok99dp43a3sb22TOdb5ESSib3leM4m
FoytGyF5TyJgAuWnrGq4dnTdVFuCHpLY+W0fz77vajDxTSlZGwjj7vPZ+zpuZkkkjeTqm89+9m2N
8nfcZQ1nITB/lIY67Z3evoUv8DGf0rslsK5nQ/+ul432FpmoeuGD6DrBtg6NB55vWjR3EAlu3HHJ
BRABmrCutamREjK2RvKzNqFgm4IZWtJ8pVCjQt843zZ7ByW+oojQ1FrHmcyA6DHy4EWMQu9P1hmv
1fIt1YF3Xz6UsjEEswjZ6wymSrd8xwle+0U/OGWzr2LjefMdl62Y4O0MtQ43b0UYp2f6/UA4X9va
XsM1XZU3lcPmOy55aEXoZZhOWT+UzCRdlNsoNF+D3toD4MZBNOcAIB7E0FtJclnAKOIvrSVMQztw
8H2wQ4YGERmN0moA1QOytwRYMDHaBUS8WwNKnCERkMkaqoMZMh5cK89qNd1PkbFf9OyhmtvDuIVX
k05LsFDm4th63hLnByv+HdbNsuiukGa7ThPX7+PiAQT0vjeSo17azYazLTP2qhASKTEpQwPOOH9O
K0Sr+0ODKMVx9DztoHsQoy7OCHF1/JSqGvzrtneL/mO04TLJ1lVwmVJYUMFxJSRoLO1TWnhXuFCn
EbhyAN3W5u69a351T4Rrum5WTbOZ2f4Ce3WVISI917dZ7fiX7/C7N4zPr38/s5DkyDp0GSoEVukh
2C3xN29Esk6N9S/F0D07DkotsBheHuvdBWMswV7EsT2oRoxNUntA8LpbPrx5gQQAVo6+8WY29t3b
zDiC1cAiTfA6U10Zy6eErIE7I6EAeUjRohdalruwS64WZSPT9D47G6OtG3e2gpbbqaO3vl8afVuH
fDDu4YD7SvoH8UCl/AyKsz/GqfqtdfqXQQ0TpMejQ6R2P0srh584n/aXV/f9C8gPEWKqSdEcdEG4
C6byXOafiHG1MriOupdpeTWUZ6sofm6287z7aDOWEGCpwCRid+FhdUy7vNKNNj42MMJcnols/wRL
MpTOpOjV+mrH3Z2Waa+Wpv6ZwugEC+78S6vq9GCPenQVmdHvyyO+X7DSPRGupDSF7qBRiRMCXA0Y
2z4wHuNcRbtsjbQok3aQpxF2peppCTb6NSTTFJntmjIbuqlEqs+I0RLPjPEEevF5tt1ru0iuXSd/
LQr9xnSXaGNdZZsmGMtxdpOkTUbb7x0N0UkogLtM3+rvlx4/wRyOpFpoU0aqGUN1HYbmctd68e+s
dL+qY1LvFVP7BG730JTJ306rtA13X2IeRaxrpFqQa/XMSYv+0WZTJ5Md7edSqTZu1bs+ju6J8FZ1
NNwS2m7bz/vyBBZiPzbJPcpQ/kcNvIhjzcMi1pwutn0D5e2BTGjc0ZKRpGG7MQWJ2RVhrOWkd3q7
RCzREu1dNf2qtxGEfO6JdsJTtlUAlS2UYAYpJddlUPBO6YtJl2qtQH4cXte97hw2k1KSGyMiWqEJ
7j3iEdsf3Yd4+dFRt65hSZ2QQVIcY3XY4JzdWDXJwyjypLa1WuKm96watU9swGpOnYdBD/3VPGzC
/N8C7f8EdhwwwdhNpuKQJ+b56IP2YBI09mYI03tUartizOIrpJYClEuy8uTq6ZWjoEBUp87TGM+A
goo5OzjIcKCuvUXjKDESIqPqOKGx4UGCTss2XUirzj2FlC3clOyQCDbCUuY8p/kIVzQ0KARNev9Y
LQWur6nEx3IY3I3Nk0xChLlGJWIJkUnxuqoiZ48oav4ZrHiwYUclNkfkDK3gy6WzBcOdNtYNt/Wr
PqXXOZwUlx8jyX0VQaFBP5gjeRhq+xGiOP3s7JL6BTWAjEgRIZgtXlLZGq1/P/NbqlKbohDtFl9L
ZusYwAv8qU9L6+flSUh2WiQDDeYJIlWkRdH4Dn6ZzvJpiqMbhZO9aXBkjpcj3JwK1ZgyDvG/Qbof
Bsf5ORWo3HpmeKVOOOUKJWzL+uW1aApF6IGQ/OlK9Y5FRGdhw/mTGIn/gEWTNCe9wCzrVYWhD7tT
04b3Sda/AORtdnmgT/sp0TYCDtmaCrdHR0dkWSp2rA+1R4STClT5YI8P86z0yxm5kMtbJzneImy0
rsyahU1t2AfyQ6XVhwh2o05tN/CvEiMuIkSzMVbGN4Viy8rMXRqVpzkaD2lVIyvBUdEGWgfoG6hm
rdq4ULIJrRft7KQnSkY+sAAsY5vK16RrHrMY+UurKpPd5RWTXCURDupMlROaxnpj4QjbrxoscPsu
r5c/Ltl1EQWa5qEzNxYfNwZkMbUkC2/atlj2MF4vB8dCNezyOLJJCPYAFZfRy1Kuk+Far0OxnKqi
/QhHtu6J6E0zW4K0QEzDR/8RiSNd+wFc/7PhPV3+5bIVEgxBMiHBY09kbywH2a9BB/9VgmZTrj4G
bGQCguecTSjeBCgi+c3Q3WtKRUdTFP9yA/tP75Ubp1Q2C+F2RwqCCW/hQO/l8N06T3GqID1l3m8G
HJIRRHimi8ArUmwq71YfPJDhV0jUUE+YiDgub4TkCFlCMqEODeQJM4ONoAfMi6Npp5nl38vflryK
lnCJJ70ObaTeqB6YJMf01Olu7GZ5HkJku5z6JYysTe3m9dy845KJ6MyoTnVDWVgnV3V8Csb4fXh/
CJkcVh+t1R/M5n71N0Psom59cO1W43VmpFSzSoseTjRfaef0Bi1F94gE7BZ1zfuJMt0TEZmaQ1ND
7LB884BIYnbq1WQPKcvnWvtDkpOSOJlnoAu7Ru8/uGHGvycUQScKmTSruMaDem1+bxLvMUAhtdSG
7bKL5AW2hLs/T0Ed6K1n+sDBiWkXKExsCOb6Rb2KHbiVy8V9MKdsq+dXNpxgCKq4D0MUSUw/TA3D
2RWm3v6qPI1aVtGkNxWSUfdGFFdIt3faltMseb4swTBMSoPAC9qd/jDOXyKkh5ASBaK1dfBkgbuI
w2xCDeJ5DVR6pv/RSnvv1vNx9Wa1JdmhPbcvle5mthe8mQ1ImGQRRTCmqpuDUppMCK2yu8gL7rpR
20dZ+Lmzsxcb/83ZAlpLlk7EZRpmUISDY5u+6yL1g7DkysE/bK+dxKKK0ExNMwGZjRyHxjRw0Hvr
oADAHWlIVSAl2/DHJJZPRGTSWxUNTWOZvlpq2T6PohyogbHcOM7SnlQknJ8qY0w3zND7dWjAl4Ib
gKjegKQUS9Zlk3no83iVXInp/WjbXVDpr+GQfO0hgelC1ABt515v09/NgkAf7HVXl029bFUFy6FM
oKxSTJg/jtVznw3osFZf3KD7MjnDRtpItqaC2eBMqLbjGCbqMfZPCw3ONe2GDOBnPKCbTV5E2UQE
azFomUm6iFFgj/AAO/YHBPDyg+UlL5thkOTNNQXrkLlGb4SlyWKFzhMJkmMbN1vgAMkqidDNfhjI
Q7Q0AEW9GvkquUKjdvd2keo7tXWvK3AKl3fce//FFeGazRD2uQb+AUBY3X2NXCd7yGoFxYwmqnxI
gCj1qaZ+U46G95ig1rpx0GSvoojdbD0FimdTNclVnRqElBRLO/CvefGMEvguH2p0b1U0OWFo/6i5
FfGbypBqHVKJJtKgxr5OQCOVDxN4jp5/0H5rRM1Oq036FHaX11ZyQEQ4Z6fHTajPjLfYwIdSwp92
6jYiUtm3BWNRhFZuwbthIW41Z9elTo8DdYF2Y3tkp0KwA2WZoF+r4xJ1efPbVsZPZu3QSwSTEVpm
Pm2aNyj3/Ql16/PllZJcV5Gu0ksCM9fXOEKZjJs+NF7CFMyrgQAdkonDj8uDSJ4kQ7AJoxm5Zdwx
SORCdt4ZSDA6t+1Wl4/s64I1qEt4z+YCjE0AgNXPCxoGo6zwtczbeLslJkGEblqmUtWQ8OOGT8sO
jpIHnOPSq29AIG+aNMk+iKBNXQvd1jQZQxmm+zirn5K+fum99p9O+xB6X/dElGaC1mc12aCtvFo/
OgYyw23d1QhkuBtYXcnNEEkpTTNQ8nBgAN7MZlfW+nXieu3GlZbsskhEmTkVFf2AixFAcuTN3o1d
1deq5r1ePqKy9Rdu9ZK1i9qpfN5GXnNZRYNBcDcJPbubaAHZDISrnWDmu7FkiL4s7zut+ES96Nka
PkQRwPYKzzsJWrO0Gq4BCManEJKYwwzvCQqML5oaXRVptJHYkN0G4TKrroH4K4lyH77Ew9DWB16O
MlMeQR5u2m+Zfy7yT0beMEx2jxcRWup+lTgjAl0FIObvfYba6pMdInlcHy7vvWw0Eam5WB6FXIPn
ApXS0zx2N0Yb/VhXb1HMGuRs9odIq8TbS67aeLN9TnLkRPym6fZp0cW4fHZaN49JamRfEfCr492o
lMou6TJzw8ZL7qXIQ6lGUWO4Bu5S3CXzrkL8djbK/GOeuojhtLJAV5setPnQpYOKTBP97Zke5bu8
AOxeT0Z3dI2m/nl5qyTPowjdLN0Zxri+YacUuhZIC6Zoi3YJNHmp8XP2rCs71rmyW36E5Kz/B76J
4nQHEb3pW3pk7hXVyP+ms7oc4nCpDlNlF9XO66LIvzy590dzRazIhNx3oWjJGobAg6oZaXOlzavk
1mzDuKYan6xx+BCxpu6JiNGob2jmD1vOhBl/gs+vByWS+j2B4pAZ4W4p1I2Kv8zfFLGUCOg2KEZw
FsrWO3lLdG+4OdLo1EZ2uTsdlbyJb/J2Gq6MKuPs51ZJrn/cSLzLQru3X3WWYsrbdshrMjFgSJu9
C/8L/G8YkrVsSldEpCFP/LJq0ll2cmgRwt08OhJr/2ZrzgZ2VC+vlzKj+7JIHuwpTXp6LubmTrEn
79tHzosnYivroQ27oEnJAwECM6fpyZlQBVGzU2LXCSl5iMcvDySxVCKwMq2ntPFcBiry9uCpJoR2
/bepLPG4tgTtJBdb5L1U1DGv0jwy/b7vYWROtX0bgMlejRW7d5Uo6s8sXbQTCJJiy+yvL+M7OU+R
17Kcc6+NXcXwSzAnI2wOaKj8GJxij8rJN2dsDk3Rn3isjzbo+t0ATHwTfClb0fXUnJ2OLg+GpB6Q
zMzb/C4uzR+I6N1GQfR5KbYCPdkQgkdTtnlfL3XHpqVoy83PvT0cIlhSx/n58ql431x5IsbS6JvM
9BBo9qd2RD43r7+sz6atIB0WqsOeY395HNnREBwb3D4FSWKOhpWon+pAOUy555sQhe5dN7wmhD4u
QC2vN6NVyXMp4iuhipoCD2lkv56b66Gi3B1oG9GdxCioQqhixGqYKjGfdujDb0N32bn4U9u9Oe/v
uSsCJ9Uh7y08FMO3kwF+IKP/BTEMuK7ue2xtBEOyIdx/n1y96vQxDBnCWTOmWnKYI+PGSat2Ryxx
ecPf3wD3P1hGW/Eyd2YIzUvQRFTyH90yb2WWJc6eK2IXeyBHzaDw9alUrrIGHb1iYQ9su5r2uLQP
dWgi+qVAPYtq3BWywVv1iHWF/mtuXBGrOBBsVdHMnQ+8lqJAd41uqH1QHZIfpq19m6rhWgOzu7FP
798aV0QrljAJq3lDXYpezx9qwlEzpzn15+iXkzBqqf9TF5m3mwrD+dAr4XrCPU3THNh9RgDiONYX
xTkGeGJwyJ/yZtm4PtK9E2IPLaonNygIoXjC89a4AvUJy4VbDbsyDPbBFB4Kc7raLLLKdky4rkrR
jnUaEJQboMiMap73GbjuPEkO45j9ievuo4g4V8T0KbZapOi3w6WR1k/ouoOFdK4+mF1wRUSfF1Ld
i0egnvDI7NfJJAUUmXn+sonpkpgFEdGX2uqwJGup0kXPTtHar73q3BiJUQDh2TALst0XQX2FOWSN
1jDGWP5G2weNZ/VqZZzv0iMHgQKfmb7mHyxBuSJN5VBrqqdODeG67Tx0ivtlJgTcnIzkaP0H1teY
S0pcBBGIE+xImV8TMj24Y3znduYxC8wvm825spGEtIOtlJSoHQxBowencH7rcDx4HYwH5ujcoZ/9
T2LNfy5bbonREYF9WRLg9xrs0GRdFUq7G6pPmWlSNP5uhupt0P1xri8PJDtugiGwJ3UaRgd+kAUk
PZDindd4n9J+uN700N73blyRlLK2Ik5vTh3Abn7BTHikWcX0VnV1qnfKl8uzeN8dcEXI3hzatTe5
DrUGc4yI8OLb2E3peq0++P31SJx5mSowrdzLuPZza5MNCmh2qN2DmdpbsAHJSy3CucnZR26aauTC
7SzctZr9ezN+ksSNrog45IB2qdaTlOmC+TEbrGsg8h2YrODWdaJ7tez/2mVGmMyqheH8mlvBVo+X
BJ/q/geNWLkFpRiyT3Ac3A1jfqOr+TEnmNsp3vCy6K4fFdHNknc/VSt7MSf3ANLndqbUannWCZdi
S2lDdkBEH77sU8/uSRFVnXqb1voPmiBXooUNiyo54yJgMQxbz16SBc86NlQf/irrp2X14asHW/mt
txJoLsC+v14+7BI7JEIXi7y2jKCg7pRRW7orqib4ajXDuNBw2yrZzst05y5zTO0veRVjq5onW0DB
TmijO3nWWtnVqHOuC6iF0C9uNZBLrJBIa+mFXqF2Nfc36eY9T5BbJfdF+st0zcPlNZPcLxGWmBmF
rViji5kLhm4/BeBXMrXe8NckxloEJTYwZQ9RjIWDl0L9mje05viJ5zbjbpz6OfbrcbKUXdEsbbkP
AscEGWEo7cdOwxsRy5lpIiM56KNJSkEr+oPaBHsLKhzD0E96kN4hP3hQ+q3EuGSXxGpxGFdxPSSk
1RZ0+daYyNZjv8nb6zRSfl3eJ8kQYtHY0XBMSmMdYlFjaL16dweAfBWMgWy0L6rXDw0jUn2qMRwb
CH9jDnT7ZRo6MuFl/mi0PRCJLHm5PIjEKIjAzjatolRVCFNSZXoGYgj/S39oK/eTGw8rm/rlUSTd
R64I8VRb+qnm4X84+7Ilt5FsyV9pq3f0jQWxYOx2PwBkLmQqtatKeoFJKgk7Aktg/fpx5PTMFUEy
MSmrMquSpZLB2E6cxY87onqERD96Ju6SEroSjbS7jlVQ6o1+zuhMbrSA7Gf9qen6298NYddcn5IU
nhlb7JYUSHXSuX8/Vpnd2RrgUm96+/wErxyJNf6T2dhM+GdheqPWJ5m+H7BXjdB3zfTX80Ncsahr
4s5KgrWzDGs875AE9/qbKJ58tARBEnSPEr4vMr7xTlyxomso6GRC4jhjisohotaw5ZkP9c43m/tx
bR6rMKtdzEoS5WJf9voOOuiP8LVYm+5l1RwWYhHCfqsQApnHU3+oGSOndGv06wAQxQ6yC0lA3WLa
sKdXdnyNBJ0laHCKGK2eY6j3kRy/512042Cq2sxMXRthubK/GE34V2mStECpjyx+UNbrguVclSa7
S8t4K0Fy5f6vkaAknuZSZWg4InntvoLsVXqbqgjUTl05AwKTpPtyGuKNNbsW061RMDkBaQPLysXL
436mpt0YvkV5PeUoSHD6KqvRyhq/y5mzYUKvPHpnlKBFHtGCAVnuyvLvhITfQl2GPh3H23HyQJgM
KH7MgWUEaOn3Ls8ahVr11BnAog8k/sLKF9NPUVIYP5zmjRLHtUPBTw9FUQ9ZFg3o+ylSaCXmdkDq
X6dvIy8p97mtbp63NVdMwBpzOpdjWuUWPYFwddiNFu4bNVvtJ2PSbOBqrr0Ia5XzMsf2R5Sg081R
n3iYvLUViLiy4nU6Tl/6st7zoXxje5KhOwsw66IVHvgZt1qJr01wZYQoa5EZHCk6QJhtfJL0jw2r
3lRbSewru7QGnNYjdP/qGj2bZAq/5jJu987U34UGHdOho3/+1iatQaZe5RRZA3TSfljEuYkVd+BP
eQ1s7sYWXVmjNbR0NHTKM8j2oEur7r7RnKco+BoL/RFb5dP75ydxxf6s8aUCetBChmj270R626oQ
caVxjkKqReUKMd7vpqzWGNPZay1RYa72vCrYB7Q9mvtBm/lRJHaErB/yfr9nAdbwUtKaMcw1ZgTe
P0GR7XG8h6RNG+NrOtDfdKhXZkB6QoP8odX7ESwA5T7RVH8kmUF3SG8TcIWjdEdqUBXmUxWMXaGb
jerMNQu+FjlH+7NtK5EAjFmrx8HIzucz5X41D6+X16ke2z+bPHkPKzUGmy7DlcBoDWIsQNba1F2x
lHUz5zZFVjYJu3bD1l378OUO//LMJm2Si3TEh8dO+UUU9G0Tben2Xvvo5Wb98tEgoE4S9KMA1xKF
36qh+EwbvVXPvOJGrekdu1LlIY/x2bpMghn9wVKjc0PPQaKrnRd+2nRDrpiBNe0Td6csYi0GMl3h
k4rGjxT5kYrP9YaduWIs16BE0ItyR4PLZ9+PNJjr9C5MMmiDq8NmV/W1U7uGJE5TSrIhRuqjclt/
yj8DxIQEclR9I/HfAqYGypv+b5/W1dti3dYog6TuPp/54GugAOi01Vhw5UStwYlmJqQgKeD4jm0/
QJn1tVFOsmG4rpyoNSix7t3EtNA0248jYYGqIP7QCWH8upp3E02+shI6rHl+/7zhv7Lra3yi7erU
M1C53Bf6vbThA6IAUzcfN5HpV1y/NTyxG2cSJhJAFLp0QhbeAeBrH77mICO/FgpsWHT7gF15xdZw
RajcdEMBFch9j7K7lcVOTmmwwGsm4y1J5OeX7Nooy6H4xZxoa+rKQRZ2T4q8eJU2ifFF18POZrGL
Prregid7Kjeip2t3Zq2a3UH5r+ACiHXUFVPAn8o6yPr5r8Vf7nT1VzQn0CYqSSAyekNZvpXrv3bC
2ekkJ6hNOUONRHCqnG+Q3bE7GuXu3fMreO3QrROE3ExxqBZu0bop7J7wLn2rOMSVQGjU7FmLrM7N
8yNdO34rI8BtHXv5Qv9JFFqAkx88E7ukcneLpaZK+Llij2gI2j8/2pV5rSGN3UL8NMcxOA413t2y
pJ+H2rmHokMSFIO78fZfsQ9rBCMwXKp3FZqaqAz9YgnV8PK0LfXj9hMcq9vJbgx05cVZIxh7Odeh
0mjX0jS5Gcr0i6f7Nw4KTM8v1pUTtsYw9tEYqhnAfniC3qe+5g9eqraKCVeu6Bqx2KDjWoqF/qEZ
oh8Rbx+7qE5vEsrvaOoctB62vMxrO762BRMFiDwEiQWI4pqSJ5Bub3YG/De3m4SpV+gH9Bo1OCfW
pknvopu2aHRx10VkUKiJxI4LOeQ2f1OSENg+40npBDpO1EcH3QX9jgpXQO2lyOJu1wGBvvx+XrCb
oQrZFi3atT1cWQnukYl3DkqPcik8ikFyv9vqMLhm+dYoQjEQSKFCOnCvgUUTEYRs1BBByNL1S5Ee
OvMqRDkVlCzbxe5rx2ZlLYRAQ3YskdvLh85UfsRDER4agnyvz6vSk8fQTbPqrpAUoIenW/Bf38f/
Ff0wb/4PFKX993/jz99NNTVQf7CrP/77gynw738vv/P//s7pb/z79od5/Fr8aNd/6eR38Ln/GXf3
1X49+cMe4GY7ve1+NNO7H0hR26fPxzdc/ub/7w//8ePpUz5M1Y9//fHddCVUw979iBJT/vGfH93/
/a8/2ILh+q9fP/8/P1wm8K8/3sRJnlRVUv5oz37rx9fW/usPyuQ/BYiQJIrXHC20S+Q7/Hj6CZX/
9FzqCQElXZeAZ+2Pf5SmsTFGpf/ElaMUyRAhOGOLQ9OabvmR+09JJQXzjRIQOqIEaaj/++1O9ud/
9usfZVe8MUlpW/w2HsD/ARQpYHuY4IS6ysPLBMLP5Qz94gVkgrVT0wOx28SZc8NU3wE27zUbbtn5
KK7LwPBCBWr4wlvDe2haVIsDMD94veCgKavroI2L4faXlf/P3J6fi+u6CgNx5QKUsCYlm3qrc6/3
podShyaYrTMHugXBxPOjrIrKy5K5+GyphFDL0rFlsr8smfYcbaSqxgc+mJbsYk+1ka/cWH50IN/8
ehZy+ElaUX/Ia4oQWoaRFjshc+DdEidjW7nBC2srNNfoUefoDpfrYkjntpFAThezJn27I2C+PUwh
32JZuDRr6aI1RDONXs8zGWxZF6MTR9XwkFgny3dzliDLSee2KwIwv1Y0iAbOQr8fy7wP0O1YfJrn
rpM7MIsb0Gc5bNhwJU/f82UbBPAgxCVaYDPIus271HUTghajf0hm802VbnZDG9D6OhCQeH7DTx/F
p4Eo+KU51D85k2xdA4Q7bquE1f3DFMXmewQLjlhMFlAV4OOj0cbbGO/CUgvcfBeTkmKxCqt0TJR3
bZoQzKxXfRUYNKTt0mwYPwtj2j+dMoR6q1P06mcop/ZvSqv4Z55IFYCKD0iQ5+d+drhc2BoKHCks
EOa/hhoh+1ROFehajinsx66IUKu2uIIbV+p8FNxZwoQG1zOwf+uAh6aVh6jDE0fHJQyBtPxJDZEb
XvqFQSSspuu50pMAvC/b/Ou15SXFsayqh1oAzm8VrT8mytA/n1+wxV6e2FOXKYZTQpTkTLtrG9R0
XWVA7JY/cBol801clGkN/sCm13skI4bPlYaGuA8mZe1ubNUq941ziqFxPJUmwlOeuwYIkzCuUI9s
zYOC41gFII/Kyl1Ta360/RgPvphV+27Oq4bdCSi1poCtDqLzGy45apfZFL91tHXsuxcviJYQrZGu
ZiC3XOeV875oWF+q5gEw0s4EvK4mJPgaUv7M07TWN6yY3Z91apF9fH7gs2vrckaBdsQLS11N1xig
WHFWgxAuf/DCGLLASpRQOtbhroUa4kOdudHGtT0/X8t4UnNC8NhDy+T0fBWybaKalflDEQ0sGEY2
7D1l+O75WZ2GS8smcyyjwnxwW3BIVr6d64GrvSvr/MG0KWePGVEzpEFn145A/kVGH3uvHj9I101/
tAokThuH7MIk4Y/gDZcctES4R6eTNGU+AvZszIOBdGGgM2fwezBPbdiDFXjqaZZ4yahgHBee4iyf
DgOugSIytS4f2OwABTE4eSZ9dy6dL3GaQ1OTQRHrey9J4vhRa+qPvaeKPz1ZZ10QTar9VMgKUn2y
dczoA4XbDEGWFmaz8HhhNTSeBih+aobrvk5fZ9xUIstZ+eDQGDpmdopvWTMXOzXEya3yyv5TFQ3z
RzYm6a1sKxXwdM7uPUGSP8FDEd7xGckwrwSLx/OHZBVrYP0Ug3AOF8L1EGjJdQQ/DX06QOJ9OuYQ
5X3ssh6FcM6WjrOKomNKy/kYTcTeoXtJ3rkzSkvxlGR/P/8tzlbn6UtID7ZWCHgOq7NSN9FAGUCK
xyhW3QclwuJA0nzzrCz36sTiYhiBSS4OGQed8OqsjDEoOmk7jMdwoVT1c+R/oTjNeRkFgwsEWhrn
+eeOlPx9lU1uuKvmRDUBNDH1jclmtFZ1IxTbNu7JmXOiYPxdBYIgT8MtWwNhbJOZiY3jeHRGwUE9
5rX3k2DDDa8dsnFZLgwFJUpCsdloneXrHjlW8GrobN0dU8Hj3QjqgmMyzeOx14n8+eId9bjCK+3C
++J6PRSYW8oKTXDd0etmfuCiccH+kGwxiJ4ZbgRJAqQ26CtFSAKfc3X555QU3B3tsctsd5f3iw9d
OdMNGkWrt3XDwxdVCpbLgvE455JRSPThf1bjlX3OZo7xoO9mdyPwPHs+2TRAG4eAuuycbYQpZy6C
EsjagC0FfitM6NqnsoMMhzpS9TEa0Q7KdfW2m+kny/X70RnehCWTLz4hkhIcESk0Hg62hgrTBmTr
OZye41TAm4Pz0YafJ+R/79BETDYgS0+7c3odF+MD5xxPFKF4+k9XM2qmKAxFOR+dBm6H7ybUKN8t
TEZ3Q1OTKTDDNOd+79E0uVfj2DFf1lTXATwSDnXtYbYf2GQHqLh0KVAqrYGxD2Auy/gmLlsnCjIB
SVZQu+cWxOuilPShIVEJJYW2ljqAizpDAK0fnSxIHQ2tvqlfMh9CTHXhJx2bCt8p6RCB2rdyP7/0
gmDyEo8WiOEVYXJliwZvHtvW8cgxZS0SLNGc37amfbGnsQTrBL4UlfgvMgenSwzc9FCWkUuPnqnH
H8XcuUEsuPj4/FzO7QpGoXQxrfBm+dp/cicD4XN3pse2KYZXeeiNO7DO9JArQIn7+aHOXwoM5eJ0
ci48iL6sJjRHMjdI/pGjBA1qwJOkCbgEkdLzo1x4FTEM4rgloYJ4eW2+CsRrIaEOgTKkhQR4aVpQ
nEoUJfwJhEx7NaCWh6/SoWMjdQNbhWan2q7cyENfmqxLXYFQGpcEeZHT3aONzOAFGHpU2WBustkM
fmb0sLGk59EADgk+nGhEkMAirsFKLAacNDclPXJtIfUAdeE+SHU7vQ5lkzZ+bRlh/hC65Ue0uVEW
uLNDqO+mdY7ib2Fb+Zbnabf1Ll6cvBCaISKg6FRa7TSr8I4PNqTHKp7LwBs86ZceRF2e3+lLo8Dk
uS4HM4Fw1w1Fk2jQD24ZPeqoQW+hp8LXw8z5Bmjqwiiwpsi9IPDCw7Hu9Qw7L+qA37dHJbPyTwd5
gsNQQSX6+bmcvYYadkRCENKFv0+Q2jo9LtIpdItM7HR0TRZ/JWiT+oIErxdkeNfeWSR4X/o6aTwV
LoPTyBhVuJKn4yFFP/TItgxHJ08Aq/ZC1XxI5rz8K+l482D4BHbtJqk3LsX5cdUUo+HJF0v+Tqxb
DomatOojS49FMg/HEvVBsvOalrxt8qm7IS1IRP2Kpclb5kXjoaG8+0RZb7nPo6K6IzMv7p9f93Nr
Ac8ZzgciOZzTxb0/XYie5R4qDzk/eoMLgvmyd9tdUdTuW9U26lATCZXOtI5eWXjS9zMqgJ4P7Uq1
EVWexXvLt3DhJMC9xeKsnaEWDYO4SIYfnSIGOyPalrxgrvrqJowgeV5TNvtOzMU34oTZSxMmy9Ae
HgDXpbiwazU97pWZF0Y9P6pSZl/CcYy/FU7y7vllPrtEGh+/xLQeVbixa+Dr6OlkKqVlx7ko88aP
QkICwzdptS8Mg1SahinE28yRwTzdTIP4YEaijB37MM0/5yZx7vEYOfsXT0YJhfOChxO+j1jd1VFB
yRWSoOwo2zT/lDZ1cUMQXZmXmrclm0HgyiFdj2Tb+mQyJ6vQY1SxYxpmID6LeBLoLsl3L5+MpDh6
yMwxQdaQykSXFLzJKTvWOuzBBYnGByc384Z5u7AxS9JqCRJd1NnW7mKmagM+/hqjpK4+IFK0u2bW
ZOMyn7ncWDGNt3B5d+GVrWvAshxtURQdP3ZpWL1LhTd9KRgRO5IigcH6InqVx26y4QqfW27YD9TK
sYKgxIMhOT1zjRrnhDl5caRxUh+7LpOfYKycO1u20y20o1m+cS4uGFGOzKaSCjlbCd97ZbuBCoij
Po/Lo4JsSQAmD/Mqd6PBz2nP7jxdZdq3UyIOdnbdo6fr9nXROP1dSrP6voi8Yov65mldT4IBBL8e
MqFIAIAzDCmd0yUY8zKedFkXx1r2Re7roTLvZFPKB9OR/odmg3ytuwKEa8DTR/mOQ31W+6ACar82
TgU1ZCcZ62Tfah5Xt5nXVUWwuG7vhxYk8b7jlmW2tYSLIVh9YzzoKPpJWD8NJ+L0GzchwNVtKItj
PtYt2kYStBOAbvE9KjfiGFVJn+3bdhx+ajp5QVj0Dt11g423/KQlxl19DUTYT2lqClKUdbtyhkyv
NFlRHcUQguyGFFrdWK8q70PZp9pPJc/LwHikeWXCOan9uJvjbsOanQUAMJMClR5GkNGUSGScLgVI
8wlAR4IfaglR6jAZvJ0H18DvJog1v9TWLPYMtwXGRkEdiZ0OBfh8jsemYgcnD9t7FubUN3CJfmMU
lK88JGUkfI2zWmdbOHFbgXIC513d1nFf34dptEVmdWnZlheAK6QvsYCruQwxSUw6EX5IGvUIkrnv
Tu+WPg3rccM1uDAQw9OJjIVUlLL1ojEOh5A2RXhwy6g7DKUVIBh0ikPSRz9fvD1gVRSomxAUUJBL
ON0eLwf8yHVz76CdpLml3VgGSYyOhN8ZBXRSCDeR9F23c0xwLpiI8ArEUIi/E60X+bZA9eT5US6s
GrwawZZkGazS2p82oq7BuM71IWkp8+s6qdA95jkB1aHemNDloVCcXCwgXtLVsqGy0TTO5OmDCXn1
PanbbwpLjCSEO6qNx/rSUPDY8X6CIEPCazvdIWtQQHHiVB86VPC/u7Wrbrh00wea5VuNXOce6RNW
gS50v0h7r9kmCkoq5eZTeCjAs+3nXla+T5FohdfmVMUORTZ7tEYlu6FNoy2WvScA/6ldxOAKsRCe
cW+Z6uk8HcMzLWITHoY6yaIARthkwTgz72tm+yG5p0XifvWsKb5Aedglvu0y54cxXnWfpBoU7g4O
xXsi0e3gU5bkbYA+1rK/Sdus/iYbloyB244AJpAiiqxPJ+iZWsV6NESkzEmRLeBooqYRG/5u0kV6
A85dmPutxsXwdeF5H+1czGI3zRp1adNpHeCJiEEW30GRehRwBndV7bXvagYC+6APVfSIvx93gath
Jfa1rcg7O1ZsghJPJr7Wbcv/TOO2zo4mcubGn+oq9DbevHPnCJkkjkMKWhBUedeOXl01UTFXoT5w
433MK/PBA9cYOk+dN0UavoEWzEaEee7yYTyoDC4l9eUUrfaQj6j1knzWYOGEY9lPejgUIYjcnr/n
l0ZBJInkO/UUPL/l57+UewUhk8qXez5kSbYrQy2CtCnUBnj2wr1DrIzOcngMKD6o1ShsFGVke8wl
9IS6dyBI/caFvrzvss17d2mbYO+RNXpaujWfYNU0lRz6QR8KO9uddMfyEUkO0vlUtskdkqLixrTV
by0jXGeFJxPZ+LVij06jJoTuBSaYaXObJXHrN8nYb2zWubuzYEuWhxnhP5ZxWeZfNgs8AjGfO6IP
WtVxkLVedzNNVXdfDU3/JpoNxa3hw4FFmt3ZLt3qurwQ66MiihjfI0IhFllHIUDWDqYZS+9g+7Ld
9cgt3zZhxALaL6HPPFUH47lAYQzFvura5LXH0fq3cQ0vHVhXIGmF7DlFvLLs/y9rYDvo6SqSeQf4
fRAzY20zfMnEEL/ca3BRDkeeDcVqVCBWty+3BoJZk4th5trznb4qZvROJvwBWFxvI0N2aVsF9Z5i
EXTMrmWCRc7CMpm5d2DGCT/n1A5ve9SNf3RjBqYlbsNXVdd9i6HS+tqJZvn9xRYAJVBkexF7LDXQ
1d2s0hJQ78FxDmPf5gyQdsv2ETqRt8orFzZOcg03DAYN0f86Y8YjVgueKefQVM30SEBetIMTJd69
fDYohpOlyrkAGpa1/uV4JOgsrBrPCw+QeK6O0ubdbuzEy3M+QCICvwIvDEYNFbHTUca4LLyh1+Gh
o4VGN/3c7KA2LvbPz2U5Y6tX/AlRBDAOQWvZOrJADxApBKiRDmUCb3xWJf2RNNp7U5dt/KHl1WZJ
8YKZRsUSKQDMbZEbWdmXkhSqizIL13JcSjJIbR2Grkp3kXS26tEXTgNAGrhg7Clvtsa19zSM45TV
+tBz696hrKLvEc9uZWkvTMgjS01vKTGf36w4YhMr0Lp/KMWMPrm6ko+1jb1jYkz28fnNuvDugJ8R
mCKBXAb8vdU1mvou6jqFtdOzMJCj02SXps30Jqscddf3Cf3Aw67eyD3yixPUgFiCKQtzXNdq8h5l
eqQ80bY1ueVhLJnzagEx/YS8An3I0BA53PdWZe9VR5WDrpEW7LYlDccjQVmH+83I5F8o7wNt6UwA
JvltO8yfR2syFJPRIkoD2+XkE3cVlOt11dlol2ehxbuKvAA6X6wYGxBKRELeIjjQD95EbeZXfZdI
n0KS/jMfy+qNjsvxk8Nl9heDGXV90kfFrXBNPQEHGZFp9/xOXPC88USitorSO4KxdTtAPE5d2PBJ
H6zTFbdgajP3ncuK+zJunFsogNBDllpAIEA7uMXYeOFUY2j4apD6BcTiabt+sT6mGPO6NlQfpnIm
fq0yfRjzwb78bQJMBMdMoNKBFOfqqGUKz2pWY4IL3XzAOpOjXTuJAusOW1HMpfO1mDhU4aAR7q57
+MbalBCQqmCC0Nt1F9Gsg3BpwgPRKLHhI15aOw6CLoTpiDu9dft2VxgCnoBOHXQeqtd9zYQ/1qp6
uVeNaWDNFsQEfN5VsOk6pkwzBDmHqBubuwbiUXtXt1+eP4GXVg2ocxyABSuOmPb0eYBjlqghjdTB
KLCvhDQV96JmxW02si2B4nMULBDzQL9Deh41YSSFVnkUmGe4hOMIC2DjKQCdIrhOvfohkVEVQCuT
+dFkIr9xy7uCdeiEmo5jZT49P9+LX0IuDRqKAi+IcOJ0wlURtU41wOkGSh5RRJ2me9d04Y7IMN8h
c+btOk9+qdEU/Qob69yLMMpuQ923WzRbl1YeUGBUFZAqx/1brYZ2EWI7c4IAH00Zt6Lv87vOGUQg
uZx3z0/6wusMDxgZGBQcAcY9mzMNPeC54YxznNcABdbofTwU3h2BN3B0c5m8PC3nLWYe3Qxw1TDo
6RqXti+gs4eTOythbzyVouMY0ssvd68xiov6IuCLcDmWWf9iwQRplE0joQ4IPtUddPfogRWs2bBg
l+76YiLhaOCuo3B7OkoieB9DXMg9tE4PUfTMTRBDiK0606UnGcrHuO1wZhCyrDKzTsqmKCGOe1C6
preMhW7QQmAgiGaERo0YZpBtl+2GMsf5CQSeB7E0biLqQXiCTqcGrDBN0PAoD6qlXdCrJt6pImt9
XJ0t4/zkJJ06iBgLloyiaIfumDXfm2MH5UC+WRziqjehz3TksZs5bBS0yHLkD/zKeNmHJuvROkVV
B3BzwcP2QYCVR/ksypGbZyQubiN3IKDnDWuopWowxRi/b0s7+zOBJAve/ZpuRDznd0fBV0LKfinW
atQ2TxfJ4dqJAd13D4JFqJkWU/VqcIv5bsik8LNGOFuFgvMDhwGRzED5bEnPrmnk8qSDqHVVu4dp
gQBaaFvdQ2JNbxzrCwGyQnFWIm2KmBFAw5UdTId50CWS3gerI8DHo1o0PtgFGVqTG8TFLIvvR1Av
74Uu1CGHDtBPL2nyjW9xaa7IoiL/AUQluqNWi+uFkKT2Uu4eeKHJ7ViL71M7bDlZlwZZGqvgc6LD
yltbo54QyJ8gSjz0uYKWn9DzzrpzvHupjUVzB/JSSOcwPC1rVy4E7MfpIyoPEQixA6BtxA0sZBUU
cMFvEE5ulYwvXV5N0KyEvCKu77r0EVNLW6j7icMMdnK/HbP6MBQOeNm0l2+47hcWEIVppGiR2gMK
bm0C3Vp2Y1TBR0B1qevB7D3UR4v2L/pig46qB8ISpN+QzYDvc3rV0P1Zx1MfykOBOsyr1gUsJHWy
d8/v07mlxYcDHIpaIPJSYs1iAL34EgffygOvWgWu/w6FiZDIBwu6jJ2Fssdhmht3w5U7T5vgQCDm
wn3GfUMrx+nMVOV4AwG96wGQixkNQD3pPs2gLPkWj70HaTX8+LUztFO8c5vY+5JPjDVvnp/3pU1c
2mRQV8LUUTQ7/QpSh0njtbN3GKbefV/H1Hstus137MKpXIwKXGL4xqi6Lqv/y5uMMNJ4tPOQixrc
99ph/DWpx2hP7CZPz4X5oGkPl41yvClo0TgdCaUYgY7bMjzUcCsDNGrSXVQqZ2PjLo+CZVv6xPCC
rY5kxYwt6jQODynC0TfQswLPdEuLDVzBpVEA7QMqkyAfS9fxRJ64MyIJHA/pmfCRT17ht3lqNqKW
82ATKG8ATBV8cGBM1rB66qb4t5f6kKu6vnOzqL2Ftc2O0kuRu+vr8WFoCLthfeW+2B/EyGiwZOjW
QgPcmilqmPWMnGGGTFel6WPHqybxmwGqfBsG5MLdhgGWaNda+mkQ9Z+eiQQV5yLP5+qok8QceRy6
zPfA85r5BADhXRZn7b4OO/mfHumTFuln21SXOgtQdoAjoZqKXqHTcUUmy9CNQnPMS8rAEwS9ixRt
qxtm+EnxZ+VDKUSCAIM8nZQ18aJ0LXTnQPt6zOdpdtDWD22HYEnxxxAnoNWtLQYO/YKIs5+No913
ZORp73fDMB8rgQ7XYOrLPNnFzmS0j/oW44EkdZX48Mlsdhflc5ztpnSavzhuZqMgqSvCb/ouH8Yg
y6T+AJwEmIEpOkvCYNQdyE0tDy29sbqo0gBlZhbvhy5mn+ZwHokfxtKg7x7m8KcDqEq+Y0qDQ7ZI
VEKwI3E2vKlR8eY7KLqb7H5Mwyb14WCHXZAlUr/PDbGVXzdgTvwzmWM1BEXthcUOQj3kSzYJSnao
jpPujjhVZu7tNJgk6PBIAYMv497ugewu1L6yaD4I+Fh3016NbVj6bE6SL5HoaL4z2tbWT8Jo/DLZ
SvWYqNvTQI2DeQ/OL2N3Gizmr0UlUnSijFAZSLIZcPREtjDZlvRQNS1p+ic0R4c8SJGfRlq8YHkP
TRK0Db92VSn+SlXRu6+iMIpzHy2wJHlw8zbjgVMW1c+Y6rcKCDNdcnTTZZ5DJzznSZ7fGZmD+thS
KLQGFqGad6NJT2+rqPFQKI2A6vRFmOc/eVE4x7kR4bgDdqQI0T2WhH8+/3w8uWKrw7cguoB+0Aus
Y52+00NUdHEqu2PfN+U74IPCV7p0+fu0a6E4HcWdvQd79HCnHKe/kaAduwEBg3zkttGOL/IoBFNB
6r2nJO82bv3FryYUnldUJtAftQ5vaWcsVr8cj20hsjfT3LEjqfvZCRyD1k0goCFa/rMBTmC6J1Be
grdUZNa8DvMuw2lWefnNQHLj77CgpvG517dbusXn9n1pnVhefoR3gHcsP//lVeQDXjGDRtJjVoSk
CTpk+R+FqMxWRHz++mIcF/4NMH7ojF1nqklXRd4AssxjV5fqvoV82FtaMXaDNJL89Px5eELwn54H
jCWRZgOdgUDKYPkuv8yp0nFrSErao4ppxndUJv0Hr49ysMqbvMr3EGVskn0fW1AEMIZ6+ND24oHj
7H5k2oCbNpnhs+5y3ZSPY9kZCbG4LqzBlJyQcjfpCd32vfBGsNVrsKtHaQmuLFT4X3NaURel+cJD
JyAtSjcYsWdZkJXZ+GXoJOgBUG2LmoNu594Dn3jfbJGqnL8z4MtbMHBqKaKi/+Z07nIeu1SOeXcc
YBB2rMjKn1Vik9thnsqbAU0rgSqHcf/8il/aXI3eM8B2lj75daMmZ02Swn3ojlMGgSoliuQBuJ7x
Jk0iZyPmvXBeAahCEhVtBoDNrRMDbpnAWtK4PeJIN0E7s/C+6ln/Yq8A2SigqvSCRYUjvroVM5r0
0OBOGzS9ULMbKlrtQGOy1V57YdnQrIyHZfF90Pqy8ns7l5okpUlzzETPgnzSXdBZM+xNEm8FmheH
QiMtpsO0wgk5PRa5inJp67I5OgYkYiQjxB8JOhPrEipYzx+GC2lMxLILZQgcKuTY1rVlcFjUUFmA
q4P2Qe6PixKNGCMeVE4fvxsrYd+iqNE+oGMzSX2gUvrZr4A830dVuUUCex7coFSKjk34PcBIoxHn
dNp4bh0LstkGAEunPohU6EcHnakQ9OM5OsWiqW5uqmKK7nLYiz3prLPxNl36AmhEX5K5sHln6U3W
GzQaeLQ+NgMdbspWSSiEZmwqd2FRdl8dR2HytPX+N2fnsdw20q7hK0IVctgCJCUZlmVbctygnAaN
nNFoXP3/wGdjQiyxdDazmJlSEx2/8IZTzbk6CWD/V8AOz8/LVh7a+iiEgHSYdlmC1rqo/cANi/3W
LtHWnFZUa63q9PKaXxhl63Si7GLBFQMZdj7P+ZJrQ28C3zaDyQC44fS3tauPrz6VG66XFiTdJi72
PXAi8IPZVCSgcaNP2tGl7h3pwdUb9MK3gFajDQCEm57nvl8M/6IQuXKtOLfHZkOiTkfeEe1KxHxx
FG4y+qlgUUnizmeMoJ3CtyjsWHTZeLdmhvyYE9lde3YvDbOJ1NCi4eh7++JtOQaj0wcJqgx1MTz0
s0jv1yX3rlRrL41CE58dzuJbRBK7j2lar5iwWotVqdFvcsr6YdIW4/HlTfb37Tp/14MtbwdMsrXX
n0Fqyy7oyAUzO271Op+Oti61D6YjgkPmjTpouyF4r5ZqOviyWo6DmtvftiaDBsG3rDmmRVmdJpzs
j1aORz26J+qQFbmHQ1ddHwkvtcieZXPEBkicZJ+0Rypx8t6UnUQiFlCQoXdYhI1VeqhAQV+5NJ/f
z3S8yeEtunY2kKRdyWD2LKJ0rzBjugkKBqsXRDg+DhhZOK9/dSgFUvMhQODJptt1vlhTk81cQwa8
Jxn434PcTaKWa/yTmWba4eUVex6M8CnUpqnfUw58RgtcF0r2C7kPu0/UR0Je46GFtfaET6egcu6k
/9VBJa/cEhemkgybdut23cHA2K7kf6K/pJSeajKfQVtV3q5z59w7ENmqUM3GNa/Yv53bsy1J9xPA
2kbz+asNtNv5VmtqVdm7Mq5E6/6u0TpY76YiMYdITkOdHB2tSEFK1/XQRYkruUsKX/OOWbfa2QFP
mTUGIWZ9N0cU8+MhQNAj6FejCAGlY29imYNYI+AkyX+jKDrjQOzXxUFRaHrYOs3QHaVekvy1tQkt
LFdkdOFkTmYQZWhdj4eqH9MsquXQB5HmzJZ5mnupPr68yM8OP9kNdSFQAmwqKg27rTvqlMq9Qlti
y0uy90BCNqOcq+X4Z6sKMQH+MYxaF5LpswAm0fR8qCEixE5nI9qZw6LpYC2ckGG9Ssbbmku7RaVs
R0EUXA1X9L5+Jzx9DALNzmK71lEC0c3hYJRGdpN1tplF7tTK93ov57u8yq2j5kx1KBDBiRpkE668
3s9JNrzeYMdpB28SY8/60iJb+3pT9Ig73Rs+kNmbRugB/Y0rzyjyUGh+Wt809eD86n1j+eQ3aLaE
+trqPxa1UvioRpqvV5LaC0tBIRzkBIEr3ZF9ijHizVoI3yvi3lApyv2zeSqXOj8W1DdeG+3z+SBA
yBq3i59+4PlZzmY1IQTuM9S8zmGO2U+U21Z25Zq6sIOBMsCkZ6a3VHj77//cGBDcPIIxp0AjofRC
YyqLaPCq9fjyOXkeF1MfQ3GKNwzcpU4ifD4MoBYS1k7lMW9ynh3N2Zrux2HMqUP5LHGYBOXqRcDY
0m+BXJ08KlJf+6UK1T5CHFD2a2M2fg54ONqrwNstd2/3UFSSF13TilghZ3xs5VjdLGN3rb1waW63
hduwRETBe/skrBsHzU/aIk7Wbj6SXsu7TjbTlfrxNnW7E0u2YdFz90EScEucTy2VqcRezKSLAdVn
h4BUHuX/ZrhDnqWOaqcxr+yYC0cAtjJAbyB1hPf7qrHChaxfXVQ1MCEx7hK0J479stbvbM1sXxso
wrHbcmtaCRuTfV+gkSv+UnLV4fSZXhP2SdC8KZGtuHKJX9qcsGI3xKftQFnZc1ZNuZD9oLIXa+0U
wPka7OpTWriqPHgqSH+bQYNrJVIFvz1DeV049tSiwilY2j6yZWFcE/J+FjlQ0GNj0vwFE8KrtnvE
m2Z0y65cqngEfXOc4eT5EbaW401nBFUWTowJ6sGyryWvl8blhdnkEsDXQkg730i+PwKKDrQy1ofW
u/OttDhoctKjdlphgGTG2r01sNa7tp/++m7tNjDEfm6GTUFsa8idj5usxdCZU1nHqdnjG0JSDCq7
TAzjkV0tqjD3h/H9TEFT+5x2ovyFXERbhlLY7i+twh/36BR1HRu1u8L4wfR8jKxClN/5iuL7Wk7T
h2Ja2xuMbhcvGuk4g2FAwNJD7CozvoHuz370g4k4BN298qA1elHdIsIIfWhsm7U6NuaSqxBUulwP
xFfFr6HyKad1vlWah7nTnE9zXSc6PxOiDLrxyn8AX5Tc6a005iuh8oUbhWSWbgN4VBK0fbGpNFJl
9lLWaBQ4SeRRUz02nn1tA24Tfr4gSIPw7IDopmNo7zdCOS805s06j7MCjlMGF+gTMJHscWgquzuN
i16KUOuK9XdR2W4IKbP7/PJzsZUm9j+AHbExkEir9X0YixxBb9San6PukvLSm26XijDIZP3bd8rx
DRLFwRsxjCoNV1e7duk8PwbcNsRzBuwn4Hd7brlhNdCc1jLfNC3KcBH5rW0OBvblSg/FrNg96M+9
el3Z9oxFZRARGKCv50egNDoeXYfnsShG972VN7CcKpzmv7w8r3/lyHYTSwrJGCDmKMjsgR2N667t
VIg+7sYsOPp5H9TIF87T78T2ku7QL/6wxe160kY+et4YRwzKqiJRS+1n1wzgJrRGJQQ+6Aim4Ywe
6S9fBGI68VDUE+RYF2mBmQfix2wDj3r1y4PuH4RrwCJABJDqOJ+lJCCjNVt6HRn74oRB9+8gsz4S
E5lXwoPnTxwDESL4nLQtn9othzUuFD2CnpouRPwprHWvPfhWncRV6/uvrR8QhbAaqCWw4Qhwds+3
07a2QH57jMXs67EshX5nZBhuXQlctz9zvvJw/4np6f6D/COyPJ872WdJYA1BFYtcm+CpQ5HD02jJ
j20FwDLLNesaPv/CJG5NH4AtkDCA6e2ekz4vp7ZfnCoucuRN5sCZaT4s5nF1rjqvPr8W+bh/htoh
5uQ6O61q4JLrTtcfVhvSoZperzsJ2PDfUczzKVRirA1LeFVckYRG+upPB0+7qnV4cdq4+FyEFNh/
+2qIrefS9RXTVuXjpwqdq6grDJu6S7LevHwbXJw1KvCoK4M3hPFy/j0gaInxbEYydau787SqP8KV
9K8c2ud3ObP2zyi7tbHVVE7UzKvYmzz9hHmIe2raLj10VBU+FGaQH4CTDHeQiF4N3yCK2nANQMId
ypl7v88sh+lVzUETe8GARLtRugdTiW8vT+KF5WKlNkFYkmaip93niaovLEpKfN4c6JEq+/x2UEV1
aHQzP7481IX1QqKI6AwFSWSQ9r7dldNrSwtII5ZmOvwsCfRj6VN7eP0oHitOMZs9ARXhfFdIrvmk
TxlF1ROvENCNLbZqvKfXD8NFxKHdhPkAsZ0P41UQAEWSgqTUfSOUjicPCBxec6m5sDqAuClmo6UN
8XYv4FY5wm99m45g2U/iszEH67EKlHpETPr1iTQSRgTPGwedktA+Xbc6B0svjSSiSXzzZhr9/pgg
9HHlNF24xhG+44vITwGJ7usPLeGQgFXfxrKpnS+TP7UnleHJvBRl/uhV03iFh3Bhz5FTEpHY8KfA
qO3uvLn3W10FbhvP6WS/dStTRV7V5FdS2IujsN/+r7+BDM75ZhC1lo+lqdpYs8z2JAZQmb4upytz
9zywozHHntt2twPtc9ss/5Q6StdHJ2Ah+PGHKvtQyJV+tphUlJfe+DAwrTezdlWE7kJyufFsQZFx
lW5E+t2oykmXxl0DwE/snTeuKfMuTKo2PRiTMz+kbpreGUDY741Z725Smj/3nuyGp7xLrsEdLu2d
TaUWZD7Mfq6R8+/3VIIk35C08ZAY8LkaW9x0+ZR9rya7PwGy8K/FHBcqeKwl0BTGROmMYvH5iPDc
tqh3aWK9bGNPG52j6ansoBa3xbgYjEGIrJv2ICY/OFaFtYSWbPMb3V/MKVqqay47f+PDf2IgSk+I
Z/gEWvwq+uj7qo9rdJq59KkTd+jlhotnJ0NoNgCdBs1O33ZrOUYe6mKPebrYj660qkPRIeYnMn95
AmfmhmINtNeFf39/E88vneltX1IZO5+i3HQkyz87saGT4xQZVK/BnLTTy7ft7h78OwrCaugDA4kD
krMbBevE3O09w41LyoqbVoN/KpFGPCSjZdy9PNRfiudulumEcg+CAKX9sQfKV7lujKtK7BhGu3iQ
U22SphH49pHo7OwpGweSZaQZ/Z+zNYD37myMqhDambsUz8MV6yB/FFmEl7Evw96rul9NrdcinCuU
uMNllP6Tmk1kSOtkDMSBys3wRnP68o8yNf0p7Q2njNQowKsXqnbSCOit8k6D11R6NPLqyahrzeAO
6zp03qRlLgUEOD9ZQ6jAlYwIwKgzt1NFt6weLKOI6LY036vV7/GhSJb1jSzXWh6KYjViZxb9B9Oe
MOIdR4tuWQYa5FpyuOcEUAfmuqeyhyU9gFdoCOd7pKr83FYVMmR2vTSAJqsyuO9LM81Dcgd5nL06
vXNb1UWL4nRtQlDNaS2Da9iii78DZBEdaFpaW+fn/HdQ4Ew3wQkjrnsTcFlrZ/hQSKNptRMizJxZ
0ITBFOpQxVDeX1dEA1dho03rNY5xRcdw92T8nRNwDdQFedUBGex2NPoEosmAPcRCSft9YYnu/YRs
w5UexOVRSJlAb8Eg2PfDQWbgpaTpdN0Xvz15JvTPRW/yK4H4/p78+zEsK5uPf2DbsnsjasCjs1WZ
ZqxJtWQ3QS4N52aW1vALLEn/xfcH45Nik/Q4EvfiBzTHHkSlktkX7s/6kby4y8OXjzFdFlZzd443
Xe1N04M+DE3n89UWaBL6YEzXeJjn4bvGIvyGtJw/SgAPAdWuZEB0OEiWo4tQZBWWjZ9WYaU5dX2T
1FU1h7qbZukxEV67UmsbrPlUaDSxqSkI8KdlSrkxMotZa0K9W3UafJqdLKFrdytXheUt3o3RlzI/
6M5S3DnKWz+vU4VY7WyO5a1XLPKDOwnghH2BXnXkwPN4aCu9K6LM1CG2F+zVKfKyRRaRFEEmMPfK
k3dAq/BN6a1heBC9WL+7GI4bp9nOM/A6Q4cCGSQmDc7/uk75QWEEhnZt02mPauXPhkVp0/OSVuf/
SRxqNse+T0HT4Kfm/2oCiTRUlVTmh57Pto8WCh5NCKAiyfFjCFp56LfO24GVzL9g1+B8rZaUi0pv
3BpF5qWVCg6VnX/1/W7aUHreqG3Ow8N9pYPsO0oN3126n8H0pNFVNUNyj/FUgbNoI/y9auuYTT1a
O1lSVY+W9IQ8VEbPBHej3U+Rxa3Yh3AB5ubQIMLDgc1GalmOjo1GUAbGu8Fckh9G0/yRg2l+EiKj
wSobId7plhxOq8KcFj+5BbQ9HjiPdu7V77qin58SetxfOnf0rRtkTY27aap6doebZLe9O0z/4d9j
NSfXWUc7DIKSxm4RjP1Dmk74NtS5hSp16fvkTrZWDMYbf8kbrMwdM7/BrJ1qo5SdWm6EY86/fGX3
fbR0a/dFn9fgVnhD/9tN18UMe7js4FnHuv/h+KplNyZT/Vj283iXmNbwW/R5MUZuUPpAFJ1V/1Wv
hnbft2lpRs3Sq/uRHuK30ci7G3qj3HCU3hvnsGHGRST0rvlJF53agpZ1Xkw9WY43oH/196WlIXFY
OcH4TW+6/GeXqvUhn9r1h0Q54KPCyGQNh9wG0bwywaGjRI0CZ5XNxyxz67vWLoynLhvGBpmQxP3k
cw7WcBz0sWQ7mE5sKiX9SMq5vK9St3kMRssuIlF1cx52ttO20bis7YMscj0Ph8n2HkvoTdNR07JE
I5RuUvt2LB3xOTBq+dRVevIDhTb/sZIQa05z4BXrIfdN7cs4TjouxG3fyMjUZquJ2Mim/KDo7XzE
sxrP1Qab1zZa+aTixh+sablPBWDFQ93I6R5na/vL2pjAexe8ZwlowKz8WdwUJEoL22q4TYveqB5L
uzLGe2k25k/MBOYnB1xadjBUh4yAZ6R6GhqVEP37ebT1R7Sdxw3YogVfB9pnTkS7zjcic156nB0y
uYpIeU1QvyvwnWx5xmVZh3gDq+5eCXt8L/KK3zfNFbfUUoweN0rdaPeq1Gv0zlEdINiQWeWGo9PC
KOF57SOoQfKoO3mwIodYrh36U2v/CYEcaoJ94TwqV3N/ISVc6Dz5lvdUzGnzu+hs9kG2TLhlGGU7
0a6WFFrfjE2W/S7mRKYf06E1nvTFt7Ojk8KnCgsDsYc3xrC4xOBjV92jTNQRafa5jg3p6BciosU4
ZpFEuOWnCWZZhVx95g+wjGv6IXOMqjgmczMGodLsAbxWVpVvFwM84ftNQ1i/MaoB5H4/DF4Wtnla
/AcgI0hCUTmLOBZN7v/hsZcdu3JWt8NEchnpbr0mET6F5n/GLKfl5M2TBngIqlTza0kc5ImdRH4r
DC3PDlPudE0Y8GEkNmbS/hghmQNPhfd3gJEf/CmGgkZIZWVVEyXtImWYjM7ghEEnYDOM6HRXoaeG
wD1obS3msF0a3gEr05AEslAPuLW9Drd3NiX7sZp069Zy+nYEvV77X8U6LJEJy6OPpJ5qb0q/nr9C
2/U+DbpcP4NG0fx3ygy0b7peFvlpWcxRnCxwT2Ok5V2whrXZTyuInI6LPl2K5Mu62gHoo6niZh6T
Agyzgo/7KaHM8D3vxvW+TFfelEHmPBACEUBSyGVM2idXqaq87YQ06vs6A4ZyMPNieTf1C1SQqdHy
r3Bcks8ZePTYTp0B1kuKPn4Iqtj4ZmaY3ba9xjOk9Wv2EccXLT1mAHdiQ3a6BTx9XOwDinsIN0dz
V7dZPAnRylsNbnJ/z/nGmmY2xOK8LYZJBSH03Rz/JcQ1gjDTav/bWs7+EjX22hE2r4l/W2d++mGs
rR4zNbT7m6NbgGOB9N+mMytauSIatdQ1wxbSDic47Wv/AJKgZmcXlRvc+FO+OTlkPE9HbaiH7J1v
CEAwaVBP+XHkm0wWssXc1Ff5+jF1IEoQ0w92HolcNxFAz0b1thRWBVAc2Gx+2PR98rDKjfy/ySSe
DXOtzuCQdatB4O6PbsDZTNovq1f03Y2SiVafwJjy0lc9Xg8RdiTrbZDQ0n1XQ+kqw8bPDevRTmqt
I9oou+wuaDv9tqIqfep8V4gD/zZBunWkVX8zLF6ngzoa5t+N0eX36TglReik8FaiiZB4JE9N2a9z
IYshMhoH8Tps/BwZab1tfuntpQuo/bXrvQ3ItuYxClb3BnHT5l01zH3zUQyUo5ASNhHGN5JeI69h
mYYwWfFxPtAMKB5EILFJ8WZLI9GZs++dSPMHmMCWG+loxODLUAm3jGZh949QPXr9QLNFBPxKY9Uo
FM+GDw/GnG8R97a7iJa29R9M1dE+Th52DTdLo1o/TD27uR2chiluiVDe1sZUfwkonePgUNsr5y31
3PugsHP+cktefOj9Tvy0NNf+DztZuj3caJr+cWapFuYj09TRIhIj2Fqx4opaVSQY9HIxBWEzb7PY
JE1gRZB35j91Vs3/JY7dD2G7teZDoIGSTq/rL4dM74cPi59DPqf8XX5vbS1djlWWexC7m2BRtxWu
e58VueIC0ixxxPfEHWp57ykauuESlJw2hHJaaigkg2HqF/bTmmQJYhLS00WIAHbbH+0An8QDLSzx
QRZB8VMB+4EHIea3DeDKH0UKcwtB0b4PxzXLPyar04qozqRF3yRZpiZM5tb5KuwCgEXijJoZauVo
vJ2yKe1DbUBV7TCM2Sb9X6jpjupIPyNrljXWaRWb5GFHyDKEdj0XIAp0I3UOLpZhn8shKMY7Vdfq
F7FRkR9nXP3e1HlqkCNviAychcb8AX2FaQyXtrSKEHauNCAwNerPilxBFmq0dZtDNqmSQI1OwxjW
g5s+4g0pciSFUu1mchfLP1JKdGKnHnhSkZ5a2mjJ8fEu9R7zEN0t8PWYOtEfZ8yL6giiUd8c9CSR
74o0UMWRvyY/S2ik3YcgrwjsmhHpp0jmGtvZHiukZf1mSQjeynnDAWpOAwDdT74JOzCzEIYaCo9J
ltofhimY36ZLizM1HD2KMjypgx2Kxihows9V/gc6ftUf8t403ogJwNIhKa2E46JGAgZNaxGIhC08
fwe3Mtqk83r93rRn/r5E5AoZnbrgoNWZKbNHq6KlGWGtIbUQSEiPvEm6yOq2LX2BR1uQ+d9dK3O8
ELV0hb6DVNkPw9WaASBAF2AAYuOCFNo9ivSRZ83VEDuVPb8vFkU+XvCUUF9J++Cx7Na1P5Wkff0R
Hb/6d73Q8D5YMguaO+SO+i/KyJv2UAqMhX6qcW3sG2sQPKJp55dt1Aukx8Jg8SsZ1pqLpRQ6FLSg
64X0POTJdUyu36H+U1n19AEtJJUcS9GKJ4f4p8Xpd9aWx9Eogh/1GKR/cEUtvhlOxYlTi0LlPk29
TyKXyS+3n4ObPIAtdBTCJ1uvFhbkfpkLhVuVQBn6MHSujQKpyLjnQDolerQUwwqlqGaSD6s1S+eY
ws8CjUC1rzu2CEGkh7lUbvswmZQyI/LB+Z6q56YQObnqk40LVnuXoBYu365ynh9m6W0Qn87iCLu8
dO8df/BkuCjNSAEb9CL5Y/sFX57r6/Iu1YpuJKtDEC+0cmRIsCxwxCducHrWnAY8cGajtMbQXQz3
95QY1Q1RfyIPqVLaZ09afv4WaRYsFspumB7MRHINapStPppi8IKbATS5uG3txvyED5z9zuoDZ/jj
geUyD4U2IDxX51n9CRNjdpeAFmgdpUjyhBApaf9odUNpU/YNJKgGFDI/CbCue9SQPOrvkDtwmwMi
c8J6X3qV+w3evpqjlmg4CUl//C+qZNrDlGLmZ68ZvCcnT3M9DGpffRGpvxqRKGgsyGApKLZoKzG/
1iV9hUCH3v0AQ6O/bX19zA6rMvQf3lB3v1pZ9Egjm8p55/QuBNPAVBs9m3guiTrPrX/6pA7vwPgQ
JELbmdPQrbskvV0hbNwOo+kPUWOu43/L5niGcUyV5HfamFjp0cKyQj84SHGMEEbr0Tq+XIjY9Q+3
2gjILyiEgBM3TMZW1f6naq/hZJBMfWvFK//fm7qd261+rijHyGotlmNgl51DtDYGGRsnU9ck9J6V
TmkgUtxFLZJStkEH4Xx8CjAo6DWAlV23b6McgeGoSvXxt1zb8pXiEdu3UgMCL/gXUYwoxvlY6VDV
WMQ1eqz3jvURlQQHdRXHveVMXVOn3DUDtqEQO+erAPni2/gMNbhVZUrAzfHYWu97c6nfUrvIjoA3
je9TUF+pcl8cDQrk1qN3qBPuKoc20OuhTR0jTlrzoVw2EypFnbSl9nLTt+rLy1vmrxX8WelqUwQC
DqlThabxt3f+GbvR7ZYxW2KsdM3i4ExVqp2Wbi5O8KX1/KCNaUobWhtKggnPnfpI4879Ikrb+moQ
xspwStxSv+99kYLC61b51XBxaApFnSbXiALPNxgAkG2PbXa/gEV3c1P5asGKbF5ZdNjxiqQtWpKF
EvSsma/rs7HoCKVT5qecB7CAfsNuf/maJbaGVIygn3FctKU5OP5kvX95+nd9tr+j4P3gsov5JJwz
zkcRiZc3SutV7MI4faMAyj3MdtOEjmb2TxgwGYdxkNe0lZ9XatFlx7oFSgLwJvAG54NCITCGqm1V
PCjdiBJjnqKAssfh5U+7NAqwOIqiDt08uFjno/hJ7a+UmlU8e35DCBnYt5VYXwcp+Dt/lo7Gz3br
AcHYfcq0KbXZ2aBiHgM9RqFBHGdIE18wmJhe2xdiQ8BEBEhIZwGlw91QndKHvCLLilEKFbdOs8on
38VfZ7LoDl6pKF/Y5+C++Si8RhGF13dzt06dlyEqtMYjGecBB0BKXO1aHxkqv/JZz68bKAN0udgK
dF5hfp4vU9J4xpS6eBx1lAnMcaTei8lzohkJ1SHbuLIpLu13MCAAsDlZLNzuw3qe3tqrUbjixVRY
Ey0IN4LRTd61ek51fB1KJBeW+couubQV/x1191bofu6Rale4m6ER9VSb3VMwpN3Pl/f7pTWjt8Im
3MzinrX/6XklIyG8gYeJkrem01U3yaAl39WyTv+9PNTF79lEmgI8MJ577aghs2oqKkZsasZMmOw4
UZLM65Ub8NLOAJ8Bylh3wRvv1wo8d1ErD+fOftar4zo66V1O5TuLNsOMOexMhcr8Kz+MrjM9V0Au
8Dfpiu4WyiwSYpMUHxgjq4abcqRcGfSdceXSfTZ92yjwfYHmg9aA8Hu+5Qd7EYCoA7quZSVORjV3
EQF88Tqc6t8+8rZEnGOCB/hf56Pgr1M3xTaKFFjrCKPtw6rPp//PKLYPcICXEcDnduD+Cfn81B+9
tnHseDCW7liWrY71i9vcvXpdUHgG/AajHjjEXrbFIY4vrNXw4gxU98Etiiqay6C88i17/Mc2ZcCJ
QR8B7tSBHezeXLvyl4CmkRfPtWN+tPoKR812DQjO7ebG8dGRFytsjVra5jEoM/+mwxrnRuXA0l/5
vVy84PpB0NJJpm+6+yGyyvtxQG8yNlxMy7tx/mx6Q3LlLny2DbdBtlCZx/8veeF86YqkaroUf8O4
Q7A/ohyqhcLDHf3lT7l4LW1PF6IsRJN7rXxVNyVtEMOItU4ng6axcCDqTI9u5jRXnpJLlzu+WVxM
eAvzHO92vGlTPgWuwg1omNQ+QVff6Yml3hQw4R74Up/KbqWW+cqlsb0Zuwh26/hvfVe+kyD2fB7N
hqt/kJi7+oXhooTWyxuqowEpVl8mU+jIrPxcm2ttRrVBinRl9AsfDWSXQCewUHNHT+R8dCwBRZZA
54yNNB++pwg92ydzmdKTDooii/q+0suotd3uyrh/443dZ+MOwJHhkjGhZu32aNsbeC8Ywxzjqlk+
Zb1AQy9rkyw7LobV6Tf1NHTfKiRLFjIxUUBDCKbmg+3UqChpamO75m4KJU8EdXWLwKBD596yWwR5
nEB9RW8FCa/ZN0ZxGGx7eCyBo37PM9P9iVACvTRVqyYP+3xOk/uuEQhUpT7txYM96SXyPZ1Sn02t
K99MOWWOwwqHVUVWldg/9VQ68h5sRJuGFgZrKrRmvf9CCVfLDqU+y2/A6ElQqQ+b9qFPFWWxNRVo
zCUFuNRI79X4tmoWtYAr9sQ3tI0oDTm+QCi5ni208OyOUmJJfroc6Gml3zyjHMtTgvEN+pA41H8S
czNR4eZz3XCWEslGyx6+D7Mtbv1qI8wgkFaj9LUk3mGlCX5fsnG0GOENs7jvZi34tWiJdd8iEuNF
Q6LNnxCq6N1TthJFQ2Nz2jcExLiBKdRwM/wEWvtr0GXUgsypML5YZlWNdyZNuiSStdF+qAq/ykMd
F5WfxWB51Y3R2BSxfB1LkrBtDfmJl8r/iCXKmN/7qm4NyumVfJCqaI3jpEFzP9Iht6xwpEV4zYji
wj1FTOOQkULkxDFoFyFmY0mb1IIonbMlTtkg+yepBrbAyxfVpYPEXAabnwCXyB535acasmbcD3G7
zJTnIAHcIBJVvq+aub/Xaw8wA4rrV2KcS+kv+9mDRQbgC/T17vhapUF3VcxLXMLPvVMyKE9t3ne/
LGm2x2EaighyjX70e0vd0+30T6ggpreBVTsf6qGSCGq1qAT4utGibL02B9udtd8vT8xf3c3dSed2
AZsN2YZO4F4TydPTtrSLbolBZ7XfdE2Z75RK05+aOfbROme/cmvRooSmR8zWS4+LtKd3QZUEdxP2
Q7R5fJcem15HadqYNy//uG1+nv02yJT8LHCvAPvOr78h83i0MxJYwCPGQyFb82Oqm5sUgj5+FVbQ
fn31eBuUCZ8eAh70Sna3nlxArmmtSSjflpiOmnVggduQyVs66HMD/ixNr4C8LzygFNMI7BGL2gQl
diNyozgDybIR28n4uyj8Gvha2R0qr85fXfkx2Ygg5Dcq18aZPp9L3awGltmwY3MyfGhCBSlYsyxv
qrUZQw+UzJXxnoM8CbIp/GzVLTJawGrnAzpTSlJL+yB2TGAOLXovP9pWp/KrUfUJ7UEzTq2R2h5t
oNx7iy1d+UZvrfqn6Jb+C6C5hs6EdpVWv0H0dlsKPCSENvRuqfjuSbNSBzLizJ4dU9RhssVYHF3s
oP4L8mH5Znmt8XkBLUlHuq4ecL4aEeYfHOAijVXf+dLq33XJmhevD6NYfaCFm20k0ITdVDVz12PS
Jpy4mElZ+5oyumdkS0gL+RoB/MKG23R+kV+CCYbX+XYf/xPS8+XWxBtnx11i/dKd0r2dAueLPSzD
laj+wtlFZ3Irc/Fp2BzvvilYUj8vUCCN12w1v+atqu9NszhmoGuPa2kkV47uhe/6i8ffSndbArb7
rhalbmuGQRf7C3U7UdF9QyZlpZOpD1cyiUtDsXvYQRv8Eo2e8ylME7uCYFrLeFL03KthcehZzeI4
GMm1+sn2q893q0W0S6pgUSXesP/nQ2XTNm8pHh9IPDpxTzvikHVTf+Waff44sko6mSRlLqime/Pw
ZXZylKgyFQPPCN7r1EmeUli2nyHS2t+ErrtPrT/Tbn35sr04KtxBd9shRPbbSf1nJxrr/zg7jx23
kS0MPxEB5rAlJXWL6uDQDuNNwfbYzDnz6e9XvRpRQgt9gYFnYcAlklWnTvhDGRuR6kynHEF/jOZW
tfs6oDn8w2rL4kfq1OX9uqQwkN9e9sorReMVMjen7dXW4XxZ7MNjq5vGgZZ05+61vkbkpmhv4VUv
dz/wXO58KTcgmfP6ZhV3wnNL9Kj/QRjfNwzAGakyKn4hmpifJiFuKYVfbkoDVVdiCH02vuZWgzoa
tYWLZB5PDgiqu6qfvXuYIt3Bm4vqn3e/QXS24HQhp8N1so1WnjVYptLq/albC/XOwoImmGbbvH97
lStvkCYKywDDfXXjPn+DcwVSsi2z9bTGnfbJMmfvkOtjcpeaGNCuaw1U/f0LSuUjycigTbBl+y8V
jJS0cpcTxshx69P6UO+E2YqdsuT2sY5BRLy94JWdiE0yfXLabPK/zQFAL0pTEsRmT3UxRS9aOi7h
mNTujTh8BSwuBZ1YBaYFx23LI5sra2AAbCwMmCZ48lRFH9UBLpkXl1oQzat5pyexfpCGuGGkw/zq
VPFOC1IZVSQ4nJYHszSswjeXwYgWpJ0r83oaCQfHxXHU3VIgRh0DXX//W6Ve8DC1w/oCwPgmOhte
pDkTqNST6CvlUzmOn0lM2xu3zasr2CYww2CRSmAEEchEm2zKm5KIUs1eTlE3VneLWiefc8ATYee6
2QerBbS3zqgDOO6sgHYW1m6uah1ZlXy4n5k+j36MVmdYg6xFE9fwvut1Nt1Phtp+FDWT/CXNUV6R
7tV5pUc3qGRXMjPENSAUkusilAy99fxoFXWyouWbTVBdZqb3uNBPVQBoOP0XBjksczhEoDGqVKjT
89iCQbuDFqb91dooco+0fER3qqcU6IjuTvb4+e1TceXcWzY3EVkxhQ1ycec/brTx/0hXc4EMa6NO
ZSfNnTECekocZBJT4eg3MvArBZAcuEgxPzYnS24WRFUYbqKRL6eiAZ+G4BAqSiDZmbw79Vx/1NMO
wHWbec2HxU2cCCrSVN0ZIpuqhy4W2i8FpMkfJvDAKZd58r73zkQr4P0vhWwKJjwBEX3TTagASmVy
Z3kLur2J5+tjlPjavLwsQ9bu9VirgncvJycaLkZEdJ+QMDv/BlgNqXYM8umkr2aDVD1i2k0kkkfD
S9VPWqlPN9a7cnnBoUQLARV0KWUm//4/qUA0tQPwqHQ5afNcBLozL7sySqoAlOIt650rS0naIRRK
Rg8ku5tHc1LFnLt4MU+YI9Ykok4DYLodj0o5xTee6kp8Z6RPYIfYBOd1S3OcVKHXrdDNk9tkP7sV
qQQmr57+6+1vdXWVV94zHW4UqjbbFw6XLWKTMkur9eHeoJXx2Let8fL2KpevjX/alYNkiYE1Xw/R
f74QlIAiBQZrnHAByoCrRHCwJFbZELl7o2ty+UC4BYE1gezyKkS4eSC17q0BCzT9VFYJLAaGsOiR
t80N2pLHljoP4Iwj5cGXQhaSjHe+5exFHc1hdjXY/fU3N44fYdQ+4VXT0RtE4CtfnNrv9Vsk9SvP
RmZBc5DbXuafm8vJKldlztFnPpW5qHbt3C27abTV3dsfS/72zbPZKGZTfEuiGrfg+bOZoLGSUmNk
LWYzpZdQh4ltTKhr6TkdHW2fuu57Z2vMuYidAEu4EgncW8DMlJI06FnmHevEmx7p+g67AjnBGydq
+9HkKh79C0Al4Cb4cOcPFgFRTzUd+8dizlbwlnba/tQhJj6Xut7RW1ZW+7nS0/JoAr+kadnf4lRe
XJ38Ara/I/sHSDXo2w+IBbdZlkoujk5lpwPYLANearQU5hEBdpCvXTTfufCmHvthKl80vDczWqia
/RWs7wRxZHCeW/g+Nz44efHmk7/+LrI7qeJq03HZ5COVrSQoTmriKOpB+WzB9+r9kZpP+Km2Dkbg
oKTShk5hIsCU45kHr6PLsEx3h6GBMlZqUDzzLsIUEuivGe/63kzQuZqHOuOW760+iBS9sHcl+iU/
My/2PivpNHt3K0q8oZZbTDkH8OG1n8ZMBuAmecpjLNEvgQXcsvFhd6hwMwb7Z25pdo48eeLa0BTN
QdyTT6hHiCmmd1AjJ9XhpAJcuBeGozzOXSSA1zqkT6Bpl+oLLgKe7g/pKgABqzEklxFVqp06K1oM
uDFd8yATrrPTjLSrdobiWfDS1KXWjkVq5fdJY8Sf2mbQPtZmPTzpuQ03aDYzN+iqOvtTa3Ss6Nqv
GC0kOeI/e1ErubnLva6y6Fm1FgSLZPDAFdRJ9rk2BdDGtekrzy/0hOgIc2aQPd5+Ch0UiDMcRDQE
9SGBOOqLXaTJ+OCuiZEEemdOX+KksbKgqE0dufeoTv5RumRIfCfXtZ+u1ZWPRgTTBYi/jrXa6Bat
Rq3a2DPE+WX9Y0W58VjGWY1sDG4ofxuIA2DGK2t8bPRVy4PKrstTlytlBswW+5SgT3uMuXAZcwOv
XNLvQCfrL6u1iB+1GGKoe5GSH3QIF+KQ19QjgeiMMsbhIXINP3MhvtVmpA1IVgNF2KHlvPzjrIb1
L25RC+FSjLMZ2PkEOjlx9PngjaUYfQgWcAUYpuQf8xjwY9Yb3ocuww99P1u68qtShTf68FwMiCBj
nH/pesjevjH0SxfMVaR1vgskLttpkJ+e275O/52BQ3w3vQGuniGm1tpVs4pNd+8pgzj0q4mAojv0
zRhog7r+QP4G8Uzw3e0vDWokUrx1Mn8pAIKhcSYnYDsxO+uPBVm61PfyLi/IsEidcUvz6FQ28ahP
BwpOI6dJoUQfyBVX5pwaBpT7tiryOBiMrHoc3Kx6mc3ZgusolhWShFCSMVDisvsZDTPkvy4b8w/N
0q6wNlst/teqBs3agw43RGC0U/tvjnyKtnMm0/gDzrya7zRNKU8x7nflPvG69k9WFNHfLsqkAwCm
wZWvpYr2LTVF9cOqveJzye0cB12Z609zUU7fYYr1L/3I8Af2YppJuh4YJCJDltYk+NYM8a3lTHBy
5qL1k2qaPvemqz+kACha31o6+Kz14ijr3uFLjIFbRKlx0LpGWX1jrgBeKrAEvppJkv+dMnMe9kC7
1afGK5Yy6Fyz+h6Jpmx8GmRue8RO2v3lNo77ZJq5+MwUENINbS8D3uc8D93OMJpsCKJ6nlLcq5ss
YuQBzOsBs0RMJyKQyE+qOs3KTq09/RmHFsJcErfOP45QlnFfKFr2PLSaWPfVaIwZHlZxPe/4mlDs
Fa+0HwUzon/W0fg9gSCveWWlv2aWVLFjX/2k5zSnwaKXUed3KPx/SNQi+kJ5PgIxVytd8XE2qKKD
Any+fLCaKPkA4yCCcTCIovEBK9O1bpBh/d7mqv5nHL203beiij4vieT69EYxRHCblugb5ATqmaWK
gULFpqKY/jB4bJdCc9NnJVYQM0zsPvpi1YlVQy9NTIC/eRt9i8y4+6BlbJpdmXhYIBbekH8fROId
ewJwvx8Lgpqv2dAuK3t2IKIoSV35uZU3X97OM7alGmeALJq+gqwVaLxuLp0WmleBRS80UXd9WLzc
/trZcXWIDX04llrs3OgIbdOa1+WwNZcKqVI7YXP7z8OkG5GAlaqB+H3G91k85K0pXjIq9B2yryb0
9sS41brYpmyvq8IF9iTrH6jNpjZJtWWiIje00Fm1PmygeB0GiL43Crxrq6CNQ+4kezSMQs8zG8x5
q05Vci1UagG9OC3ZD1qW30itt1m8fBbgT7YssJHzfaW//yeLT3PTRcFh5oMBbz7Fnr4GxFPwkz2Y
l/fuDQ4zqrkgQyirMUA5f6A4RpBRqn8c7dZa7iYlHn70SVH+bmjIP7Vxlv59e73LzcGIEFQIiRBs
T6Zp5+tNhTlAbdaQk4BT+qtw+u4OCkL1aEGZMfylbxFnnEAU3ygjLr8bUEOJGpYtJww89fNlPX1a
kcbsvaOVEh0MJZ1/xNmS3KjxLr8bq4CeJDZTqfAVz1cpBOyqWU2RssRlCuKF4/nxCFdSTdNbpf/V
B/rPUpv3yPi3KDKa10e7WpddLnE8mpHf8va9AGPJfBU5GiloQFODkev5E0V1phUJXlNHOwe+4qsg
vx5nXtzgE/uk5mKtWklQLTSo/NxsuSbcDKpQgDC9+QxavC5ulBZXntsB9M3ZoCMLKGtTM3HHq5Xr
Rd4xgcF9dBdX+5hXpXLjmL9uw/+WZjw3Y2VGAtIxFVjsJprQNNQwke+do7f24FkEXhLJIV8SPKGS
Rkt2s2VPH9u+hJhiFTba6mSRxrOhAmalL5JFvyrQpiJQTQuHaLypDXRSGtQIACLBhjlquTm/f4dL
312Krtd252vl8Z+YAcnYiHEtco9KU5g7bVqc3dLDAHz7+F6+fkbSlHXoiFCxss3P90NCO5TLt7aO
a5VMAT51SZDUurjxkS964TIAcnEgKAnVAgjg5gpBhkBYbpvpYQ5p+8lQleTUAGz7ktUOpXESRWHk
WRCvyL3v9WhsdiOatzcG45eHmaYrCCTqcoztCfbnj5rhhdLK9mc4lDBoUm8R/3ZJEQWTpRTf336r
V8pVkAxclRTLctSw1TDM1BRZ1mVRQytTOUO4yS5PmCWb/uQI0FP9KO6VOkkPuuYUYYb298Ns62WA
zkn57DVZ9eQYlfvn7R8lj/b5EaDvwq3AO4AmcFGqlviLKLHTqqHeDPNRbXJARk7r7TxR04vW4ae+
vd6V9w3Nkp4fsZPjZ21Oto364KDA5EaotkBD3ytMv1/WdE+gu9WmvQD8sLPg5TDMpFVmcdFuoid+
KoOJjegcakqbnbymQURN6N6dPrPTQNImwbKkxR6AxvJoj6C8BF7ryE5000uEUcSuXS1q6ilKX6qh
MwOIid6tIyC3+Ob1E33gZ9D8pG24lfTt01jJ4YP0IfUmXNXZ3I91/lkZtL8KeiEuBi1WO3+pYjiP
Sq89KpgD7t/+IJdnHfcE5r4Iv2PVCEj6/ACUMTDBPramsM4h9jsOjL9ZgKh8e5Ur2+y1V4mmK03R
CzIAWNc5XY1mDldTDB9MY60/kh1rQTtXySFb1vlGbnXtqWRnCDswU14jm08PsC4C52jMYZVmyosO
8xCmbfZelTIZuoiOQJgZg9B+kpv9P9F41dK6tmaT7oK9DsfeasZDW3fD57ff3ZVnQV+VMTLFL8i1
7RcaUBDSZxRPQ8srrR3cSieo4B6/fx+wikQ3gGOXjcPzZ1ENPBtTwRcqKnsI7KyvD51WvRdbg0A3
nTrmgI48k8BZz1epOktJcRwawgZ1nR0aPOqdk5hlMNAzuRFpLl8b0CLJE5JTNf7YbOwir1IpG6GH
YojKcIF96heDFd/YaJfxDAAXyFzGGPTJzS1kDPWYKcmcwQhr8tHHUWuiu9lshrsGm6279+4DlsIU
nK4r3X9orufvDtvWzkOexAj1MbZ3o16VARLgtxAZlyeVVXSdRryELyCOd76KYc7CHRdWyVvNnhEP
mpPnxNHKAAO3xh/aKnl8+7GuXIus6CC+jdyfHDNudp6pN0snFj6UQxfuuZm6/FTG1XKMKuBXS4Xq
HxovCr4YWfLcoDf+ZywWOoaQ/n+o05CdrClPP934TfLaP4/LvGaEMKCNIPl+cS2mCxFxWTo97MrY
+lAy2XuI1ba/syLZHnNq1963TTPvJr21P+LZUwdmqafxLjcMtKHUXpueaqWtv0djrD8lpZF9NozZ
8ZHc7Xatmt9i4179ucD6LDkF501ushhHybx5RrIxzKwo2g290f7Dbed+gF9p3+mpZQedIrHpSnUL
Mnltu4BFYPQOVIlGwGZTdqY1VT36pCH5seP6ZHtpmOZ666PIYT7mzVh9fPvTXF9QWoIzDWVIvNkt
tbsCOk9cPZyiST3miqL4Khf9t4zO2cFAMu7L2+tdCyMMiGhxkB/hMLB5wGbBpn4wRj1cUFB8HoWn
HUwvuXUIroQRohT5J+k2d/G2pkQaELkkuzDCNOaqKvo2PoCFopU8ee++TWSoAmog/we+Y5N029hZ
FAj16iEaRHmYKzTOi3S8hTe98tYknYxlIFLDENlsSKsu6l6o6FJYjV0c4qRKQw+lqfu3v82VvUAT
AawAI2QCyAUhw6tiUTJDC2k3mSdK2BzNkdq+L1GfQzmt6W/oHl75SmfrbW6vqSnXyOppsVVF3+/T
yFwCTUHHYBiwyHj70a69QEnFw9eCEhix5vMwjLZ5ikVdrIU0GOcgdvUxgAxwy9Th2gORHuOjBaYb
sNXmM800TUkpCy2ciyIBRz6O5Gb9eFem9XuHrdz8eJlA5KauJ8fYJuMp0hxLAnEpnPq+3akIl/hp
hdLY26/tFZywCdycIUniZkNA6TLO31sLxz1zO1UNVayx7Z2KFP1PGn1dFxDom4PdY9AdtEib/FM0
dWbR17MVlLdw/dQDmtvqEx0/SyrVTNHi61q+IC4JI2AOkOBzj0OUN82uT9zit7kWym/JjUJuRNQS
IjwZ/EMYiio7ChqmAfhqr8P7kxqZNZFFwZyjbttEo6keYijSlhtm5uDu+mWMGf9MtwQXrpwrTozc
drIyoTF0/hJNszZWNTO8UFEWVB2ZQxHevSZYcGo9FLVIb6QAV7YhTEAKcCICo4wtSsyuFLMG/O2E
M0HloHbKeDfZsRpMnW3cCBnXlpJYMfJ2QMNk0+ePljDfnywzccO47YzDxDjDN5nyHYRV/H17K15Z
ie9kSgUDLg56HOcrwRmYx6n3jBAdLqhDA6K83MnKw6q5w/H9S6HcLcfgND8przZLRelSe8z+QnUq
+x9lp3q+gBj1I60S5/0b8FWIAxqB1DLYkjIixbFVJc6dcOjylHmq7u17yuQbMLAr0c8l62JqB7oA
xsnmFI89xoFt1Khh2ZXOwUa7EqFJ1O/e/drkoMSRWS5j+q38Rt9N9mqqnRpmQLpCU1OyfZ7U5l1U
r/3+7aWunCg8zumvyqaHCwLz/At5OXw4aMpq2OdFdu8xU9x7SCTsS21E1D2zf769nLyIzqOgSxUn
HSwIEZyqTRLf64WuVE5X0VYoxwOYg+w46Wq0rxSV4S9BekaWi07I26te7niIM8BogFmBqYG3c/6Q
mTR9SJkvhqVpV3uhms3XsjCKbw5SZTeWutwg0nWEsounZAK6re+9Se8YC9ZF2FO0kvDWDEM7hHbf
fqCLVUhgUGaQos7cjuzE8wey9NXqhsVew1qsA3SwvD9ZXXurJXa5Cikfkya0M3gmd3t68ZUvGW82
IhQOREdo/iUqaIt5YwfKGHC2JaSaDYAxkkucC3io82cx9BSf2rT1wqaCQph4S5v4bmpbO4j/+b5F
4zP3DbUsHu3EsG8UyRe7n7WB3VEngyGjStnk7EIqFlpVIcIlQa+tiLzWt7X2m65bL3OvfXr7o13s
wteFIO44iF3woJuPtsxdMyzG7IYOKlLPKsJiH1BbTw8oKLY37q0rXw6FOpIMdDvo6Or6+TvF6RX3
T7hroQA57beJ0gcmlLgbX+7aA5EIMiBk+C41Qs5XQfiZUCwsL8wyMR9bIv0DkprtbrLK8UaC+3qz
b3YJ7BYTLJD8YBdT3WlN7WlEhD7Ulni+byKEQIdFyx963Y7+Irhu36PUkKOmoNsPSJNJmVfP++TE
Qxq4elY8i96zjqWVxSHjxdXyEdxChxCB6xiAQ9ke3v2pmWXS5JG9ZKaNm30FZqjEpNlxQsVVlntL
a+rQ4Pd8d9tp/T+WYkprsYNtOXrZXLFz16LW1zZ8BGj8u6iYnHtAO/gduvEtJgIsgIuzKr2vZPeB
vrXhbvcVziIxGAmTiDA5Iy7JbaX2IJ3XCS1JVWIPytkSGhUOaPAD9yiM4qluWwflvkr/PWft9M2e
x9zwa3sp07tUiLgMegwLPX9VEuuTSLuCCRZU7slXwA19i5GJe4BXb5TklIsQoRYrGYhyEYt+h/S2
tQZWz3WNuGzsfJmhxH20Z0y5JGmxeiauLQh8z03xWe9dmudlFSf+DID+SYkjDRCTWttApvSiJV1F
9uMvQLz6u6jbpN3R/LEAec2R/qTFY/lsrkr/YBZe9k8/aFrma0ieIJtcNla0U5Jo/GpPtADQNeyn
b8yP6o+24pQ/arc1C6Ja5PxNoqJJ9xNzHf2l9rSq3MEtVqsgT5f+nll/96f03N4D0+wp+HwBbMmP
c7mYfSjnIM9TZXXOLkfLIfILrDDqoGvqgQXNsVR9OANxdD+Di4EjhbvCXycxFKgDeToDjq0SOmQL
pAe/mkZ3PNjq0t6bdtbpyCN3hhEkyax8XHXw+r5uKtYOXGsyHYxmsL4Zaj68xIypwIlGxjcDRbUE
hFPbFwc7TbRmF7UWSs1uqvcL1HVPfSwAvjAULr1e9z2MDzrf66vV3UWphdyoXUbZJ6RfRbc3Bw4k
YnhGh2y52uH/PDSYvgR4y4j1wWmM7B+7X8EBKtlavdipmXxJKef+TCZcLBBjpf6vg8xXs4sVvAGh
QdvOwTGa/qnCEVDiFRvbDXujbgABjobX7KPSrr09qF1D/ahYuVS7mGL196wrbDjPEsiNZ+QIxl1T
IoodOKUJqdPKDUgZRqyV47sDKI0VBJYoLSRGZtt0tpAohTanlSd0q5Gqtdn2uZ/VLmZ5uoHxx9tB
6XKaDuaBrB8CGAx6Er5NGjQDI6SXX7Snta/1F3VZtRkxDiEcXyGh/lcHK/ZHX7kEd+7KCwfRVS6w
MLPWBa5UFWgx3PpBl/FEEheRpoFFzZ24vRKBDABKXxBSbt3MsncDk8hlNwjX/lV5dlYF7qwqJ2XI
of8sma2II11fR30wI/QTkT3XjNHXi7Gc94wHKY6dLkfFROWSTQ+Gm+g/kxkPY2Qiyvhni11Me6fH
7vAVOOnwK8snA8L6UmXxXk/a/Fcz9inKjFEXfUBOFDkthPMz91NZoYLerYhZc4+uWhGOgEq/NRSc
4pRHQk2poKzmT2F6DXhVgBfKXaJWRrpHPlTN9uPkgk3I2gKNiUbJKjc00iz94OBOOPo0E+27Yuy6
dJeLyPut0u+K/GF1qu+NrRUDfOJGG3aZ5TQfEq1sfuTxAvvRgP9/hxrvUgc5licInztG7u1XA5VZ
f8nzLvONUlXEne1mvKcp9dr5Hs8CE650g2aor7mF+9BVArMGt1+MO4RnwbbFlUiR9MyoNwLyyj49
It5bfq2HGZNp0jAkXoc4R++6xOLZAenbDVWA2D4a03R+lQ+tVtjRrnanat5VS+XGAZ0i8/dIBzFC
Xn5Gi4Lfr5T30cz94ndW3np+I9KmeqQSxZ67aBUgp3bqzdmdh4jIh1laWQWz5pZwsI1G+TLPWFbu
vF5xv/V8yR+YG8RxENnJ2vHZ0/YlWhxCN7XSENI5HZrHKGpHhtdR1GDPYKi/Mm+cltBLRNTflW5Z
D5JY1ZfHUVNWULAZfekbhf1FyUP3lE4FOSYKdGjfb/LbPkFBf7Kq6tT1kQlgNuq+krCZ9y143mDG
4eBQ8Ed542xdZoCsiiuwi5MVE5PtbG7uu3rMPKvCoiQZDyX74xN6wvWNAHaZP8tVZB1HNuCAyjjP
ABk/GKK0ugqavJQJoZegPs+JMxxAxowPg9bfQgRdCRhYU5JaUYAbqrX1Jc/LYW5sNW5OiKktJ7DA
xSkyVu+5ywb1xne7upRUnKI2ltiITQ5tqDPSEWiPn6bRcmjBYRKwpiqT6B6L0bcD4dWlmNR6nmxq
WdZmqbaokXWx1+YElQ9bJKsKVrXCQXcBCfD2Sle2BXADuFOMtBhrGXKz/ncwbMB9z+ekPjWWNR4L
e3WwR7KV97Z9uGjkUELW+a+mvOerIOQ7O5Dl2BYpkrct3Utfw41ll0HXvfHqrj2QHIUhUmDY4P03
6a+mq60YhVuflkFTwjkx3cdKtb+//dZe2zrn1QdUSInYIA1jmLTVHuurnOGf2cWnUihd4ZdVIfMC
Q1s/2zE2CcD8aeb482qlpybrBNK9Rhu/ZEav1Qzqykm9nz2vRJmlMkd1j5EaPAodbxxwW1Odhw22
2Ih+YxdlkH7Z6e9c2NMPK1KjMC7oTzJs1LHMefuhrpxdC0SdHFAw5rxQTWmRt+j0aYlPONX0vw01
NnxnzYtPBrjm45IAKnt7vStfCikzaQGFTC1d8M0mn1evW+3RilF6SHu/nwbtu1d43o0G07VV0Pn0
aI9QzlMRnW89F88yyQtJTmWqxPtlyrHWUtGofvtZrsR0FHvgWBL9sBPb9qG1vlfHLO5ZBfOQcNVI
C3Q7M1HYXsb6oDOW/spI4ZaM2pVnk6wpMJGMlIhIm+YjlquJMtMRPGlO6WKbZKywKxLaejd2xqvI
y/l2Zw7n0b6SfRH2/CZKDOZiitbtoxN+Bo3pa2MfrfemaIYpiDQrjnZWlqTm58nWo+9i6iLDd5E2
Q/17bYevlZWP3yKMoDDbGKb1ETn51g2SKZpNv0RUarn3tJxcqWzc+qXPF+Fh8sFczh9GGwcpBNT9
QS0kLH2d598ITgxx4E6r+w+S3sb3lPpqDPTYnD4z4ksfbWiAfyqNatQf0EJ6wSgUW26NQezs95nS
A3n08LD1taye6oco7tZ+V/ZR+mONRrvbWdR7I6nI7BVPUW0l065qBnxPzNK1o8AW9A2D2Yn6fJdW
2firGorV3uGRoD+1euN+XuKmc3fqMiwvs5rBBZxJapD8n7WoCExY3li4iAwPLAO2TL9vgEGXu4L+
u/c4OE2ekPx52scqUpJvk1VoH9Rp9OwD7gHpvYop20NWR7V37+GR4vh9n1iJP6pDbuxLr1z7wPAq
nmYwtfy32mFqD5XEtdpTsmDx5pPSlRMOeEP0TK1Z/RqWSoEF4SW65mOWgFX6YuY28aZM1ti3q3YY
JLZw+WDPefRkzb35xE/qMLiqPYj+ZZmaxKiY1499SoZkytsn6iIa0VMjFtFstJFkZYJ0fm4bxgcY
Kc9pqJheepfERu1PpW5iBbCIuzG/BZW+hHhKxWk5BQbkpks03vl6cdVUaodSXeimq3Mya6/9BrZi
/C0aCEeFket7o60yLAuEomQ+XyD6SeO6uNHWujzRjEYkQEHKcRjIa53/ijVe3TWto/SEUPFwSMdm
faBwu8UwvkwvaAYimimRy8jebrvFiRV3HLxGD73ai/adwLqoF+ZETu/Y7/2MQHRMJIO4JuGUXsr5
pFGECl1nhF0cmb8LZ1GfeosTBt+4wJ3dnr6+vW1eUQ6bUMVmQZOMIhIgxHYcnVbYXCgoVYcGmeg9
PX5aMlBqj2rNbrUKrzrondbcNZhzPCmJvXzyrFLsCixUnjVhUillRfWSDtVNjKfcsOc/TE55ASuT
aYFd22aqgq6BpDSmpzk1tK+rELbGdUQK7ueGaeTBMCE5uE/WFKvM1B7MveOM1Nmzpgwfbrwjeedt
fgodBoBtpEecL2ezywrmCKvTlNHJyBObJ47F8pWZuPvX6ufid1GY+jfw4uUjZoXmCFdswi3JUbHi
8B11MH5RYRIGPJgL92J01t95ivDfDi7IMuzGYsD7plS13kUdbB2d32//9ssDAkhDpa8pMU8oG29u
IpwKVzpwqwizMmUXqXazg/9i3LjwrqzC6zEl3x/O0EWxhLR+gc5IKUJXFMj+FeK3GtnvtPOlaw0m
k7EekAbSLm97Cl3Q+wm2K27oxtj/1YZ4HjpYnGvifcvL6sac8sKikp6z5OGzDO1nRg6bvDjj56hI
UojjUlQ59bho06Bqi+I5jYb0L1q2uc+QU+wrGhbHHjL9rhss9Vn3liryc3xvssM7vyRDRqIceTBE
el7xJuDCwRaztwzWMc5nCJEmUbedSnEj/lx8SZ6XsSkJoORNIO9yHlAHJRa2NwBaL+DD7dsRve1k
VG6JBF9bBay4VDyVahvbRtrU1NHa8zZDQ7gLmnQiCsSkDTeGUxdJJrFDQnjpDWKacSGrXBt9pA5u
HfEsvX435a4uLWUi7uCi2SXRku+T0uxuTI5et+FZsJCrUuzIphwxXN28wTmmF2rpbRQmoNL1fv4S
z15gTvUHuLxh7yEDVE8PVTrd5XP974h2vxNlWMp0T/GwPrWWGaxGduwH64BQ3bHtomlfZVgw1s6N
ckJu4M3vJMAC2uEn8lO3FBmvwJvFasc0RM8tiWl4jdaPerbzXzPSCQcDwsCPnswIwypcPW+8pIsL
Vb4jB/A2GuGMX7dYAxAA8rBzcOhSeId6TbK9qdDabitdfHz72FzJizjJcLqYJ+l0PDYBsLPgQK2D
iMIxRvjUwVQLFkZaAOg1k6+JibXgjfd6bdchOobwBPU0FcDmshBCZ5AnmJMNiCsCMTI9X13UA3zt
zMdbJSwa8V5Xg1coxX+W3Gw5u0IoeUIdOEyS4ntbaPp+ySD1ZG50Kz25PLiIuiJjSnlDDQoM/zw8
LN7Axihn3uaqrcdciB9jVw83mDuXuGGpg04iRJ7BrcKNe77K0LST6lpNFqYTMdZvzJgpzxS7DeFV
G/4IzcunPdPg2Pb1PkknH8qjSZGv5J3uJ5pAlJhU2H5UcwBPu7f305WtizGAhIQTVEgFNu+611Rp
RM2xoZiI9mBQvEdKOuZqvZ3/eXupKy+bIlxe2gbDBv48fw2LCW8qN9Y0LMsCLTbo9vu+SW91BK+u
YkMUAnNB+rdtdDKONDjxThpaXbbszGkunyO7195Lb0OiEs0aOkwmTTPq7/NnmWpbE4VVpiEVGT7B
TjcyUJ+sG3nIlcPOjBu+KzckyYi6KYKI80PcKnYWxqbdPIpYtR/UOVLuZx0rXz9WzenGFXNtQVkR
uPArWHfL9GXYCtNXzYoQoBtq0KNqEalRwgR5PoBZTsfDu7cEkyfG4qQkcJi3854OnVcvqfQ4rNj3
QbIilrekmfn+1whcRRJSaEDK8dL5x6qrrimWRF6ck5YclE4/ZqYe70XVfBxT5sZvP9MrcnNzE1kS
uwIFwiasbAkq8aiMtoE4dhjXeh7fR+3UPOP5J75G8TqG6yDFEcA4ab+tVskHn4Hr9C+u8whpeGVU
ISLr5aV+kL2G4lSuC0Ir2L522j0rdR+lkxxaAJ2tJgGD9gYL+7FpApHVAzNTS9L1Kgx8wNYv/Xw3
qLOanyCXqVbAzHq2d1Cbmp2B7aW97xbNGfw4FcWPEVHeT5ae58uN2+NyQ8muEWgQ8O/oWW9PIyPr
pE8doYVTNjiB4nTgT0uwoNSEKKijzX5jQ11S6aj+GFqSVUvdbjgG5996TeIe10xvDZNKqc2gH+3i
R/I/zs6juW2kW8O/CFXIYQsmkZQsS47jDcphBo0cG+nX3we6GxNkEaVvM7Owy000GqdPeEMVVMWm
DI1+8HWnLy2/UYpO20aGWZqYCSe6sZet9EKgt8KZp4x69VEvYyPYJyoOq44eM/FOBD2o+0flOlbx
Y+diBiALDWV70ZyMEllSnPJjazy1HqUbPzV5MLy3pzDvCDc4HdAZZrcsmXS9bdGDUaZTQjt6axs4
u2vSGVa+set7ZAb5zkw2WjYErEWoCvQCxZrK0k9JLM0tDqflA1q+3fMMxXmvV9RMpyAYkgjTXCDr
XuRAkVYgLTJK89TjSORHlp1tdfSCVp7oxrUNeZ7UAAkHoGAEjsuj5AKH6JhbNifS7U2myOQQ12Lb
JfkJVo1fJmI/T1NlYz3RDXqcwuYYzR/X5GVrYPEb54S+FOUiqsEzqHWxuaWiAf+NvAqYDQk2KuqI
hmTGe81h2FaolXPMoiybR0+Xz0vOnmij1GuEMmz3W00mtBnC+N00FVYhFBCOgTqASNMvV0GZfbTr
xK5PsJe9fajU7Q4ya/j+Q890FR1Y0nIbfbFFGABbIWpDCaqT7Qpnn7tafiwqehL3v98bXUN0X5k1
AckFVsc3fPkwni5aK1Py+tSGVnDE/qB4wp7axuk+TT8oWRMdtEHasY/KTrifKIeflH4IHu7/ihuf
nkPPEPgASQJJ5uJ0OF09VhhVVCesIayNrYvsqNh28KjpXbwyyLuGjPC1zZ8DAsUk6KRxlw9cGXqh
s6PVKbRG1LPybAuaxdwYQfwBG1YFqngMRlPRGERUZgpteijRV+vbL/cf+fqDoNab8X9zc8bhTV/+
DHLlKitGowYnYoSHtJbVVoE7vRIBri+vN9G2GYjDlI9v4nIVp8IX27G5yK06VGj72+7eELqKNI8u
nsKpiVYur1tPxXCZAhaBSca/i4BjRL2ihl0PpERE0TZH7mQ7dKazfffeEZ7RjJ+1aaB9LM4sg3G6
ToqSnWSWBht3KlE6a0FL3V/l+lBC3IKwzYc+C94t+/dapziZlur5yZKIAkRTpO9iG3NPgdfqSn11
vRSoBi45am8iJJHr8jVFqSuRLlKJKMNgKMDAImvjtn2wow+wqlh43WYgRs7GFzMBjipjsdhkuJ1l
gq8+qVHQfQQvomE9htWDXVSck641PpdBBQ7Qq1374/0tvT4eDDLn1sYsYzhv7eVzBrmDxJSoJMej
MzDULrKXLLetw/1Vbu3mrCcE0pubgMv8cpWeDCoqUluevNZrn8rBnLamO8Kuccxqrb55451fpsoW
Ix6TZI2pM2zuRTih6ZSaVpd1gFVLfZviGnOWCXgI9ItV52k2CDjSRXYR2+qk8NHpQ7oNToDyJUQo
6t88GfCrthICbEsrM9+bCL+vxIAb2/GGL8YyjVDDl3m5HeMwC1cmXXeq2wGAiZlkh84G/Y51VPp6
f+dvvF9IdHT4wLyTDC47LWYhi0EfVHlCrDLflZNb+g4A4d39Va6D2tsYHFsAgwBKQ+rygSRuZZMe
EjoRU30JMHiO8ybwp9rYpxmKbvcXu/VItLeZaXFdcD0uFjNLV7poe9Un3NLM51YJ3EMpsrU4fXMV
7CLgcszJxVIFJq0iNCx1rT650zi+TnaB/6Ap25XofOskkFBQySA1SWNm0UGPzGlqwTaxSuUNm8QZ
vqGmGG9rZ/x0f9OuF7KJZQYtXug35NOLheA/YoKOzNsJnHp6jMepOyDurO5xal8jSV0fBo40qS0y
1rDo0X69PAwKc8gZF16fwiHM9+g4Dr5tJADmtCndeVKsodBuPdrf6y2SPxTzapTj2UNsZOuvJsIX
vqzi4HNn29nKxMOY057L2IJFBEJis4OwBUBikRbFtEhGfYgb+FKFWv9IQAB8sI208o4o/Xk5CGtc
yEEiN6QoiUinPzlMZBMxwylIDglFtcAlPcYIXJqKOtEHCUTLRF1L4kenQNF6x8E33I2hZo65F605
fg3pqcz25dJ70dBVAsOeWeN3vcrFKYXpmfqTbff/BFGucrvLMv+Gs7M+zK5gQnv3h8f161K1z3ZE
xFXj8sVWokkn5nrZidfuHvJU9FtB2NreP6nXvWFwwLQ66LMxXbkiBFW9Hqa5KPNTpo3Gp5G228fZ
wjv0g85WD9JV098l6O6v91e9cWihGmP4CGuRVvhSsw23hcaYIiU/MVrGVr1DAHICot2Rm/pNscbw
u5HygkBghkRLDIEzLoHLrQxTvfSqws6pbMP0kWoRZ2JQNx8tT0kPMoUWF9WofioxVLm2FfKU4NNO
b7xI85WXevPBKWgQunaoOJZETW6HvKWYzxlLVmroJ2ZkvFKj5juZisIBr6uoK6nVnFIsviFjjqoM
0GaI4DJ+Kx1WGlZgJHRT2Nwoyf9BTe2lzi0AwfKfBpkPX/fMfW9M7+/ZzYgt0sd5Uj03MC53PVDb
SLcmkZ5sqxOHfMKWLlG0fCtR5tshAhuu5KvXeR1lL5kFec8MHVg6r1CaMdnAPwFtDy2PNzXTDuQH
R/tHQB+52Gh5IlAYxpjoddDGdOVEX19gLM4FSRVHmUEwvnzYYYgDWI9GejKQZfkWgnR/1LL03WJp
5I0WXQRqbop8xI0uV8kVZxJmHWcnpdOjbV0X5VNt9uNKC/nWsxB3TIw04AZdgUtKt0jdHk7PqQGw
vmsDzXiMhFk9vD8GQBCAEEsuDHpwsWOh3blD18R0xrECO6jmkB21Wmj7mD7zg9cm3kqku3FxcTBm
4DR9Jx2hg8u9a41mEvisAUd6E5exu7T0Mwes1xiE9uf3PxtkDGaJs1gTq12u1RcBlxmUn1NVKTgu
lqBE9mEW5APRzRqPCLYh1Hp/yRsvbaYhUrDRhCSZWGynR/einSDjnkDPelvXaLytQAP3/auQcNKV
YUI6H8VFgykCnlbF4PFPSaRXPuS7/mNnCGul9XPjUnpL0IBxzQqiSwRQ6ExqH9fknKrRZM/C0JSj
VNvxacIf6oNeqdGjitTH8f4G3jgfHI4Zr2ZywqhDL98ZFsRcg11RnYBZdA/k7tYWzlu9zQPz/eUu
mbSBJTUAZ17ZUgiwcSJLb1WrOHWGGmwaM/+NFZ8BwU0U7z/0c4lAp44eF73BxamI9SFFuD0sTwiQ
Z7sOnYBDCq/skMXtGvPp1kvj+Knka8zTsDi43L8hF2L0BhNapGj7bdQ63bODMhWkm6RIQn/Sym6f
SbHWWL21LBxSrKLYT66axbKaF+pQ59riNH/zW6VOw03k1B/bPmbI5qnjXtWKdzPCUXnjpuFJWRk1
08WuFgNCzmoyFqdCT15SFFw3Qo7uyqu7kSpwmQHsp9c62zksYog1tojkJeyn0tfZsY5GpkCuoj5i
85X+m0StWJmH3uiEMteeLY3oTiPPujSDg8lNGV3U5cnu83T0CdzaixF16jPknjDdKuWoRA9J3UMJ
JaDpx86NhsLHi3wNPHAjlL2hqSAhgwO5wuLAB7OGqLfLk6wM7RG1d+cRmfl3U+FnNeTZdXEWS5gp
DZfnVS/iUemw5OB7b7yHypD5g123xe5+VLl1PP9eZX7Wv9gZY1EakVfq5ckZQ3v0ARE3O1uN6YHk
qXkUI2TmHsLzWj19K5iRc0Hyh9s7B7TLZTtG/4EOjvIUzqUFIk9gp/OOEXdpDmJtBnbrpDo0lWd/
GPpqy6xERbZXjVSmDlEM5X4w4GInoi99UWH6WZHYryTRN84HnwPzMJA6RNBlZVTDFcRhsuhP+eCZ
PNtYbV0lWhsC33gqenVUKewietbG4j7QjdqpRVd2JxKl+iEWgDrtSgbbWFWyTTGtgglvvLLZN5Ay
nqY8MLT5JP11UqwWMHZc1h0jbhL1DseAh8aMsr3b2tb+/qG82sD5osM1kFsImRBK2sulXLeLWyNT
zGOKzl/Kl25Ye6FCpX5vtrBYZ3H4UzDWzVi7nPOqSs52BiwgiNtg5RO7yvtZZeaqUSWDHLtSxsyN
HBtVksij6uSZ9VgmtvrS2kOD07WWN4+d2RrghsO6/jJaTbxyFm8tPqskz/I+iAMs25/wNbJu6hLz
6IZq/t2SA0aMVW2n2lbGnec9dLGuPQzd4MmHrM5k+en9b5ITg9bVrKRAZXD5JlUEozvUk4yjkAKN
S3VUfMsI/5f3CE2KnIW6g67y4mhWLox1wqhxpN4TGzNKrB0KpcbKabkKlXxnsABnhBq8YaAry2ex
AscrneBolao4jGHsPBvuAM87q9/sasSmS2P5en8Dr766edG5KY/BFQzEJeZQD3UjoBEcHD1LDJ+U
gm8bsUZxhKC81pa/BrYTjklUaLKAHSd3XjxgUxtpbQy5c+zs0viJk2B3AKmTfNFyS3lSwjD7ENSJ
eELlvjikZa0cYmHbh9TLyn3iqcrXrtMieegju1n5gq7jAT+ME8Tvo12FjNTlzgdyjJyOjO1YYjK/
T0VcfpxGe03o8sZWg6eZB/4zmJcG6eUqvW420u0i5yjoCP0jJq19lLT//50Sqa/kMm/B+aLr8Xbz
oe6FfvXMIVicWKNz3KktddYS+IfbaUyYawGOtJu+xFXX75Vcb30VhMmPIlTrZwtz82GDXFZgbWim
6w5/Iw6f8Hupui0O1eIry2TPTLFKONCjF/3GU6SpNvyb6MpNSo0Gm5frA+58FR3DBtaQkcQ+R9cM
Njm3hQULUA++0eWBWiWyTNY+BiD0gWJIBX4LnGOtMXydz7EHM1oPNgx5ObCDxX5bHiclMezjpEg0
nR16I19kO5axLy2j3btekj1wq5lPmuiHX5OmVxMao3q4vf+F3TpcFARga2cgPpnW5c+IDQnJLcMg
TGACNGtpxDDcerGyyjXUg6ed567IQunoNC2vzyGNZB/C1z5OGt8H3ShD+kVW1fiqRPlepM3wOYB1
Dpyo9J4RiE5GfOtrDN4nXfd1Cr0TKB/x5/3PPisgIQw8B89l4zFNY1XrU5xd9QjEul7U+q7u39+S
59FdQhe1JLryAKcud7hLUxF51ohDJ0DYjTFV6OhVbruJpbeWNN88VFx1aMUw8WN4t2jqjdYExybH
DbROO6fxswKG5NiP1qntVLy8mtDaaN2Yw85xPV8mLhoJjnSah/v7eiOUzEL55JwQImj1LX6FAqKy
rIKcOYBTmd/xD+hendFD6gA0WPTt/lpXeeBM9pmVnVkRi4LlWmMa4ArGqIdkqW7RN3O1HfLIZuKL
1rA25pR279aKY8XZqAUGFPptQGwu36eh92HjIQoJSAnZm9Cq5EObBN/xKXq3QiErQXgFMoSIJdiT
xUoISIQuHmbKsR9a/LaRglDgqHeGgsPQpP0PL23ufANcoEznG718LLIhZ5xSXTmi5mY8t0He73Kj
M18StFpWLrRb52O+YbjYgbzjXX65lJnZQqlMLzwNmD2eHcWMDj1F7C7AmHsl8NxYiuSP+Er3gat9
2epr54l3lqXhKZ7lXQYFiSYdVdBtXchqJUG6tRRFN34GIA7pUM1//leFYPQ9XGRvEid11MqH0Z3M
R1dM3pMLgHQlrZ03aHF/0t6bUyK4yUTVxcGIXKvUYzuMTrLDu9mthXNAZaTS/VJV+k+tWhQ/gYOK
bhMMsvsihLfWYrnOq2kLw/ax3iY2hLXLZ5WzZcIU2NFpnNpg78wEXmEiEIYI13ZUWI4MY0NCY+/e
/bU7czMJPXJkbADXXK5r5aTxUimCY5k28c84rM1HJdbSD2k6uR8NFAtWMpUb79QBhM6cD1MEZrXL
59Q6qQStVI5Q4H7oURVhS9oKctBYOdx/svm6X75SKoSZVslXiAbR5ZNRBYWw1OC2a407eVvTaL3q
YfK8DBWc1NA/F149wf7jZvzn/sJvicbVyoDr5v2cB36LRETUrRP05K6nwU70bQ9iejdpEgnAogu2
aaz/TmXwQvxGHmp8RoFh57jKDslIcDmayPeTFeX4bYbdPtTRX/ZyL1p5CbdOO81RbeZmcdTeLr2/
PizKx8I0eoOA69XaKQ2F+TPvjfSbLTv1EHZe5bso3pxhagUvZYSIz/0NunHDAHliPAU+ZR6ELBLj
jM/AUCvOXNOo5YavIn3Fba95RLkm+VZYmfj67vUc5h983zT6OHSL6Ji5GGZR7AXHTMXfKUcGfAfT
P3mO3T5fOXRzTF+8+r+XWgIbG/xgE7QjgmOfYnTkliPyYej5vT8GswplOJUVPfUlrsMrBgJwzCqO
1oYvQ6a620lRio/jgOft/b27RqfTk8V/AxIQ74wEZHGYc5r3eavnwTGelPKoD0HxLxQ6bFXbqmrB
P8Xogo/xdKDFX1Bg1NVDkbnTASv6FjtT6YhjlOj6OSgT049BH391wtp7uf8jbwRPYBOIQdJFmu+/
xYFShd3XqjIER37O3ixANPRF8eIM/UnF1Yh5b/BctGJlaHMrksHbg69D7gIabHGqJHsVVmjpHkeB
A6k0cvs1Ahbx6MS1+b8sRb8FlDMFBa/jMpQ1tMk8qCzKkZnrF9tKIFoB5du3erB2Dd3KdwlZM8oK
hU96/oukZerVrsWMLCA+69Mu6rPpScuBJOZOBjnQDNtn1S3ah0BUw97t4/Gh6eHz3X+dtz6iWWZl
JhFhL7Lkpg5eWJYVul/HykHNjms52EK+XzNyvhGFoHRBipo5bqAzFjeRWqTQLxPXO6bOCPCFaXf5
0DDk3BUG39EWAdBi5TXeei6kxcFCzCkh19/la5RBF4Mlr+BcAoDe4k+IC5RQ1ji3t54LKdi5EEaL
A4bS5SrQdvJxAuJ97AMY0Eydk0fV6ZLjkFXRp9julPenuVzjMMvwi2Yzl5IuqFgOcQkw7IiOYf89
TOjyFBSZLz1CQSvR9dYnB1eZrgO6WRr7ePloUVXUrmI7yrEyx+LRLpP8u4OVyBbniLWlbr0rbgsI
htwclJiL09GgVor2ZxLC2o/skxRRc7LSfA2NdHMVrmGyW2heVLOXD4TnUGnkCECceox7NoU0xE/Y
NMnn+9/THKIXlxLcQpZQydyRLVokt2qOGh8GEfbRzJ3psVE8b+fUUqCoX5j9S5si4kY+kK19YFdv
i2qV+wkS6bz2FZEqqFqRmNmAmkvcOduhCo2HWCndXW5n08rBuNrHuTDmXPCRwpwgdl3uI2VKHBRC
qc9uOjhPhoeATVX2a1TD6+A4+x4wrqA2BucI5P1yGbtHhTjpwvocpJqGky4CPOVmFHoVYR2VpQNT
jNL4gFFu3NGA73TA92YTbnPTVf575yvll5C7zUwsYvVV77ilNe9hnMwvsa1ebsmCB5yrtMR5jsda
DAcjdjyg+JGNtuD9la9yR8b3MwMZqJ5DVrBEk3tFSQ4wqc0ZWDz6j1Gs6og8Or22c0ddf2jcJthb
amb/ZyaN4uybzDVXYJLXL5vhpQeDgphN7rps/5SRrIPaLPKzlpfebxD65qcEJsdKWLsGetNdm5tY
9G7Re0AG5fJlR1zuZVgN+dko2vqjVwTGrlb76huQG8O3MxF7JDljR3pBD//naLsUh56Ge9QonXZv
ywIiQaLUj+DAM2hWqbOyDTdOIyUGSTx5LWEKqYzLH2j0qdaoVlicBVxIRAwwjd9CCk8+lYJfYYE/
+KdjjPlhwFfgcdRFfwDI9e6E16F0nBEQs7gct+h8G/1VSiQuBvKuKItz27TTs5VI9yTryHovQutt
lTd3uzdC4PJOQ0e9GNu2OMeKU23rRsmeamHE2/tH+xo3OS/DLJJGypt3waJkpKMqtV70xTmxtPHV
FbHYjF2knMqi51Oeiu6Qdk34bHkILFWm2X/OQtk/dFSZ745ns9wRVStXOGwwexFo2lLTs7GzkjPN
ext9ZEQcf2hW2X67/8A3viR4/oA6wKMBcrrmglFhoGmSnp20patvVx7SNKtepNf3AFnWGx4TbCTD
48X1EwduUrpRnp6THHdVH9Kl9pwOowXtN0+HH/cf6dZiKF7yImfPRQLE5XlME7W1xgkxmnzUnS/g
WpUnsjHvoS+nbuUDvLV7RAYGIWSQEKcX318AVrsve684ewhuG2NbbRQXauD957nK5maBDgYJcAXm
bsIS5Nm5eeIUdlaeG7rDv83Q1vbtkA//xdMUblWTI3l/vTcm6kWywILgoukJkYLTwXcuN3AMXQe7
GJGeA9zHFLD8njYgYUaWsklGI8l9lOoQwzSj3HksA93DvT2dsADK+r5BuEqIxsFNCdGa0ERT0J9G
ZoBwm5D83tR9Yv0Z404ClWgr73tFx/1U1b310NV9G201raqR6gsDJ/HNaghOjFIqRAOaPn6WrmQ0
mgqTtu1YTMbPuOhgm2DuFdAaTNXqg54yXESjIfEQg1ayKNzWaEbGftJZsbkNW1kcq75qK5DeUQnZ
r53kuC36avhkN4YeHoy+a34YszicL8CW1b4qezfBJVmo/VH2HuDWFOXWEpHtupe+26ml5g+ViKD+
BH0VEnuz/FfWd0H20kinFMeVN8PGL14MxESsbdE6YOuW4pNmjYy7iJAJLbm0UISHNu84ScZYbVXJ
7sZHRKN8ZsDPMr5ghi7PgEJxIXpY52dVxs7OKyEdWK0KWdRc4w9ey5I6RB8GLMhnk21fQQMZHqr9
1LCURVm6beC/PnRDau+CWqon1LzdU6VM4W9XCu3V8oJ6pxem+RqicfejdBttkxWd3qBCEIcPqMIm
z6h4ZZs8zhxfFm1KcjuJR8gL8jShfLszncT4g9CB+fH+u7nxlTLAZxaFrzO7Zs+h4q9b0Mbc1stn
CddQsQzSAi3ZjmWLLHIQmJsyTr/fX+7W+wHez6thqO5wHi6Xq1NFg5KsEuR0dM4GI+38onLVvRIU
a8T162amAyYNJTWoikQgON2XaxlUrZNV183ZLLn/fTd0xmTbtLn3Gk6T1uzcomyLo0sclH7pDe5B
9cTY+1Sn6lavQHhieR4kzqZ1ZPDqocHzu4GhTidp0uqdtOJKrtziN94F8sAw7WcBEq7zxQ1QBJnT
lW1dn+PCHf5jaGegUdMh3EfkUqenMHfW8obrlNgEk8IXScOCyciSODpxvpqxytVzONTaDvUhHAH6
buz+1Qam39sMNPRjinrYMRqd/qTZQVPt7x+IOSgvYsNMGeLS4zUxQlg8cwD3cpaxU89W62wNo1H3
rmg+xmbyn5WnyR4EwBpEBgfr6zW5juB0QIJkErSsXVFfrPPcZk0hUrwnqjYCT0XQ16fHMBVGtS1t
DGkPCSfh4OQi4KCGrhUgCW1gUpdVLYnNBIabr7cZesvvwLR5cFCs6A/ic8kxy6tx8E1bBB8UOx7i
g5rb47cJ+6XUDwZ6bJWNYwZtFHQU/FHN8hdC+vQaJpl8RUNdwtNqkAIwrKhkjoJ5HMegd5SOm8pt
PptWNoI6G+afnup992J3XvenNMIJ7w84zZ8sQcfRr6ai/57qafzDiQMxvfa2EifcOkHyKQeX/n3s
TfEBTpX7uWr09pcdmmW8KZM+fsq1MFZ2tQy8X1NS2tHG6MIQffF86P6tQ6fp/QzNlNcxyYDh2Gbw
Ce5/g/6/NZm/Qqi0XLGqppzVOAp+ClXm0u/ECExVC8IMwf647zJ/SOlV+Yy+rS+lF5XZtqzD7rMh
JFr5IDRSX0aCzYGVAAiijmA8Addgq9ClrTG2mDSnwQ8p8+jmuozS9U1U19NzmznyX+pcB8B7nbfP
jqqEwc62il4ekj4QzV7mgys3dZI1vLai8Xq/g7HWbh0RaAfuVVRHssFBxzKODSblVdNPm5gf1KOX
0+MlEDRd/0fJOqZZXGNZ/WSFWTI8YzlQ1IdAIv+/kWqccvkGpjttqK1VnTtdevlBdEBKASZWIacK
5exsA2cu/eH26I/7RqI5H9KkR1cG7BnPrw12gzL/5Ea72Eq0H6Qn2Ug9Htvthlu8LTayKqNyo7ll
ou2yzo2r7WB0VrZp+zx7bFLDLrYBjgwo8eqt8h+FPQ/bRIFiQ64v9GgjgsH8DTMwy3wl0NXgUUy9
4m46/if9vLGbXzMRSPiljHW5A/mU6n4Qxbnt05NTnpwhGaM9omFdsI8VLfwFUN5uZ2bWqG54eSgJ
q0bAP44oTIsnnDtWEaaBZvc1Rp6r30iyXQ6s1mEaERXo5ftBOQbxERhM+4p+dPojcZ3kTzf1VueT
WMl0JT+9kQTTCSBXQKYR7sdyblnNICdVk+q5huG2qTwRPwbFaoS9ceFBwTBRpIPIToSbY/5f9yu6
mr03duZ0pvlT7Kh7p22K2uW2dLRmJZTeXAocLE0eqh9gjpdLFYYxjc2UqWeXu+spKxBb8pJmfAg9
/A/eH7VnpSxawSAArqTc0CsVDRn8dNb1rDqljBC2gat2uyBPu19O4sLhGq3q5/1Fbzwf2BlatczB
7Bkodfl8ZUF/fyK4nWNVLV9yBcivTwur+BaO9RpQ+hqk5NCQo001Nwi4JpbMfIc7os0adTxj8BM0
vsmNQYjDdcPxpymrxw2cKOV50qwIgWx3Cic/go31H14u2uh3XKqfWkLAf2ba5MrKe74+uCAhZ/gQ
wMSZEL/IobI2DJuJ3JJLuyq+W+hnn9AitDv//nbP23l5M8PnmR+eEzXDIBddpNF10jAMXXluMIDf
mCaT6KLIcr/k/W5LQRC/v96Nx2I98miUpOb54CITUBOEMWpacmc14IqphCF2Mf6Iu/ur0Ni/9Vxo
oNEfQ1KCtGNxjJBXHJmp1ueSOfK40fVeOdGKxz9LU+K02I1c6ky8ey9unhJdhKfWGWJUEezAklur
DqJsA0g4Lbee1Q7D3ho0/WxaQxfvAaY6n3Mz07806JM6WzUtm8m34jhgcN+0erMNQYfindMUzhfH
rEvkyMuICc6QaIO6DdUqKDeRZxa/7bAqVb/rpZvsqkIRv4Kgo0vXGG75WXfGQN8oaumN+8pxFM0v
WzmUGxuDz2aTDIo77FrMsH/IJFQFqUSmZ34c2eAYh7zDL6HVrPrVSbX+NafEpcwcpWHs83poYp4y
MT5kXLUDTjgAs7e6ItOfbhg1P1JdNMlOThgl+V1suvgBmV6SblsGNeOmJUvJfWtw7dcKO6tk02ZR
357DUaHBF6SRm/gdvyyC1okn6XPiTbX+iU2H6KAkdvtnEJ6uHBohqt9j1kY/w7KWhW/XYc1If8ha
crCgclQfhAIizs5ct6OtEvYYoBlFsUG5JX/pSxA+G0YiMt0kWKMguCJL5Sw0c/yigIT51WtW/2CW
Yxj63Ebyn4F8Sd8LiSOgzFsl3XuRxSsQ9YRWmtKrqkTK2kMnWJtaT90JDpRziPquRfknVLTpPCTJ
XDy0SDNvezCMv4NUjxqUmyeEJe0sbR5UQ8p6C3iz+JNbddT5qd1SjMjITF+5V2W9U9G9+lxGtvGT
U1XpW2Q6FH0DvzjJN7YxUSxraGfz36TzkFlROjKi+9/EHDCWXzoDD6byoLlnjYLLL0Kag9ZqnujP
tYiGraBtcqSaiis/7MJiK9Jg+tgHdYTf5f/QhAWoB9hUgwHDi1mKbdVO2mt4EPXnPq80H8hruFGr
dg36fyOUwe4n159D2XW/q0Mx30t0tz3nRhA9Qk2oX4y5BxJnY7oF59yuXI83QhkdPEAH3Pjg5Jd9
Q3Vye00kkYRIEVsfpr5XMj9yg/LdvWVaC6AGAFKADuHRLt+bkoRdVxqxPE9jkJ4nY4YtmOg73z8d
b5p1i+Mxz9+Yhs33PSDly2Uq16mbphDyjIL9YGw86BIfkAM0ax+FX6f2YRwPZ1eR9Q+1yGuyzkEn
AeALyEJfcVL7nyZ1gu/gtUzpm0pVww4YhflVy0hpN5OFsIw/UZHkG1MtnAhm/RT/1oNaNEcTa8Uf
uV7F0Q7XjSnd9q1CNdwEI/VI3ss+8GN8EuJt0IDupj0ma7lLnR73iDauEEtXuvA5NDP3uVeT9rdM
p+A/U1bJnoNYNT7s4mjciw4XGD+MIi/duip6sb4uJwyAuOKkh4ME7YANKaTEQAMW2hpN97oWnXEw
4BXeuEtkNYvNxXSrSYXankXlNVh5SKXBqCaKj43Q9R2KUtl/uVm7n+6/0+tUilVBeZPfzCCqpUxh
XeVp1dUGH4SZBJ/F6DSP+MhbTzAph5Vs5eYDzgRkhqlMBJZTN/yNEtubhvZMmWnHe53S/sVE5O8F
DWmPFqdXzFXNWnfu1gPCpwNzzL4C2lt0uOPE6JMgUNpzSZtm8AO1DJ4m3Ui/KKGlH+5v5q2MgoKN
FiD8Z+pbc/kdhnXKGJfbzjVKa9gMbmD6HX3+jbQzZVOF+Vj6iiEbP1bDas/1oX5sxyF5kmTQGz1W
vX1QddVDIiP1B+0shV5Emj1jBDA8OInu/TJTGT5V2PO9OLbIHvk2tFNVmtnKm7qxZ/SAZnFMiMiI
CSwSMMPuIldObXc2cY45U5cmD5Rkw6kuQvFwf8tuHIoZhTuDi0mw6Qdennq1xhGy12V31rWy+UoT
Ik23lIN0B1T6dXYSKNvM1NA2v7/sjXuAdg+itEgVAmJZgvyFZ7dj3PbdWargFq2aVoAbNNnZLtTu
S9IX7spjXpNbOMOe9//hGRzasqPXMn2I3NTszmHRqL/02JqIdUphxxut6M3HGtz/z8hsm9e0nKZN
jytrNybu77nhQJOjQD/Kx/Yz/ycxve6LDKIm3MGKkF9ruys/YO2O63QF9vdrJgJZ7obArk79pBXP
baQon+u2CT60mmi/Il+Z/o5sp9Z9rVa+2hGdAipeLSv2Yw6fcnN/m6+vP2LiPDib9QspUxYxzXUG
kZpT0p8LxXOwX80F82V9zZDp+mXOaG4APDNqHFzN/Od/VdahLVvVyNzknGbdntl+CbGhb76GraUf
C8YQKw91fWTRoWLABKgbyBDiDYvl8rS0wNvHZxmIgetl2MdqUIKMTVM/DrQvAAfWYCg3ilDSCPTn
5z4lpKPl4CRMcLUqbCc9l4hDpxtbiiGeL10IhDA5pmSvUxP/rMI++7eiKKx8E/Hh7/CpkDzX8x4O
FXaXitwxLJHv9n6DJwSGHuY3k/jZzudyP9wEwB0N9BaPw46eBqSsueW49sVe7/rlKou5tpZisqSO
hFYucfcgM2WMqcHC5KxTL4D0k92+92R2uH+AbyAouKmYpYMM4KUTKy4fDmfqqKvtqD1LiaBuTM7+
otX2tO2UIju6DNsfbVPkIEfj/mi0jvZQudH4TZWavek6tT00qrTOqZd4H4MySld+3XWcnn8cdTmA
qDdKyOWP83jewXFEe07AKQG41y00hlW589L63ZL9vGTeMMnz3AbA5OdyKUcZsml0yvZckBjhM9YO
tHnlqo70HO4vM0yWYUT8BoGdP7DLZfLc0JswJz83KTy3dCODbzmTzueo+z/OvmxJbiPL8lfK9I5q
7A6MddUDlojIiNw3ZvIFlkwmAXcsvgJwx9fPCVV1t0jKxOkxmWSWygURAbj7veeexXJ4RDB44za5
qTEVCTFZW1jt6dU+KZ32e3Dd5P/H54ugP9x7oD8ACs6f/x82Ft16Br1sgOa127wTNGnLLQIV1c7C
n/oXR+7POyUm5CD/QsWANBPUSN9fSil0/8gSwSLSkSnwU7ok3LL6rx/nn3dKKAlAGMWg8lzv/Tjl
CTOmxibAwQ68mx7Q5s9FBDyrUmAl1lJv+hf95K+u98Oi5bBT6mb0JieXDOYZQpu5it0M+1jhXdnQ
/cpk4E/IL3h0QMoHXoUTAeP/7z/FBSnCWpB8PkGOA+sUZOTxgnTheBBadM/NpC2gj86SvV7T6XK2
ZDrBhVyVvpnnX8nu/mRxglKNidrZEflnR0/dNjQgPAFqhtFP0XrDdgk7VThMzupXQTg/q5RRQoG+
neQQayZQap2frj88qEblCzdZY06NJ8ljDzk9LbVWiGgnyqQYbDHqHrIRgeSlN7vx2SPZ8gx7EjhP
9hFgpdIK7Ge1Q8+DGD6A/b/K4Tpvkz+saziowUwLmn8MmH8Ud00jsdG8AUJM24RchoNjSSGhATyO
kVzKYAjUHlFKqkyWYHv462f+T1YW8pcg00DMHGKuf9/h//DZxHC9DnAiLidvRGfZNmO0D6X5VXPz
p1fBCAGiTsxrITn8/g6kfHR9oJvl1ME9oRrUwveJbfpfrN8/eabAhsaY9syNhMLkh/uMFL5has7r
KRlgtBm17DV2ilQJRj+/KHL+5P3gSmhh4BsFodyPdsUNaYM1xgDttG6IiJpWsVQGqdW/uMrPh3oG
2ALdJ/6DkJMfN1iHF+5nE3Y9bH/YhWwcVJAOIDEqcluJQYrZ0837lUfyn10UonZ8iOjRgMv8UK8Y
QPRMMPShHthPOz27DlRTLipq3XqM1jG9V73n/4I3//Odg2oHfhfgiGBfwpny/fMBkp1kkDIhMdmz
D0bAqE2G/AXZEPQXF/ppkI/NDxeBCg7vDv75P2yBXDjnhjFMEP2gltfGiAjuUSP8ZMJBe48UQfP9
TowDuWawSrnstCerv15vP71TiHvPQAIoiCAu/DQtkB4AVAjI5UnLPitUH22VCnVUMhTUv3h8fnpI
canwTJOIwCnCNX94r43v5bNHWnky+TqUrSVBua1Iav9fvyHwEWDKAwMpCIp/j+r6wwayYmC55t5E
T8Q36Q7SsnuCdPXadO3jX1/oZ54KRoO4Z0APztNImF5+/5AsIzKBmpi1p7AHawjxqh0RSLOysD3g
1vGpRK7oAPh8c327c1HmbnIn3TO8u+gNjZZlQDw7R3BcLEcyIm1jbr8mfHFnCSYnMbTsMMg4/PVr
/mkxnR9rTCxBrMEahnzp+5fcI+qRxm3mHR0YCW/woNIeUkxTeupis94g0Y6mpfDl8r+N/sKWDo7y
WfaCS2Nm+/1l03yFLQlv6WmIkgkuSWouBZ1kjbzu4Ve8qJ9QnTMjBmIiwDrYe89Er+8vZpvWdmu8
Rahb2PBGIbW42yaLjjxsE2S550MwsIPbXHtsoCtaSvBrt/FFL5u8D7QKvbsInjrx7UxbetFTbxSF
H7p0qpJ4TFY44HgyAlSae3nJ4PdpYKvqE1M0va8/4HzZ3KwJAxvAHyHMK5jnHCiKIwzFQBXQLMH8
h7QI9u1H5lebWER6aXIenHkLCp0YaWLRH03S9netImQq+4U3yFpJWaR2Gq66cPDn21LZdpXJKXfa
PeeopoPKk2nzTS+hu0fgNuJ3A4M2RxuHfLW8CSwsjxAe+HkSi+dfdCPsT7AgWKxKQttkKJZgpnPZ
hemQlAiF54e18RtE57SywrqJvowxG8++Hr26bMKhDct2GEVTQhKUWFgvIhxrt0DBhMSajYLDMdol
OyKps/2CUUye7Np0FRQtLfRd5aBd0hz6zQNXgwIqup4IxbAN9YbUlUy29CZp5GYOebyZrUxiMArq
lM7sU8Z7oQ/gYaf+zgWDQBqkns10H89M6BokuPbZ82ewExXyCPCWen/2Kz/CLAyfudIU1JUu+dLk
a4MFBgEwXBOGmAVFpjmXOJzD7n2AkgCpQ8hNgZ+XtyHWsxnN+jqMo0akSa6RxuNs4n2Kxj7bhZsO
XiSsRdadQyTwja+80dsNdBweEJOmd44m2a53o99VK4xob/FJx58DqsOjnCW5CPM1r5c5UHf5uk5P
6JLjXa7ZeDcZC1I9IU9uExNeHlxjnl0aLrqE8R4eHchq4Ozu4g+YHWGj8TfzSmA79lkQUJAVwvv6
HVLTAUbycJpfpzDttp2XrchOFx3tPo2dYe8Azm1ehAwbXDUJoiBSngVwCrhogyTUZZEtXai6GPml
IxjaEjYVvAonnY0IMIxSXfRrqD7kGaKCntZ8E1jg6BW2nr9uWdd9wgiW45d7iI3qiDcNLTyE2t/q
XC2IcNvkK2aq4VuMxLxXfGBtj9H8ljxEjGZT3Yd8BR92GKOxAkeHpWUng/i0bKzNS9qE4T5wbcBh
c6LshJu1uqaIdY6xNlz5DbsTAFhQQvexbwqRQa8ltROHlAh/qEdY07+NuTjfds57CwWDmrMiZZ7E
veag4JdDlk3uooFKDpyf2VdvXiqHT2rLDa/Q8KFDcR4Az30EieLtYOigCunAoCmlajRGuhsbbckC
e/68rZnZxQRGXlhmU9a+054Gpt4QYNyWqHeWpwCbyYiA1ma5br14ek1mqaYddFHtA6XblJUt2Ir5
tQA7+DpvpTuFYxSsRQe+UojwxtymxZQjUr3IEuZsnSD3/oRWEnYZumn7qxWV0QY18Iq5+BJzcHpk
vPTPnYU/JbJ6qOmP6GI1ZSjuE1grJC6Ka4FFOJcmGOaLPtQpg4LKhvcqgwN5aYbQvCMPMJnhaNbB
wqdVqIl2Gm8p3+eekbZGzzSYKhCke8BCnP3DhlH1tU7piD2xhaFBgTjw+TZ2jVurEW8qL7R2Oi6l
a7LCsm5ddgLdUVckkmWytixBdomA6KTg/SpsTUy0ycKslsHMucnasMhA1E5rh90RdtpGZzGsgbpg
AfWJCSyDGbtvkeUKRECIldvHVbA+LNgMeky5WWywpb+NGa/bMQLruGMwUxu7PojL3EuTL23MsgeJ
U6C5Wha2vK94hO7izdtggpxgBlo2EVPXvXAIz4kVtde+Ihz31ETpQy8WIysYgPTAq1NvcPtQgTVb
EUea+UoMMJ25MsyBVO41AU5ekODFdT4F08saCESmMyrEq/FC0NCBA8A6QIE5pwuDLAioayCOhoCi
0UhZbwI3ltHIhME8X5FT3EdNVxvsz1Ubbm1XzmEOTjxB3trLkgVg8Ho2ARYmzhO0dIS2ez8O1L9P
sa2eIsSRTZUBWnoNfn08wuceWMuRu9Dvsd/E8iVtNn5BsdoxYEdOw1B4HXeIlxjgslWCNIb1Podt
cxNnCIIpfEP8ve9QdpTd6gIsNL1Gd3ziuC3dIDpTITh1SAtw7cy9FH0071BnhxqB9ir5wPEtboHh
bvEhwN6jCnw061fQjZjazQ2g0pt4zkVcpDkzbZUPDdazysjGK+Vr/Q3D9xTf9GwmznmroATQeRtW
HLcgxl5mM8G0PEmQeV+BjM+zPWME6afEWe8baRz+d8jwzw5WoYGspg157xibDrS77Rj8M3drg/yg
vZuCjZ3DTOYP2OH5bCfnnCclfA9NcoB2DMdRu0if1Ei8m1StUNt/Vonf39M5Xr8FHmgluw3MDFdG
1AMjgRgo62VrxdscDvwdwguGuOsJentI4MN+N4Y47vDZtVFaB0nnpjocOaMVCwR6vlzGXlT4cN8C
81VYexP7LXU1cIgmOETI+UUHOki1R0CDwxaJWYUsFlhXxIXgAp7awdbfeGk0Y7ITjeRdbyx/YfDa
+szXTaZVgDHUtDOQJTwibQukqVHARqLz5QopJMzf6xzpBTsRLYAzeq8FW3RgDjGo8zY2XomAgMhU
GN2Ot5BnsrDcKHi2oZYuLhHjGOlyBWOwK1MRwVBrSFSUwPxIkJconOJrcHQYu1Pgx/SVRBUIZ8/Y
22w1JrIBISBlAuxc6P6vIQnB0YaoJ2yFQgQSXI8Oo9xyaySk+lRiX0/WbJmg9JD5rQ8D0Rdjcu8p
GXQiC+HpwIIVFIes8IJUfJvhhvTJ19kQgRKbrpc0CfDhWm28azn7sFkfcue9BX3o3wTRGKxVZGfX
lHCa2U6p2vqH0IWwuNBzBD5sbsQWVhhJtt/6RQWP2+z3XzyfZnkdKcT2FSZT/FsKSDUqOBrCoVCk
910Bei9SiLphiT4oSDoDdjPqaDE1s2xLpL6KEzimbqyRH5JF1ZSgMynXOcIDHvHgXOQN2IorPdLG
QlY/AEFbXNi/TEvAHzyn5rYkw9mrsuWB92VsB5BxhqVJD7oh+svIUvLqcMjg+dcz5qQxIABZzioJ
GqwIp0QBz6oUAkUgX0BEgbV/dIvi42HFCO0bRCQDHt7GLOFB0RxJEYnLDYgIoLg+eOPqaiQg4G9s
Pp1EScYWTIB8nTj0rWMEH/ZA8BjFzqDoTQ7JAcZna9uD88Xssh0hf4F9CSDS8XLpouAl81wIN+Rt
SS58Jw0pgWZ6j5MP1l2hzTq8j82KdGXu5yPfK3RC94nRflSKYcIh2BgCmtDKkPt0GKSe7+I5nKNy
1n33khi+mgJhC0IVPewDj5iUsvdp3jpSUVh7vLIuW04qYT2wsQ2wXkEgRk1up2VFzoFtRNIXLYxc
P2c6Gu8siLxeYS0GiaUOW+mVmqA8Z855SAxDMGBwgHmtV7IktHEVZ5qF+xRxYl84gctHPUMn8blH
knxe4vhtTuPC0/5ONjH2gE5vRpc+dIKfLfCHR9eNc/Z5SKn+xqfJ0DJoYMoIMisINqUb4DRWEDyd
FOZDNHlWS05eQ0MGeeiaFa0o+PPJVsdDr681y1wGf12cnOBSbfoLJBHwaSAm7yDXArvslrjMA9Vr
EQkvViQCPIYtZR5YwozdDzOSTIt4YWLBvfaDR4Ds0dcZRiBiJ0PSJjXpHGThAMTzX1mY/AS7nhtD
2L8EZ4cxzDl/9LHuPUD0Ps6XI+3Wbu83rXkGChpcxUoNt+uIuJJijYlEoBBtt3P2iD00gxFvJGZL
mZEmuVOYmmJqOCXuF8Sj31GJPyKu/3ptUI3jwMSM8seoXD4uy0bTJToCSmjLdklmBJpanPCN6VHL
J0Gb7FSTITC8j+VeGpDkBxG0u35zeelbFtxhTJGVuhNRnehgQ0Vn1iOLqdq3PhxFMx8Nb7FJZXcS
+MC/gM7/eLf/p/3gt/96ofqf/4mv3wFJKdp25ocv/3kjPqYHoz4+zNWb+M/zr/73j37/i/+8ou+K
a/7N/PhT3/0S/v6/r1+9mbfvvqjxhBp3N38od/+h58H8fgG80vNP/r9+828fv/+VRyc+/vHbOwfM
df5rLeXTb//+1sXXf/z2O0TyH3/8+//+5vXbiN97fGMo2rV5+/mXPt60+cdvJPk7EKLzUwfCNWbd
ZyPz9eP8nZT8/Wz2itA8QNBw1TljthNXpvvHb3HwdyC5kLkgGAIcO2Rd/PY3zefzt6L075AaAVw/
cyFgSIHp+X+9uO9u0//ctr9N83jL4Zij//HbGe75n6cO6BWMSMFtP0dZApyBAd/3UEmcgOQgtijH
NM5OVdss4slovX5qgBVekdkLL0HHCu4gtBK7vwai8Hx/jzzi4jiCwbEDCgVJD8g3P8KBSBkgG7PB
HhqZ/oDOWDzhPZP5ZEnTBLvG36a6QVaxq9ImNctuEM0JOMxUWyg837XKporPfnQ3Z9u6z2xOnnM0
Vg9QBOu5GOEuBf/PpMt2cUjbu47n4WENo+Uu63OQoeckUUGFQKIu3k2bXW6DzKZg666sYgMVC+DJ
5lJk2wgdD5QTAcrRZuzUlzS25mDHNtpB35y92QGWnoVn1iDYLegSCoWIAFPNQHzYMQeY4FkQhoqs
R6u66ATSSRhOPyymiU42zug3w/VgLkw7YqLi1hYkPB3O411suMKpnw+XYm3aK4Q2cnQUC4i6Yx+K
m4hZKDaGWcj3fN3EQ8/B9a/mQHbvvJ+gcmXtVJPBmQp6RQT2xgjeFHA5jOcWXJMeob4Cg4QnEAD0
SzysIdv1wyZ0GXtMj9Bs+CjLLGGIjWPj+IztQJUKBYxFmMfa18SN2VXG7XRBAJfUCDHKD+0cdBXg
P1MK5bwD4gjYrct6DmlNS3ej77NvmVi9eoKH8nXWMIUohjacL5OZhAgDhRsi8QOLLLtGPA6Eert1
89Whb/r+duUDrc4BPjvJQeMo1tW+moTCVguI0/jV9nZ42Zo2ODl/jtGjwcTMsUg+x/MY7KJkaZ9M
wzwYom5oFR1imgobMH9HITzsC9Qc8muerslNEyvUpbDXKIXXClpsHW+rwZtjDvaXOnpw2bkWs+Z7
uFXaKptDs6PggL+ZLK8wI7wGP7wGKLnBS3nlhwm40wUoZ/LOiDC6mQKJIrVtUYkIgLxR7h0HwvtS
btjCuwkswskbkY8lIsifpyF4Boqri4RHZs9psJRs8MfPfWzInSbOfRtpRIcyho7nQWzdtJWaurns
UUdUInDLJYI1svk4cd+9ws5oK8BrbUlBTd4HRZSYrY4g8NmNUysu9OYutjh8N9HSXCLFgldYGF8k
NhH0hY6VUSRIGS+dBZnZ3Sapl31EmbnqmAJEkPM6WXCgJA1IWbqVN+3SI5IPH1kjZ3a7ZhClpnZK
TtIGddCmCg6HDVJgg3uhYzDmx+1ryuOL2TY1Wo/5kuV63E3jVG6tB/QIOHrg5PJpDYMjeEjvCkZ2
VeS3H17wIIV3vZGsHgcxFW7p7uBO+8yNe1QIzW1o9Oi13UNPx/uwkwc2J0UOOClj6x7RW1dRCtFS
YzWa/RaBiWf5Uz+ROmrVI9Qibx5bnxWBaAz6UZBTYSzct8F+aJ5cnlRJv3zpohhJ1+Fn1zlzlXop
v/EUopdoYqJbHbKvrmsp3MqsvRbGu+xdelxQEQVIJ4/XDimCH2MUs2KIYfMATyX08y08/LUq00E/
+vlUY4NCWOyEh3CWHQxXs0vgTA0kWuoxdsMlhyV/5Nu6W3XRbskBrddZalfgQ+1oqWCaWjdb9D6k
oKt5IjVXMPnpLgY+9ocpmx7BHE2OyibiAAhYvkedN1UMINzOBknV9w6CZv7ioZL9gCrbQ2JDcmTr
+rgmNK59VMAPQbLU4TS0n0KLkHa95Gh0oFscuuMCXXjMPq0wYtunwVzzFFq6HvsnTBLKTXxOlglG
YhEKnJ59gB98z8ZIlCbHbm/Sa7cOqt4oxHbJ+IT5+WOXXQOyfGRRTLHxTV8b8MGhfw/RoYXNFeS9
RWwC1Mfzek/GpIDLz576cxnIOMPshR6HJazmzv+8cf/GWv/qXLa7bLlczeBdLem61Ai8v8PNrazK
Dt0SiZ1vSVeLTt8btJXMJ4C0ua4BotbcM7oAeHwBq9MrqZI64XBPpJkEDG4h15Ab/ABotTJ+F2J0
XnictEUIQiRJ6UtL05dQiKs4x72iKvrETHYm2N3N3XjTq+AumHNW+YhOUin6XkzKLpmnz7APktOk
cHgCIcGAMvOGRd4NFvWDp0UBrH0t2jTVEJ9cBD1gDT4BfsdZXmqoVkE5TG4W0JQhcRI367JcCm9+
Fet03WRJaZr2zUS0XJ21ZdNBIOF8etoyTITAaN7DRPEqcBhsbCq9b+f5NDTietqyEh3JcxJNlwjv
K9jZMLQbl7seh0Ua8KHyiat1Z3x0kdHF2q5LYba88JFbGgAFGRpTT9YeoB5F4zdB9kpUSe2c14mS
tgDC2xxMoC7tmFxZkbJ9LD6wvjrMO2hUbpElJzh5TmXSsr6G/CO4DNpBwi3cxyR6so+dWBGr7mvg
Gjz0p9uJG/u4AXo7Tml8PyTo1PMx9gsz4Wobi1yVA2vFQw8xMHbgHM+3j2OQ4GFtTXZgmw9+BU+b
0qLQOFJ/cvvFdgEaeYfZ3ZtYU1a5eGkKxNylZZ47Ukra9CeaQWcJCQ0eHEBmAFin3dLL9sGj2GN0
Kez2tpD5vuHjc2DSmy0ao2dLzvH2AEGfMg45UDbslpUUcKQ+ZjE+qSGpdc52I8iOxcjsVRZdGvkM
JgEFtIvbpD16O/rnNR3Ch8Bdx8iTWafgmXjkKXayRIJCVuYxew3Hsw1X0/W7ZIQihSCe+sYM4M2v
kf5MUnW7WYhHQX0unUqP7YYTCT7FJECzJBsQv1v2NqsNuxa8powWXzEFQOwt6WHMBC1IoZIFG6eI
vy4TeeJuAKqUgI2gxfCFjEOZG89UdGSy1MbCNl21eKDAKYFQ+WFuwwvhpQfMKG91Lx5ghvM0aAqW
DDpQ0rGim24tSYbrST3Mvj4MllV2zFGwIB6ymx4dBitFwHNoGFDSosc79kkncY7JI8ugrOZNgvJW
vJ6FQUvDL0Ll7/oVVrDb4r+AZ1T1lB9db76xRlzlRh5VPO5zlb9aRu+F5+FtZXXAkmSP1vEeBFIo
jlYZl52gn5GhrAvYz52xRnJsiTsFs0D+/Iq9Co00hgZjs+e+f5Bdk5YKkm+BwdBmLWYctMr5mJSg
N11q26iKeM1WCjyoRbxeUNvJWjJ5yQCpFAt2sFSiB03Zih7PU7dhPH1RvsHdiie6b6G+qjwmU0zl
LJIW7UOrprAMV6ijhJ/uoKs6gS1R0jkNkcRJzjg4vWeLWc74hTigKcar5iGGomsG8fpyWMCQh8mm
jHfxyFE3b76BaCtt9zxgTzaRU5UOQGLnoF4TqI21P+wzGCKUCOXQhZe1QCJ1EB7oGIgyRO1dj657
MYHYd8Nw9IbpLu5Qkq3YUYrZkM+5GqEbt12VOgBfLTTmpYfyAtgelTtwqfAh0/ZLDyQFKhDslIjV
rnMp/RLZJc9oFe+aDfaRcbJWnMgcs0+Qe51sPqxIKm90d5yuqhCKePvBYzs49uADttgTwU7F3gQo
9QV59BTDSxTgeLZOAZIGnkeUbgfM3i4aSv1yUWrnC0wZOujXAP18C3K4NrWTeu69+VaQ8BmIy6Ft
prJpFXaOEJq680OZ9uNJdis0fTm5sUNWct71Fw5TkyJM/CsPhlsY/YjPCBQDaB766OuVw/YxTO2Z
yQoJ/RjPZcshneeNutsMfcYY8wD7lit0tWWSyhK4IDZd8kk2vsTWtkT7LrR9hZzog7b9EwG8VkaY
ofQjHtTAmed0cFcxnGlluh0GsnwColOOY3IbzvmBSvu02gwHurfnBjY66QlcZbZbtINMAkqDbbEn
GvkfUmdL1Xb0XJudwsa8RhplTr6NkDaRtdQJfOGkXA6RTvSbmBtYAeI1LDJMgR+6z5MUa7Gy7Q2v
9S1b25dY+9eSwvEn4PFYhHApKIDMfcnG4S5y3aWCcLbysGVWLE1Ej2FPa8pAIXG0JSE9elsATXN7
YeLgksLTYGJyr0d7CWAeSiXZPsLToduLhFpMMTHvURAqrrG7YnDWKwBl1y3gUhTTcwkzRgpJR6Wj
+6xVR0UAfqd0281s7uIaYgdb+CrFRs8eox5uVuBsV1sSfQMHuEBmzSWzXZ2G7tHzU1cDj9lHnD6r
SN0PvURdjy13Nn01g+xWxJ7ZQTay7GfGu8chgkV2pYcEUDmgMYzjc6xrJD7NaBjH7CUno74IurkH
V8isO/jR5BdTsqR3EmV3rSwBcbDhUAP6rpku/I6Mu5DSdm/0Fn0I8OwxTP/dMWUl22Hi7YEgNgJ7
COamzNoAHgZ+c8N03EtUMRKwrNW+d+wwr31PMOp+8RMMpc9lxjQUQjT0Fh1V0JaTxVTB6W5pywH2
aaIcsyR6TBeMxddlQGeZ2yD66NFpYM+gcDNE1aC+rdADoJ/oVkw0MLaDBMCT9QrQHhJdqbwbq5bh
K4ez6Gnh1Dt4QRbX/QL+9grbhwOoAt41mdN4gki2RygIvMXuAXZEu4ZYlI1cTukLDaHBRQK61xYA
53mVdiAET7kmO0cy+TXBXn/JfcB6hZeHzVOq5PIebo07ZqYXLyl41tU6QIkIXxnIauAvvfRlRwgv
4UE4HUI6NQ/M8GxHcy86zH7bfQ3tZtw5JQ84c+StY3ag/hmyb3OZlXLk9pvpO+9mhOy0wFzmaEFm
q3k+ITedJpjHIEnEYvTvUJRr46M+g9bzFpXFnINg1MWYFm8UPYzVydEiqK7uUtTJpkcOmAxSczAg
Lj+v0gveeIT7YOn4sU05edimzdSh7pUppG2vDVKNhq5/zqgvzm4q/t5qjRmDzHiIuT3MCLx8tXsl
5wzNFoy/mNZnnMGDuVniIThh5qn3YBAjlJeN7FeYWuDkK9opT46NmMNu32DA/kTzrPtYt2X5zFIb
XagEug81wkQiiaV3tUEccOU3M07FZjVHqFj5rs03WiBPeNmDVNK9DdjcYeGROpRu2zKQwwKHidte
E3YR8ESf8rm1O7d2yQWcvQzYLEBu16xpCiwh/km24/qWavNJWywBSFZbtFV7uI0nrpjblH7xMZVr
0T3lXY/GaaYjfFAawOK9QpwcQloBmoBk8h53nJ1iHq+Y7EeoH31YAlUsJKRgEWtuU3/e4AwyiyPY
GPJKxmlfZej98bLtI3jp6V4FRu5Im6lSp8m1jNDWQV1UrGNor800p1jh3koOul3A209XvoNYevvi
xd5QwWu1e+FLYPc4bIY7ubTNK0PC00XaotjHv+G9boLxSs6wHQJrg3RPyOroDspRoNomlcwvXQrO
S+w0QRtGkmvbr6MrogZyNIDwU9VB5Vzy0IOxE6HhxwiNxCu6iezr3Aq3c83aXHIRy0K2nfvUY8Ly
iNGArXifkBuQx7KzyprWGNvpGiQDV24hTKOwSWBu2qK7PDbTSG980mMDt4neKWXZpzg30y2mZuMN
oH+kSsbMv4k5We96vS6XHdm2zxjEYyfu5uSuCzIM0PvgbO2Qzzc5d9tnHBUxiuRsSquex3O9dr0B
KSQZ6JVYkgxhxBufvs5aoJpE+XqJkOrpNsG8GBFEUfgkA1R1XWjEKXDKPfpE48BB0weRej61Xrmc
Z+xnnuFuo40uua+hfDMevciJSG/ytIPOfvA2zB9jQOybHz6KqRswNOGYAfsJcghtzg4Irjy7/suZ
l8YPxJuHdV3hVPVrHRBStQR/2nDTnMdtkL4Tf/zksmY7jQGPMN/1mhMJzY1Yx4dUErrPmwXElQz1
RUgB6Kh5jB82Aj1+iFFwdU5KRJPMocGL2828dNs2I28kpyfFJ/MkrB8fAwzJwZhiIB7QDLUYUEsX
PDaejxnl0NngEKzZfAumWv4Mf6kEnC+QT8F2c8Fh44jzXSBZSGF5xskVgsoAoYDkZV8nO8FlCpZD
r9FIR9T+wehdwhzUDeU0cdDRKNbvQxaqsfZXE1VmHafwEDUBWY793K4W9c5kHkfF+yfaDDouXJ4P
NzJx8MIBOx9tYYQFCTcfIAOYdN+BbJoBWcD3C9efh1J5p05kTZL7ZbPi8wAE8DkM5AV4Tmj2vKSI
cBMPOCd9GCH1V1CFTRV8kllb0GkdKp126U2c6HmXrwaYrQfzIBOqWB9GmSItgfxf9s6rSY4kudZ/
hY/3PiQttXhNWbK1Al7SADSQWuv89fyyZ68tpjicMu5yybtGTE13o7tEiojwcD9+/LiExGpIRGhV
ZrvPs6I8q808gRLgs2hysrQkh3PErkddgEGibO6/GN5JcR362biWAYmxlNnei0+j0n7PdGhv5HeT
bzFaDUFVTEGlGim4aPa1bQXF09exBDkTQCdWZpk3zMQmB3QthYOe6L3oYCXjnPO0UDjRwXVJoeXJ
/GJYRUJHrQjzDVbSshwmyTwP6kAsmjQTbJ9Ft4TPZh5VX7o0zr+GEjCol4Z5i7BoVC1IvfchMeJk
Jbs4y62nHDIcGpBGl9yRRaWduWpEuuy2RoNtHJeBiC+f0OtXLZRXYPl0NcFAEg0esbPCiM9TQJdw
Dc6EbD4ZwJZsP8grnMohkf3JwOG04wwNBXbnNt21Y2S96E1moIahSP4Kzq7b1tDMWJeaZpFUnsNk
qlQ6HhKIV6HsjQA9MN/NdjcP+ezkSzlBKVDUz1vy7JMqjEOQF1J5UFdSqU49hrQxwiwX75E0dPu5
lCBt1qkKf1Abb8meRZKd8Pko/SXmvoNZUdhSXSvPXQPu7FvNmjzV9KQNphh9cKdY4ajl2/zKU8mh
rFMIpFJSaRVFO117qbX2scnz0SNBJNKvLF6W23aloiYp9flbBI0KvGutHpO5rkw3R3LxZqjL6S5a
CtktJ6PLHGhwFdnpvJUdeKclyvEyadVGsIS9KObDs7z0wn6ZMV+wGaPmzUyH92hcrIoN2gJ1XlKv
nlz9JKBPIaWjC/HhLoyieidE4urRcJowhHpeOkrtIoQIMhxvIQO6D8WbTK+hE81iDpc1StpT06Ka
Eg6dyIhKMso6HaGH2JCfFlOQI8zdezTUQNmVpJwVbW6furqpn+kAB+QUC9N6oNlMVjiGkAielIGC
mcNGd+8Hdb2djNAAnItH2S+nag1aGYqQpeKXla2GQ7xm0DABlZ8JBsPjqI/VkcC09eWyrx8hfUuH
GSEOCUBE0Si5JppXagXFnwydg9bqCIR6dYsD43JxpK5gVihgmnHdGI9RFUbECkIyPNWVor+mkdkF
KHlUz60lxFvJQRR/CddYEM7VpBnFWYsL46Py9y1vIeDEVoNaSE4Ca6vltDYnxIRW03Y0cmyTQQ4U
APL5ZRga/ZaIRCrPi4xakBuulIN6ax3OfjFBDrslY1vdmmKNXhHSp0gsYIfaT12lpd+ahnJr2rTE
8TGpu/5FTgXznvw/UHJX0+A6rcsfhdzVPu7K8DwVNUsht9RPI7Qn8vtZlT92sV7tZmg9+yaSAG6l
FEWwUo7y2y4fhptQRX+1g7/s5Ika31Zao5yaAdprK46yneVifQsoxYTqLflLYqZyGeT9giMoq1rv
bbIWz6BoXWb3SdR5UZmhw7pUqkc4SXd2YaAzB8bomOEXPTMt3rtSx3kAjArC1OofhN7qn9ZuBKuB
GVHf05WyiV1pVZgBeRGX96ZFlkIE6HSlEv96rOCTkjMo30k6NMFULnAvtVxaPGEQWDIdPCxE7dpN
DLEE5EeM7L4dAMskbcqf+rhGnrO05ANJxW6BdqPkHvJ01XOcDYaPjWsDqASNm6hL1rka8k1fIQ3J
uScnVeNKY+MNOiBT1fTtN8ZVIYKr++/GJKOt0wvinW7N601P70BfQhMC1p8+nMtJJNZSja4HVck1
/DlIKXg87V0YZsJdKq5PVmI9tWk4PxRGXXiaoFO8yakiXgyXufGjSlufc5Gm2cQg0wQfRyta/O9J
NVtUJ01hTwlQtoPCFLpSZdYPrdmCNbQGdU5mVH4uErP7jG2ZTip837OIyNExJgw6JaW6Pkcy+1Zv
6PXnLG5ltjVRdyZShl/ztJKeUNR6h7MJqFvFoV+DwJxklZSbLTYogjqMxOoMsBOPkhoWt2M6K1+W
Idqtijkf5E3CNkd2p4UM1zV7AOz5Ti9NyC+okWweWZNkOfF4WpxCArJVn/O7VBMxPCpixJC664lc
Qtmzzwv1N6HUx2eMD9gIEW1AJIYHJq/HRYKqLCoR1K5Sec/yJTftsUDG1l4zBe2+dl6SncIW5Otr
grBiWeXViwBv+rtugDvKFYm9OcwXn2h4OrewiLx0ocAOUbHyMLfyMafbCtNEf1XU1tgJyqj41JKF
d8nU1HjHiRoGjSIIvYOseHEzdGQr5Eq4yZNG/xbp4pcMgvSLVQGTtaFGpoOqY60A9SMs0+msaxln
FtxrlQ0IJZrwvJ1KmElV6Qw2UPkCfLTippm1IrpJY75EFiholK2GMyO/Y4zDXhGr1smm8oxau0u6
QHgY6Yt6HDPgO6Jl6MPhFu4jiU2Z5fJapqRfZhPGlGFy2QY5Vpc6EW710AZGO+mPsxzta4rr4Vgq
K4Hr6lRxSuVX8RyF7XND2679Jh64x7egynf+LIz9du6Qru6j1LzN0/pmSksPiPekVOLnsCyPZiPa
s5zvZ8l6SOfyPp3a85quBbdCyXemFd5H0CZfJGXNnbgcQ4ealdkWWn2f4qvCJJ5m8ZWura09CCro
UP8w6RB3Rk0Q/VaYnwhIQAHyKtAnvO7c0ItvK+j0YU0RlLZlvYXnniL18TWZN2a8GlkGlNikCuja
BP2oSsey9oHOlsMsKK2bTF39OmH6gjXWYN0mpvJqJXSKodI4dEjZbchUPT30LOnCyQaNpKmiGGDf
dAeN7G5Jn7rFRMexSMP0NNP9HSxkKvZ9pZE1Ns3iMzlx4u4c+apG0cgZDToJ+1m9EYk/gz6HwW4R
26HvqMg/0nrmIsQqNFDVxHWcFAEr2cX5fcZWd0PYCjbcWrSIRPh1vaH9WRbMRnFgwxpf06Fa7Y7M
vbtmPcg/0TstluLwRWwQ+tYRnQ7tXlUJLDIRlMaWB5YYnX0nX0JI1C+Esavvo2qsph0Uq8humzbj
JlXk4qZCClIzXb1Zodbd1bd0riNFUw8aLfbtM7TEleaga3ZclG45EVHCNl8AUUvC6Y1EPA1vFunG
96yKgdOWJuo/i4tWPeShMpNikgZHWYvlCHJciq6mVdq+WPNEY1nE5VkUBIlusVp3YquennOha0/I
Hw1fdGHogARxLixHk/ruvan7+TCnevwKGag7zij9kx+mXmNvkZsOSlEdFbuDyRE56HZvvEAItBiK
oUJBbjLZb9ckzwdHxNkAhFkm6RGobnweSlq7bSUTuuJ1qlWellkS4JX3sxwe6EUiINe+qm3hk/Yv
U/wpah5yc0wP5mqoZ8OcMjgCGX3qFvjiqjFLD6QaGyCHcg1wRcNjrMuoKE1qVBxCMaFgY7QE85yH
hGRJsciJl0HAe0HMjoiIHCbsSQH9spcccTh/rDDEY9OU99IsSZo90WHLlldLOuMnqntwbvpS0tca
UQKrEvHLYnFpLb/IJ90D7K08daJoQM0tuXX13jQOYm085bkJnkXddnrTErseE61J/JDqGU0nAk6W
XmWDFcVAR475ByLFyd2aayizEm8ot8rAAnTohDkwH3U6ApQSjOGob27TGgtIjm706ekquHqWyA47
NtdHHhK2AJeXTOp4P4Yliec4agTPpCvPU6kN1bMehtFugYQB59/s/VXXwhtRQrI9jO8RnfyslMmr
1uggF2Zsoqwujo+FtFY7EZf1TV0r+S6Xs97F9xo/d7EgBz1SHKe67EbE6Wjn6dS1ld+tfZw8Lt1Q
34/m+lVOAPk80MEagCrTRNUWpQWysJDQ1N4uJg15ZnlNs2NZZvpdo2ZwvJOiMZxIMaxvU6LlsD6r
kXy5KpGUwIgJjSj8kBhER9TS+KXQ58XHHih72iWKFGYVCiLCyhqTTpX0s4XMF5QFazzUQ0HIUrfS
11qA6E0GWDvRsrw/VONY3ixFY+5JLUZ+ZJRf47B+zEORaoWaOBE0lmM0mZaC8FHWlg1Qr+vOpBt5
axZeK1k/umxdn1I5lp3BTL4rddMd0QmD8W2RRjCLJL0FZTafSLWLD7E5DPcLWaBzkmfApeHakwsh
k2bHYmYhPWwgTAH93vqSrwVhU5OIRHl9od/Pcgkwta5t68hySkBpmEu5i6fM9OjAq31n/sMQqXv1
Be2JaDesSgweJVg+cejOSpN1N2iFhOpFpRv+KKyxr1iQOW34kiHylKSPtL6NQ9tcivimtPrQBVjX
78Vxy3kS0K2BUSQGJXoKWoB5o0GMlgYZhDCHhLkH6ZLuitKs7oY0Hm6mJa/O6RQrE4sRUoBomNI+
yamWo8oCRAsG8Y9CpO5qEDTI2txBqPwWer1elRfPK/DYK5Ad+Br9EU8RoaRdrnXjVRN0ojwqaofk
qHFKlLy/TSf6+9VtVtPbQBu+hY1au21iQqSVs/I0rnQ3zK2cDKbcYmYto38YtLW8URYqA5oezi+C
1VRfoCyrQx8pSGzIeHJw+imGaqx7JVYXFy015aGqs+Us1KVBxZ/ZvBgTUpY4/WHd3+nhhMAk7Aax
rkWHyr/QqwbaOzi5PlJQplncMvyT8FiuquEOiwhfvFcMCj/VMT/qY7+4sIxTqA9bqBz1fKqiolTV
dOUrACSUmiglc1exUgBzbiFaJwERbfa8opJ3u2hT6syoSX+SiO6CqFqbt7CLzVc9EfR3tWg3h4LC
Mxhts2POmuSWNMp7buvqeeoKYBSlvDWXrjmIxWjcQNwH1Yka9SyrCAxQAdkcl64SAlL4MgjRWN2R
I+BaJWWmStmAFrAHfA5fjFScgywTKTbADRPYnpv6dlgxj62kAL9qUzncdo1hfYmj2NhJStNHtgJ2
pBCEpY9Ky3jZpMb0M/mPaWf1Ev0uDbOdTnIkzzTlwnagzmclyrsIZ88lOXC2xkIFcVEjA/IEaE0t
bxl3IVu0wzDiZ/bdRJ5m0urB1kmQPUkoktSqUHqj0IZfUfzebKuYzO/0rCrvBgJ405VyMU9tDaU1
r1xQ6DTL732BGxKvy9MoLpBipPHAcZRjBhznhXEvQ0TRq+ZzB+0lCAXo31AK5Pgh63rHImz2JBLN
57kEH3TbotLeUdmFAaDh2t20ipTejPDFPOjPjac07Z4ORSs5EfwfcuuqCkcyi1Ty/AIlSg4LRrgm
cPLRlvF3hFcDUB4NA9QdReRb5Iva4GrMZWNpVisADO+gaUIUWkIjf8uRen429G4qdqEpyPdtEzaH
UCNY8JRUFCje7ShloEjDQty2prbW7sjQOjRDCA9STM2Hg9baeyT3827sI7JiOFJPS47AkgiD9ppI
3mUfJlQ5NPxtCrgVDZU8fvk9b7cvxBnJtyHZoWlFkYfQltRjpTIWkwILy4ea03oqBAuvIvo8UR8X
R/bQwke8Qlu/qOi/PA/9QpshSaRorsRJD7QYgcksjnsvUbr0N12f/xS7/D/kjP+OZ/6nHPT/D9nl
m+Lgf0wud6pvVfcv/+f4/TsFd9H//Zd9l38p37uf6enbB/xGNLf0f7Vki8610Ll1SUHv7P8RzXkG
aBHYH93IvzDQ/8IzFyTpX1kEvAdxVRQTNkWGv/DMAe/+VUbCbFPmMdGcNAzjP0M0/xDM+OvCQ7Hv
owmlRNcV0FpyMhsT/SdVhlVNU0qOFQpYKNTVxiPNU5L2aMq3BVEQHmXhFuUjbr1dqwgiiDtY1rpy
BAK3FyiDTXwoV7fJqf+1pxguL5mZnTg5ik6Rv0/eR1c9U3WQPW66x5HiXCEQwl2beexhWnMqoLBI
phvrvgHBrtwr0ynU91PshQNwEe5sUMzHet0nlR+Ou2QhB4FPeo6Pxkv3BMX4i/Zj/lIGgooDdZ+k
nxYqRMNrS2kzPX92hy40EpBejdowVuUAhUMAmu/Ga/W5+QxHQnsVv1Nab3yVatf4Wn2uPg/fy9jO
qJr+Ovd2/Fggk+MPy/clcSuqYakaQ+8a0gCSd+k3dKEp+wjS9Yyox5L6S7Xvs0CKdtrwKRd+AF3g
n8YU3t5NyxUlDuX38mD/btAvG7kYyGhTZcSgT8Zb3d6b+U40j5rwXMt3qm7frD+Ee/NtOBVP60v2
SfEws9kn/BToYCVxVIPD4kB1qh+Qi6XIO4aF3rGP2ldaU189zYtChP+h01SvTBDzoljjn2CCXLMK
l9Lx//uswh+MuaXobPeUuyEUfakyXEh5U+jgCQFqKeCYSJc49DdBJJ1890KQ/tP28pfyoJ/Lga4d
7cJI/51Hk7d1dWHxqKGl0ZMGIQfFrwuLhyBJFaljogYk+IPFmTzVofrGZdE7loeJd1YeoDsu4aob
udoV80Sz4D8/AePCfSEJTOKliNVADYjevSa3UT5AHhvG9JDb2hvq+CcxBw5zxidqfd5DoNxn8FyE
ifku0DRFtLND/UiSgRLciIQVDWG+JgeyEArgO399Lr5H9z09w3SIe072LNwo1Pcek2dxsvkX37Pv
4w6+32+/qFCtyPsgZZGiH4tMiW14WWW3oZd1XtpTQOvoT9Gp/xEXrvAsnNMHEmRdZSuH6C76tH6p
Z3cASL+Z3PEhUpHvd06hPZxaeH6gWPYJ0W/9TXrp3scgu11eocK4xQMMWRjiDxm9IjRb1Ownxad3
UwRlOHcAxhqKrGN//QTXJiZ1Zic/aLAV/ai/ld/qb3QhQOee/8ka6Dfv4o3CtgutXuKEYRo+57pD
FXKeBYjWtZo7E/KbdvlZPiZuZ1IdSh8Qe3jsgxA9L5DeI30PrqrtXR3mC/v+a5j/GYf5mjUxLrbH
/2pr8ntlrQ9fBxebLDaFKegaXxbwNuMsmXTLUoNajr5Psnq3zPRN6o1u3SG9Qd8PRb0mWXntkNvz
P/nU/xWHvJDs/MtlUs1KGSMB9L8X2NXkrLGUUg06b3Fmt3OeXlcvvnEG+8+3oqsHutgcsr/1QB8h
/+UuRDEqQQktjVVCk9/fxUSuYtlE5yQAwEaywawmm3596DCrKdROGsWQp4Qhi8yWo5QhWkprshGm
Ms1uW0hHmoQkn0zmeb8ocX2IBeBZdavW0te48clVgQrdNAh9IZCISU7DjJZL2dMsq7lPb4Nr0tMf
XXD+7HIu9vCSLGLSJqkaWIpTUJ9gwx5diZqoFqDAzIRjBlXdpVCJzWyk0Mim9CFx5uaOjSOEiEwt
x3wuv+SFbcDtc65tun+4TH++3RfjGhW5SIaE81vw7PcCigP7kMKg0kkf21vzTd+ZO/mtJjag98PX
8Qz79Jzc/vncujbkl7q6/+RDfqkh+d895NuM+5MZqV0Y5iouSlEWcPOaL01kI/ZVf6FAOz6XV+Ql
r02tS1TsHzG1rl3rBpj9ZJL/5mu90LL4zQ6jpSjLIh3j+O/CanUwDdN1ytTg7U10bm+pNrU/fXp+
fLyCSnwMzuXg/XycC3MSwayl/yDHWQ7RQ7+PncYWD2EQ7fr913rf7lXcdt3BQd7DvbcDIVCc0K5t
fLsT5YL2ly8H1xMC70AK2JbwTGv7FR6BXdo36Ana1lWn/gLh/fc35tK+tLNJDgf7Qpo7e9hK3agw
u7f8GCKmR8U1bLU9+ZEyccr7+tDctqIjqg5Vk+Gzsb9iZ7aZ/Sc371JqP/oHnsu1CfOx3/40M//W
CfOH+/ZPE0a6WO3kgoEiCybM6CORpB+6z3s2mQomlV3n9N68tuiv3eMLKHxKm04UW8a7d+dvxexa
tzm6VI5GpXjsUpPEflcr+GF2uqPY1VKeMhQ/aRvpNlQVES51V07o2or5GIifbvT/+Iq5OmKbTsdP
J/z3jtjHDPizVbGhED8dr9MHC20wZkhJ1iSg40XmhDtVdaUfihNndrG6wt89Sy7M5T98lly9CRd2
9b/iJvwRgIiijKVtiS/wpMv2yUqaSStEJjVw3c+V/bn2p+D8ubB7981PXft75Nmd27nm7SfnvvMU
e/f4eAN/017c3XFx3nbu7jm1d39uIskY/ZGN/OtJXbZcQxgdAdaVk6K5rt26bDSOfq/Zsx8/6cFA
S04XjXuc8EN17A4s5Df9TPnlPepC33gl2q67haWPurr9IvjvzU75pLmDY+1Ch8ZMduOZzyHByX3o
3b/kjnSHTuQBvGS3R4rOMV19D5DmzDsINEFv0zIcwKW3gztYhf58jP3vqzN66Gu4tfe9Paqoljzd
AU0JHr7z9+ocuupdb38XnGCfBYZHsbir2473CT0JPj5zzHfT/U7HM9tzWvvQuaEff2Wr/hoFnY/k
Py+WgsT5dqed7eJ0hzCkp3l76j73hlNzHrqb217n9zaJZ8fgzyqv6HxkUIPwVL4mHFJ3tQfjZoPL
pEDcv6Y/+sPgv47OfOB6vmXON909fZrc1xvTfgXecl7vHgonUDlcaVf7yS3ZjINXnjqhkKsdDp5p
83LlkG/Ym+hX+9I+3Dze3xc2pF6folvv2Hnb4w0ypn18n2/pTe3TmdntvN49Ds77i4zpRzaHzT11
3tHOsBFS9Vq3PNFS2H87DvY532vMOjYId3Lezsd037qNBzp0G5+O9Hngw2A2+PF+OoxvzQ/qKmqU
xJzlkJ7SPfTRySHzYw8H1C38+U4GPkxPy0G53Q67nWHohHy9ZLbCI7Pfbz5RsX1r2l92Pwb75UW8
RymR8i3bbk653XCPa69zxTfvU7aHXGpDw9l/IjnsTu56mHzjzG2m5YK9j+yA2gh7Vzq7ieu7shJ+
n0v9i+Py00K4QKlqKol1aVudmt15OVfKBZz9fRUk9u15dle/PE2ee2cEFD0fPnV7Tzpwiv7ie457
xeu7ZinUi038v8VSXLs/Fxt92zdNP7cf92ebVOHZuJ28s2B3duN8ltzVRRfBOXxZTo6nBKyB0hb9
6O50ODzeX7k9143WhZv/y2j9Mlr/O43Whe/4j1yU1+zDhVv5j7Sfsvx7bbvfjDlpLTrAUcVj0un1
9z6uoPbUClEuy97Uuq0rBtv+2HmjP/qDN3irj4qAV7zM/uyTe3K255ZDwy7Zf7xuy0htz1FF61df
yr3kS755WF3Kt1zNlz1K07zMSzzaAXjjznhApmMnOLqLQ+Na/EzwqLV7Mj7y4BitX75AInN0+zS4
3uhph9H7glSya3rbTqoH6X7yhMeFXXR0JX/ir5Tuu+RpiNnxGHK8GqzpDfor9vMXxfmCTMJHiI/T
EHwvHPOuYnd8yIK7B9Wl8InHQ+WcZMqZT9YNAlPB6pzYaUv7dHd6/aQDCsT2DjKt/VLZlr1+7Nps
0+/HFw1fATzDsPEAF0ez7wf7fbs3P7YTevzB9s3zE89vTsX7+zvZ0IOTepkf+ShY47xSM+oPfu1t
tyV2u+fGXXzdL9w62JwC0zHca03dGM8/8GB/HusLVz4xYZ+j3Afyz+hRguwg9s3XNvLQyL1tJI+j
u2U4t2FUD5NX78u9GdT72YVe5oukHukY69R44Ymn7XI/8mI/5TdK3hjo2EXryFFcw48Z/u1vTRD7
AmAGFGuvc3Ke59U+Hde8dVcEGc/Ouwx9LOQsXPGWzuGjJ/orLmjmN6flTWippLDVWylovcnv9qu3
uHj6oSfbso+KvBPhTdf4YFwMD4mzSryQy9D5Wjy8NxdmsU/5k4Oiiafc6oHkiwBB+R6Cqhs6vBPg
uGWCZX7l9468qx2nhE/jxTu7eRL36w0C4Ccqc0994MRe5JYOALC9cjrSodwlto177lGk7xeeP+37
m/5G9EW3PPBJ53t3sJESPxS8qzqaTOHN9exd0clxJHEMneSF9kdu7lXuzCeOZJN7O3FU5nHv9dyK
I7gTDqgcVB5Vw3xBx3Zx2rfFAzCwM07WKfF3ljPa+tNyO/h2so/2DuoYQRz8udt33VRcAFa/TMU/
ramQxM0UXEIfP5mKy2AXFQ8hS0xMxeh3GAr0AQKksbzZD+8hIH9sDCFrScZGbM9ob2Gw2QfJFb2F
FRgGqDjAkkCvzy8Cwfk2ErAyab096mjVW0c4MLirh2I/8xn6tYOCd3Bwy3N/nvb628x8Vu0QHHY9
LLfQDlxWReSVvoL3THzB6kWB3p/5SPVWtG/kt/iB4ryDte+DPmDx+UoA+2of31R7kvoOtbusHKzd
NRqKcWX7vOwU1Y6pWcZTqwYKkMC2ogeHSP5MPT53a/C0b6s/ujXb4uprb/l+xSqpWEjF3ezk9tAd
yUZdKMjdgruHpJtHfX+Q+jH3LeLfEZYy8kI3dGd+Rl4VRIfEy31qoAPp62Z7MyxriX2Fjh7Ej9v7
0LTifZGX3FOIgnFK3ebM+7C90tftE6Qdog+8P3YZG69wQhcBCXs8FsH2qt9e2X3fXlHxiP3te3TI
/eRAG9KAnxwx8RBGC+iygs0t/dxvnJzvGWeWeYVX+5wT11iyC+T+wBlsVj90Y66jCPg6F8F2PRty
ER0QI9pV2/n420/OkytBkNXdjvzxdbvtE9v7MLY3467A5G5m18CBoPuvkzh32b7AZzhR1In/kNvW
vXbo9vlD+qC+VXvMN3trf9M9SYfJnX0zALD5cHJmIvvNmUEt05XcISgZBWTSnIxdbvDYMbDfupcH
1YeNrtz+ZvWw7s62u8iMFxWjzEf02NgZJ/YlJCIduj66dI1/0ByJhELmxp5wl/iZH3ux56b3Mc6J
4Aps79vW1bAhtH7oLbs8iNjSqK9wC57raS3Clrxtyqwvf9uq42DDKRDlYSqnXvmwuJJzMv36h4Zj
ETrxmTZHLq1R7sjtHiL3sYL1E9CtwikD8yENEpdtPmRfCx2ckoW15aFo6GjcSVIyFihQ5aAFGGiO
FTT77tSdjODx3LBVtmxj54k9VObEKdh03yRf46I7blDn1Uz7bX2FXgL5KfMVh2IS97g7WvvJftmu
0OTGcMqcvrsbduRz2XLp28K6X9zWG9wKaKv2jHuLM6A5i2ez9Y22bYAarM7zLmSfxy/bAYXvu71y
6E4IMb+p3/Rvnbt8i5iZnZudzNO42xNXI6m3Bdq27OB+FfYRKMc9r/6bP3rCmaHF84wCWGp3wmEO
cs/5gWKh8+NH7ty/k053Hp9vvqT28/Nkv+P1hQyYM+zSZ/3GPW7enmSv9sMGsXT203YUdB3simNZ
uIdow3HA9/cXa9e6wCDuNs0QiNpZdxEjbHKnGvzpham1Danmmry89cGbgmlXHSsGZrOF290KGZqG
ebDYyHTazA73BPEKeG/ylUO8OzCSmztecfsnZ5tMZMuZQqGTOjjLTIeF+VpgYBv8TMcIqr0RSNw4
5aC/CUBDZcBlOTeyqzkLN+bkxLsN3rM9K/AUr7iNbn9UXoYTETL3Sx7w2riEzYQq/NViCA1X92I+
RrgCWaDcd2XruYB0EJFF1XruyJN8oHWNJ3/EJNuC3TzUbVGQQfmIT+a3LfbYFnR1w+bjRzvZ03z6
Aj5pvuSqDqqbGNjhJjoa/N7vRY/GAdGOjnWsXd05b26qdqr9r5I9PGPF3PL2w1PFqm12DI/VL/3s
MAQI1mGLs/vleQjax9wdzl1A3Sl/26whlvhYBdhpLHOKBa7YqzZbh+cLtklfs48HYYZVO+rtfC8/
yo/Jafgk3Wjn7BTttZvxtQqogeRdlrdBpCCrdxaxwWYLNzss2ZzbZmXZGbIgY93q2MLfPlvgt+ik
2i0Rk4oPy7TZRT7Fjh+jtAGM+NZHyZud+GXyeRVw7sh7prvR0ffzEcsc5I+Rt51lvwOwdQHueg8P
tnxGWBofG1z6dXptg8FFq493iixzJDqxJmlgYl5SFvHCpo2qlP+ldRzc6pbpyTgxgnHQfc0JahAg
uieOY/1vIVAaSHvQUGYhcOnm3fJz9LeRboFat61zM80bur79C5iRLb+ByNMCxhKdMhHxGYLkdgHj
FPhE5B1YN4jpbg8vxWg3TOBtU0YpBNOLPBH4+IBbTU821womwq36xw1cSB8hD2a18WHGInx3nnKR
4OQ74Ya/eeIDEOvMXdvePnsrsQJK2rx+W8LbcrUw2BZhasQdybfIzVHuilfM3D50CsIZxoqZgEIn
IHjCqJHX49O2T178LdwZ9qLtYMFZTsbHVvRxZ3YCH2l8mo7CPmYxfzz8/DAGVDDtyxsRsmT5Mh60
M8O1ge52/EW4ZyP3wked5ABT6SZ0UYLE4m1T0YSu+tuGSqOZ14xT2III7cZ0Fb62zTV7DvfCAxvz
sXged/Nx25i3Cbd9gkBoEn44FTglfukmuy0YXFlEX4m8u31H+UNisw/x2EYjxWjL/kn2De/bNpET
nIIpiAkBcTq4BcVpPQ+3dbBL/NJx8u8DQLXJ6A4kQhrGz3ITpnIfoO/a2M67wVxGcIqH+hAH/PYR
ITev291mVyTYwSI9bduQ8LS9dvsrPSZ227+1PW17Hradc4sG44AwimiQVztMuysO4dUYW70Af3/F
2L9i7L92uZCuhRMXcL2hGz09v0DjUpzfbePocPK+bGZSPl8jZepXg5ftbH7Kb/8KXn4FL7+Cl1/B
y6/g5efmUj+XJW0I6J+hZheZHUlAf9vazDdUAzDpfUDfTudKEeC1Y1wkbP6mY1wPwi5SBb+CsF9B
2K8gDL/rVxD2Px+EXfWiLxJVf5cXbVyxx5clGqLYZIU1kymZHPUj71Hvt/xIeVJut8Tqxhwj/2gD
VpDdRVmUHGJNbGqAG68ugpPkMTSwphUcZsO3f0ON4OmZ7rfvGy6bOd8r+tK8v64H4G3qJT0tmIAN
EGp2ZkiPlRtBf9sAmQ3z+A1nPW7x8TXe19UrveB9/fNe6dX010cm/afI6H9p+kuy/nDy64qm0EoA
hZ9LCvnUjjJtpftt8oPWgddtmNvLy/vL4nwFVK0gP7zwh9oFTT9CE5z4rmzQ+ob3gUPtV/frw2rf
Nry0cwDVnwT7FirBobwtb7vAvOtf5TvlRjnP9+oTWkIA2g3MEYN0VQe0ZN/d3X3LSRXegWrm9h1Q
FLK9B3EPJ/WwBo2rAfUPfgU6GvuSU+0XyKyNu1V9/Bt739nbSJJl+1cG+z0H6Q2wu8CLtPSkKFHm
S0I2vff5698J9kwXK1tk7uzr3e7BG6jRBUlVDH/jxr3nntPjce1bBP8atFTLZwi5Hr6+jj45Ig2A
vjLGR2AcvpADEDAGaEIjVj/oJwrbZKzVaYXA97ohrv7xEerAfiDzh+j/qTROSG0gLijRAQPCCVRI
Q/+kv6GjP5wwF+c5wifXFv6Hv0FBBYeP29n676PoFyszedvHQaRFUHMXgVWmXyukfPSXzgSZHHlS
iHWPQpzHlnjkrif351p2G+BlYq4J8C9rIGgeUCNjesQ1QEdKaNquRXLFAlcpgnwBEhMYS4iY6+kD
UJvhPGtfwL6E5tdAbo/knEL9jVN9MZKJU92DqErqeeQD5Jf8yf0EzNrulsoxeAUT2oE/9PvKVKCp
4RtQn0XpIyRNeg70hUTZqEcUB4qg6A1pNU3/lr3LSPIZYMpnQr1yUeGlo3CQP1DeQNI+3+63QCN9
t/o9cdS1plLa3MXZGLZcgDztJ02BJvo7RLmIASb3TeDpDxA3tGKTMaJjdPQ3oAhE5i5ARojGtCk+
+HafzgV2t/o0cevr0hOFCOp7tAYF+RFkopAKEax6rQLHRfN5AMSQyjljTfQaZfycmQEJxD121hLY
JVRMIbOJLCCE5hCqF7DnQ3QVmBjkiDqkMOMNckbwmlJbekaJ6sxWABfQzJzS31/Y5TD1WWhuov80
W6CivzRJi7zBhkJ+BqRsaXaA5odSAJc607uj8CXQiNtgDcU4ebPeUTRa9RDjT5repklmEIw6NJ1O
4Uw0/U1B9nS/B3qC7LsNDjNPNISDd19qq0I0CoGkCDwPTgj4dYUMZmUE6x5Ruld5N5oOhfyoeo7r
HolfrKKKxGmFvF9rndNpCELTHoP/7QxL0gxobwDhRPEKrSkswRaqg6MbODK7W318uObX18P6M7Hv
9ikYgFOC8wcbFRj4H3TQyPFLMyAvhtj4LzFveu/TvEyHyDfy1kgUNA79nmaBaKwc6UUE18tzPhkp
2//H7cVPaCoaCHu5UOAWbWhTnDEIqNd16PR2D4JTEJo9A6uiDo1EHYZ3uYTFOEIPjOT6A0seEuPh
4ZgZiXUeIWzi4eMjRe0dtZG3z8H3HuIPm3Iu0LzYR5AmD1qhQUeLu3gngp/aANLMbu2MosBsSKIb
45p/nGl07rY8VwRetPqv2/J/67ac3Q+TrM3vsh/mjDE/Cfb/cadlzuyeQcQXG/dfZvfPZXYnHtKf
7Fafc5TORBEXu+t/w1Gaczr5iaP0Z3E659x+fuIg/XndfuU7yitVUXjKKCahMGFiHaWs8EA6AldP
Pby0QO7sst5Z7NJjteEcgLyNTyApzJh8RhsPnhywB0bzABi9HizhXjjJEtgeArAPnnfvkNqwK2DJ
wFlly9a4yRCJCQmAeu0GROb4gjAZAANQIoPnHYAC+pDbkCAIQa5KDjFeeijWnHFlZ4c3eZ/9kw1P
/jaRrbIKx7EySnmnFIBqUiVBTR0sdtDT+wYQGfFRMZ6oa06xsL0BZ1wv7/H8wAMkcqKVfMaKFnqz
oThQaHeiTKQFew2poX2nAGgF3B4tHjBA3Y0/k42GJz+FHDXIkFPAJaA8uoA19fTe9lBBkHGE0r1y
ltaYtx252cFNvIV/qsEJ3yK/L1Zucu4GNvJSSKWArwNydWR1OCGucXrCOxrYOxZRENveQ+4XiKNz
dHJv7w85ymU4He+RmecEvbZ+81i96MnkiEDDuZJjCT3ZWYvl8fYazg5zcmf+Dw5TojN6a5yTQIEE
sVW5KRGqAZs6sKTRdkSQxgpgvd5o8OVtseXJ6/Pa9lA/GiwXW4RswE6D3+zeAHbEX8t0xNBoWGEw
XwS7WohWsufXsiOvVCc5epAYd27PHu3RrR5PbsfR1ZRM7dFjcNtaKwT0bn+8+O0z/2LlJ7dYDYXE
jFdgPUoNZFAEGo3R6Y0Wk3FrUWfxZwoEpuRQhCZFokN10rG4FYWN0xe8b/nGXZXowleJqnxELLq1
oHMwDi4R9PhuNEsCcBppO9O9u93xmXnRpu/fXmYZf8S8JIdnlI4d5h7Y398aPyZGm4Tg86L3a6FA
A6saVcQjUKFgy9IzxPYQQmXIPd0ZI97eb4irWgtio5INBO5Est6gtEg+8d/nHlw3DyV5zuHTlgS9
REEbjRD6eIUvS3KHuxAFTkfE8b6gkAdY3tfM6gp0Fm7sHo3H7y/8PSYfmZD1MQhYlQGdf9LIU4EA
MI0Wv2zoT1oD8uyw77QIav1MF4+xS2LcXqy5c6dNzPif/9xp1JJczNw/eu7mtu/E4Da/+/adGN1/
zu07Mdf/U9t35nbUJjb4H7od5wzwOZJ1sdH+NAb4W8I8VUUiSmEhnSixEwucRgxXSXIn2m8+ypMq
OwNxD4KNj7B1+hEuygPsnYFaCpqkmqlc4FhqMH5r2H40PrHO8VhDP03oUV+b6MU2REXRiFrYwdyc
mb12iSk4KcD2FM6voZiqB9kUcJ5HCYVQb6vy6JWQNyFQlajwmClQ00UtPDg1BAciqc+ApFvbLcQv
dN74CjGK1lZXLNK/IUlQlZMZgn6EXKwxLHqblhqFCNgHFutAvY94qCJBkoYGWkOTdyK8fxIrNBNA
rPFLVH/wcKB5gzV445X60QV+cdvYgndzZnImVn8oArBQQvvPNhRUUg8opqEWf5Xh6hngVtJvWZj+
zQt7rqahtTWoNsZPFPL09ywWrcLuUVsuWPSOgGgoagNeNPzLAj+mXhOtxKH1iPTTXgqC3/3y5e/p
3wF/MB6F9ygBA4ifwvxzJDOQMjShe4hMOqoN9R7lXTTLDsot+j3g/qhIQlm4goqB9lxg0eFfoXYK
umj2L+h9bsnhgurBR3N7yq7cTz+20+R+SjyorWQRthOLV1JB3jyyKPS7ew+uHlzDiqSGRX9A90hi
pouXl8fBeBR0MNflcHpeXz/AYIM7PCQfh69lgF2f6xBAxhaZW9vZjT+5l/5/2vjf0kZdWqTJpVqU
btrmCVbx7M7TSAX9ootG3bfQul/co4YItUQoID87/QHW9/7trYBjdvg6nUA98PmpgvspwnvYXVAP
D/W06+XX1xdqCY+O/sUgHUsXd8kTep71I0r0ApToQCMK8QwUuNF8bbg8+uZAZmze7OgmN/o/1+jm
jdbkrv+X0Zo1WhO35A8zWrOewuSN+bt6Ct862hrHchC04XjhHJy4cK9cVw7iocddiFuqwnH38ITH
bZXBJCxfZYsl8XLGRn9LOQuJ+F+bnAw34JlaDnk06SvcR8+qYKVQSwiw1G+ij/LTlmvtJORKI4qS
xEpHcKSKHKhGxYhorPjUdSDaL5K00hk23yct/5b7hQ4dutKWlKiCTlzLzvX4W4fhR4/FiSuXhFEk
uRUMJ5hIWtThApLj6/lCIMMG8cEahb1ODhqQh1cKSlhuPfDzz9zA5yj/bxy6iy5MHDqoOouDLKIL
eFhTE33nmbRQjtLZxYTSwtC6QQ84oQO8q+NXDCzEbR+Ap17RrR5MvKakb6rIh2i5vaGv44/DhhIi
7ixw+tXwUNYPy5AcZpqcm/ep2/H7z/uZyfzWqCf+RJU3dccwGDVnFfDkgAsrdMS+EOooACso7BHn
hRIjgMkHuoDGFnV81DVMyCEFmiAwAJAYHCwJ9X4lhP0R5QBI6et0e6a+t3UX22NytfdqC536FN08
4bZ+ox4mvDK4nQhpUJf2ybBbHXxEOdlTksV3EcRClLbR3pb0HUILux3nnnoCtOtQO4Zvj0L00+nr
+HW7p7Mbma75hcH5/Tfy7JJObtI/aEnnzCRVLbucqD/eTM6d1oldhwyvADF37MGEbPZr5/a+mfnw
Kbb5H/vws9DEjVN+xkdcbEporkus2+FKwmmpcIA50JSAmESPNuFjTda0Cj7Q420GSFUDyjHwa4Du
KydbkDNQxNMHzTg8m7dHPHemp8jfP+5MczNOxJRE/vdwImZuo/PkXazY73AbzW6SiY1NxkBW8pJu
ElYHlZgHIC+8JdwAlU6pb+mdwJCX3sCb35YAohsQAIksdwssog0s4xG1+fqMZzLbp6k1/TP0aWJf
f8/D9A/JYf6fpqrL1zh4Tf8C4c7P1+Yv2ddfjvVrHVR18F79+09al//587fVL997n5nxWr/+9I2Z
1kE9HJrPcrj7rJq4/s9/h77m3/7mf/WXf/k8f8r9kH/+x7+9Z01a00/zoKV+qVzJU07E69qX969B
9/rbf/CL1iXH83+F5AELXUq4+gjlwIPsPqv6P/4NyuWQwZTxQwENCGc1l7+JXfLyXwVV0KD7yso8
BOvpbf43sUue/aukSprMCiqEMAUJGYC/D3z/i2nFnP0yEX/7/rJckaP+6w8LzPAIk+ILem0/33Kt
x6kM27PcOl9zu36t7hOH30c8kVf1A2NdzMY3jfxspn5t41xNcmErRK9kez/yuLV8aLb+iXQW83z7
kyfisj8+enJJK1oUMMyIjxbWyp27BnnKOrPYN+9LnKm1nIZ0fzQxOU5dJ6ESn69AsuG30b5WBrDf
eGFphk1ZmrUi1cCpamW/jDvQevNVtWiGwHW6iu2tmG98noTQ6UkaaKQxHQSkozhH+FGqFJD5R4HB
V4JqaEkiOUNRQjfTLzhDbfPYqkMVHCkiD7QKH+Zm03EANGgha2us3xmKLIJHO3dVnLSqMBrf920O
YrmPKheDbLNWvXeOrbOvTotkXckl0UmLBvprAaSaIb2cGNogow4gTAufqHFe2rKSbFI/ZXUOkhlV
6tRam5uSoEELLW58J1UjlUQtUyxkVtJMr0/iPRuz77UqZeAB8pvwyAeFZKmNpiJ6LYAtrhEho110
9QebNRBiDkWwkYUQVmM1PnsqQlVYVWWZ23xWp6aEAoWtW8UMdLSTzK4i/jXqO6hU12pgtHXFbVpf
Tu+HchBNxgu6VayV+Tpqs4AwEOvUvaECKUlY96ROEvVdiZrMkMQYIIW2AF+oz3iLiFWA6BGkYsX7
bqfzbjcQDUqfehJ6HMkEYLtjlxMWoVA8J1zQbkIegucplxT2zF79+er8sZEmT5mQaVq37AturXBr
RtwEyqocHb9AwLoCq4qykuVDFyxUbeE1AbndJj0G35xuZfKA09xU8jMmFtaJ0HW657e8Xg8RYN9N
7hGZL3jbbXrQYflcNeM9XWtxciE2YqY0zYADiQE6ssFCMtDmjYidGdAZP/7diCZOgDIoXjHQA182
+gCS9k2IyP8+wXCYZqkhOHDnpysRDyk3JQWqWgyuJH6wTBkytne3J5Wns/ddH+gCX9gzqF4WksZo
41otAlPzqvtOScyxAmysCDeiCBa8RNummYCkeRgZkaI8o14qNP1yzJblKOpjYgcSOMK4R59zgWoA
LyET+vqoZM8dk69gUWZmi3r+33V0ErRQ6lqOxbQa13FRGUl76KSAgI4/gSBitZI+Gt6ZmZErt8hU
lBIqYYLs8964Dlu7LO9bPGjB4zs2KDDqUIljCSKEbfAyhzrxsoMiMqPzeCM/KMy+bpwyOebR/nZP
rmy/M3z5YmmqusqYcWCGNQJqqtFAK0BYy/mbxmWm1i1utzFBhv56kGXa+EUjiB1rHBdHwxrSDka0
Aoc/swYTsSFto027kKyK1osswGYHelkWfqoIVvde34Ixy9YOhXVMSLoYzGOpq9tlbPKkWc3dtBMU
+4+uTS4rlW3SJqzQNU61WdbUNMLJm6RB7URlZF8CwopA13UIFUE9kyPF2+0ZueZFyJNT3w9Z2o5S
OK69QG8SUlSk6jUzS0CMVW2zB0hmjitZDWc00SaCJD9GOTECVcMkddXkOIAQdaLozp5Sq8HOQFPU
mpvLa6ZGntjr1pNiX9XQioxi3uaULsp1BVLB3HGP2kPqtEswLoLyC2yLJrMIZ14WkyTpj7FNTTYK
LFlWrsc1q7JklF6DcBcKJhTDO/gE/rbrwAwm3fuaLgQladjIaCSigiOVn9ndGp3Eb4yGPLFusgKn
2G2zcZ0qvl438Ull5a0giJYqhURlQz1UFq22KrOXytOMDAK0aSRasaTYhS/LRujFZoB1kboFG9av
cSmopJYUM4lWUfqsCWBY1pAt7cd1PryMaqDD9TV4DUTRZWsJbW0W1UJtFky4rrI7Nb3nlZYU8aoY
Bb3Jlkx+qti7JsQREg6B9BgODfHGU8eWhFUPPHqYcZ0ZBazp8t4dN+wEqNIycmQMwbsyxCj1W7jj
U6PaccSvuDjbh5m3HOpw5TOu1Sm1KRR2PaqGKvhE8PeeWC/6qjOCFKyB4FOuNnUqO72EAsnuDu5O
1286udFzl11IWYCFEsEALh/lnnustealb3GTV91oCrW0FTr/3ecAas3HudDwFbMrTY6dpgZx3Yww
u6odrCSesJt4xQFB20AobM85tTm+qu/sun+QH8Gme+TX1YzBv2ZnpMkJDJqhbRIfLXvMnh/1GoSZ
YkBKyCKa8injPb1CUDZZ0pkaig0rvPT84batka6Y+GnkgVNqTa2Tclz3cbMZBU0fWdHUYlxqjd9B
zbjdj6G00LqMiO0pzTtDQwWopvK6hMrG5t6riqdKuxv7VVpWL36EfGiA5L5yL0lAEYSuxXKFFUYA
z7EDqcD3yJpx4pG8xIZsQb0rtnZeRHpTsqTuWlP1wKTXhRvY3GVYgOwFJaVcHJgKsJvemnOXXlkS
N3ou+zUr79zGzIWj38UkyZxBLEzZb9YND4eVJ3k0R+t1zRwLExsSFK7ftgXDrTWO1Pf9UXHaR+ZT
xmWwiaAgNPc0otvsG0shTCyFz0RpBwQft/ZO2Wt3Ny66r36tOPKRfc/uGcgFjafmGH/eXvcz2v+7
1ibOjN8Eo8zlaI23GSzeBokp6T1uVrVvjp7TcJB83oMSeNGHRAPvp0RGp71rdTHRA5bwJ24Rxc9C
ZsAWsHuXRdE4aig7b6t2+waw2HrG5eKubM8z5PHCOUgal4Vsrsutu+VQwBzxVjXKhuc9dY0pcPiB
8N60+0BKF5m8iqEsXQj7ZpEj6p9Y2UxOfiKg9+slMq394LqsrxDA5tZ+a7MA3INoNHWkoyRAJFyC
N7ZDmWqxUlizQuVxNOcFXLs5JivEqgxipjWurqZCEhNpxJ4zfC4yuhTTnWy45LmOHBxQoslLtcyJ
InUw1zFhkvXtPXKtA5NghtslQVnFuFoqWdKhq5cC7ssxMys7SRf/OqkS9bIvVjaC25dXWsGvg7Jg
X/rQH50yCzyzblOUQpdaaymtK1kZxwZ6Gfb8UvEFbhlzkYbRdlB1EkeUmMewleoYBRbnyopTuU1L
clEr9dzrwHiZM4letVlkjZoMJYOaq+54Qe1hudq4fo/aDuKQt+fqyuE9m9eL0YwJI6u1h7mCnzy0
jgpfzR8hUtG/3/78a46MNHFFezVuUrGEnR6W3VZDwTvll4aiOq4lzvxiPlAVvZyTU7224acR8CHI
ObGr4mHte3bDuS+qKJtscsCT3y1xO92lmkRayHdpRCxXWbhDvvv2MK9NI//zpgj8jsvjAQ53gcL3
nMRMQzJmVyJHfvvzz8b0G7M3TY0gnZ7FXqoO68QsXlhTfX6vIIG2AFX8yUqWCrhioAVGgDlzUrL/
BRP4zoGpBwzNb9EbnMWP2x05247vOjI5XHKb1xrrKsM64jZi9z5kFpehklsJXpJTdWgDlN0rK5Hn
wKhR2swyaa3gPtwwkJFB+IsF1QLhvpLn1nMqym3QzJg6nnrj33TrjF+92MetV3pMK4bDOuQ8ooUv
kXqqURQ0tvb4FUWl3nng94Cgy7bobClfjo0R+DY/DMTVEDtaVL0hVcsRgChlE/AkkebeKHRavuvX
5JFYeKwQNiHWbbRgD5jXBuzaicE/yngszKzItaFPThivyeOYtDI2/RrVVOvurkLFFPzdFPUPqaNt
5KdiHzopqOgbwtsJCEkE4lnczFP7XJT53Qgn3ifi1mwK7AoOePyo+XbNA8UaoaBC1APIMfD2mDJw
hSBpCg5iEA/n77ETuqexN3rwtCxUl1TFQQyeNQWyKzKp3tRCx1iaGRf1mr8gTlxUCVrmSa9Kw9p1
WVNiNvWulkDaP6zKSm/bhxh8SYIplIruQ9SvXXq2XJrSQPzcZoOtUIJGxFIjq09PaeZI4JoHdXMq
QPSbXcTtppKWXQLy7XpfpVu/RBkU6ENuL+u1Ey/S5b7Y0amSaoxAO16iOI6SNMB0gU8HlA1kBIkU
xDcAXmXAxwLuZN1bxIQKQtrRIgBoNV/iSQrs36xiEN1L3y3yxJVsgaEeYi6Ftx34q1LubUV9TsYF
oxwC1hk6Vm+EbQlWqrQLzTyBAlK5LqDKGNY8if3RI31teeHL2OB2GeCCpDHx3ZxIMh6yrTEKh46B
RmQLaZ/bkzdJif56SU9VACNGyZSupMcOvoeOlyaH6IxnjG8Uhd0AWCwYiGSDM1t58EJSaAbXL2ea
vnbiJ+5PzbhxxzdwuoSd+wD2lFfOGZ4zHo2F5u0mhCsOzhQI5ZZKx2sAtuPIEW8bnASruMuNapna
gwOmdYiKJK/xnluhVvLEbOQ9hBgfoKBy0pYu8UFxDl/M8qDsUCyyozq3X69skalEqy9EKdPL6BTK
cmXoHxXLzNU5zUKqAoJM8K3xujIH5ovfs5YE+EtrBB7ysapki5xZbsLW0tovlt93kSGLZqAd1B4A
s2WeW0Jyrt2E+qjvoHZNTcj4fHsmOeq0fbOvp7g7IUFovJXQaag+WfEOQHyIiEVm8+CZj7hF7d4W
wawGpYTV3APmWjxpqq+mlEzvlS2aDBdiTPp1topRSNkuBKPaBCJBeIcgrKMsvcWw58y415O324O9
NtaJoW6ZPB5T2rC8lNYIxAH0HjrjRpnxuq8l4c679cJggQ8sYzP63Kzgy5cggtfu8pOQGJwZbgLj
9hiueXjTIvA61QZtjNGIdmRQCYC3+lYGEForifzEQjjE20e7ubvjHED5ZndMa/7zOPDVsPT4Natt
G9B3hbqrGgVemAPpGZIGMHUbqLLUjcVj0+60csNk+04mBdyKE98dPc1E3kHxCFTscgvMVJwOjyMH
KV9hAc5mVCjISCwxfC4y4kHHNSSCtB8RyNOcvnL6jhQy8Wj64LNxeV3BvuxOkmAkzd6rkTvbeXcZ
xFRQ4zzO2M0JPOxXu3m+5C/WUOVERk56TG8LBZtkqYEgCVoQVg6Cf9UGuT9kf/27YVGvwHq0riEx
U9vsStoP9kts5g+31/gcn/hu2icbVW75vvUTTLsEZracdE8DsygTa7CbLz7XBc5E3M3sJVIcVQik
Pb8itKLuygdcNaGeoIzzhBqOLRQEWTynApwwUdErVfei+9v9uxb1mpKfBEjIK4GASUKYW05Iohhd
eaoIs+mdBqUjCwUScyu8CmURir6327y6MBNvIBkbX5E4tNk3qIYfBtDPmW1lhZCHoM5/LuoFQ+Tj
qD5ENtqV+keEw3O9+/TAFO90i0zAhXzI5B3T6PI2nQsTX/NSzsmxiw1DU4ZKxKJfErIZGfHtExVd
Ae0WinKgmgRGPeTEyCeHlEcFTR+V5Chqro2H3sxtDjIRKFi4PUOTOu4fW5f/2V9K8rhgGxqGyhJI
fPAwCKD+4xMDvA2aD9mLDHlfsGe6p+ox2opOaOMV2JA0wfnaeaYwOMlohU/cyoOkxxGaPMfkkHy5
W5nZ5+GjUHEg0rrd02uxoSnXlBf3bKRRQ+m7b7lqjdUGkYMAzP58rcPFFHwjXtbM0bdjXAegx9ow
I9REZhqnG+a7wzV5v7FC7rY9vfGgS20m22iZ6QvpYPLQBzoqc08SOuffNHK+bi92xRhHZSTS3Vpi
M7Rr0J+iMDyH5AnVCIEOyabcBnvxqdTjDeQ3IBkTWDPDu+Ianef8ouVEaDnVVdGyalNpOM9RaCmN
LqCQWd5FkGH0odZ9u61rCeCz83nRlgiQQ5hSTy/Y1gtxKRnxfb5WlxAjw1dyn5LAFiFahStp4d2D
YhDajcpM21fu8nO05aJpvmMbIIXoMA+cASy6uEN92vwOveLDni3f5cd7pdyWHT5esCLounwqdouy
Nwbqmben7pp/fr7eLxroeLaJK7pBoMVJ6M1S2ZCAvQ+A5mRB3+HjmcNYH/6c9aQ3x3f7cfJ88dxq
UEsRzfE6NLiW93ejDoJIcififyP4R3aRLu88VPzx4H6pzJMHlZg5JZgrfvE5e3kx1FDj1VEr0XZE
REjrwSc350LvE/zhrzbvHPm/+Ox6qEJVputUWyUSHfYI0l9UbUIyp1wkZnIH5UDoGUGrUZccweJQ
Qh/iJt/LpHzljcxyYfqkTb9CXhqPdlR73l7ds8v/3XRPbIwoBGMd/uJFsNAC7NfNCWqCS2ilrfNF
4CRgDIW8cIz6ierEgZCh/8rWLrRKk3Vv1raD+MuCB3qTtwZs6s7xF9BkmjFN14wvS0/UxZTlRRBm
A728ud0IVXrZFvV8V0D2qyc8yBs9vVsoh2Kfb8LN7dm4FgE9K2tetBgxPZO4tMXcAxODsguZ5Uj2
gmv7FeBIhle9cnAvE+gvRaYqArE0swxXhzoJDCmtFwdcr3Lr8Z15Gu+R2MJzvPyAt/DaAo6wyxPD
H8mwEI7dQnwrHmfGeyX1wU7cN05j87qk4y2N5G74Go0cpt+nu44D1W6DEwYadUByyrkJvmLzWfrz
iwkOkxqhFwVwqhFZp09XODbFIUIeMIYWcwNVrRxxX1KXhugb2v3MIK+1Kf7cJt/GVRgLmNvhoO3g
pyaV5X+0NSiMG9DL1kR4KeHqR8rdIG+CYCaaeK3RiRnrGKF0+0oCqqp/4aSTFhRweefoda+lC9mJ
A1UzYaSULaZR4kgiE37j3eVWtBGP7FOJA3K6PXPXdsckPNL3XZnJsQz/Y4gVpKSYiBQ++5TXbKVr
qmdnuYsnUh/ONHctXcNObJGrSHDxQrRXnJSGBNtm655QVbCLcO8YzX3pVOtxGSxKEnxVDjSaIRWL
3IFRP/h42dwe8hULIE3JE4QgHEemwWbpvqDBt8GzX3gK9yGIWOy+JPmXsMzvyq1/kO/+mw1Oos5a
L8VyoKFBb6u9a+590xE0JIOeVyPSJ/8ItcHG8CGK9+G5ucE93272ikMkaROD46dKPAYqdtCuPWZ3
YNaFGiaIdTsjWYxf2tI7pnaLjbWClORIZISril3+MEdF9P3hACT65xNZu5zYuLEIXCXr61175xen
ppLIzNC+94ikM0zmwsYUnVbUfYZtJNv8sl4EZgZychqBHRF99V9fX1lnBIcAva7yGft9Duf99hql
0O6f7Fqcyt7Qoupyjblc++FaBE7UJQkCft6K3ycvhUjgWerdjn10H5VlDeXF/BQspLuuc9qUAHEz
IqsYoJPBpv8STnFF8qX6lktG9yjXWAf/kMxs8WuTP7FMWTh6/aCgqwCgmNF9MHOXfO/mStrEJDFN
o4EMEh8rQ086t2Llpa/vvGcWAoSRzg32zOJea2ZikzwlTZjubPnegzt+yy3ARSeRcBECP2qm9wIP
LXVpo+5E4j3IRgwxdsQz/W1B4xA1yAMZJLrCufgxPSzfrfrEYI0a44tFhZ02mIDOYn/5OuThLcl2
IW79KejVzoewbjGTH5nUuf3dhZTUiT/EDEGl9jmaU0gAImxIOEJpWgY4Xzb2OeixWhNACkNGwS2m
YuPN7O0raRlJnVioeKhERhmwss2SRtB4wrNOEIDqzAfN9kq7a1cNNFT5Z/6e2UCa1xAP5Xu18l/y
A3xDvIllS5Is9qleJpty15vuSvRmjvqV+T8THFycdLFq5ToNalyD9VOswl0H7IcH3C5kWaQo/JlW
5GvNTMxVo5WSF7Ict45lQOT8qNVHldlUDAS6lXdXBlt9qG7YfiEBuV4zUMAEklmtES3Insv2WPOM
yQNiqVIkS+OwATYrAMR19KYk4PFqY8D5a52rt0Ft1OFDjnBIoFYHBmAmIVL10X8TWSuRPD1FXNPt
Uwi5DlDIlTonVC1NfG4js0shFcryrzGyYTE0RgQn9E6aQmSAeAE97IeXMrwvuaUrs6e042w/ksnY
tDnR+GXEuXYYP0bFLvJBwsjiqSGXBiO2CPtLwVwchRqXb06KSo3RxUrlss9yTVfBlX8XRZLnBvPm
QUD5WC/5xk7eWVcfOzN7vG0krjxZJXVijZMm5liRGeHWMm99acQMtLmDnAxIWsWV2ad7uXeqDeS1
GSR8ikXDxASByRgJ75C3bveB7o3vBjyxsmxdKlLmogtNyet9hDvBAl2qUxfpTANX8iHSlKWz77Ik
rgZMaQmV+gE8nFAX3tRO+8aY4uI9vKMBu9jmV8w98Cu3B3UlnCqpE+srJp1fpl4Dr9YezGrbr0Dc
d/SWvsEtodFuo1ZkWKX27caumruJdY39uBtzBdUXHT/cS4O7ELz+fhgDqxskQwtpZD3cFj4KzdVc
HwfB7F3QrwgfgzoSoRacvGv0AOCxunwRAQ4NZOTQUL4y07sr1+i0RCpJxUJsBgGxAjgXG+FZcYRj
u4NYBWMIyYucrRUEfXXXX2eA1ktmcwQkl7MSRh8fXMDNAanqSDKz4em+/mazKRMLXaR1GDUulkUd
Xkv1vtHmzu2V21ZRfj62gZplYe/m8MgH3eWWJSLSHHSLpUWlPUhBZialeXs6aU+/G8HExCYhwpB1
jxFUwEj7Pks6gTFDZVUPqAX1N1X/dbsd7oohUiaGaKwZOXQzbCokpXbZa7HsHrwDGCFe1afx1L5E
Mysy4YD49a5WJiYICOyqSCTMHKQ5tuU6XlD5ZBX0VBquaRmAADwpWiITdpU/xA4Qjo9z9/W1Qzot
IWqR2k04H02Xe0HUW4CMEdjxXpS71OmX/LvwqtbgBpnHv19bu4nnx5VBH0p0qJCz3+GJCGXp3vEh
yN4T6HTbgfGsUGJfKM/cXsNr7U2MkNYEQ+cOaA9aHguN3NekWM9VK13JjErTuhhRZRopZvHhNULS
w9ZD2UXo9CYPx+p27+nR+WanT+tdfLC1oJQLGzCOX4TuQzoUi441/HYm7nDNak5LXQIxqzuPmujW
ypa9U+6SZQEt8NAC0nbVrmozM7qdCv0TfykCwroKi5nLYUIR+uuWP7tPF3e81FZdHQqwiFiVp9hq
WSLxZHTtSCKc5Pxfzt5jOVKl7Rq9IiIwiZtiqyhfKpXMhFB3q4HEJj65+n+V4gz08TbixJ7u6F2I
JPPJxywzVRtBsh9T840gWCoaPZnbVFb0Fg1W1Ll8p7igRbIWuAieOaIOw5PkpJx/XvSlsn5Od9EH
yqpwwKozgL09zUa+9CdJLeEK2tfOvMhOf4CGjlO3K195KQX5kqH+thisrmqDQdFnX96nffquOG0C
vIB+mPzwCfNOc4tpkXZs/eQtX0sIFureOfuFI1FPIemNd3TDS7p5fO0E0xQQHv5jUNNmSQ1L5TEN
ZTwh26JjN1zabR4oLxilOukezNpNteFQM1SD7KNAcS36+m21F7z0crMgoyf6MLBHPqUqrlneIBac
WIVqVbuRBvEuXqnoHtH5X4dzFlrElIeCydAVSUfZ5hUUh4fNzztwqUOgzbIZOglySxNUUSWE496i
yU6vimTXp1B5y7lfdxYtna53w8lWYd0EQUlyNaULUnz9uR9u8ibcFdmxO4Ge2Ck2vUitPxE3+tt8
xgmSIScJPcyQA4pex0YdMU9/+vnvXgqIcww1icKI80e0ZS5aRFbkU0/eArHoG9f/+IRHnP92VHKq
VBUzi0c36HeYO0SprHxgVlE6PbfAGgPG5r7O6V2Iv3OQc8aGLDXKAd8BBFC3f9VPqIGu7bbw0u10
ie/hU3sEHK76KFfO5cJ1Naf8cLVPuSbSR5OABVJhqa4KLNHnagPxsTf/sWfnxB4i9JPEcauAq48t
9QJLLKs6iA6CmvVn5QstrdnjuHz7QjRMSEEERPZeciocdeo2fW5lml+g4KzQYjP38hPkT+UhwO3s
kXPNUwBnNvXKsVx6/izuiH1KRCZFmAmq1vA3e+qDMIP/w8rbPXLMfy3gLLRIkcjjignifjqNp/Cj
3w6lnZ215+EaBcNgSf6YWiC/0snWfv38yIW0Wp2FmVCLIOKW4ol9Z5toqSAVDMptm9jleQ1lvVCe
zNV/KFQFYqHCkqHe/ZXtYmL9/KcvLNYcvG1wtc7DGr8bDpPV9o3VC8eYWWa6dnEuPWAWDSrRrMxq
NCDeAGXUY3EzLhHaHnvz0tvhXgoEv3Dzk3AL1yhRCyGfPPbct73ddJGc8NQU95laOs14YQpzBs1t
tWMSQ3PAmQDwkkCWPJa3WL0V3eXndVzY0uTx+t8eK8lTn6iPdcTY/hkH5sBWC+eF6ZA6x1ELhirn
Y4gljI78Ts/lXcFcT+H29JGe1urfpQRnjnnOalOiAAcDGbMlLojhO/113KaBXFkaQ9+VUCvesRPu
TwM2LtXK7luIpWQWCKDiMXWiiFVrtxhYlM+Sn226X/razy99lFkk4GFPR3FAfqOb6E2Jqg3GAfnV
6St//VLx+UVP//bRG6FvRi3lj0kkry2ps/vBniCIsYNY9HQNPZZ5HUwu25VO/wICU/3KRb49r1Qn
xlJImOx14SD9Ug8DmOvUirbxJcxBp0P7cA8I5srTFiLOHFTM20LvxQb30KP8A5dw858Oyhz2a4hj
U0tCiOisNfCTuQsVZAHvqmqb5goaVlm4Qecw3zLva3NIdVwvQQUMnAqWThK0t+Ks74AyDtRL4VQn
eFJoJYR6ReD1NQ8mjgCJAJN7N3bwWrf07RoGZWEKqn4BSL59NIxnjMGkj3Y7sCCFJwayn6KjF96q
XbfHLMPmMMlog/iobYbNw+Mc+Z8DpyVbfft5xRci8BwcnISq0UoDKsianzXQBRKM6Lgr4Ez8/PsL
h3iOC64G2iRMKNGCsZS9cISAiiWc19w8FpQG1DmTtiv7FhcIfn3K3pN93O7G0Nffe3YPZSdGexy4
ji621uZRS82WOaOWC5pQm8KIkghMhck1LpRWVi1tJ8idqk6C9DI1HBEsEDu7x2sjzqVA8rWTv+0R
yMGKKdRVkZQPvz4UWILKXq95bEsrR4aywKarX8J3lPc/f7Cvg/CPDGnOkNXkVs2qAo+jxnYyt6r8
V4YwdeGS1C1VWywhho1abCgjK2UQcSGBDG+ZdFvFFpqfdRYIQDHlTlrvE4C/1VRB3z0oh9hWJiuk
up3KDgMLr2PY2cIeBCPavhHlI0eLGXxcVr3+/BoLxDN1zrFtBT1USh3fiu4nwLBGiM9fdQ8yRE69
Gzw4Wt8wFEWDTjuPf6O38SM5NRDeuTdrTYiFtG+OUR+jUacRZKH2MGO6d/fuGAXKEaNKR3XLPQ3Q
OP6tAWtbXEUn+4/J7RwlrjWmqemPdtAD66vuykD30ku1SzCibG3hTdy1l9YPV7q4S6iCr5j2bV/K
OjONqscdIHn33kNJcmhvzKfX5KD+GvfhttzHm3ILHD1mPzD6osf/H1DdhQ7BHOptNoMykQQJCWCl
G6nHftpOxVbPrKm0Y+7mEBZi/L8VJF877Nt7SmEhm1KGpDFW7DFx+6cwexvNu/zy805dyEO+lvfb
z1esC/WmwUYJBwdjMm5C1eMK8hNfG5wuXTJfbetvT4D6EhTSahUfyiHP01Z+FlML6shn5eWRZKMR
BgQpB7oT4Guci4A+Ppb/XqACWtNpXsi758hqQdVYT9uS7GVCe0suokPZ9Cs3+lKz5YvQ8/31QpUS
VcXrGSU8z6ttcRNlD6Ud2Sqm05pebzyH7Kyx+1A4EyDA8Ka/GjC7Yy8luxsTtEryV4NuRz3oQobR
pGpjYFNMQY+2DYpCdd+rVkJg1jGYViRsZMwQ9XxX1V4MBDvrV3bZwkX5Nfn79halViQo45AuTqc2
elbaK4c2SeIp0EehK6F9qVaYg7C1ShgUKUmkvXiPb8qmRS9vRHVvZQekN/bP23mpVvj6799fpNE6
vela1AqdfukU8luKn2WM69VNbtoj/0tMOCQMsYu5zFuT5NdOhfiUcG5k8EvV8lSZa9nBV5fnHzfZ
V3/421/SFYYat48OppjuVA5qm+j15Y11V8ZPWihbQjza+gs5yZB3SChEyPyaT1551CpfAYAhhgzW
1DhF9hCqgYo5B38COtWnnHxWNPMg1UehdQ5bFkgJmoabl6IVA7QmvHSmReEiIQHqCPMvvFZmR8TV
5E8RpAYpoRaB+7qO9t+QWAoJiuRQs9HpIgdqHa4M1oPR7kXy/vP3WLiHvnKZb4uQNZOpVhUmx6Jd
P2nBZx8UQe9T/+dfXzjYc7w4h+q6KYU14rD6W2zfwmjlUC+kpV+50Le/GkqCEcsjfLopP2GeUMYb
s+RWtCpRtXB/zMHfExT21YKgah7oVg2d/LkPlEByUXiMyE9/XpulxO3rGH57iW7MqKD36HX28JSH
doNVbaVNvqVe6KHpaJ6zlSO3UIx9dXO/PUcrSSfVJMViKcDLZ296HVt9t/35LZaGm3NgtllGjYhd
hA2EKvYkQTUSKnVIo/JNDbPXaYcpgIsdX2+KO3DLQXuv/fS2irpaCItzkLZs1G1MyhgdXCvLbWRx
5F7sjH0CQvVjvgLhaX+ChxJgxeabvlITLQ2QxMdV/W1By5TGiB3Y1dm290KYU/V7ekt2uWs4qm94
0EQxfvO9/h/3yRyYzbmI5lCBIzoE48kI0gMgReQsXB/GRuKLeebXnz/lwmGd47HjuuxpbmDTkyyy
FECmqHr7+ZeXgr74eOS3FRvbplWMCEFf6rpDqjRoCMfAv4QnXYGamDq6SqPbZfg8iprLJkzCQ8VR
BVAm8waVdruviOKS/u/KX/PoEP0j8IuzzlEIzVV1oigLW2dwm2t3yA+fLRZTdoxNf4hX0u2lrSn/
33eG20NVNjI+Wy2le1Hu7WYs3Z5Nu3xMnZrk26IZVw7hUqErzprIAxHlB8rgQZ8iMExOA+B+rL3g
l2CLqCsP+Uqe/7Vsj2D57SPKpSyZ+gNhV2xlt/EfD4nc9CC/EQeIQx802HoHFqUfPWU+fdbPwjY2
LY6Swlz5CxbmT2QOyAYCCHiNx2sCegKKzMNJordAHrbXYrL5z51B5l583KC9WEtokqW1x3Jc3Zsm
dRpPAgOyDbp45VZc6MWROeC6nqCYq49YSWHTWOHXJwOPJACzBiIQ3ElPa7ippfeZdZYnYcpMRUZw
bhsX8JMKBNtkm5zryxra6N/VCZnjq9UwhLeAjgdoQQMF9+kyHtaA4Us/PYsZbZ92Ki3x04r+rJB7
H3pKCjmGUxWvtN3/fUDJ3DaUKXqnCyMewCW/u4YQtzDRpWCgZtvamuHrAjKPzKHQ41RQAfUVFj93
IazXlR9xZhto9QZKAT/co4QCo4HuC4yAC9CO2V/ZdKCGnJjQ5/F+jncLvQ4yN5uV0RibBgl/Q4qB
MrHb/KRne8AedejdpdYg3g2nFO5lMjh09Lv21eAbDQoP+cHweqAGUPtUB2EPFaA/P/9BC+GKzO11
eZhEeTXgD5qeekfYlUfZTS6+5KuqBT7FSgNiaennEOk61oREHFAytfxFLbc134klJKahJzhp78zg
Fuk2SVyivnMoxrCxHJTGhgs7fbyJH8VgJekaVnJBPILMYdNCoeuRbKJHoA7yuYtqL3lLCm6burbp
VS9RhgNVDoly4dTSkFTQO2TWcmkrtiglDrkIaYFdWMQr+eDCwZojpbuqjM2Q4Y8ReGF3LehOMmTO
dRCqIcUZr2CP/p2hE2MWeVCt5r0eI8RV+maaMLVTryxGr2flKvh3TkvmGOJuSiH3XeEdig5sJAme
yVDHjdW1QeC/MwQyBw0XrBda83HRgIPpV/vJ6nfKsbdBuHSB1kH74+eDsBCejVkiIpjopuYGHtN7
3QeUpeEqFB/F/dpcbiE3J3NYMPqpPZEexZ0MZaRz9MTt7JQGmqO/5h/9i/yqQ4EBOjvRQbIz04bm
RepE0Bhcm3Et7YFZVpJIVVZ0/eP1gG5Jxy1k2c04dyq6MmVaCOBz94OMKsIQJ4/XAzmYHZEO2AYm
6CvHZCFpJXNUbzNFgtYKSPONFMHBGu6FZzxBFN01BqtzpqC19RtHC1O9ZJuf98MC9ZPMwbvdFE9l
+aiX5cExEBg20qYUrAwKmNQaMWqSNzV1tAgN0/QsPIIlX3nyAlQQtMtZcle0YlLKePL4G3y7rHYk
YNIw9HYjn5wyT7DpHboheFPzkN5ScPORerlracqCOh3RZ9HCTCKTp2CWY+oWvZf4mpNH7BAB8ina
hA5/S31+6A7AyDog7xRX4TLVsENFm2SnebAVsgFcjD9XvsG/J4BkjgqOYpPEsoLINcCdvvD63XRp
PMWu/CZYk/RZ/M6z3KaWSGrEKiCI+dF8LXqspt3vcRTvIfyCIZe8Dz3VJV4I2CRAXCvHZSFmzrHA
MswARTpOyt5I5L9CC+yhwSE1XBW/f165heOuzwoejo5/XGpYOPMEbx+/2a8hNpcSGH0WSNIBgpyU
oGAr9vIHmuA4GS/tb8VDv6za92d2SJ6xRd3EL8/lXq43GeymAvVN3vOVpVvKWOZQYJ1BJfgL11xD
vOcDasGwrQD7oBEsuMrY46dhxdFaQ36hv0DmsGDeTCyuVUxOemCBLdrbFcgDf8Sz3lhTMKHP9RtK
2c3LEAyBttqXfWy9/63u4CXzfwPAqAtiyB9bsn3N7ww0DqSjvzVHccJt64q71Ful1f67uUbm2OC+
UqSJjQBudFcBeg2W7o+4WYsDQ5hbqb2XXmYWTzqD99KUtBgpG3m3MeRhspuU1SvX9lIdOgf0GkyD
hIiE/Rh9QAFMcHsbskaR/SytgU+WwvEcvwu3Fx53HRP3+lN0xRSZ3oa/5A5EEmwKEnhlPbiE0pkH
xWFwsgxmWcVh1TPncV7/tRNmWUlK6P8H65pQBAS1N+mn3DfdAkIEqadTt3bYyrFaiBhzsfpGGmk2
kQ54KzTDJ7GxuHY0OskSijVB54UMS5tFDp3qdcTlBwIg9CDaXcNiOYbQaA5EklDYNXSC6OXn6Le4
KWbtEQ4zoanVEf704WlMnLD+6HRi6xDA76I34VUYX5M1kcmFxOd/cLihqWYkAg63SBwFTNNq2+Z/
OtMbdW9sMufnF1r4OHOJYZJLBmz9mLIPpVj60GiV29lIIUtSD3FnVbnZWz8/aCnezWG4fSyHkVR1
0z626QBYcUrhcPKahU4HSGTuQIPZUaDsVDKrLLZkcvr+rahjR1k7bUvX8RyWqxtGk+m0n/Z9GAzl
ruOiVUDyqnBFEAWhvhrWoEj6LEjGbR5u+W+E/S76zLN9lYsr2+cL9/WPUzeH7oatnpvQ5YduaH0D
T9CSKuoM05uou7GypzC6DyGYZ0zHrjqm7TtnIZIGYkvla554ISvtPmPPw1jYRARzkxV2xfUrzTYK
JHLNMXLrjrm5wuw83KDTARXNDCWZr0H1Vcp3clW5Of0YMIkqZAkdAVdObo3+h3fef/zEs4QnEZWE
jSlWWNiFgfy3uAFdEeg297JjvZEu5a1IrSf6vPK0hVM/15NOzKGQYNYOKXM72ohQcBpczH09mP7a
GsQG4w/0euHRCnlha+WwLAiqEXWW/JRSaEgwoIJeLdjf8q1p0EkqipMcQeApe240UE2iM1Gh8TPd
Cqr6sQZ2epG6WVLsNX06MXaDLAmMCnAEoAyraW6kAK0QWzkdbei/ddypSGn1UgFHhNHSY5d0R95q
K2fwK3T8a/vNAqWhp+2kKwM8gMIWchMYp0zEm9RNSnV0Im4GGDxNg3OJFk0nc1+O/6TCsSrrP1Bp
tqLs95R+dKXk8+jTyF4KCQ2t7UAEqyablr4I9NRBphniveZTmPopuvoJlCxUOuxynHINIssNAGBh
5jDpRcMgR1SLEyn9qhIsQbwo8SdUTuwqhtRaLFh58TrW2aEX/Mx0GxhlcPwcFHFMpTjopmHrtauB
wjuUKyPShUEdPtL/TY2ERGdpq0KVVkQvQHKEq7QpHDRs72wbA3cnrAw1F6L6HE5NNa51TCV8bwBQ
T6AIbEWwwYhKULP5zezffj4cCwAu8j/OuNhQ2aBCoLh3hgN8U0wv/Vv7wKCqG9nH3dtYmA9OkmF3
Pt3rr73kwtFK1S3ZLgf4dO9TNC+9q/CwPmo2fWx3DZqZ0NHojy0UQ4yVDbl0Kcyx2J0kEYj040Ah
IKfFL2hi78hpcsWHFFH6qtttCyI8uDK2RJ21QmOBtkbmSGw11FoxGqmIlnAFvH9zIROGC6Asaqfk
pTKcqDpN0m2ofneNJ15YaHPDGo1XIo1W05YvMiiWYLD97sLJUTC1EhOvHw6c23Hm5Gj6qQcaaysV
+1JJMkd2Uxl8aEFBiig1AYsmz6RYEwilQWZBcpvozQRrH4Dv+k1kay2RpR06i+JT1VZjKuKRkAa7
Zl601TbNea08Xary5oBuyosmLR40hR4ECx/Vt3xUK6zwtv9FbmiTQ40cmoo7vlNv5qX421/rzJ7O
EjSg/XK3NuVa6hrPJai5pphl1jwO+0UL6Bu8hnx6kLaSkwb9LjvlB3Q+BMhi5n8I/pSfz6Qqf+2w
f8Tf/4GDGwSwjlaGGnxOb0Q0LyJ/rYT0V9F3l1LRWh2okFiypBSoogkaBVL3qkjXRI2COmmcuikO
JYscGVGwuPDwbCReWV/68omqsAosUpth7ADrREuB61M0jucQ0qNJzv/EYRe0ET/War4xSkznaQX3
HwrrERmGM2mDBKhGsWmGds5gQ5nUuyls0YUZ3CiL3AGal1nsKiGovmJ7FSSTW7WpQX6k9EwZPtAj
cSDkbhnytsj3WccOg/nEQPZUxC0wbW5bGDGoeycpdNvRsAX5A1ee04aD1xnlR5dsRbW3JbyuarxR
SgDJgfi/aIXdr7yEHUeWvXGzsgv9b9SYG2Ns7HSSmYPrJm29anwRc09o0VMvjZraWQRZhLRPLJmf
Y5LlliJVxyiPoevHB+CckqHypjZ1224MkCwZ9RZ2WQFRtfcwynbw7XzpaeaYafGsxqNfEfIWm5k9
NvmveBxO7RhvJdPvKiiBtoW4aVvTAuFBbui+SmoIKRGcQi7TAgpKJCk6qylVBC5Fc4sJwvqQuJLf
0tTP5YBGf8qmcwgUgESDWDE1EH0LS+9B1SU9GCldJbYXNmjvjaEczdqkfq13Wu7quUZ/97nMfnUl
yyHLwiDVX5gjVhBqWjB1EsbCiWAguRUiWCvkrNEtrCK3+lrHv+xlzeWkt1QFwQtEf7cw4W8j1K+x
Vkevalm80Py9zdp+r6aqL42qU/apsckIf5canm1KRW1e4xga4SYp/k4l86ehgXCyS9unMD4N3XOt
neK4sQV4GlQeb6GT3G8g6o6MXi/ic1zbaWi6SuSnkk3DgBc5tPpzWCwaZocJzbaOYdh6SRkH1exP
SCw5OSugE8c7Gm1zummrYKxPDVLhOA1tpaucEHJPowXNvHiwxNaBWiu2bow4rDm54I8QeW+TPen2
Irc7coG1TkY2KEQhAGcI137cxw0gLZqv1jYa2LoLJ1/FDtO7OB1gdpAPQEnWolNLVijwXSayQwjR
kBxzFEihnY0pvpowbOQgpJTVcUifKuxb/ZWLsBhj8Ld8Uo1uX9afOfscceZIDXcH+aMasUmU/tq0
sW+k5AXjOjDEdJQkwugkhALuJ8bQr+5sVOl2jDMuVbeCnKfwVg5yudUL8QSxkVNWS4darl0Gl68t
b6OXTjK8SEM/cbqm0jEHsW0c3qe03OE1+IDZpADhnuYessnuzXbHxQj4azMYlNDctoX8pHByhaet
cjPCodnksMIVYkdQxmynUjQlcHirvIBzTgEhK2wNggFWDa0nalWlaJPsRWGxM3J6g/r2wPHNY1jT
Mt0r2bGfJmYburjVFTfvc3dM4XhRe/k4vfQMBHVYvfWmgFzUGqNj95ZxeIPr+akf4KErQE8q7tEq
TwAvh0eHACtx2MAJ2Cpqlngoz0AahaPJcBsl6tX65JSqYpd6g48ksq3EnEJ2xQfXC6ov5b4QigjC
3AdBd3p0VUSIaruw73Eev0PgCjnuCxUi0bLp00Q1PSY25UaJgWg3teqNVeRcyTzc59HTMJw69tnS
2oLzcMv9lN0MfHUtQbeodcA7wOnItdLWO9FulJ0mbBKjCJ2iO07QJjcSthfibJuj2R+JaW7XiXkL
YS7s9LgNFUF7ktsGEtpCGmCBB59lB3SezMjtWqve64hsJxGta/3ct5B3BnMpzi5ibwnZO5D5hvkE
6wux/6WZoWoJgGu8Z6Yv8g0sIMA2pprdZrb0C/8nm7a0tSs4QxiWNNgSoIwYCChWD08qLTkOMJIp
9+JkRfm1lM4JNK8Kt0UBEzHPkHZteBGmv3EOil7xW8oh3wHzBh0q7GkXPfd1vBFottXi7LmlDErr
aSn7TR7EGHSwJveNPtY9BSw81YQD8Kj5De6rTpFhPpDaTVePdgoZWshyqrjSVETBh5TjLlJuiOQJ
h68Nh2TRu4pRQqTuTNRXpBggQaFXtqpuYnFq7aKs8ISobQ+s0JNf0lOdeKPqhhm4fpotP8azwFvm
vqLrPshgELgddVvSEgubx40aYgslECgJeEjReVBlZ9JbSzBgpagfGjjFGBGC6LTN/2YTtF1A+7hW
8G5LIe69bbXUbkt41NFieCNNdxpbqKVDkBytD+4W2R5WcqkMuTI42fVuJwWV4gqxyxTMjKFq0+K5
hmnHQ9KCYoFV+0jSYwOl7hRl0QAO5qGYtkqKWpJ8KiKUBojDyyMVn/NJsEp0AtpA11ypwYilfoZ0
lK82+4g4UQxeIOsuanmsereBZBdBIwDGqDn8idqn6dID4EPbK6iYRVjDOa9wodJt6G6XwO2BPHOO
eFSMngbqeSN3dstHGFY7nfhu0D86nOxalDFe8tkZCBJg0paIUwC8ADQLgXhpW5qKLcueJLlmfauj
Z7UMlEeosLT+UBY7TKOi/Khxt4buLzrUxCp1u6oQ596E8SmfbiWKFtI5fbiVwWnr/KLdmHD+RI/v
dYp2mD8SHI4p/oANkmfI5t7U2AFZHnx7B3Tydal1O5YjDlF+rbi6jfBFq0g8EVShWZW0ewrfmaKu
MY7CeM4mbHLNaQwoxEfcSGxwxfD0BH92q5Bil2rah/Ee125STNi01FY0eRM12Q5SVEH/WHx0dI0h
9To4hLIJSu+l1yPQV/gW6Ny04xhAt8OWWOcU/JhhSt8z/Vy3ttkGWdw68sh83vWFzWq2V9EH0OCk
TRR2Yu1eFp5CJds18geslQsegp3f9mclEc6gnNgMAqFQmbx1OnpKQqAJsD9lkJgcB8kio00NehhG
piA8FRo8Ost618l6aZsTR2YlbeTotdPRMuqIjqRKbJDsISmLZd3j+Zj/mnpc+FRXHJp7AC9DJ94s
fRJpHicdVJgap5sUq0P3H01L8aBXOL/pFpeATkAiL6eAcMOTC5SVsubHbDiNwyvmxRYjjS1CO7DO
B0eGByMviR2rezNTgcsu+M6cGOyJISmCiy3Rnqqh8UCshH8k3GTRCzCFHPbJYvxahLovhB8iWgbo
tlmTGZj6BS6nvhnJMD59bGYQgcKCWMalrn01D4PKNP5yJVKcngrnvNiGlfghURgJJfjUas98uRqw
YujMP7cYO02+8QQguaoalqnvAPhmyEKm+p3z0TdryDz199x8l8V7O90JR1rnVtllgh2A1HocRiqQ
mg63MTQrkQrYskavg6x89uB32SKsAKH71gGVlp9YUh3K3pQtpRC2WoUdK9Qbvffk0hdz+pvozI3N
FhK6j7FiOcE8HuasdaG5Q6ZRC+z5EYY/0Y4V+bAftAaubkUbb2M+Bj2cVSyQea99KR20lscbRezf
StzhG3AvTb+sP6SJugU1P8cRHqsltXvtTjWk74Dso8+enGHtDlNOKf+VUhQmfQ73tgGKLz1zmgzw
Ld4FyGa3LBR2hUQ3cRX6sBm9Q75vR4jg8wEpTl8kfxUT1jMRzNJUmNrrxrvIdSRp2HYa/MkRLYGS
KIsjLuedAnRxU+8n+p6Yb6KKUHHUUzO2Uhz4ooepJ0T7U7dCk6lRG1dgCCX9CJkdjLt3zTTC3hlU
LCsxu3g/tsamDpVTpdd7FUO3qMp302iCwoZioA69LKJOKRVYvkrckLbEoHzi+zHKvWRKbJW/iER7
r0aUaVKxyyUcKHRcqfpJm7cYGVKbV3CMBxPAZarqTl1zkpPWFhUvln81mPUaSvEkSNcK4in18AxP
1H1OsvPYRmAaGPglGIMeOzxBbjhsTDKOpE15aeryjSvmpmzSexEPdxn9mVE+s24/FvEnnEFg3gjr
Lpg89TzEvYj5TS6ATGeF1S2CtaOEHfjUwmAIZyF10+qICFuWrtzsUgyhJY+bfp49mSgHkGs8zi6p
gtaUN1IB8y3c/mzALoGD+E3v2JYlCLtMdbgAZKj0MYg3jTsdBXOISJ9y1r2qwx9sQgf1GOKHHea5
W8fUCdPRCdlvTYfduPJZ9u6ksz1HItcMyV5SREtoPzVDsCS4UhfPinHJEyfXocKNVncJGYoRvVSl
eFNUejZDCZYeQrrloJMwjSPGYYQ6lI6svU5xFnCjfGYJ0ANNvpFFOxchaA0STaY6uhnoyBOV3zRy
EFvb9J3oWCQ7AQ2DYuW6TZW4JLmFYNcWr7HiGBDwEIW9IW7yXxgw1qodwba0eBuUV9XYIkuYRj9t
0MmQgmSAt0cTB7rpqQw3NcqUnTp252kwDhEEM8A3EpvCETDubVuktBBM7TW7h5pVm0IzFTlR+2ec
4AELuwvlNeQ+hW58Dbp4kkeuTI+EfWigLxk9hbMfSrveE7VDis4tRDBhmNWmHtMDrTwieta4YXq6
V8DVFC8yhCVHnJ+qdQwRRiQw2yOGYxrvESR1ajhjy1sVM8jwgz/HACawh/5wLnv6dB9B6Wsyu0XT
CS4A0rbCgWLHUPHU8GCYMIyyUelUyPhawen0Y6vkiEW7rIXa7WQeDWTBJGWuBD0oNIS7OnWktIOT
FEI2suwmj7YRKi7FTN0I1YKc4liLmKldeYGmb+tUPDpA6M5vWlQUYxsIbeyZEjQzk0cjIYFNKnOj
9jOELWaScY/1JWJcaSW130d+rWZQgnyuCTR2/Fxy9SzES9Q7mkVOSRXkxonz/0g6qyXHkSwMP5Ei
BCm6tchQhrIL+0bhIjGznn4/z17Nxmz3dJctZZ7zoyHP56kyd3oE3y60HzkijKpot1ztF2kSvpT7
IQmL80eIf6Mt890ie5qxr4o/k6NnLlk7PAW4NEx3KsrKjYVtGyZnNzT/TLEbEddXy72rLwLXR7mB
X+qp/+IEyDdM39no5cum/KXCaNNUxlvR7dT41EsftHsH0kRJhUVIAGFyfPpW71JEatlHJWcyCg82
V+1YYVJL6wqcrNKTn0c0JNuyaQ7PcTVNn3ojz58ibDqgSmsQe0mqfG2ag7TsPfCJxonjzDdohw57
Nl8Vy3da/Vm8a1HZEsg+iX3ezvspSgLVphPJWC+rouKYyvx+GXel0v6shpEcGYFfbDkqt0hNHBKb
XnqtvjbF9BdFLG6COIUwjM2gj8trbeGfCi37Ki+2sZmNmO1lCalhlZ4rdXE66qj5uVx5Gb6sfIyD
KFT+JEvxqiH8WaZr1pzWzqn/ac03HOGA9YOdZ3C13Mm/DQLG0rH1luExwJn9oXqXVHoqSKMjos4K
HmSLxUYmjnWCwc8zJdrLXGXaLKWnzH5f3auEv/1GKC+i2+S1E4uHPWHHGysqL8n3luLrXeSErU+n
EBDDUnyQT8kgWCL5dXv5oIDY1Q1l8Ds6j237UlTYpf+ML+Us3rRPafEp91YCZXAVw607P09uQ3oc
9M6BOdYvPZe1HrmAFThZycWO4yCrTi3/NufHm0HbNl1+HNJdSfTm6JRp0JB4aZ+1NDAoz0ZUXJpe
Q80QW3C0lxh0qleDUKnwOjaqNxSbMftODD9Eda7sxFFDiVitpC1+mWm2yUMoz7cG11q3TbVDUdS7
1AgogcfqOvVf8eCqyS5Mf6X4Hq4vUf89ZuuuVvyWNKraZfUrgQmjlpDgDZWqXePZ9bkyV45T5GwR
GFi2Z5Bb68pPrbs9pqdcJ1PY4JfxeugUHdQUvorSmVMejWyX3bQ6YgO9NqnHXbKkrloSgZXGR9TE
QdPFT8J6Ms56/YSL3CJIB9lM7drf0tiwZXuR+VaATJTnbtwpK43wGVQ9sWGNwR5+aNM9Y4KEbV+m
5wBTpf1a2Lta/4gVDIj5dDXEt0lAbwrAREn9xGFWfoiWckLJ8ETzVJRuLP90KnG/5ZeNfq74q8eL
Dvuv4S2vPII+FR2A46gWn+BMfXwO612j38rs2OpPFe55JOAF7nnETbLkcekt7U5RdwwEa/VThl5O
b3leuCagXe8Rh7pRwarSuX/YEEmEj0fDjf+4kkI64mbxWnaCY9YfJIAWSnSHI+NIjcvsmxnPbeqt
QiTbe1FtrC8ule6t+tUbP2pecmMn8OTTc0/DR4+zg0jjXrPHc1hUz1RwbrSaD5OievlqhwENjLH1
ys9iVs/lTcRv0Xwma1haX1uNySZOnDQpT3XPHs9SbcQFUqYhMGR+uPUYvpfSimWa8hZ9J8iKy2qQ
m0Nu54FZprzxRATarhJfpL0gQ7okOfypaKo3g1syZwhTY5bZ/E2vLtGyqYrnsOeRPxqsM6XgG0AS
KAvinymOXJzIuizZzV5Xxr4jzPrYnpGrbUzzaakupfbahCedgbaCBct9LXRHdVvkhwSf9aABHmY+
uFVa7rprxTlIOHOn8siy19zq0jeNf8O6LyQw3qD512XbCeOvedfofpO5NLENzv/4ucw4mGRqzpTv
UmwBNzd5tdcTnxAWatBt0x9+ecsk2+vFFgZ0YgJZL4n5Wpe/Q343mu4ZvB0VgtY91b0jMr67D/6u
Zfo5a+2maaEMzStiUZuvr7PlbQwWUVfPc/G5JKeVhJDooyujTaE9p2FQso9HG9N+FbML7Gaf0hYc
TAu0coc6yzE5qUYWMUCgnA52811pDgayoyw+jIyynCOG03Y8708p9/5gsM4rnCmr5AINMVK05Y4J
iGU54X2kVY9nIZxxVG9IZgf1sjGy2X7IXRfdRfU95R9d6wg8RYTQ2OeyKh0ieg2wEuXQVeAoxhkR
w1jS1heY6YXdqVS5No18Y2pvFmNF6FSrI6OI7Z4bsiQLLo+/TL9o1aXIHSMKIu1Ht3NXN16yyMnT
XdwGg9hCcnANj6YzUedQv5IbnObElknHpbx1lEHXpyG9xN27XgLgHjpp8kY8A2n+b7Z3mvzHRNdI
kWMwpajMMfEhW7GwZa40o8FxmoZWjE3JM8/0IjOPbOLW2k2huPVVBH/Cz0dQC/1m+qb7maotb0od
u2kbWOm2bRleXjqK4broNzQORrhfEcHGrpkH40+TMqqR4IRNX/fit5ki2dlVuzO+YWbBjgVPfbFB
3J80enwtVhTAJZl3OeEKDAxQEindNVHu5u1bZlDnXUB4HNKBodHcSd19tUzHSPYFeYfUwMvmtkTi
TNOGynUamKds9oT6tv5qybtKJ7jE8vseYpPnXDZKRy749ilGdKPSNTmxiiNSEkn/6YBbXxZhgW1v
CkLjW87RnGbX3pcwTFLXCSMw/8zC6w+kkS8KEiDgxRduIDMkwU7dqsZ3Nn+0l4qLJd4m5LYwpoW/
Rv4+oQQGyso5aoWj9aGLRmc0GM+BHcE/NlO3W1BL6uZnpB07QWJO5k8xH9L8qk4HnoS8ASN0NOx4
jWt3J7lH2gnY66riPQF8MC/j7JL+pLFHKm8SfLcASZYawx1nIDHEGObGbH6r8DQRK23vxKcBnhMz
Nm8X61xRGDlsDIvcgbdJqlx0j5t1+XnggZ/Ifk35SZ6fZyRFrP51FSydV6e+PDmV5Iad1/U7Yqvl
5J817rK0dOcJJkwenrUx3KymFUQROfPdcznzhrF+6jQboNI7p/U1Gr223jbTvn1tKGUlYf6P3TNE
CineI9SKlhfeBgTln+bfkLmx4lQyCfVb1d7g8rGm7bjv4Q8GT+WO/tXSvfJbCJL7CROMQuEN0T+r
/5iVZ/GiEUOgjs/dh7YEFX8jzVuXFajyWkbKlhmEKk6HLT5M/q2a7GhItghP0Etzx5UMLsO2wOcQ
ZA/IjqP3HOl3JeGk9PriAFhvq79x5ObdV5IHIK1UPFvzqyIdutbN5m0oByx8xp/ITKf9TMVPPdwB
eek83qT/VEbqW1ZaPGT1Q9OgVUEB8p6fwrnZtcYRHntD4bzg1pUGUFi/1sAH55uu3QcSAKxn+a+q
rqwSubEVUbVp5oNecU3P7K07M/tulB9Nvz7wf4KgONnU4vIfsPR45MQmfUriLdExtqNXW/gBVFwy
wFC8fhnpTqbSUH7N+confvOKQTq7gTdv4FrN8Cbf4E06Sg6NOWjmVz2/pTxTcU2YOFG101Xs+vpU
a4G5uOHsg5YgCKMMgBDuAnUjuwxvF/lGQSvvGsXneTPnfwPXQvTU654ZOkMUhHXpUtFbTbc1JvLg
YDc3oOLpe4gap/oQ4sbXLnduTlK5EYytD1Q9YXn4Wo1DGlJrYIAlDE7DUCM1fGvLmw49k7x10u/a
OioPjrnAexweRQTioWNz7KhwtNqzlcodih/SHszISy9r+64J8BWFm5Do/Q+y4qRsyxRdL96IXkri
+qd+HgkARX3tF3XCtn7I9SDNtrni2MyuVORYpIv1gWVxRvs5qy+nEL3fUrHNhoBX0yh8EG6JFkPg
pNyX7bf4vvRs6gXclOqM8VY3TwoyP/XYN1tb/Z74l+tuNHd1timl97B+re+lGu7D9BXm5LH02AMi
/ZaYr+6jOwog/XbWHC1/bo2DMnKZK9iWX+3wfY4RhVQOXwKzmsKgvepuCiXGSdwxORsw5ONGHh8B
SImbVWi7+ae9MlHVL2IuDrPB0ib8iWcrw4a6kV4MzA7Fr9CUz0rBe5uD5c0QGbirWlXj5jgspdsb
9dH8//VOY0NFA9QyTU5MS1NV3QX9BzhXjGezUT8kAIiNpA8PDrsqnK6FtecaskCe9SIDJaKtJupe
Wq3Zd0u8U8vKMYZ629bhn5zW/+zR+pLUJGigljeZkTii2xpZ5heT8EzLU42Ri2VTRr5gm70gZEJA
urEUt4p/1PhLRY2gHkIrYAWnRbfVdkp9eMBwsSsbf1D2xQ816ttEI3Qbz151bm5DE3nD8jeMmosC
pePiAnPeCv7LsuYpqzYEc9/EDvFt/qh7reKvll9CtehD8jcbexXqZLaGz1J4LONN5whrOmYNGcz9
eFh6XuICTEzFXgNIrSan6mp3n5Eu++lErFuT+ZGZPQMB+NnwqO9Sr+P4WOwBamcajev2MSfLxPtz
Bc3t7EUNx2u9HsHUwnX8VKxboqXPVbhL+dW6Ll2FdCNbtM24Jgi6v8TxkXtzWvzVZsZ60v+i6XdC
aR2BAGwY8ImgMF1FHCakixppWRGJWg5H7WPohRnuH+jDAvDdX6ZoW477BSQWsgoqQYue7RL+Ap5n
pyuH1QByV7064xRc99UCTLRbV9i4I7dwMjiW4Yv5VpK33W5Cw6swaIa0mASj3O2q5VT9mGiuMnO8
AC6DUozjRRr20nXtn6izwEM5mp+6FfHpurkaFObWriO0Db8GUSnVWb3N2q7IyO7bUXK3yejn5tQb
B5+FW7Qvwr6idiFOGjmBpN5UHn3mZL6jSbhzdEiZMmQGBPJaLKLUIIwigqTKzTTyCwGvu6/c/Bym
ranuFpKKqOuaf0Y0gQUE3nnkLBcD01rhZdDE4UzeuBZvu/FcpG+2cVymUwbLCtCr70WP3g5wt3Fb
WOfGz4cEtP+DaBzYkxtDHiOKQj7j67icG+XW/9k/eWJshsQzwu96BsBKkttsDJ8KN8PCbx7i96q+
5yjB7Okw/tf7OyU+pKjWuxL2rn50rKdmVBglPjOmR8bI3Ae/0+aNvbVpqgrPeRbk5c0en9rRk/Kz
DLc8ZAeKiy3Nel8+GlDPX5ldG9wzqH+q8Fe3nMxm6UernMkOn7usn9bZ1fm8Z4fkXMNZBIOrU74l
E21JSuHFyWfdHOUvi18zZN5c/ITV20Ciq8gurICQkLBHQhzXKnV7wf2JY7BT9lHVHUQLB0giERRj
Ie/WkU0C5Bioz+dd7pmdjkb+lq3Q6chZBsQBeecLPt78neibWSyHhjlONVy7f1qVc94480Toc0DQ
hi8Oofno7hbe0nzOMjy/I7Tf5SGnQFFje2wfGrKVhmHjsd9kKoMFKpLcqUD8GBlQ+tgYfdPP7kVh
NamdXtvOq6dd7cvYvjXvqe3wPACCAlYoEeSW9JeX/0glqwvf/iwZNJWPFpglSrdyabtLuYlQyBau
Zm7qWHbVS1JCh7uP2e1zWfww3OIEkq2vhiLxM+g5FmuYorPNdVApfOhTIPp9PbDR2HR/qIdm+MKS
+2SS+S1WX4LGXL/CEbVE+TJ9So8kmP5JQqXR1hRq9n7CoSHvZlalaiXo7xhpqGIf9wysglp74XBc
o1O2fDbJRxR7tvxPhqJLxLuR2YH+NMvebMA9HnIQeBv6h+IOOTFebUX+GgrpEDXcNCFBj28W2L5U
fxgpx6wbD3eFEPTxTmR+nLnsGiUqQ+tp0Ym4MvhyEOqL3zncF6kUyPDXcbiTJz6g9DaMjW8XWdCY
cDgQd+u5RksXQYAixB6f6pBzInINXu26+k7jUwIyHUVOi4gkardWWzgL7WwsDHH7pUsvWjEhDprQ
5GP35A2JTIZ3pI9l7KdryQwBrm1wSzWGZ2aTt+jocfII4EHLzn0+bWrFPA4w+uQ7S46mPg/RjYpJ
uO7IRiC1Yd4ezZb1PrvGNYkAY663aKBATNR6mxmU21hs4UXux+yKMM8gJv27Vd8tJeC5ZBkHUpSm
Y1vdc5tnIgFwYTq14uqkWKpTWs9S5z4+6vFZ9OeCPzDK7/zXzBQZo/Wci5+wJi37PZWR5yss4OqL
RH98rPvz2hNzxLLLnByiCueoKLbKnwpob8c+yEizrMghQ1W4pfEu0bduH2qOwvVe2V9dFD1+y4Hn
P0UVY0SsCUdhMncnjiqu0xyj/Co+ubItBTjRNDYjEu3CzP51BhBqPpNp8w4Ogk0HARnEwIfcPZXx
XwcPv7Dtjn+r6Nz/hCrnVT8NUOsRO1rDmShb1kfFSJS0H2Oe7TULTVac7lX+4pFlHqjFPBSzchvI
JJj2pXgJs4tAyxiFb3I3de5qK+ehH0OvVR/TZvUZ52lQHKT501bArxG6OQM/yvCW2FdVHf0533cr
PFX4XEYgStpzH+0rFebwqkhb3fJWO3SN8betvBh2xTB3onCYdvVyl0iviToyaX8b1ZcAYkr6nS6g
WzZpS+NkCfKekQhbXPupP6WFes0FWDX1ZXGx14lRLL5Fi1yiX2RYZ+rsy/U+dVyksX0jxpp3bm6/
jDl5lWy49nrV/VIZ4Z9QPmpttWsG3vB+0DnXzO+hBynhBlYmydoOmXUP42VPT99LNOxn9dVEVlxh
IUiad12KnjtA7ZYFIzGl8ZjA7gOnWbJTJhC7GUOLr2ty7NeqfjWNKLlpAoFQEzHTl2u1E3Z0q0zK
ewTC0epbjTJP1bWd1KBmLNb3VX5AQBw5kUzrunrKY5hchFAifCgD2RuF3b4XNlV6kjXuxTTiBSBX
bSNKdTvYceg0qZk5g9yMQdyLr6g1Ix8mFNXCEh+tEAGJ0Ea6QxWm+/IcSn6fb4Vi429z8R1M2vQm
cb+H+mUZX1g/2/RgW3gnmsQtUSSVX7ohXJMihHWjt6xTGWH6Fk4Yp43+EumqUVLEEopVxtamZyqa
IOEUhA2Zgsds7jVqApvqmlvSoVGkybEkzdPJ5VB5UW3X6m+DnrhKuV20u27Bf6lB3vM0qPd2ZsUv
UFPUJVwJnKX1IOhIIa40xyTIaK2bUxvX74ah3CLuzahXPcTsYp8q+nkkeBOYYGGKtYCw6HRnDN4m
BlyB9iliMirjeNy1XfE0ToOA1QphuwgYjq2gaWS+TAxzjmkVoRNKndi0jVC8OOLzNm1okkFNFxeC
59iV7aVQbcfiFJHm+qR1/+yUknOCRppxqGhw0t3ZRoeqa/WPLj2ZVbFLogFv3JCA7xeBHJ710U9p
QbGxZWlUUi/SWbMItCUpoDylGoOzwxRpKltKKDRuizk64lNKmDqX4nUx9lLrq/a+0oNovo3WQdBm
ij2At62v+2ce68jvKeyAzhIrWH0qgUdqaMAUpFmKl84auL9ivmJV55ovCWlK1n/d3O7BV9hGq94p
2pea1oyI7eYMvS2ZBxFfDd3riJroXDsBZ4LoTbhZBjaLfN2yAdgYpLC0WpY34GjQPOQPfkWA7bCY
rhbx49a7qLF2wxL7AwqEQWWxbN7iyWuGYdvk2q4RvYB7Y2RK0Rwieub8fWuuFXDqYH2bnNsMv/14
z3ubwBrts25/AM7Ctjz1UXJSqm2uTk+r/SsswO6CDaVV94ve+YvB51BLOyv+0gSlLZKL/Yy0qH2u
dLVjl/JdtgMqH922Rv5it+G9LRsKdNIQEQlqvFkRrlQZ98RUViYfigG74b1X5K2axrclzJywsWi7
E44eJighKgkd7tgtQdeaxH3O1WD/jG0te4O8WK6kRImn6OGvUqFH5aXWho5CybpHNpzK9C0Uulbx
f0AfxDU3+VrISDo7GsHMyD4gwdZcGEDejm4o/CxNt0NjH+J5hsmj/AYV0wQhX80R2Fitz07cVT5Q
W1UJJGcj8I01lukhnRtwqfjSYGprgEeGrDxKkHHaqGxXlIjzUH1Oiu0nVnZGnnvKkvQ5fBgUNXCn
gfF+xbdSoLoxDEP25KEcfKN+KMROs36QRWpdV6Sd1WTYfvkQ7aJzd6aYmPww3hnjZrWKrY3UX2eg
EmwnKd6kCpWCdut55RvopbBoGdl62TPG+7j+E81WZe/UkJO1KG1ixhM8epIbGddOPc2mzaxTuzRb
h6q+UXv+in9dTfRfaDxlKBBaBuXSZEo37pnUsMFIhjsX72WdvSrWYpwXaG6whJzV/KHeVjLNzcez
WV+M+E1qQan3clk9XrgyIXeyML5qgwdN+0DT4g8ZdjQZBXGsNX81Uv7MGa2PJIoCLYGsaEDhMlnY
ztJbO2qDaF7668iE6WZmHPuGhKMdz2P5k4Vf8QjcyStsLb+IDCYm7CLFj9+DUiyy4rWGvw5+hztC
vowiMMPnUDlpYR9fMpybGirEmz6vP0k9Tvu0e7PyoM+NX71IqFkZAx25GF1+Pkr5SjsbE70BYw6x
4va1k/UviaE6Bvmw5uTkqHEzrd/2D+UdeddoQ2Ybza/lJX0OxHCpmuMSI3hCvWqpBSx/4RpxuzVi
lNge8XbmQpMDT9dmIlzqMdSW8BMyzJ60tXMJ8+QHly+yEyRcLSoQma27/peQ7FcoHK/Ca8vptE67
JDyo1rnTUyfiiMnGt7G9QjpBLU8FRKpvlyBviE5tbLmOpOj+KHOtwdDEY/ZvlOJzxjQu2sMs/Rsm
2+fQfk5E40vTq9AE0asT3gTNLTNJf9aZ9YocOcPYcdLmz5Fh6du+XckAYfz3qnCAN1We+e+Pauwg
YmJA5qWtsv4pYRMrivUYKSR1g1NogED9mEKrLmcrNx4qJiUo5G1e3deFxI9ZOO2qOory2YfV3p5z
fg5csNndNNFO8Ru7BxwID6n8FQMCWLXbmGDyPV6NSssTFzB8XQwspyAd+bq36a9WV7eoYwgSgrwL
K5rQFbD2ptJvYRkoSFE3IrRP0iCO/Jp8mAoAO0u2Y71Y7He7xhovs7zgbhm7pCZUFUK7zCGuRc/6
2RCIYnQLmIPmj+Nf3JjWFWVAsxnjcrgMMYg+x/4MrxXFyuLKMj4PG6AqfZKHtHHGWryZyFAweFSG
fqlLLUjwuexbXMkYV6RyaxXUOUoM3sNi8cKuiChnNYzdR6LTR12T+7us79k6Sog3tkovl1yAoCNt
0gdqdJxpcqpNYW0aNT2XkpcjEBkqAuY0jXXRlGAWZAvXY95u1VFC0jqDATKIPQ9SdIvG3F1mzXrq
5+U+S+CGmi63rqWiHq5M+9ooVKfZ8xXENWvf28em3KnRX2WTMp8oF41BVNRT5lS2eVE7WOX8rIYv
qNRzL0v/NRSOzO9Dy6VZN7fQetYIsEZPOMg0CVhvc/Ydsny1zXs8fSocbrH10hvvsw6qq7zKgIbp
QxH0ngrIYo0/x+WxOdkT3oEwbponc4FkCvVc2ZpJrN5D3KoFxGm0wslVYejaDFfy6GuP5W6AOA/X
xgZJNXdTm4l7vzbepDYYmsOXORm3Wmi6RTYrL7L1Ew6Sw7WgN0nyhkSKXgYDQUar1SaK4En6auUI
B0p677riN1pjULL3eu12TRq+ScAL8vCSzECysYHgptPzbBubs8rrg6q3kt2Cx2/DOWTppoIRIHoS
xjaXv5eYkkFLQ1esfReJdQS8GFZLhk5mNsGWg/SNc1yvODDNoCz/tNKAYOyJJJqV4SDPsUJY8Hc1
vRsDPiEweSFs7rss6JZia4DiRcO9IiV9iF9wYiF3R4U48nFzPEyvw4Q0VMgl20rq6iAq6go7ZIpk
2zNGg6CDTU2PnyZt/bJ5hpbN2eRt67Mz5WtU2v+KumCABr80lkJCW/AId0D0GBRF+9YbjHcAbqkx
HgkkTiUf3XjUz4GJIQoFs4AQsdy2Zdtp04dMnYqMTSxBb0BoFxqqF91A/l2nevgB8MsB1vwaav01
8s2i41BipKOE7WUXgoyBSaSrNJwsammcjv3CXZp3ch1Rs2iRU0ygnKQlD9i6lIFzkmWuqPTngn8q
2er1Y78bZEQgq3Wg5XSDrXhWELW0lpP3SZCECz3GwDPS+xLxjTXKsTafgCCP7QjwbRkXJaq2yKeL
aGo/Znpky6HCP4RajYRns+d/l7AfLMvLGhDPtOtaXiydaMP6bwoB8qrZ/hiyFuo5ZuuWcDgXhgCX
EbWPOWEm4/SErL3ZdbltbVe7AX6NxVOZgvYxC8luVNnNURtQmllKi9hY3ocqw3DauWmqs9VFPIWd
PDKX4kTpdLTpsQ1bKMJnYzIAkEz9JJnWzcwaRwlP1dI+GUz0mhX7nQVYbDkcY4fMZl6BAIu69yZD
nDLN20poZ0oBoe5e4SEXPBbBNP2qjXkoUtsjAO3awH/x572A7rbFtI3GZpfw11I6NPzja6VMvp7+
4+DfLlVxSGxzG3YBy3E8HPXXEM1OXdPtjWqlqxQnBNtdzdFBhr2Pw8+w5XTkQUFcEyfrUx3pfg+7
LeYZKNZ6rYmIqyZaaYyLgdQbuzXUs+w0669AqdWHw64p/9l0MRH/8JicJrRx5Y89vEviNpg/6MDi
5B7JECno2AY3ke4TOd3CsPlRQTRaqiOyxZ3qERNZinoczg2IPxMXLf0MpwvjadWDYdW8xYguJNOX
e+mmVu3WjjW/JT7eWR5cjDZHO7b0QLNQwC/VdpTepyYLDJJs7eSgzm81ZiR1pNdNyI6VdA+aw1Dy
1slHCTDy8dJPHOwpgS3Dt61P8Vao4S7TzX8x/bZjkwezKagVx/BWYrwpEOSpmYHKDGGCoRwS5iCB
eTPsomM33qYpCeoF659R7zUsBJgCPQIVHz74QfBJSSNkJ7IrU2zYkUfs8xVoGWtSpM/7DLWHDkpX
xLfW+JKSm2y4+IuQr30u6pdaf5vw8kpDquvwWZUrHtB0+l7mCm99XX4qVXqpE0JsO62/KLP5Gq8y
+QXF6tT2cpDyQ20TMdfRbmftFFCxlK3y8TlEMX9NEwtiy/eEoUWO4h9ESdzHB7Bj3i1Oz8rMgqhC
fp5BZR6H+hKHN5aZuIIUPhTRwzbpN0Pq9Xr6rQOcTrdFemXeT5rwMupQVzMBAHI0IbYOe/YNIHn2
/32foQPXp+lZRpK6orS1l3Hbs5xYVpJvVKs8qc3irnqxX2JdvdKXhSZW6/FMJv3sWQMKXEWJOLtz
Jaj15Vu1zK9SvZv5ZbUGJ28lBC5qhySrsKOTpc93FOxVZntjiIg8nGVQ5eoxHVVh8aq0oPmswG6U
9gPPRflgwh/pDkw2c72w6xK7oZVQWQs7cR2ZW9nylZaSxQR1aXmiL8fv1dYxeZvJxheWdsgKyOXe
Cvdzpt1EGvuZrrmRPWPECOo0UCSUpUjbB+GqbVCmJ8kKr5gh+uR7msznaPnQox+svlD5bKGGLrlq
fFX051TSLh04e2vWJ2mWHUNYfmXIxtWcM5RQsan5LHEEOBWTjxXxXzLhuppIaCusVNzNMCNtdmwo
A82n/4/rUo6oVMlYT6xGgjhrsAIPA9+TPvtrjOYIw+RcvlvWHeXfqn3XkAUakofRnSVmGA6U+s0y
1hd2pp3BrVMqcCN2JJ9GTFBS/zWv2cnMD0sD0xFVblLmWCtMREPLNpuXILaik4TWoJnTo57WezXS
8cjMuj/Uquri//FyvQF1kvdNCGqQ1PFbm8ke+b18BPhOEhTDVef3xXSKutCJoFeqdUGXv6auZplu
Xk1o6LpGuderbcRAK0S8Su+d2TqDzYm6pcEB4HqnIm6baAMwcKu5eQRIe9amTw7eQXm3lp0I+dIc
bJYM+9c1Jr4F1fqVAbuObjwfwn5Gz211O5uVObRe6tKAjbmthj9XTz2ThNIAGog+mKzwxvtVysTp
Sb8VInltzpxWDLwleY0w0a6RSqW15Cqa1TtJ1PEBK2Wxz7uJLDpA3jR1Wzb3KHEb+Jr/UXceza1b
Xbr+Ky7P4QawEW/19w2YSYmicjgTlNJBzhm//j6Q3d06sCje9uxWeeIjiSCAHdZe632flbftzsyM
a5pvZYtST6/K8qb31kIsNF+cZWSIFXFX5SkhtMtBYJlGjpjlOZa0dCVTdRVWN49G+hKnFZEcgq7G
OP6ApW1ry8naVUJ1PSjDa2dct8Rm2XBpS29x90A5nCP66AilKQ5gXt0a5k4arCjXRr2ObtPa5Sgf
rHIje8pLU2aIjONdRyJGTXZW8+aKAfm5/2qqEblwib3Phgt2X6X+vgMCTkM668UbOKw5YjjTqOAP
xBJ1d8DvQhalX/Zs5P1BYmI3so4VQZn5dfeIZaiy33zxUzE2Q1lexvqBSiZl4h6/sZRfeEWyEDjy
A73YR8NloUVrer4uC2pHIr4qkiczuO8L9kG85tZZ1KJlL5CLi4sCNlVYWCQpx3rFKjWxTvmLaFQh
Up/VCVpRoZWDuS+knwJkboRv2CiwwYwipdrP8OZbSxxEHly6strQZ2ge+96SEm9Px0QVx+0K8bNq
WHO3aRbpcKEZCb9MRc6hIOKzt0o5qUWEqFgSk2jTZ+exeq4S38jratjBjCWxPxvgIJkdhtbhfix8
ucs02+LQ9clK6lsSRpq2rppDXs9j0lzujeYu84QgG3W29p6PvbFIjFjhnYS6A50ESiXvHDH5LBQv
Fudnqgnoq6SGwmuBQ1e6qD2kKLS/DRHj2RzKVcE7ojrgH6hoSjrbK8qK3Innfpms2r49z0qKG3u/
Piv7p15bBIY+V8OzKrgqu72BYFT1D5ksMTS98CmLta1pWTy9Vzu7LKRkZ5hUeQsbVSbWSOmFsGPL
sZx0H0Zt8kjLMvIWQ2XtUtumLSDGLY64aUVdu9PvZe2nHifouoyd7w53Qf5sK3WMbwWrQ94qC9yp
i16tkD+EaylAIGudueMd1S8c03nz6KXITmP9qzVnmVTZndzU5z7lmNoEHF2cSY2LTUxaeoV76wbj
qPCvdNvf5Txp1VFWVF3moqi3ldhbcq9DRCWEDdySbn/hRq7KC8zGBHe3lps+YtRAAEBBYEUbtmWg
bp0QUHKjIyrph2TRNy+6LkgX1aQH3GwNF4t8asHJv60hlZtz1e63itz3i7zVQHIm52kQQWbxiMKS
piK7YjRut3Ksil5rOcfevKvXAx3CRFjg7iTzVHflnV+kzPbSlelwp8NY0SpVvXQlxbgbuX3ywuB8
v3Abvd7aCokD1yaXoNnoNq0OmSgWKCwpUv+QDweknaHyGBbpfCghFaCHz6k9P5ls7Z17k1ME0jFO
2MXKCYpnrbosDMwSPX6wtovfkxKzc186xKg1yn4lvzdpOVzENeFXW716Qj0vcmVnjSyILL7MYBcZ
qeVv0uaqIHFMTW1QwplLEsyicGwqbItYZjpdX+XGG82N4BwF3dZp310syrbHAc5zruyGMCmx+uyQ
FIjU8Nc3nDzpP6vj7WuVgzOeHjNKIUJ+ihT9EfSRlNbbOAqehIsfN4n7a5NeAjdkTTeEnpVGzqu5
bCOETwquhmXJXCvqawtcD7J933vtq63qS0tZXVpmvaW6ss4APWVRfOPByyJuGpCqwRYkRKczA+q+
Xvvhhoc4XrjIs1GF+j3qhv7Sh2o+I86GH4D015PMy3gY5qJ15kG59MryVa2yNXNp0ZTeWc3JSYTS
XKf6aEaUrnNnrZIZ8robrScwM24ssq6L0umHuRlHhNjQsaS4+RmPA85f0bZsLYxzBDu5c9NqNGW0
8nU2hhdk3fLsB5bful1ZPm42+lMZ5Mi5V6wHubpCRGSlVKnhGaXmQUbDF3C+UEJgzgb+Y6foOkIJ
LG/4Fz0/WgxJwj4+lBdmK42eyCuyO2lwm+crjLd48S99iqE9p7c79KLwA2TuunNVfGMkGVZufGvV
S6e/VmCySFumJZbWzF4V0o+2QlgTrGp93hU/0H279PeVr0tn57W3vbJtnE3oSovOv3SC8wjtqb3o
1JsoX/XtWxIv7eTZpypv/PB1ilP3FVVU/8ljrWjv5Whp0oSq3askOKUEPE3CeXYoOd/Hl11MxtxS
RpGnf+6aBDaHkEXDbq4MfZF0F2pzn2g3VmMcJFf/kbF3RtYFMfBCbi4oTZZyfZd7u9p+EATLGXnw
qHHSZWkbzsGq27la8tJ8PB61igmMwwot/7S2Ng92DuywRGWfRqZ2JkZTbZ5bID8pi88LGOexUhKJ
lhe2jrRnCFiihpgcYywOVYEaS6T9ppYsKlFpuXPMlGWh7tV1gwBrnmO7UuKHXH6Ngn6d4yXpM7r0
FsMAAKfx+SX9rBfOVgmKbZHlm0jCLRVJawUTgAURJj73xn4w3dIb3jxrbjnBQU4rmxSzscsUmZOH
gnqarObWpuhfktbL2icvpJF9ohLAGNQ2lLWwzZsmJYpHDnxW6AREPXa8PP4Bd+7ckzlEp3iCA++q
MROW335twcjp4nVlHIR6UMXWIiVEBVI2zyOO6mW/t3Rlpud5sdNMz1kEnv5IbQLgCGXuwgMhRWHR
4403ivbqqtYmwOMVDlS0QxT4VDm8RjDFxcxQ8WQByJKDl9hC9epRmulVbU36NtMIaq1hV4hwH4vy
xteQ/ErRneT6Zw7aDF1yL/TSFzMrw4RWBRvb8jbqgCECwlqX9gtQGw0FwOQK9s9MFPdZgJ+hXabS
uVODjO5jfZ6N9qOQKvFVzVBtWFzF6FQ2Qha6PDdQdxtCcJ/VNdltSvPpzOG06KkdZgG/jGd1Lj9K
ufMkBZSFqUwZBrQDT38z2KyLaKkgzLfLbeevDJ9wxet/ukFwltgo2DEqEEHpKUm6flR2Juvarpcm
MjZPSZaOceW5/r5Cm6PLZCnG+DzCgZsY9k4pgDrdqiYYORMtUEhil8palS8CPPH0MNdxF5bSvasW
C5vKQBV5CDauXL4Rsu5AzxfDQG036d9yGxmIREkG6EvTY4iy4nOTrGGBwLT2kRShCpwJ6oFxlCxL
Lb920uRgRN4l7Z+3XWxdZvU+aIEq1fU7QppA2ljSwQ31BciNR8XxzpzYkOehhzmBKJ8ypD0jh7UP
HTROQYeg+HsclTKSXr+CUU2Ad6GbDLFpt9htZvL8ZXjA8DwbkYlX7QzP4Alk4hEc9bRHcBYGjS6r
Ogo+beVJt1l1XTn3J25gpBZ+cQPTRsG55sl9JFTlTJbbbBSIqsW+V70AKaJOdUjps/ypDlussXqh
E9F71Fzfa9eirKQNHuqDE9/jCENVTKjqYaUmRWOjzhm6ixGfG+FnpwS4Ghbou/Apqcs8mtMvnZqn
I+0D8g3yiUubxx7B+JU+despKmEMhsnO0GmAdWF3Ga4jY8jrluTyUEvfhLTnpHaDvTauo7NGbFtl
a9TPXQXooGSASfm6svEq4gbxq8c8UpeBZL+xi5XehvlLYi7haRqznNyDVl6pej9XeyI1m5vKr73+
IWEZLp9Frmx89B+yjck8cI1nr71jD8X8hCVzbuEwc7KO1hP1JtClXaSVyOshvw81ES3GeQa2wIsf
zwz3lo4kZgHhLGdmP8sNtspkk9fFRgmrXeJJaJE0mrQSFb5FnA/UfKfyb12E805Qxf3+lX68uq+G
1jicPz3XJgujNE7kgUaM3vlhEe+cy3Ttz14W9+UmrGbyGmmJPHuQ5ljr0MrOdu3spl5YM5LTc3f9
052/4kHay2ihl99/I+XrN0368ddvlBito9eaEu/7K9ZjLITGe5ytVFansVw4J6VDRPz9tb6eswBJ
f72U6XhZnUhcKg08ZWslBVZP6BjdmCL//gpfo1uFMVl6KqlIXNP3eUI/taV0YaCEzvaoLk+gu0dS
4d/fntDHy356exryElchL7TvkYdEw0tUnlpyvl4zxRSX7NhlakRlGu11dZZesLMTYGH1rdkvf/a3
Gju6vnAe3BPtVY48Jn2ysEgp+C6/5z5CYof74la6JgU7ggnTExdQjWNr1/gIPz0qz5LUUjJdce6q
zQbymYxySMofaVzwWJjqLLMFSW93SUJ4LK2ilUaL7ActvjfBaQ8oKDWxqCLm39UUQRsONJucNgov
Qfngc+KL4eTql7l3aSvRxsQ/ULuw/Htqly1YXFlXLxBPX7avcnYX6WfdT70fL2CCgRs2cXIdiHsJ
9ma2RCPlHmQPFtooOrlQWwvb3EOD6jMxdriotXqJiPaKPuZL84Zax+Dd9fpKBroSAqHdS4TJ9cLk
YIGugYVq5z5VCj4DRGZYXpeDhpN/lbQUUtZgL69Hky7Z/5+tiYIKQ+ucfkHyXrwCNswu2/pZsNsT
EbHkxOFZRBlxyA5U8rsMeoS0Q+ZbWN2sBY3XzBwIYwlZNXKV7b35gChAF+eC4IhTSN1sKIhhoyzb
rQGNqg4vRvZbLG47EM2IE9W3MmNpJbPiIFKhm92ACqd90TVU7l698uPhAuMrcYvnqTNZNlg+3cuo
cHGaafeRql36wd5NUVrZhxhRK5iLgMRjuaz6balqqINvLPWidt5pkVR1B9HlSz1/GZIzjGroH+4L
nH0G7WIyln3wXHitFPKj6k3IQq3kN4Xm1/DcrRs1ay6LOnlRQ3Nhc5JWCCTjhMwB9EOII/1ZqNtz
zqd+sezgT5DC4Fwws4IX1UnAemQrj8o9HdQzdxM7z6V8kXA8IxmUaRZEZIBqKowcxHKbMGIvExdE
RgM1H4GgO+Fbhe0azTJizyGAjpNx9BC03hMPPRYTfIBBeVf0uzo5U9GtFCjoUWbmATABP2BX1uuf
FihAR8ZEq7VzGp0bAzkm2i/ijDG7y1rbx/EVbCHF3doG4CV/yQGkNc/yEndjiN/SfSpV/9HyvPsw
2STy3M7uwuoqS9SF0rjXEqeJuGkw0tNgLrHmXo1fqRTeukvDGZL6DGFtHac336+rH+1L/r7yYRL6
dTozRBrL7jOEwjB+MD/BA5WaZ7/k9IQGtkEebVBH9jgGDJFyJWmHWIElAI8UdUXrFTOkU53AzxqS
SYucfZubPyUN1XxcjRaf54zEqUyygtNhA8Tfu0LODnbjzEMmj2MnrJHFGsUcdXBuEiMzPcKtUpYU
AfettKuivWTtmnhnGwqinduIOm6E5Coqr7J+0wflZUOaMbIpAGV1tY4oB8x0z7vSffs1dfR5ar2V
zpmDiEzGNBJXN1QallnVXYVd+yKcZqN1/VxAZegiINSqe6ENP7pkK6q9OQz/bOfSJwFXZxVtooEC
2SOKGpAQXhhP6i1S/eFZP4FuPhKXC30Se4S5pFgi4BLuc/eavIY/tZ/llXTNQatS1tZrtVdOXWmM
Hf4+WoQ+Wfx596YqEMDv2580jWP1p8KJrPpa1SCWz4ud916f4Bgf25HH/fTTNhNIsiFbjhzupYTF
2lzaQjrxQpRjHz3e3KeP9lpH7SNzCPeehBQvdUHGlXqNj7CMoCKWMkVkH0hGEg/6siWJv5Aqk06P
RllfVGWqrdOoSndKMjgnIrWvoydNTG61hqsb0ZNLPXdCZosvsYuycKPNSsE1fj/Nra/vWfvg03+6
50S20e9HUndOoQ6/GCjGAkQf4mSAwbobzKxSwycerdAb7RNUNFl4LvmvDnx6yRkQ9HWLuLkY0IpL
72FOJcIPt25J+a+QVlay80KWWYX6QIYLoSTvGzcLPbYXAvm0P/o98mTtUATmJA5pMSytay96VZQb
L2gWZE7nbKqFsi8BxomSdHnoP9XJRYqIH6KKHbFnKD8KOqXW3cqW7jPvVQnlq2Kg+BvEi8ZDpanA
47YDijZSTTfD+1y7aui5XsUXSG66jFYY3Y/MB15PV4yaAlpv7yQbtRdnnvM2ee2GO7WgcOfFF0WH
jYlcALXygLKlH2Xm/PtXcCQe18QkhJUrUjK6UVJkqtaeBOIQV/ajpLl3mouVaefEEIfBITQnTiRf
h4KaOv775zeeJG2PuEY+q9zMuDGLsDxQqcRQEqepDYc/SYDIROYC+V0IQM8y9csTN3okQlRHTPin
K8vSILNG9OJMKguqvIOTrMLeuJFq4pYE1WBidi5WyoMuV+RI3+NcXjZSid63Ja1SkwVPSa7asm+d
GPzqsS80iYpbLy4b18vFmdeWEi7dqHIE3QYS6clPZWhfPlXht1ZFya81JiVAQ5XRwegsBloVAX8x
te61CKNRWBVlWwMiP/zUpEzOqhbLZB6qxVVnErmoqVPetrYRoI5uFfQV46QDE+Ej1owG2D+1VTon
VrGPYfP3pVj7uNlPT7lW1CCQIdPujdqA1miSkUtXKdBNbHTz2jEpz1LEk7MfEtpn3Uo52sB46g+u
8MdqHaqe0n9P6vgmi/q1hmA9Rhrp0YvUoqOki+q4KOpNW1DMw6fcFhmlG9Cepr+MXWP3/UixxqH/
1T1MNq5Osx1ZDe0UNFhLERPF1Vx+dp7hkQcUiYDkWAJvqLXRBWnFBaLZDCX/u36TXfnNc3sncYag
2vvSXjCtwDmthzMJMRu3j/OAG6IpDRilF6MAyrIxg2ey2eCH1Zn9UP0Mo3PsB4zD9yi9MEi7cUp6
KGjywvHylZhTQo/Tc2RGcCaVy3BXgpjA+063wjUegyoBoTfLf2B5L+RZfAnF1NKWYXkFxmbwXBSk
ZxRbkhOdJj46fH31nMZV/dO7VnslTwewX+fg/FdiE+4oYJ2juZ159BmXZrcWTeK0ubGj2+7cW9nI
ZWcSXeqylUHDLoMsQ7hwZkSkGzKw418t4jn22AUgnblGDu9ZLLE/rqM5PtQDhpeLaE2QfA4XGxn1
mrLxNlrXm/rMW1orTHf/dARP9j3Dcp3CSLkr+m3PgTOs1bV8hWkZMjh94dsFgK2lseUxz7qZtoBq
O39/unMX4Yqz7Rk8gPxEqKGM68BXj3cSEPhDHXas+iqt/ahPL/AZzcdHZMxIlMxBQMz8lXf3/ZBX
xs/86lqTeLtgeQjD8VrOXrpJtjSwuOxfQbHPk+U/zKCqk43GrpAMFWpvnjs2doI8vLBUdJtJF6on
3tyR9fSjR8Kn4VjJTW51YWueK9Jokq3piZQHKSR9aWVH+cnmQEdWh4+2TJ8ukwi7AMw/kFKjLp61
9ULr7zgfIFAxV61Bf4vyzCJVY58Kko7smB/D49P16rRtcifCHtHUNBuAYSrlu5gUPfhBMDvtIlPp
TZOcGAhHgr6P/iafLiaowWtRRG2VjWM9yM8CIoBx6tEdifaUybrqakbWh5qgrZJrXjU55k0wmt8P
4GOJzo+o+tMXN83YSg2vJnddpLCtwgLtRejZRjXHaQMQvTMIm2UTY3WGDuugdGgCfB0cGW0evGWs
e8ScdP4Fhy6gS9R5RcYjtd1ZN8g1SnIVfEyPbJauRkD0Zck/M0pV3kaWJ5/VsEUWXYXRqcHzD5Ys
sZ40FZonPZkd5Ij+YJvnVqxAgnUcYGmRbL/V4IjnUdZh8oi0FMIF0MLvn8SxWTBZvqiTFwNKVDqC
lMCSoLCzhszhTcxU/cS6f+Rgp30sIp+etV/oBhYsLuGJ0F8XaCnhtnv6sjGRJuqKKS/bziz3apM5
B98r6l0U40EEwRtgfsuGRcDCdmKvPjZeJ+uW18cIE0yj473lnLz9nYXkrffzE9HxsYc5WbMkQxiB
3Ln9uZTv6XehdivLhu1zqpHK14uuPImFy8bR0k7QusGPCmoK0HrLfaPKy380EORpvFv5cZSjWj43
LBg/mmz/KAHYqmX7EjXBicF2rI2gPIlhMQN7gzrIXKQnlVEHaPrjtNkFsUZE551Z9nAYRG/OYNIv
VA250Pf3dmQlkcf39WkE5rB/8txRO7yJd3X8lAYn8sjjs/liG5QnK5RlUhsvcj7XVXZhMkIO0cwr
eGC9pTGciPuPfffx3z99d8Ov6jxJx+8uoRywVn6YnNgAj33yZOoXkELMIuaTR4pdFd608oleX0em
gTyJRGq6u8aOpPDB0QIAdK8s0H3DNPz+ZR6Zw/JkDhdl67qSyqfrpjejGYmjgu1ff//Zx17oZAIj
mercYPzmNg5cGR/XyAxIri1tjqT1+0t8/XCEPZnFXuy4QxMhNNJUbPiCor4BCOOV3OH3n//1/i/s
yTz2k3ZwARKnewPhvisPzkwxTXWrNcAO6VRoMVBZe+0IrUOqQmX9/qpfB5/oQ34dpV6EDG7QknRf
+/VLGgqdjLiI12EE7CINaxwoEI6/v9SRRUTYk9ls1HWKD2oI9riiwgv5bogxis+lq+5OzE6V0o69
pcnMznzfyugJG+wrkRKkJ7kP0Te3XgITZW4Gy+BUP+SvR5ywJ9M76nxbEU4JFBeLAa6nyL83uzOp
xyJYPjZediKP8vVcF/ZkruexFGka6tt9I1v+Xc6LP3Ps1Nl8/0q+npLCnkx4zw1c282KYK+5q8a/
DZqDnJ2Ykcc+ejLbqetXkqNFwV6CmBqbHfTiZV6c2FGPzZXJdG9NIjql4anE9zDrE/xtcOcUAI/z
AWzuqXX2yFWsyYzXRdAglh2fPeWtZl28UfsI6J3hzDqQJ+/fv4Jjs8KazPveUqqmj7hKAHGsWAQN
DSpgWczwJdbSzsHIkZ9YwY7dz2Suh34V0iSaKyGzxqdAwhIvs1UuIfAXNMw4cUNHXrw1meU2PYCd
MIWy2dsPTfQURSUwktfvH9axzx7//dOeWsW67XR+HAOSuGzwHkMp9yr/xOM5MqM/ktefPhw7XClU
RP57bQ8yv8buR6b5Us6XWnpiBTwyma3JZNaqummahCvU1T1UONySJ776secymQ99klmZ10oYSIYO
zvFriX+2OrECHRk15mQWJFLRBqiPwn2gLuCByBA6QOuNto1FDm/wVLvjI8/GnEwDLcr6xBrLIin8
Okk9iGj7/Zg5siOYk1GPzE4rDL8O8VzGDBdSdaZG9h0xrZ6o999f48hRSZiTQS8Uch5W4If71g3A
qhtJ0x8UKanRQbMcKR75vMEdkdZ2GixRJbZLe0jEhojlJawsaaO4TXtibTz2ICdzxNYdr06MLNqX
3UHSzun3dGKQHSkhCHO84qcJUnp9ZOVRHO0zkBo2pVBcEoAEZvWr81jiJ6ZJ2yn50LGbmMyUbFBq
z4rzaB8gwM/N+6o8sYIcGw3qr/dQUzgbPMMO99YgrTVwOQVpf5+GB+apPXUcV38/W4gP6dunp1RH
WiFlCVeoJbonVHBoLh3pZ1VAnhXB4vvxduwupvPd9cnw6+iRAqzotXYTOkgFUDmkw6kW9UdewEcu
+NNdhEbaG0rnUQFX4/uorFBTS0/ff/kjD8iYzHQvEJJdDGG0H16bW+Ul++k8Yg3+/rOPfe3JZK9E
1UT43aN91Rs6PDz1odCkEzmIY997MscrcDl/isBqRGC0x7w3Vt7V91/72EdP5mwnI8nMA5eZRXsP
6oOIP1UNas8QGLS/gwTtRPY/fELjk/v0Ys0sNmq34gnhRKJ5WQ084/t7OLJ9GpMpm+T0pYMIyIip
ENKcJSv50k7OsudT+9Cxz5/MXLsu9cRyGfP0N1VuqfuPDccL3NczFBzf38Kx2rwxCVqbLPU9edT5
1fosviifs0vpmg1D/BBz98nazJ0lcunvr3XkdvTJpTSjTCuRKeE+p48s8qhH904ftUszfAbfX+FY
ZKlPVolSbnGu08xwn7zi9UbsFlmz6EF9Na+cR+Lk769yZMZN+4PbeWrKtFSI9qZH7pFkaFoUJ27g
2EdPF4pMbtG88/1lcrWxSUvTwDnxrY8ETNpknZBj0Rf4fxhMA+qORMLZL5qsgxTZ5ovvH8yxS0yW
i1Q2wUMMTbhvoHnhkwfpYZAYPnU4OfbxkyUjrpOefrpsxnFMleWs99etdyITcWQ10iZLRCyLipaS
fHR7BbKbhjrFonuOb75/LMeiCE38ugB1ua9LVovQg56N3W1zieJi7AZ9qH6Uh+ZH+XLiMuMg/2Ib
1tRfLxPlPviLkJugvxu9Y/qxd8QMjJmy9qmp0LRZnBilRyayNpnIne/Yjo9sco+2AAaXXgEbXLfO
zH/NTu1qx2ayNpnJY/NqDdodW6ZHe1saruD4Yf1bmsWKkj6Mf+tUFerInJv6H/I6Lmm7zGPLKwhT
0qZmJfz+jRwZsFP3QyAr3eDkZMEbCZQbbZWlpxRQ1vcffuxrT+azaKV6sHFAn1eQ32S2BUe5/vjk
/3jt/o/7nl7+OWTKf/8n//+aglXzXa+a/O+/b9OY//5z/Jv//p1f/+Lfe/+1SMv0ZzX9rV/+iA/+
68KL5+r5l//BPetX/VX9XvTX72UdVR8X4CuOv/n/+sPf3j8+5bbP3v/1+2taJ9jTrt9dP01+/+tH
27d//T6eUv7j88f/9bOL55g/WxXvyav327r2n5Pn6Z+9P5fVv36XdOUPQ9FM2bQ1XBumGJeK9v3P
H2l/GDKGbdMSumGLD1F7khaV96/f9T9weJjk/wzbtG2s07ytMq3HH6l/KKpsKbIsFMuWLcNWfv+v
L/jLK/qfV/YbIpHL1E+qkr/+kDf+z+zXDVKkiq7KgILh4mALVn9dBfJKUcOcVo+wRZ0m3NbSWMyl
58eI/y/DBnOGWkChVyMdCXPr5+2TKDyN+VuF6cJyGgdsYde3/gLuE3tElspxB6EbRp1u9YoGLQuU
qR9UY8MSfWhhtqhw2ODzYOn1Q+xh86we3SW9gre2Kjz3UJTgAlfC0lz6aWYVdEJHhdg8NjEcFJoC
DdI2bYvyp22V8X2TxejGAieraFZpOhi/miJOadYY1/SZ0PpSws4a1DSdLx3P6eieoRi7tmyQM/Hw
iyeGmlchq7WMq5wS1JXhhk28ifs0eAulPr8OZTuEWcvhc+Y2Xg4/oDKhmXRwLy9MXDmbVhY0Uwi8
HLKeilppkVgpKNhU9R4rMFPXuoighMS0z1LPNUdhbfIHpInztNS1uzyyG1w4oQQww26l+E1RHSO+
p2udYd2X4N3yhSNpBroOpRG3TRJ3QJZNk3KJPOj1iDJsaKlQwacFqQR5sJhZumr4l3Ls4jYP7TCm
IVosat6i13QYBIN6rN+VXhzzrMOBhjpJQf7X9tx8p6lW/qbCSvDncg9+dUU/CAuJeBCNPAwHxcIy
s4f0Iq5buhgqQVnWOyGLDtxmFg3xzlccmEbGUIOOqGIDFI1j6+EhyYC/QVkyYhgHcRLQutdLqjfP
7tTivMY8C1gjFgUd1iWLlg2t9mZ4Cf4hwzT6ey2Q3IdIbmkpE1qQ/pdqpgG+o2MAIFwR2zUY6awt
QW1msqxiic+1dzehQ+ohzEtNWXm+pNgyWOQuuKtKUSJT6RK4A1IsyAOpNc92lhhkJRTPCPBF2SYw
ujLKauPaNDN8ifQSl7e2qbtAwDqzo82AZ4DfiMzc9W6LlM67lDqUvu3wMzPP5vjds8cikUlPuoXb
vaipZ9FcDop9SV/7vniM805ZdHlR0QMuNqwr4NCpBEttiOIrpcpcaHXo66StFmntz6LCJgDXI/C8
59FfC1ZFcQTwp1IuYKb3Cl0LhKkjBh+wTTirJI6lfFaUuJ3m8dDBzNWrKKjB+HgVzT/MBPZrXua0
wwsD1w3W6Or8RzkxvHeaaUP8TXBAcrAy8FvT20G0Me9KAN7S3eSKVotatxJRDnS7DxnvC9/UBno6
gv+06AMEYg3AeAsBXWps7SfAFjYaJajgYUKwVctzA2/ns6mUpPVaTRQ3YSuoKXqiULO5JkXgQZLa
1vJ97aXAe9Q4I18tuTLi8CZV6x1StzSjM6bhrhQ1k/1NJyXxuguoUy68SG6uhjR3HjPPLTBORZV1
EculUyxY+arbqIi9mLY0Irx1XRuJSqN25oMby/Z1VkXqpdxLxT4QA4GDa9TQQaUIZB9ZsBTWfRy3
ZFi8GiRSWubGD1ZI/8Guyu7Z0XvL2lp2jUSWlTqng3vnF/3cCZ3k0Fp0HYKCqDI3XVKnl32UKQIQ
Ze1oc8A/FDvlQtXU+SCRs2WItnTZsNSwJtsSJOYG3B7dkL0e5eUucuoOJW5bI/gSjVUB9/Mb2IH/
+w386O78y45+ALVd1cX7b/vnrPxtVSdvzxVb5/8HOzqEke+29FtalsKM8Mvq+ZdA4OPP/tzSDeMP
w7IN1TJkRTY1dVRX/bmj6+ofmi6bimkzQ1RdsDX/9teGrql/sJEbhonBjMKlNn6LvzZ0obOjs5Pb
+AI0ogH9f7Of/5ru4tMF0YRmC0UDNEp5bXIgbBxXJJEOwUrNinLVajCnPcVWxmYy+rplEJ+og/8a
Tf55PUuXuTOiHEtMM1WqUdqJDbd8GYc5pRJahg4LS3KdU0q2SVz/14WsMeQR4KTNqR5BDXIrlSzV
QjPUgV0M8rqM1rnm06LWhZ1MaUjCJmTAMWZrCg1H2UWhLTLcbEhLToTQv8bnfBdNMdA58Xg1S+dR
T/L9muZbqqbTPNuTh3Bj5Yp7awQWnaP7gaPap+H3V8D2OUD79cz0cS2LF2mCyjCxO0+T/h0Aqxx8
qb2su07igJbLl5UO4r5q7PhBIV46S7zBv5TU5lT+d5Kp//PSjFgCTY0A1dIm5+dA9kJdMRobCqrS
nsOD8K449RZ7o005HSqNjO7BUgwauDhNefB4zusIKMNt2enI/uXMcOj8ksZ33z+QiTDzr69lyQTI
QiiyOtW3KVkSNJKm20s9zbOVFXrmJhE9PIheBSoGtA0nMW0KRQH+SqJfB/QjKTmj/aWx6DWH7ojf
f5+/zThNsQjQCfGFZTMWJof1hO7urV6NRJ6hJzEVhLmBpyIo8Ie0cdtuU9cdohPX/NusG6/JXKeV
JhNetiZvporj3lAHek6mXV6dRxFWXiOBTfn9nf1t6BmWkM1xqZNN1WQM/noyoD1AaUl+py9NLyvE
Ra00lQegNCTuLDwpfu2kOLS3jZqY2SYNY1pjf399smC/ZCZMwaJiw2Bi+NmaMMVUJknsl+P7UFD4
drIh6Jgb0o1jJkxVVuf4JernRrXkH92AoC+nP9edFsrK/6XuzJYjR5Is+yv9A0gBDIAB9uo73bkv
QQZfIGQEA4Z9M6xfPweVVTMVOd3VXW8zIiUpJZmRycXdDWqqV89pr9WsGpRQXV19sOSQf+XxurKZ
68JHV2gn/XLAselAZEw6IIKRZEDBVqulxV0pZH43plCtYHV783NOhdC8zKGRDwKRTbApvFj88ko1
mTurK3obzAWL1C8pNJoaNe7UMAsNy372oT/NLU3LwOTsvVo661rwWiIEUtIMTIK8lhpmi2BDXSdM
3cze6jPIstJfQHAKI819miUJv+IZz04jfQSIpbDd8ViJTsNPtaoGj0jX+FLeNUwGv7lVkADunVb2
xtQVjfosoCJDt8dah45729ZWwEKJLlHcVnbGxmTXgTze1Y6ADM1GvuP9YpvLm5+GFpDUabG7vLvX
jbP8KuZaVNC6Cv2jseOJYlX7nr3vwpwEUTgm7OvgpjXOhk8lSYZxNuJ99AL6SWWkl/dEmM5i1bXH
sMlBwrZSO9bme+YpZTg1Cpqi02Sn38fFmrxd5dkrn18ELpleZ0WQCFjOIRpT9r42Y93EVLANh+Gm
aNxEXezEbQ3CM5WSBrcUaLZ0EYD7Fsum2O8ApxdHGQ2edap9YeEBEf18Y4LRw+fbiXxT65oFadYx
fNAvUZ2fct6W9HVgSrI72RmcLa7boIJG7YMcZ646pmFRJYdfbaU0ICCORXm2C7+aAgKgOejBIGvd
78JFWMhPLUd9r327QjNOEYp50IlSwst60PbnolpF25nbVPk010nkXPygc9RNFQiVBEdenikF6gvw
4rXntzcdY6p5iAz22IXU0BVng8XySsMQYRnxCTnAWzmEiCu4nl/vmUkNHqdkYcZtM0W864xnaPGF
acDqauWPxCb6zIvQI1tJds7yCe4dNOyVIsTTHruVpVh+n7qBLGMQipoffJkVGGPFasu+6mqjj4uf
S7YBuhyHeTdxI9siy4B61npp8uwE67LtPFfjjsrez3aN78bAxBMlAeKHMj1GzbRWvTI37I6z+tbi
DpyyfOeYvLkFvUleJSl1f8VRavGzeKoBb9bkngHcuOQfidvJ+aiarE0PywQ4lTU1TS5ZOKm4dBLK
80baZv5K+ctHFrkQNCgRHPHG21Wa61mXpXMx6IwrNl0VGqplDJYcT3neDe+JWwre4EMwxp9TGY8d
O/FTRJvBAf55HMKRxkDgZPmeKmiyjmpadMr0o5ZYkr26o2EQV3ibFne0J3ZS4Iet5xjuJggqERJQ
1112djGSLZmCeBInNphA8fo52ucsKLVLOtjUEp/NKowomwDtYMdCHpsgPeyTfR7xm92WGfhF2Fso
TOQQJsGmyUdkl1zgkF/miR2+LXGS3OaiZ1uvrhNUdzkkwmEHUD5i1RfU8s888sTVmBBh4PHlOdfV
ott3nWaue8yXEI2b7xrrl1UNMbfydsa41sSpMpvOamOQmrHDYv6YusN1nlEfsK4YNPZpadDE75Ii
9mVK+iv2gbbMCYTRLS8afGnhN9lTKWPro+MafAe6Hb2ZtTiICrKK+x69JpWaXVt5ybfQWfxuH4lw
PciirK6ecoCPbJnoKAIbuoQG3rDjpDM2rtywjYyn4nlBAeVfi8Xlvhoba4h2kNlYgq2TmqVzN6rr
/NARap+OYTmo/nrw/HA6WjLgvqYy6Ef7rszz13LIBf2buR3oJcZjcMxn1/riWFaIT6LYIgmvhftT
ZZTHW0plRhlOYnCPx7Y7ICFXDcjX0nPLPcewYy5JCXf71E4LjhtihZ17tQSFrs6s+SGts4TguNkE
i/ay42j5bQDsoER+JnphCXyNdbmg7Kpcfe3WlvmCW1fWj4vLottKQAoeWqlYpywBZ/bXktvqTR2O
IVQkL2LnqOUvT0Ciegx/yGYMzO0y/WX5NbwH+MTIzoLaDy/069vwxk68YLEgTjatAwZpyE19mdol
Qf6aTAP8uBo2b2FqECLdMINWt7nIbvq8h3OZcPqxD5RHsK/TEE70MNaJi/WNxfpNKkt+xCxK1VW5
2HDPDCHg64p6AyxSVyU2rnvdzXc0YGr7MkeNn7waK2+r68Yj7HdbLZmGNpwrq92NpD0XaEBV3JXi
jv3ZEcggoGrD2nriFNnJM+6ocHO2Jh0Qo7kaYqwpvBZoVDSxUshvM06DEDiC6Z03nhRmwG2kAnlh
SleTv8zt3Ezndkx0/+b6wl/bdYNrmJFMIjxmmVNcgRJv0a2NjZl/zEEXlHeOjFlOM7XF+hs9qWpk
W6+nKQT0vE76uzrN7Wg38rZ9bWuee9tmdEs8PkGSY8Gb0vGpbZd4fjHaL6ebIWsi674USXcfwGUE
d9A47AhWheXfWG2UzztKhdxCvlQk8ZOyrBi9w1I0120lldmJqWXVfxnqPD2zzh93PyIxNtE+yCfd
vbU1K5/Ql71yvJeN191HQV7o772TRK8JbZD0lMN+p3dFVMdnD1hCYnA1H/nXCsAV6LnMjpNDCACW
0jCRj8aZ+D1PPUqDg505MdxPbL53c6vwqHVLHXN81SpmhN8YvApOO+dvuo5o4/lOx5kSRRE8ZR/R
FXIPaiIoGDKMLDBzNmScalCwSeegVj+8JB1epmwo5b6zVHjPJ198Qk/TKAmtTm/zSc4/4VgsD6pO
kU9aES2ntNHEE5dkaW7TiF7XJZ7SKf/yhip+NEou8cbAeK+vx37VIdkDDyQiaNr6BEJFzddnQU4V
wk/ufB9LI9kISgrTPnW+tm9SGQIrMJbHaN9pRWtAbhrYt1rkOMNzlw7qpqab9ZDYw4pH8gPu5joO
Xm0ML9be5CFO2sDNfAH1SfnsTYZ221z5M8/2/TAHtOTSQoGkbhPOAnafWjZ16Bxh8wpiu053GOes
cDdw1I2IyjlmNiIY8BGUYZTkpyzFQrCL6URgrxXEBDnrXf0tz0peXbK647PVuwhQIUxkv5wwdlAT
zgVrt0O4vKU93S0IvmMGHclostW8QnxDsZ3aLzIJ2o+qml3gMkY4bwgcdLkN9KI/uarV5iZeqM4G
vIxj0D4ov4IwOZRRRi+1maR55f3QhT8zj42D77bdiP6K2hH41r6NhphCNYXTmO6Kzkv9KzlFakQN
FCh/PiW5r6sPSqPqtkzJtLAC70KjLrzcVU8QYqW+uPiqHGA2s6Iz7xRlFB2XkG0TDrRc+HQKc+ps
xTOyjO0vX9RhDgsyiPhVm9wW6MdZhNL9MNL0yxL4LGPfv1gMQYpbRbkKgl20eG8KF4GunidEAa01
Zy/YzyeX5WIXq5k7e3m49alfq72khaH3gZNLYBezQYBmOxAzZYSO5eBjCmj440XNPr7lTZga6jb6
sn1SL2izO3U98wtUUHwnu9+0fgA00C6j4jT7WZodwdRlHL9F4SLsS/xgR7vWfY8ZpnznYeMZgNlR
DvlRcw3ZZnUyvAdeOrDP669SiLBL1LxiXmBrFvHE08T1Sg2JJg9ac6AT3+ldWaWMPpoQO2vcWOwQ
xNUqP1AAhx5KQ5D5OOcpmILKnQccflHOUzmzO8eBMKNMvKvtJvhh8z7BFVDzKQf+Tkt+I1Q+8YCK
F/SFgqfZTz+pFKOSQEXbsvXdEajk0lNX1okA11h3wQPWmqw+zcqEMGADx7y6M1ORQzWukgA/SwK5
dQveTdWYDMs+7ivny1QlEbaqtHGoVVOq0pNAwjOzomAW+2wsy/tOt8/1ThGf41ttdPDLFyk/ATj9
Gdpvqpz73q9X/mqW8P5YvFpe92GdrQT0ONVXM4HGX063em47N0FUGseNSo6uN4lXo4JpxExn9ejH
5lXrsxRJcL1UDs5rTHsFIhTl9tziR2eUN4ykkKkUJmTcYDKvE7Df7A6IS8jxMOwHr6nXEcgyIEUb
9epgtdnSm5SAMr2wCOFtBj+wMG3xxY9O4FjJQQABt/YJF2N7EzuZfqUVosO9NflcYvMq5h3V0FL2
dhET5w83dVZHxwL+52jKfvg+pJntbstxWD7LKR3UjrcqFPV5TuEWNZ1YwhWoqt3jbGw6gG5b9t1J
lKLJfxa+jMsfdh5O+ZX0W9s/aTB/1kmnUkQonaiuD6WPbeOO80kOW5+/ARjdZMPf4Wf/1nz6f9je
rr/KJ9N+fRn62/8/NLXXta//ek799MHw9z/uk6+Wjv1H+fM/bpKmZ23+9w73+t/4x9Ba/mGHdJBD
V1DqeHLdx/uzxW358g+PJ660Xd/xpaDz9I8Od/AHfUIV2F6ofNtRPo2wv3e4PflHQF/cC2RoS8m/
7v47LW5m07+1hRhRC+VTSPNFbMehQSV+b0x5PKh0Ug76qBe3OwVj8srXPDSoF4MEBSd7tSiqljne
547RPIgeTTZdljIKD+GAqirnn/TtDA0xLdZ7g/vuj6sFes2xlyERraS4eMVyjuBDc3F/YifnfWzz
X17tbfHSXnppneOptFe6J3zAKf3Zg+AeAXThix02DqXvnuvWm9LLN+XUarv+n5QL0I45HqOuKf4s
OgjUSbAA7vcAiw1u8Lk43Rf9NAviKbGVBjXantKKm7AH1al3bzmP3xNbnCofcGwaRTHwyYTFAbfd
ao99iBwt6A5Yw3KzzEDj0zy7aSeP9DH171Yl6a+QmTVGaJ4asd+85XXxrqpiXzpYNnqXojKNzvMQ
HEhiT/vCZJ+236pjEbkUH5zKf35bydoyaRv/mA8l7as0flHW3VS798uCnH0Iq/dxlrc6niC1muSn
RnMQe3wn3LKqHchWJqzG/lboob73mtVFSoWJMjrsKFUgpwfpz4gtNZQnn2jsSbQ1kIvHur/1KucV
6+4OEsr7wFgYP5Re0wMg3Qr9OS6o0EMY75Fo6/2cU0B2kbzt0FanFP77oszvLYUVdeT3JHxeozD0
N37fP3DBvs9soHcpCwLbTK1NW1r+R0HmDfzyNcZQc+bxPTcYIoogfEOfva3yHsL9IC3eKT0JoIWO
s/c9oK4KYE8zay3pGVXJZ9RN8wWCd80TSFh7NXvZWVe0JlWABmyZvQfJ2j+VUb9NyAWc244jMom0
eSTJZA7l5IotTfB1+kfLqiNuEXStt8u0nPZMGsCQMhFALjegMet4ppc8wS3Vm71v991zNPPbKRu3
27cGQyIfZrzvtq42pRed0xaWLr64I20hiEaee7TyAQZxYQDywMrwNW/NnPsnIife7NJf1xggfAEM
dLm20deBn1y+L/gAd6VPyhfCuuNlj/Qu7gObV1834Eid2zlOefRk/8269e8tdz7/9KRtG2KO57PN
xQzi98+/RPjnxUz+j2HOJsG6nz+n8uQnGSohL/9vJlx/mTz9/atBLvdBuNicOX/5akPvOJalo/gY
hBXW0Fgdmckcrap8wweyRNnt6I9bY4aKN2T39k/n9H8y/flLBPDvX5xDVfoh6QF+3t9/1LJw3Kry
Bd61LPtEIVftpLXyWrlWL9TBf74QtNtUlF+Tj7i2luDwr7+F3yOOf34Hjm1zpHPS2pAofv8O6M17
ReM78TEbhhtPFNexlldYg8gI5dgLs//m1x2s85J/yiOtL24gBM8LYk6Bz8/8+9crXbtrB+6DhEfQ
ippWbvWMzuXO1Hzk29GgP+/Us5ehnNP++C31MK/Vn6JpT7kfQ79mJhWt6Ofy4nveN1VZu6K/NOnw
LawQaorsxCTotlCgHH9aJkdRmptdMNd7Z+E8Knv3oWSmv/YBr4g6f6Rjd2XF3SVa0QjkluxQf3Fr
CXfk0t6nHJRl7TrXc1O1W75xVsQGg7jIwVQLeg/H8Efjquci5tSkgGoBFnLZH4i4BE37lnbISD0e
Yce6dx6053WbXLHvywUUodK8fBMNx2covmVz+KwX+9vcEHVK2vBWEK2CnadxhvaHqqa3TWJj+7fX
/d+qlojy8b+/FkC/JQH+ZwXV8ataI3PdX/9T/w9G/sSatfuva6mX5fMr+7/jAeu/9GfxFLh/MJMM
ZMAE2F4H+ozV/qydfP8PsnxULkztbFetZdD/Lp78P3z+BkM2AgBrUcPn/B/xAOoqPvsqlBKIqM1A
7t8pnn7/NEsVkl9S9vq1GQ54XCp+/3SZDnWidtGBF1FCt9cyzXGymvEYB3O2LzshnsfY7e//6Tf0
n5xiv9dr6xeV/NDkIuigOh4yud+/KBsnKki9IDnJvgAe0EDWhr1uJNevyskiLn+wZG8yV8S0aXLd
obHXOSmpf/1d/D7O/PO7EK5kYup4vMjBX7+LcRqbKrfTE32yqwTcfCRgx8SL4PSWxXshlmelxI9/
/UUd+bdq9P8caOvXBbkYCAbpoe34zl+TC+SBrNnyu+poodt96f3uekYOOz8OMOxA4kbu9CBNTx87
kq3/M6lq5lYNF9lt4KCz3mTpNP8gLTZ674iexSvdyno8JeniypdJlykL7y6Zsx0PyrI9aT8V+ZOf
yV5c04nD09sghHHrorwdVNtzuLiKwYDVy3sm7bdNl7mwWBx7EruKymi8RElmttbcu68lbLKtj8mV
QAXn0o7XrkmvykK5+TalZkMlG3MLXtsC683aNjFg3VxkL1Lp8isjWQ4m0fK2cSevFqS3KBvH+Isn
e0Sd4eYnNmH8HZgYRbWV3deqv1ejfs1mgxo+N9YD+tSopsVunpiuNlczA9M78hZUKRQAv3KrABM4
lE/gO+UTRaZ1imqSq8J2Vlc0XyQNUsESY5kdg2b+W6v/TjYLHHdt9d+dpv1kQPFm5S4MyUKKo6pd
mxYa+TsxZxR/TDyYpJh8E4cWDoRBFFBeJSxFAp3y08zhOS6QfTTwy7dyccqvmhLiRzjUNSacabAf
h9h7LYK03SvLvUx+3aeH0ZJK7pNm4u5c0mE89UQr2XXty+rOC+JmOxdDc3Qaa/5amtp0XCqkNwEG
HpxsN6s6zu/7yeqyrQ2h/g51gv+ryn1MITJvsvTCHx7vRtf4mBz1bHhRZum9TXqG7KzDPg3OKujH
4E4z21Rbk2UTWNaqpPXRTg6hOJSNRfMokmVsn3xeqOmUZ0P82SurG26aJuhol5RKnCVjYsBkClfQ
3vBBC3G6ziwKLhO1+omd0eDGmrgcbH3y5v0lxsj+zEp+/6iztMApaDHNAVvZazSDyPr2mitgi5o3
4Qmvw1SUx4BQpL+BShk8Cupd9xQg+iivuMGAsMraxvmhpqB/yZdytmnYWUDg8CWFDlnQwbe3ztDn
NE0rnsQl6D1H3nljOKe4IL2EHnNY6MXfeV6GKIn38ciGrtPSFdmUdGYPkcgMgV6qunw/66p+zIxX
+ztBPvQ94Ghd/ct1zj3NqlPn6CUa765klf+KC7dTPw8GhQEQ4JleRpFnLfLG3pR0SYZY4GFsyXVs
h86C15uGWpaHyaRVvHd6tp3OuKX086isUtGHtujTFQWHyi73ZAzmIk1WAQBTJOS9YAnmg0ssA/eo
bKqtNsRFN2wlhP0ZV0ZhX9mQMvi5YH7dBXhx8bjQdYZrXbhhtA/tVJg96Qk0sW0ovfl72mvZXY9D
pV4mmbn5EzZjlRPoFOFzU0Yj3jXpPnHzn2idl/2U71xaQPyOdeKL3UiKOPvOBxpVWpwJH5C32wzt
IZktnW66VofqVGRueQMEF5tcnIo555BPO/nU11Yjf2TCnpG9F/MUnHk6uu3eY2RZXJTtdURMAjqE
MXHrYkf8W+Q7WShneF4jyT+IH9T60rbrTZJ12HLZkB8TyDhn047sFavlkObjeHG7Uj/6UzH6AI1D
nMceaQF9ID1a/lgYXM670mZEwG8ywXpk2rl/mVO/JdmWiv6pK7OQaxEBAfuK4VrGYAjsQXnhQ+tG
12PCVHLPdHh59CYzEi9ufOYEppxUdSumYiVeKzGeGwcv7s4Tc/uliAy0O3r4yKIa3x+O3Fz8ZTdz
AP2wB6/PjkMi6+e59ZziZy18eetnQ4NdNTct6m7pjsGejsvwISYkuuc2LQ1tceRgZOZdzJxZUKz2
xBFq987JCSVtpzkofgRurh4qJ+g6BuNKT9uaRBlGw2D6QGRdm82MI21vAUJAw00saBMEofXsO4u4
t0ou8RvtaUS1YVFoVIEMZVA0zEGzQegsd9U0IvMbOkVMNyYNeR66zG+PbYwy8CFvORNunDobl5s2
iipcc3WsEzIsCdp1IbvkLpjHMj9aTUA1Xc5kEraddEl+zyb1vNusBSG98fG13Gd+Xt9ZpgJYUtU1
e/DkUVC5objMxo2YeOPsIInyq7YqgUoHcAuhDeNPzUg0Yo7udGq31+1QtfG9mRPUYUSYwXfxjbxz
bsZ3IsfLvLGSPD/7ha29TWu6N69aMFAWLItXMc8vlG+mfMMdO8G5Uaa5yKEF+e4PSfWcxm6N7A9i
1qHqO/G9DFTz0fSMEmmoO42zX4KO7D3CuPDR9DjUVjP8fe7a10I4LcHlth5eVSpQZdPRsPQBnVj/
kuGHuidB0COmYUHgvh+jzOEdrkP7OHqFLneN7GzvaI0zIAJhzXPOOKEn+5T4c3/L83QtfAYpgktG
8Cs6NM1MqGKM7VIdvWxqOyxB0bKSh/Kffs6TAhXtUpRHnxMGXKXHbulVSyi2vdhh2enzVPsz/9DA
Qg8zscts7kO3jTNPj0zpkvYShm2mD+PAzvHByzzEYZVnqmM1e0hS09xp25sKZ9cCML8No4uiCuyu
OhTt1AWeV/3sJ3u4DlNrnk59O6phxz6Ef8MTe1T7puuDjzozut7N3UJryMmdBaGoSaIvAKt2cemT
ar2nNY7fHWRLd++QpSoeOR6c8StF94iviwZbfBrotfU70VPAsibB0jgPnjhfM1ogfjI5fpUDye6h
64cfJvDvdO1Yl6oP2z2k7fCdkTb3cefVeO5e+ZY523WA/Ez0qLkVsxNG9oTDHXMeiTqdHNM5qM8a
IhqSAay9pa3PI9G2SmCqua7T6yXvwo+wX5fWGAn8ElpF52zU5RWLz96JYRzOFMO0r2rGemNZxrl1
y8x8yaBA5AQf8cVSefY9JriJap5B8aUGDxZsaU9l12yKOj+NLpqz5ZLbrFXDkzpx44NQafLO7N9+
IU7/OLahIOuWEfUqImqE0RkeF4VazenLQ1Pn15HrvlfrzDsv1k+cVRNuy0yH/kiJUzojKEi9jpxW
YuIj6Ylz0w32qY/jYDdLm3J/MPNJ2ya5BMZJ95a0im2grHSf0C27zcPijjKo2pnVie7Z4WNrMiqA
bnSOMsaKJtRNw0CFO3Z29p3ymOm4PszIY3dhXp76grSB51+8HtNx741voeth3E5GsykrfAkgRpKN
V3Tp3p1adUP+pj8QOhlOHA+/WL3IjkzW3juMzSZOo5MdqG92U6iNnNP95AzVXRaBE2Tx/8yfoWXa
tTVer+ytijmd2cISx2wG9+aT59HdoVPFAwUyxgbLfogg3xIb8U8x+xuIRvBI47hKz4Sq6DobQo1x
TRzCn9dVKTJsiin0OarQ7SQF6mYHKJg2lXXDKxhtG+mkjzTAWSNohK85rkaIpUCxSMOO7ZaPEnEa
YuKHsnWYW9b1PYX7lG7MwFaHI0xP7Wf5H8bR40U0pXyG7CI/0qXUtwQO3v1l8O9dnRuGXHa0r6sg
P9OtvRduP9F5jp4dn15nNLByxO2OhaHgLWAI3rZhceIWZD5qxyuv/EIedQHTr/Ir/+xaAYmgESbo
kC3HRucb5JLfRS+dHd3nnWzF0TLW6p+t30zJkjTrOAqZ9FIf6zZzt0KYm2VKrxw9JeRyNHpE1NND
jZ4xg8rkeiAllP0zJGPS0e9EXK5PtdM/163kQcd/69xBlN8GXnEr5UCLOnReqVxma0OrM92zXSXf
TBt8S9nE2E9YuH0cR0eM7tO+R4THY4idm563+WwusLNwlwgsrux3uY9eUVQXEXoP8xI8ko/sj8Ui
5K0cy/DTH8mcjHIOsFY3F96j/bNss2sCxdd1GZXX7CiRz09vStdDGJjVxL/Yvt4Qr0DqYTJ55YPG
3ruoJ3LUqj0spF27jAcWWwqexxm2BrZWxrOn2qPneY+WmI9ZMpSnDmPwhe204MdMl/wtHAfMoy7K
DLdW+dtcBuJWs8la7+GQe7da9xHq5JYtvEI6Dzlpgr0VTQ4wJ3ch0JwgfXK68mgts/szcpPkW5FQ
S5H+CK/7knSVpezsEOFEyYcCiYOq6zNp1nNls1dFkdQ/1BhIz6Nenm1lhSebBOv3ySGlIFtaAHVQ
sWU+BOZArO3swewGO2ol5zIT7qlmxLoPSKRuqzHCBFfNuvhYavuJvrz33Ls87saQ5kHE6Y+BTz63
gRM/Dik7xkWWU/SKIN9FtkGq7CbVbs6ib6loLw0gg8NcpIHPYHjEoy4JVjHUNPJ7LGR0s3CAX1x4
pdkOpQI6X5XcFH2bHJjHHEdemq09VtOm0q69D2S/qxwcsZm2Wh7KhBAXt3TuSIxz1Fe0LUVlRcdE
ZaSQei8hfuSAInXwtZ6dmWTiBtz58BGo2Dykce3eAeShC+gh3/LQoly8mYU8M6UXLpzJzp8n6zla
0jJD9V76n0EwPajEqA9yn4vmcokTLb0ddR02q1oX/1/f9FeOtM8VHx4Kcljpk7Ltrc0w5zXgZb4B
rM7gJTAl1oW6hz8dMJWZ3Lg4OLPVH5tQYur1Y/NcpjlMftQS5DRXyUvmERqlGljohT+2vUTDW+Ba
rJqQcBNti81A5+DOdQd5KmxG37PPlaDAYHrRmmBXM5lfXU/5wOaTjdoxQseozXjtVuRJsibpbopE
/ugZFrMGhmPMeKfSdo9LnR6mnEvhph5atY/UUp9xxIlzXvJ27bAeEq4sm2KimeAyxh8HhmtP2h+m
rkY/RIjhHgNA6NLeJadIlnCyyZI+JmaIVbKvyXJ6uIQkp8Mqimkl6tW2EwQgkSDg89gkjd/13JgJ
6sTbkTw++ueFBb8O/nYu9BqMRlb3GaqoH5AnWrnvxbtpMlruPWuRdXhgwko29Vx2KEzdQ2piohE/
nNGJ1b3XNS9mLLthn4jEZ8SeLvyp8Ga07Z4VGNsf2p5YE+vimzxXUIe4JyXVELwRZxJF+5H1aemX
p6kOOmlWQUMbUiAlbZkgA2XQ4U7HZfEdUqiDdAtmYU1PZmNhVNOBDzmTnOrcFD3vMthLTQDbTK51
0H9LBaZkx+ShcvLqPe5qCOSNJwiEE6vYhHkbHgj/OGiFcbt0Xtxt66g9qkL84KFrtorx0FNLLz7Z
VKww7b3Emg+w+0eyCyyk+qr6VdVDfYDWilEvaF7WueMSkjMaZXXXwnpLG6jBKcYLjKVEWoYlheFf
YSZuOAM27H6438kTt/tmWjv7pOkIwjb9qQUMQOLKGZwVPT+utzH7rfC74sxHsT3EmuBk4hbWDTYR
7ow9qbdqBKsEST/cmMomIT76VrNTRl7axUuIxzc2nyemcCjZeZIYaR6SvnP5cbqpfg2XtEJ2btrY
3XQTbt+obrg7TY6V3qlyzr47VpRuTSSzQ+MFbCu3DYBdMOpkPZnhMrXexER9851FxxIgfOzRkZgb
zf13IdnB4qobUEs4qmburJU++omIh109B+6rZg033TFt1mfBS7sjyAS7NWTJl6hF/mIT4tkkup2u
m26UWA/m26nzsqt1268p5CadBTnndjh4BSFrYht7Pc3NlVt2I/YLlncjRNAP3jJGp6pr47syas2L
pe2t1ebUGvmibzOHW8eGcvWXw/pCtulGlj9bMzjXloX0JiFWzFKuv+s4hg5jrm/GsLAOrePuWscu
z7nO86MaKG0BpeC/SHqfVhbmtODR9tlTtxt2qGOo0U+NO8kP4o4NctLcveoGCd13jJ1jKa3+3CXi
tXZVfeX0BJxow77IYrmZfWLha7SlPdpp8+COHY/5fnGv7WX4RdalZJQXV1cm8BowlWF35XnzKS2d
6aEa43Cb8FG/00kjr5JMiWMt65ndjaqS0ylwXeum7/qo3400Mu6jMSB9QBDGfaVFE+1ZZmpOVlEW
zOvtYGeROiVkFUTP1IrplZQJb3phVffNIB4JUQykF7Liofpf3J3HcuTIlqZfaHANyiG2EKGpmVQb
tySZhNbKgaefL/J229xus7aZnt3MompRVawMRiDcz/mlb7oMPPLKAmsG3osmo4ny6qXWEqfaZVaW
hC5N6qj6r8pnjZrxBIQzdW+cFLk3s/YmTya9W/vSphk0tq+dzIucaBUuBo2uiJy2Bjqdp1Afcn6/
ue9ptm6WEcns/K4Lt33ZCn5E5D4ZwO5fIbZYyKDT6COpJubh3p+7J/w0fbCsxM37WUoBQGoYfcB5
QJsJ0sS9nRJgki+GsauouW0dvOX+OH5Our0GC2DtIZ8algOt2iKh5IIQze6+c1YM+mETmsN0ke5H
KnJubajKYBpluYPQ5/Av1umVjf0qLk//KTVf/+rODeo/9APqXPTomaLcDT8GGga3HW5XVuwLvKD7
DLahYsGG/zE6gJKhSNSLqAuyzotpZEfqSjLMleIuTNMu1kYK7w2Q6Hkx+pNEmStDH/36y6rXG++u
S79yqXUhzVT2flBddzIkRYIjHkys5yy/RIQb3+bW/yQDQzJocS2iRlbzE3rlx1VP+pAGmjVaaYW5
kc1GseeoXfUBjBL1gkojWZMdVH0Z57n9BuFAL+nWOUG/MuQbwALMcdzAXibdfdfM5qUaxu0gledF
Zj2iet7q5thjn0TIIKY7lVhOYHmlsQeo81/Wq0vA7cWfScn63srscu86BmMIs/ZXiyp6V1pafzuX
SkW5PtDoV1P/ic46OZiwIQ+LHN9AoqgH1/B6MNUJLznZOA0CHflkJOse6KGvHwUdTkciUzAwGHSb
YSVb8Oyw9kgWn5avd+2N3eOooSHoO7eOVdalh6GoUJNv43tl9uroV156ASP1orJNrSPyx/ZenyTN
9p0vqBLqCJzQKkT8q7sUoaBOKlgKt0XkOPXWJ5ombV/1RpIGTWNR2YZjdPgGitq+ikI4JzwGXN4V
14KxYtEa0oFicMfR7nCYzket1MjlBb6iB3QZ02dggHpnwjRglG/pOOynS2VU1RmcEbtNZR9wb3i3
Wbrc9HjdQm9JD26qrcexG9R9LrP0UK8yefX+ekf6xivTkGS/dial33Ef0L7XDKQlx2mz0pCtuuFY
cY52ynwCtq5Dmfe/SAB3d2nNu7OY6nad9OlQTN2+r2s4CFs8YDnhiU7FRosjENRwk1Ib+NmZ+Ebx
ExiIiPG5DMXOcf18x4/rHyAI2F/Wv1YYhpD2AMbvHjtdaj0Ck6oNV6Z144xfxzo5TV4nR/HXVFP4
ZDiiUwb+bJNvBov19yR87iz9yjL5wqzoWnficlKvc16xiasLIMgQQjs6FP/l7aWxRBl7Aia8GgSD
8GohuVj/GnvoidSSneunmIgMlxXH7IyQtiAi4Ez900yyekedhvtntaqBu7hREaBmfYtjzXyWuI9O
7iTZnnIryxHQa+JBDiQOFHVGfwlIW6DmuWGEYxYIy2ruj4XHF1O06dX/la9PdWu2PDab8dAI9F2D
q3EBZw09RYiOS16kPeaPtqa8Mkqyha11zMcD5Rjol/0FSksZoKSlbjf3SiubV4P7LTBBk68+NiKe
sym14msLUjwaeLaBmNNn8JdpR7/VEC6aJc/ZygqG7ql5lTrHO4SSf1pL03xca108XhGjB/AdcTLz
oTutf21ZZEJMBzezfIy5vv0wc6s9U4GEeayiuePAuNrSjA39US65ejR982Nw6uId8zNer+Wv78vw
rm9L1a/Gx/bXFIbyjmuFV8SyMor1Y5z77dUoPAdHcGsMDI199bU6Gdzb7Hk8H6ynHuY/0LfBOrBj
eyDUTWafJivRLkZbdqfcsOdLkVvyVapyoqIBbR3CO5fFiX6R53Fym72fUxGMqprvD5BMmFQLfpaC
fjjg4X+a3ioHFfBvxMPko3qhpq2I2eu/5jiU4GBM1ygFitFhUOx2BO9spm2f/TXX6X+NdhVooAx7
VuWfSY0sNyHTNNibp3vjWaGXnHeV1RLJ0G2mZpyJgZ+DnNpzujX/2vjg0xwqKZOsquPJ6NundRq2
Q+lPuH0wTO6S3nLznQOQcrsuXf1htbhNA+5fTiZldeZdV2AJXHp3jhyvsXa+6s1b15wY/xEmA7H/
9RV2V4vhovUQA3AvJh6s3OijUnfnEz3n+1E2mh6PrRr/ePXVn4jlCFiXYornvkB1tuRXbN3EkLDY
+p54i6dZz8agdPBzrultfi1nnv3HdoK2xKATpVv9nPXuh9//3rDT34xLd/AwoNJ7zRNOmIp95mxE
WFYWp5FaKKFmKIUNBBied++Bh4Ls5afFlU6QlPKy5rDPTiLYeVHlFMxeyPAjB2t5b3brLtfXZuds
yxhODf3xzpXNaezAz+t7odVwGFRBrmN6m7TNblIbx+SkrMM8mY+Krk8kzMS5kHMVpkNPdeqQv1c+
7TOFw1WRCYpaMXgYYBUHD8w/qdKzNrfTDg8R/56//BaYGyr5aCKStDVy0FLSBBatu/qD5RJbeM2f
XLZAZIXqTtcInfToOfX5jkRzgW9oaW8zfbpFvkSt60RCER1uG5tEaDLNP6AxD/t5Opoivyln4UXX
do7FS8OuVcWhX3X3Plm8s4G8MCLxCD16+Wl53p1YTRBK55a2+I42PvfHyhEuTLZnPxb46x6qVb9p
K/VVJj1hSpykgCQOuiR3X7VU73Ye/icPFyXlI8a1GZe+eVmz8WKBzM7Z1bLL5o4Iu0xdfAZTepP4
KX33nQWFUS9tZMmu3FXAfsmGp6zieAvHxCLWH+i90G6KOn+oLNCXvmeClfDRQcZAHyaJXoVmQ4ZO
VQ2vvD+HdU7PRm+9Wn7apqFtd+655whBhLhI7hTYp1yp7MZb+gWtZk8skVHj0B5mntDNVvAbo0PQ
jt+Ja66uofgqll7CV3m17thfjR7YeYX1AabFN9z+9RC7haHf2gw2YL6GjwelyVFT1Fg9yWH5rbWV
GV/xiQCK+2OyJ+vnen6Fk14VXxIGpj8VLS5YfnXmsPv0Kie9kRBjCmBxcaiwtRcWu6UzHfvOLdeG
8a3P0ieM6P7KcDc5FR5wn8PrNNRNllzgiLIqTMSs/0ycp8H/GCtdZR5Bi4cUl3X5bpr1vJOiG9v/
jZTQ/I+qSXQo6LLBFK+ybbg3/T/3GBBM4PeNniYHa/TTh9Iux8fF6FiedNYJFSmv1t3AwEYPXzRN
YNAdCgC6IkZfvtdTg7vOqm0tlFpZ0tloC7E84vposfou4BgBMRw6sTSUuOQxWTauwT6PPA0lguou
llPzP1ltcKXJmlGH0CxmxC2f/r/FMfy3ZGv/Z5q0u//HRP4WWvv/WpeGXyn53Wf/IYbu+hP/FKWZ
HlFz5CiQMocA6V9Faab5D0u4oJCGaaPNEtdynH9X9Nso2RzTQNJvoFz6K/b/d0W/8Q8TeIqf0j3P
c1wycP4bIXTib+Pk/9JIuSYqUuv64nTEaSY6uP+UEGkvHK+MZ0tIAUp+R6mxGQlN2Fvo8cii30mv
10oh8WlW2BX+FKXXyLCwpsqIMvbWV8eDDonnVhS3dFjLAXEqEFiUbZUhQ6QO25thQ3QBbDT0CBrF
DMjh8Y/dsFDCZEnDJOkf21J2eGlrzkufbMwRhqklRTdNDe9h0gBeAkNdJ1XZN0zktVkmlBP7ifHd
IbP4nVdCveTpKi+E4PDHYtWkvbZvWxfUUpSkNRXyj2lA8BB61rJLF11KFEL9OlfVDinsnWlVSHPG
N41iEwXap4mUqYjzjq7qZQZbRyguOi024SMks3TaqoMEATYHegMx4kSMUKAGSujHzku2kA3dGu+B
ea1PYb70Pnb6QE/Nm9yjqpGwHLC5GOneYdDb32RZ3koi2GsvhzD0f+mFelg9VkwtH+PN4CcnF6Iv
aa+maN4GL9Qpsg+Ghn4d/hZ39O0gePV0RMkWkMhmb5FMqanlFHcn6y1xm92KxbXv7JoFFLuSRcjl
6G0HlYEBlKn4MDvlv5dZNu8y+H6Y/UEpFuTG7kJH85JXzVqSN3oWmYdQMGp/FhMPU2Bkq31D5B+i
KFvlGjAu6z0je7+NoPAZQfxte3XU+bNe/Mr6vr/NPeIFgyyxbPz/HGVj3brnEslLYBY5MWPF3NPT
7qTZI6he+isjUQyHLQFK3KlDd+29xNQIXLXQ4VRXKSkzGYavx8RvV2zlg5GdSx7mPTsjtZTuWD3o
zrTuSNTTdwAkA6Ff6mmZubkiV5fLjw4lAI7AUFIYdUJOiSbdGFl0/UOlXXXmyVcHsOEsLITkHhf1
DDjVDAfayunBgIb/WsfaJnyDOJyrSq24S/KF6UZCS9pXv5mS0w8wNq2aYI2EoVaU3EMdIWBzVaMY
zsHKaYBbuqwmrmSZfeItZPM9Ys18S5exfTXRu9c0jdLuExiL5T9YJVAOuChsGq/c6L973+pfEAyV
rzpxai20oBD3asZOHGyW5340FLy+MlmLz7Xmjw4IF12zqM6H+kKFiE7eB3o2uDW9E3dS5qsIW6P2
vyzIWZ6x1PR/rT57L3IoFzhUIhH9HBhG6F5fk4U6SoRATZx2IPe70slTFrPWXy52MeZLTLZI8Wew
3YUMS1rmLsNiSz0sh4lffdZhxoKyNef00pR29cc1zAWNTK+ntwa5kv0nzkoDI/IC8dWRQrjxicKO
7AmQKbud2zfSO5AEaNgRqC5bHn/J/qyG1Xrj4eF35HRCBdlxobPG2hBNmVPUcBLLXDWXspry7Fhg
exuOzegW3o1BnFBYi62AgJv6iRMILXKDOkbz0JZDgWN4GYtVO7ALJ8Zly73M2S9qRAtpyD5dUS/5
urzdBtRaUUU7nx3jp0llJJNMYgXPr30gNprXNJhAw/2wLheqTqh8oHWV9D1Omir1AYZqtSSM2QZf
a6TuqnODZWB9yy0eu5NttPr7TP9fGeummelxa/uEAlkOAMs+K1wPItLCir+bFieZcV5PlrOrhsRo
Y6DPFsLRFlK9pumw3GWohsmyWFF+RZywThP7dq9bB29jh6cRZ1TdmWhB/8vYxn7mtVxtADaEmRmq
sR5oJkX3ocIcXUET2jxe3aXDTjwe20mOBpQDgZO7RvnuG/EC/nZIiSrIon7x5ID+pZyNowl8pwem
pMAj0PxaIOdhb6lO1rpZ/knTZb3QqTfVZSyJ3ES0M3jTvSoH65Zxb9AZXPHXx9c05ebgLAsBG+z6
ILV9N+aK4E5kqbE5W9LYW3xvjSBjTjJjGM3FiITliPaixjFD8Okg7NKKoSX5wGkq5+LOppHGG0ms
R33mMUbWCHIXuUlLlS35FI7YAUISxZX3xUL3sRL1b78v54vsMGoG+GqnE5XhjkVXs4X4kR+cjd06
g8AFmxrnc0t0I0s1Vye0FnIMNFI9Xo8jTO6Ehq3YXDrHHUVb46gV9kdf5zarTzIjY9L1tcfUXqsq
ogPIOU+q1a6rUuFcloEIk0gnbRXlCFmHPADGVBSQhAotK0sqcVgWMaS4sjlbr9YVjSpeq7Jq8kGV
O5Ix6S0oVpa099DSbhbOmsG3ho91Iv4g8Fu5LERs5O4Yerks3KimNNuOJaM//eIOO1sETABA55A+
QXANPHMfJ+XWfBNRNX9OlhJZ2E0QlZzWUlwyf2r/DF0CZjkzOdMpzoaIvynposEwnzpCv2KjSp0k
IlxAfyqENRHLCKGEehcXZAS5RNdmsiyvtl0lXmCOCqHSkDfY/RbzU7Qk4gaJXLIlahcjO80FfpJy
HmAKmYoRvFVNlWV78tfQPJvVlu3mpEnehftyJXHCtLKn70r1a3nrzbb6xfVkWZGZlEg+PNxIXzil
M5vY1XG9W1dthF6YFvMl51yWQQm3XaGpnxKYcKt2ntzWtr4A1dAMm4sYJ0SPS/vl1d7Qx7LrG+As
KcoiWNBCkm9iePqRXXDYwkpV4zWilbp1mjWoVfZZH4mA9qwfIRfrG/myO8JXKevDXCyRx6PtelDi
yGAhZYoUZDfTDZvkVMczfpKlhRi22tlcd3g9C5QgGxxK0ILgoc8VBLgGW9G4j81gKxC0rRi+1FBP
Dha7iY9v7JyZbbHR+ZAsx+Q20gmLiS1zzVJkCkCvblk+Wv3Vp9SXJckLTQfYEaYuoTfB4FJcG3Rr
TnubCVCLUqsGWg1A9+zT3BImh865SQj99IplB9jpobCepaaixWq6h1RmcFPJlKcffGf9723YFgJE
NkeCf5CYu4R5gsue83CZ811LcsQjwB8BqpllQPALNAZU23BvbVtPahbQklzjjevyRPkbs4eqU0ML
m6ol5Eo2ec8zXJEmFhBfu1GrgXACRGTYzE8v84pPPPDeGCbS1VyAS5bPwPdFZv9fuIH+/1yrTMGy
8V/vVS/Zn7H+Xf1ruvffn/jnXmXoPpGfrqf7ZNyaNpmQ/272MXTz6of2rsYdPG3GvzilTesf9MjB
iGHr0YmldzHp/Nte5f2DNYscQcu1XFJEfUpl/ht7lYlzCGvNvyxWkEiOENdcQgMrnWmI/+Smc6cq
HSQJPIe2xJXbhgbCmu1X01p5ezPMq1juJq6N/mVpB2XdVt1alzYnWJFerzEEN70ROGPicncB2fhn
hE39N9fPVj3MWwrFLNEMrx8uaQ7are8tnRulss8FqS9mMtaXmXHRMOg8LZtPPcv9Ke7WTOlEeEEc
4RzVW6wKba+qWM83mZw8r27vCRWvSCIatGUPp94bpKWV6rMjJ+FJOCvo05bN2vIzZZilYlKxKrQZ
OGqru3EkqZTULYe9wJr4Vd+MpnXnX61FRSMpT1k1MJKjK/dOCIKoZcpKMDlKxoy1Gp512ovbY+/b
nEMgIt1LR8SDODRWtjng1rNsCVRyh+KYplzPe3R06RO62FoeZ1JQsr27mB6SJ++aKYQyBUFrTqC6
XQItgezsJUOk+pyYqNjCqm4jvkShvySojqDSmHA0W9upxkWWMpuLB1VuefPeHXu9iXWyEkS41kov
Q5kUjQHTqm/242w6mHKHdHFf7dpMt7NNreOEDsNekTsZOk5RDpu5ZaYjVz2c0vEqAsrtHus7IxWV
44TCwW7KxedNZnsGNGOrSS9jXrksNzSHJ2FDoAOUSLNqWxLm/aw1p8opJ0wvDWdx3HjuAqxG4AWj
aSYFtE6pGWvoVf5mBx7Mz5VhG5vxVWu29o8u0PccVU7TKfOmyRq8tUga97m1GgMGbss0vhmS9Hxn
GIUvI4yi6wYCyKCyg45d1HHjv5Exopi1IrMKIX8414lt4iFLuiWsiK/5nczzeqVdzO234vpcw60t
RPrSqD5D0L6p9CVbO9cjDot0xp3uyI09axX9pZvtQrxzba+fBrBXcQTXxNTJ+sJZbwPw87Qyd9AJ
xP3O9bvJqdn1ymme0iGdqFTyicH+7uwEL39eN1VzhD9Ktp2hoXM+1bgn7JPXaXg1U1cAvaf0mQZm
b+s5WSi2NsY+h8OXYFaBSOgM5QrANbI3brVet5cXm9XFO5Ouh0xaZ5j9LYkNJ1TO7FJjf71GrLNV
IzHajevMMpiVdsaOwGiy3kHr62uw9nBN95UlUkPfOQJDjxYhWJ+bB9K9cG6lfoUAxcxsIoFI/DC2
g2WSD6QHNkFkm2DIqKBdg8ZNckJ10yZ1rmlcLJcXC5EHZDW3JPKtck5JIfeGsmqe0fTTGEQawErm
W8lVxaw5FraqTnUPgVV0zeA9S1skYLxGtnESFCoZJmTgeL8j9nwSE+puRd1yNVk0Zxw83hN7+mSG
a9FpLI1b2+AWUT2zGiom+3e9lSjZx2GDdrZGfRJPWKn0+mXFR3RjupnYjtWmtctxzrb24LsSR365
odvYT7pWQk/KRC3h4M+ZZ6HBmET/jQYrLwMmYZ1cUWfBDIeKrEpCmxXNiLZirORFkViwxZntFNWJ
5V6DyC1TburcEhU389hg97BKK9F3sjGbqzdozvNrOsuKHQBnRYqmpSRxId8azXmeOocbf5vmsUIa
pqwy8iided5m6W24mJrKPgEXlUuUeO1KaqC+2Fkwd3mfvvUePmE+CVMvD66ZNjieM9/607X4dUgK
aMaz1PWWRK1qo7g2Yy8c9r6lo6F2CVkE3tAqKJfNHilNqQw0BLu5XP307JQGKsVETFUTa8Zm/U6d
jo/I7v21pB8I81fYmH77YZEVRD9BvV23kXolkZB0w/xhxYhI8+uKo5pMHXf8hXdf1lFLzKrhyhvh
rwQKEkWbBvpCJZyX20AebP4VhVnoIBMSkLMV58NAmOE4P05pe0wweZ0KRKLO0qHT6rcBU0YTexC2
bF91vGXdi6FP2sWjY8CqK3Cm2fk20FHcmaKm3iYt5Y2Ha+GNvaNAkZNpHMTIK9OiaA9C0DVK1eJL
rlV+lG+QUbGsWScDB7HBT04bWQTt8bHW25vljQdXYLkJMqxnTzkKMkCqZUUy3ZQxKpTAFc5DVtfv
aNtw2uR0gKGwLkA5rW+SuZyfRHdvVvg69rXpYk+jTyDeSuBm17E/9dWNVHzAmsregPGv+xNlHAR1
JvvaFU9ut2BdJzHUnq29KugbKPzhlRH5NnGnGAGSE7lAYBpL9wHFpBmnTWKGk5ewXVXFCQBmPzAc
HEiKZE3AgQ/qh2K9x57uJMu9mbllgPLwgkKc6XQb65+pqfkP7H5v5K4Tp0TTfjSNlv3BIg9KyGMR
ErcSZKv5xZZ7JqrRvJ+nbjCigajNoK+QWFhyPWpVK4JNF/E2EphksKVElHogNZDcGh27YSmqs0Hk
aiRQZUEgWnU4QaQcN1Ckc+KxjqAsUS2avQFVO4DgeSDvtkQFNqCm6wR5WjUftk6cJGhU1JvJCVEG
oWrONu8J0DzhJYmIwEPSPq57Sw3ajXK3/DCvhLXM/GmY2c4NtuZjRTHKY5cjHph78GVjbWKVk9pF
dwnL82CfV2tTL22lYXWx9I1FgLOppuL36EnYlZyJC1xgTrBQ9sWPFH0Wexz4uMGXd3txmwvtK+KX
9Ad5bA0U23NxDaAjB/SPMxMvhq9ItW+YCutvpyZfG9zNm2OaCJ58gJH9DNIT2oi+X3mDs8+B4EIW
khKNaW0+igWRdFktjApuf6Ygogr4onMhU1xIriTqPoUERyVjcaqT8Uy8qqDrJCmOeksJggJ4+y2X
Bqxc8KIqzCu69QeVlAj1xqgRxHflebMxK4qmz88ot4g584YwEx7AC3bsENl/tmO3wl+5DX/QtpPU
ayAi5RjyUXauA65Aie0DCKlDNYvGQ4ATrNmN3lvvGTkfIaYn4B5puEe740QLqFlRDx0+bx7HTGHs
SLfjig8AawmRmtcABpvPBFJxkNvv0ffdjxKHjqb6Ltg8k4vIVS2aC6T1iMpeWKtJ6c4/EbsRYyVd
eMZe3Q2p3pwmWAGVsqRBMzfRUtj3mUjvyOtto4Rt2YdxBivna3nARTXESu96CK7E5/JzfubSIefQ
SrsHlTgJ0qvuzkftHHuAj7Flrxe+ynDKYLVe/157xhQAqlANwf89FswGQWIrohk19dN64sRZeOJ2
TrDaNVM02FjNXHHauuRp3ix5SBoiR9kW91L2p8Seb0Xm9B9kS9rf6B5+L/q67RX6da+0Dr6TbRHO
yrghqfqjJcI/sFyshY5DSK6pAJNtqI2d5koRmLPR8QILEyqGdNutksdtnfodRclDyGhM+0lR4Nw0
fT8AmLipSdkNC2/yg7JGm1vpv8dOe9aaRDtaU/d7AiF5M+1yPtv5dl+UvXURiXgYVodBjOnU9Wvn
sLgcsmbuDnvdMsGCAWViA9RruCGWSVymyb0jtyYLCpOQIPIhJ/HQIPbBDs7e25jtELluV/GVzoKO
4rrnpMEFEdb6kEQQo3ftppK9A8N74BYoorGTB6Ntd3CSgvjGbX2tLKTWZHeGFWDLcwLZ/a3LcooK
lA3nofOBHjx+zXdJ51A2Du9LOZy1iqIhsivVSbelFUs5q3grCRWszNkD4EeGdtDQ1uFfss3kdSjk
L+7Tx6yH/Rg3UgiZMh3FiNeRIXk19Wii6FEkDGUTWphnIi7JYzNUb5xP3mltqykE9/xphH4wJhyB
oHjD05po1jOyUePoZDjhAi8znW036V6Uq6H71eDhRk+Ye3dWrvwbz0r93ySH+ncJwuMHeoZgJ3qi
7PV4Rp50r2xdu51RWEW+r99j/ug51Wz9AX/Xm51XXsCvFjuYYnamx7xnIsY6rNLEE9B7Z0a8T3hI
ClXwOpuHJLfwK253nSafC5KywCmfksyXr2hglmXvL7364vjC+qh1OyD8ldxXmyDknnPnhimmRJ+V
7RulGS9FljDfMDo/ExMkfzgLlrtlKfU/azs/zWS/LKuJXjUZcr6Gk+3XuxmdSZcb3/VsHRxr/HAr
13r3dE7Vwp5ckoin+ULBFE9UnXbdXWXrBhOHt8ZFphCUkLb30W24+BCN+mhRvfSYKC/5GldND7Gj
JodpW75kYlfnjvamjNtZ9B8TtolIt8cncufh2/DfIzarH1enfcjxJbFJYR9YEKSIAaUnWg/CmghW
dofnuhsvVjLf5Zi9mMPa4VdGNtBdYbha1CTWU9VDrk/DHJod1zS/nL4v/OwZJoapozU8FNR6Hg95
TQ5WU7iOsy+I7d3r5bDLJyQxG6k1RmZ2e6fDtpN016+6Gj/HInvGNKjFyMRuhMk8THNZ+qefHdTT
Q01m4VXZsFJKg4cyk+pLrcKN0wJmaZUSws5csvKzGIz2jbRKtrJKvzI2yydImTjnJgxwmHR6uZ8l
CtXSudY1EPDJ+0XM+d00jtwls1xgSMbmBh6FPIJhfCeAy99nrvW2bPUum5wZ46OrYzgHGl8HYsRN
48OvCqBjDy6vQ0jOah8w+75TJMkf7wWzzB+IhLzPrpwnmo43Uc6EjeihEHWU99WzMxJSgAzVD6DD
TpVbgw1i+TytIwd/uRb1nsB8dcqMK5/LJv20dLMF5KZTjqVNULk7h0wNcUahLsJiof2KmqyzjgEX
3anyyQur7xJI2dIxjqLsxBjVajiSKNshLPU+Z8quntCp8bILm3TYcTgbJBtvbvGKSC/GIvdCQMLP
wH4boM1Fzp7oJ0dc49EK4nWr3KhDsFEslIaPLoNXli/I+2I3c2cZNHyf8f43w3rTIOK8ulzeq0Fh
10LZI+R4rzec7dQ7H2zMVI8a4D26e7qHA6jFbK+lHmlp5DCE3ZhuPxJ+c8fHdwJAdcKiI+Q4M1eA
UnqPAgcV2GUQS/VmV+O+GheOVNO6Wx3tQOwLIsOh2Ju8ibvVr9EvXTfBziBVP3QyXd0g10tvux6o
QdTGIenrsLHn9yHb+hN8oy6g6eZTl/VN1PpO60aGcoByCZT4sorkNKXpV6Yzvc0J95KrelqjHLJ2
zpI+KwMKLMhcOHmi2xkkKM2IdKLkomJYxV0xdu2XrxX4QMZs+d0QLHK2PdIbbD5rCWuCSpj4NFHt
iKdM0cmThnauVm5ibvrbNR06rMJeCVfe+8UeeCs/VmpYjrWdDqimCXewycnEqM7aj4WjOHeT2XyZ
dnPJnZXVnryciGjTM4Vc8H3AVrdVwtaUKaQ1Oc0mnxIBLJjX5LxljKrI/d3lpLD7XLBa3/Tgwx8w
HRX+kBrCbt3Qs2n618Rze+AMepmTcvhjwpjFRLZOoa91ZFEPjnorrXXflIqgUU8ML3i8WfPXheTE
HnPa6CMGAAXcdyvOSifV3QczY3ByqBeISC2tLmCHFUJG/laamG10Fzkk0SMffNHfyjb5afPmXXL1
UWGKC+u57guOKd3eoad8dLN2PbHaciImny4i1ntVG0U86tUxdQs20yrmNsnCqpc/WYXKimI0ou4h
ce6Wqmmw7rvJBTPc2uF/hJUeK0yCBGHYzyB5fjQP8mLndrpDHDmFmkCK39k9Ximn/dUTkbAnV9qP
DEsmT+Rso3rqrELBiNqmgEGXWmQtmsMKmzYD7BIiXy2ohJmcl9HcwrJtmlern837BpQjxl9xMQCI
Ll66DSeBHpVsvrqPS79sdnDv/a0So3m72j2J2ygyEQrjQb8mxUHpuKfEdf9Mepnvpo4NzZwLlLpU
liZyfSg9gm1oTvWipceo0yMhJ0afj5jgVOKJfZsYHoBpUlhzbePxXhnBh3mgdK1NEvsIO9o/ptTI
PpopvYgoJS1EcMXaEhliafASa4txfysdNR5QFSs+/Oxgt/lIr7MJ+sjdaTbH2sOAp4q0HsKkp6fO
TrwIG/Ca7/JEeh+FbLpD4iIPgf8T2KAKPXS9/HV1li9qd/Tn2l6KIQDX8b8nMjtE7FRFfivM7SMt
tMe6WO23qmhInGiSX46JuAWJZnafjJJtiXh16RDlMG6zTWLxx5iQgz/1DmGRhdMFFum6szsd7aVn
6OarQfuUWGKT4VP+T/bOZDluJMvar1JW60Y2HKNj0f8iZkQwgsGZ1AZGSiLmecbT/x9UWZkSSxS7
0qwXbdZWZVWZVCbBAAH36/ee8x38yLiEgDtZC6ctX3UKiEsljtsTNa1xVrKgupVF+jXEy0VrzB7M
RQVJ2UUCMZ3yXpjZUklIZmOm48paa6/zpi/QJjEqn9sdVKTma5Mnu6jGLZsN2QtDrmsnj5IT3NpT
XgWDyyHNBxVsssgNufnVN/ppV/vzZM1RDyEcenrM+iaZUJlySHPREyzLPPPXkFyjW0CYGXhH4CnG
qrPtfZPFplxOzhCebQv14kLHB7fT6zEDY1kyH7St2tOWHH4Yaua0DSyNR9K12yi+6uQA2Rq/Oyrd
UDgD1E4l6sFP5ulZ8WbGU9hm2msI8umJzSLR4ZOU6Ctl2rlmVhOLwlu8mew8gY4gQjhZpblGWITv
ldn/CidHHKxG3Le8VnrCDLzKBUsJkgd2y7jmKAJykyOEXgTJKgOZMyxTeFWwP9u+uBqMKj8EGR3U
OAcKEKoG3V4kJMq6GkI2pph4zyvMcpq/xGmqLYy86oA84AdaxDaCkrUoW+s21SLEXYEFh2+VoyDq
F11sYiv08egOm6SN/HPX1PfQvctDqCufJTma+LnJ3Vx2lcIjTUWlnJEuGsYSVZV+46e+ek++TItg
S4TIgby64g0JOszEBHdWj1qhZnhcEpj4ngG/iupd8JSy6EW3cW5ah5gDxIzvma4sIcMJ8U1AieRD
N7+2Pc17tNTxpGgG0SlWWMD3gEDBXIU9KScsEV2vA0RUssauMzpujCx75D6rWgvQduUEEcaqXZ9I
Xltlnlo8dppEa+JpKh2wMPHjbEXvnijzcYiuY6+ll9WV3Qae98HAQPOJ44azy0s1PZlecJLsHmun
K7QD49/MVWP1Ni3lsUnCg4KhhycxBXJaXmNVq9e84QAGMsO4m8Zs5H/SZqfYwwERMNguMyeqiW6y
b7XKl0jNHyKzJqdLoflK/fx5LpUQbTNZINehHBCM2VqNRJSJuFjEwKRw+k5AEFDKBKjbaqD1uhWX
YJmKnTYgM9fo0gAizeVFqeOZm4lxyGIAp6/R7LlKr1BXSF86D6HjPFWDvy+LqtzNsBzeCCtZBYlG
okhLR5CQClyIRDI4tLhgrVMZCPT9mB02tohPU1qvAcPvtUzvVqCwgmUN4XNhNNSfkTMeLSIcLa+4
ATGLw9PSsg1IoWqHR/smGNRHo6ZH2gmK+5RZFm+UEV7hWLgto7i6NoQWPgU2KMfcmhKC83LUaYgb
ucuZ558VFRoepqmsuvUQKOKEmRxgOyW0KLT50aRcG51JiEzSB65e9c2VUcWMyNvE6ni+ipFkAPBv
Gx29t51OsYuLK15XJgpdSElMtm1c+LtSFrW3HQWhmwvSefovsYrgjbnUCLcGx1tHCwD7VEajJtPi
BYYk3V6z/tSwZm1TftJGr35AGlgTrhSO8mh0zTxI8kFIKdgcUAupJjqGtuQiduVsmHRF6hIIHOlU
ZAsRKVYkSDyDqedIr2UHz0gyen+WxmcwafFmOHhZlpdWk/ndxoyZpkE2z7aFtBsIM1J8akEFaYuB
8dh9oBvaY0Hc81FDmoL0hPbrrm7I81k0GXwR4RThXe3jR1pG9aA+m3X/uVWiaNE6FRscbTWFo2Ba
p80LCULsPFavG9OWrY/Buk5RdykjaSOkh4y2HgvEAFhsSDgY9KgmSbSvxDmJSRd2EZRGyzqkMg9l
7nLn6qtK7YeHSDiGT11bh+A2Cm0TVQU1Ywku4GBpDo1SXTGzF6wv7ZmfMuxpxLLULzIb5joM9pgc
MhtjhkALs6QNuGo1qz+MNU1OjDuBjhfacdCjR1qwCsIJIaNeRdPO4nvFizaawvVQBi+c4/atFc/M
uRqLVsxJoV2ndL9RxhM4BdQty1aKpkL7awJth3k7v+xNA9pGQidpGZCsQo7u2CmPnvDi49gAnxsi
2z468VBuKAm1ry3b8YHHA2VuIC4K2QJSpQQ7NVWL1Uzt21tbIVZKCgl3UcR0B8MRm/Rg1Hc0lNOE
fVVTDyzAy0lNQT01lkfw1cRIc0IWcqMopffFV2M8wU2VKPPr3BNEbDcq349w81E5KK0A8EEdKV+Q
MKne3tItTwEDTbFTrJUM2Q2sZjOe9t3Qd+cKZUu4cEjsWqhRMqzDuM+vDLoZL0Fcub5Mucv0vsAh
d+a172XmMbBClwgX+woNSQ8hGbE7OFpeF0S4hOiUucnPMiiqAXrKXAfw/pbVaI5fkD0SktRgn7yI
mL6TSZgG/TIAAniXZCkqDoPZD8EzeYPs3rxLaBVxn/IbFUntvm2mrWfbs7eqYC/AvKgwvOr0+ho5
KG8tA+kTHXNAa1r9XCjRA3QZdTMaUJAWalElx4h3fB2MTD8dm4Qum+JgzQH6EQunAwNE71wEOow9
1DRciyQFHVmQR0wjv0pq0BjyLi766zgbNYyyVXiKM/UiitSVCYRybdWmKwUagG44x0od0mL15dkb
6gdpR+oxZi6NTNX4ojKiW6T1aH/tc+1JDhmE66B6dsb+Ft3nozAjJJyAEJeizun4KilqQc8wCAlP
SmOLtV9dFC3vispWtQb1m66LBCWQ0SP6bWtzjk5yABGy8t8Ad1LWUxlPnHTiJr5gFP4kDM5UsPbu
85S2/9RM2gkjQrCqytqoFmSOUSITp1yCh6H1jRFwNJRiXU35nAmVSmjtTVRewtB8QrVqugg8OtyD
AGLoARetrWLjYw9a0vul+5cPgkZhE5GbHliWfqdM2SHX60Pug6iCBgovk35vfc3BkLFnD3X4rq36
AQt2+JqxiepH7FE0qxVVVfjOehR9ykuN+W2H7jySxD1Wk0G5DQbe2jflyPyfV2wnFD8jeMUTjNVz
Xadl1Jj4MHsx2Zhz8niYQ1no4tm8bVSXVBhV1d9EaPwZezVIBki4u9GQADK8annQvIyuFNPL5l5I
JYJDUGc6n6HIXUVpsSPFyVHrq5aNhdKGzUR/bAyHw+xI00OaNjnIhvJYCeHcB77C2qXS87JgJKFW
1SOC38eRBmZlmevYBwnCUuYzRSK7cDkR5zSDFRZTV0Rnmh4x9ZK29sF8dazxSxTY5obiHediy97L
kP4SLaG3AstbrUKv0xDlDe3SDsNPEmX8Rmt9E66MZB1wKtYk0/Ae2GXMyzSdyqVhef6TThr5o27R
O0eEuoC+ZC45VqlHkIzade+nzpHME5V+pJ1d15rZbLgPwp0q03sEUzbs807YzAy8m9TTXrXBviK3
fYdgkaYSWv1Xhnm1RA5Z9+gNc//K4rzLcMoA8yqS6YQE46IqPG8VOjJxiaBb8BQQSaTG7ciNaNvN
BC73cpBdFK5K+Ey8SqqX3xmaHuIOja3Lrm3vE82Ib1SIrcjdhi7lTzhQolUMDM+4KtuiuoDmxVlN
4vvp8Nv6Ut+YZtPZqzq3ECuEokzs9cjhKmFgSMjikrZGwLkirlDdVP7U3LQ0T5CwlkN8MlV0zYus
h/eFBSDvGK91NRsAxl2zPI9F4msXXmY0xi1HvcKnITXYGoOsqCU3Vrc1hU0g09Pb0hsF4pSkaVgA
LYRu2wGrOYF5JLGh0JYy4gcuejLlp4GegAfGQ5JnKKYX3WzwfFko4sjHm5Dv0Dmoe3MpFFL5Dsw9
ZyMFMU2HIhT4jadEw8NnTGaJt5LXbx1WVmJALbWVU4EIKVkZeEiBeOm1D+vGj9M78jRDSJe51E+d
iedNGVWaib10wBTpQXVP6i8NYuB78QqZPe44v0IiQA6N/lRYBTx2x/dUt7YHj2TLKpzTsNBVPDDW
r42t9Nrxq6/3+mVJbHOyjNOQ2qIw2qk8dygG3QJGC37GUYXRFFlyKC5U0VThTifsiNMuGtqXDAHa
AKKDsB6SIBW0RbJAFYL4BQ4OQXrQZdaVKtjgKor5l9BGtkRoW4paR4fMgEpaBWFl+W2H8oBBGGId
RmHOgoMraYB1h3Ca72g7j6LHuU9nkdn3isFp/lhXcXvRIJCc2IDSCa0AG4S3UbS87ReAnMqnuNR4
18a4/8JPgRDTZo2ZJ2lOVqJXnGEWsiVRj1U5N8qVMDyKbgFvJ1w3duCQ3Cg5Q849UfFFINgo95Wc
8o4fkF/1osBpivPe7610O8Zy8A881Ry2VRQeMABEKU8oxctoVwlbYyGRUiGmU0VBtC5TQaWES8Lx
10WmjeZVlFQU1yZtgtdJcYZbv9XJhKK6xnWU92V5HLVcS3ZF2YfXra5ncjfJWdjP1LMaFwx+m8+s
cM0FOVVoAbB1BNjmfLtgPJ5iUDcEY95FBynotdRVzXhWQQ6ELMaD1W/KnsPZMtEIM3bRwGGhT9pA
ClwOebJso4HYBmfgADtwNn90bB/p/oS/ziL4CMfyYkIhX3CTWh2qDaZ5kDtqFXFKEljvTz1CO3IB
itzZce8RD02AOust8xXstRrJxAEzwFZLnul1BTFT0Ew012NvNM6ag3rHADVPg+DGEwP2+gmbjfk5
i1l2r+s+pCOKkicoqufS0UKNBqSnBEwJjCm7gh/ACg0GSYpNIwjEXZtVO1ZLz+yZuJkK4W24/hs1
vPxOm/kT0viPeHOb26hjUyM+QLcktG3jDePbCIyUoM18dM1DuGfx9/7BEP8/d+HfsVnMPPr3hbCX
dVPl3d8ObfZM47/623/+8Zfh39w6IVboe43s79/ud5UsAUDg7RnHWaplAIBHpfoPJD6OQ7Sw2A80
MmNtWzfQp/7pPoTjoHNY5M9tCBD4Wf/pPtR/s/gmPDw66ROGo2n/jkoWG+SPIll0tvpsiNUNdWa1
43Xkzz8/XzNMr//r7+I/ylxaOPpBaZgd/RIS/I6lAPhlmdFLDp4V00oYkCJRFi9AHZxNnNn5iuBc
62hpRfFMxNm4bsps2oQyMU/oPiakkxltC/BER1KW6JqX071BhbGu4qzdtFXT7pSgwsxIp3/bDXq4
m4AHrU3VQ0fi9PkFDFVQ7YgstpOWGytEiFdQTq1NL+Jn3c5GN2UwskRi1W7SjuCb1CqCVd6wjEJx
S3apDYpvomdE6xiWSNwlBZFrJCoWhYcaMg8OOADkiqyTjT1SbDh+9qmsWVudCQoMXcvKtWXyIkb9
SrKJhVX0BV8Cuwe++PkLjqfeG8GsTKrTjcynp5rD7aIGTN06yYWiQo6DDRxurWFi3VPyT3BgiBHK
aaHgGi+YUNgU6IZFGnbRaLjo41dNenusgd7eZgS/C834JRgJfauD/IbD75FhCEkvYYOqsQOol1Ws
X20dvdgGgnkMesh7A37+olKj27IQ5OikYXApG8RKGNWm8eCZCHyssdOWM4Mj0wlhZrXGsTXYcjsz
7ReV4YmLobBObVyOW9JzzkX5SW24GoaZT98Cj6CIS+Rp3IX5S7lFLtRY3TABPngT50uNYPAFU8UU
Q3iE7qVTPotQ5Csp1G7JynoM2AxXVRrYcJcQBssAoV8WflEs6mxgWJ/KoUeFl4zDHuV1yO9+YO41
NvAHc5AUa3qVI5IW9IpDqFZHLIVXmuNXj4Ma4E2scO5VcfRK0b2Px/lnJKLEcejOYlEl1U8FLTXx
+wijAKxIVhefishB38z0AvcFKSYo5PId8UfGaZwfnUGvj1gJlIWTd+3Ft/LGplfGqWTKBCWfnWrX
iZ8UL0Ko5VU4tY/ge7ZEIskVqAj6i+FLQdwFSAjkscxYT8WQfaq96obBfrrUo+ym5qeNyvqRYNQz
QsM5fXlgaFMp8TrS0he7jb+MgKFonyVwQ7GULWy9HvYZVr2NkRXYKIJ5Choo+wDcBtnfNGoRpa9o
l3/RchNdobgyvRGAcZrTbQiJOopj2vfUJOEJV049Zx4kS0YS5n0bRtlF5Nmcu71YAWA7JmetMnfN
oMwyv+ymGnnP0EG+mqNALktqV98mPHZh9moW0EWSAAC5oaU8hJaaQRYxRo4cFKx1BIjWSftjFAaf
IP+RMuBn+S6JuLUD8vQMHphAlNP0OSmro39hTRwvOs+01o0/HXuTZ2Yw+X2qjME3CZnD3IuG/grS
p8tQw5k41eh1ndijgWLWINkdJkEgqM1lLyQqrZhvYOoloaAymkhEAL2OzuERxAnjlBFfU6F6Ncgo
P/jS5LguQ6Pce0r46kljCwCHhhBxT6lBRJrflebZZlnUNVV3rSw1Vkk9ZVvH5wa06JrwJXHF0kH6
oyrTPXcS3KGjHhngGrtcklzWcealZatRNdbBly7sj0MavxIO2N0nEbk3mkGa0bdsMIjiZJw5Qbrs
oybbtr42uHbCJFfnpBZL/6XS1GepdlDy9DKE+ZYN+9Jr443g5cZyRK8yNhj3ypG5vzQ7Vtqs09Y5
kGHO0EC1itEs9y3dQtrMWXEppT7t5OCVj20eQCGSRXaRdln1UuRWu+jCEpFN1zJF57kx4U7PL1vA
OZ5XyqloWzNBHncqwnBg3ozSFDkyUA1DZ2sa7fHbzvs/UIa869mZr/U5L6BR+EFT/79vwTz+13z1
3Dz/8Ddr+qbNeNV+rcbrr6wYzT/9KPM/+d/9w799/fZdCMj++l9//5y3WTN/Nz/Mf0gg1IU1+1fe
L0FuqCWbZPy93Ki/rzd+/3d/rzeE9Zth61JVLdMR9uyi+We9IcRvTBk1YAggDwxsMX/UG/yJgbyY
f0kVUoeSADzh93rD+k3XbPBXeHUw+iDB/7fyC98EiilzOhD/0fU3QWJV0OsdXAKbtv2+NjNimPHo
at5dJsRWqXCvFjnJ5Zct6Onv7tJPquIfyR9/XpBP9H1dg5CwS7Sa12ZSdboGBK20nE5x1uJ/KF5+
fQ3xYxH150Wo4L6/iOqLPoCcNLpxe91PxsrI8OSa1sr32fGHF4KweHeYLekTHXwQd2zIhmd98AnF
nIP2p8/pz6vPP9V3pVtipWIMmeO5atRvc47hUBKXObN+UacUF2eVuSofeD6oLJUhvcjS3Qefey4O
f3blN8lsuqMwoysV+LEskzLfcjB3TRrBvj8eWrU744U62LG1qkACekO0+OCy80nmZ5d9U6vGBsQW
U5a5Ow5r57I9JZcNRupldp+jR/jgIj8mJv15U9+cohQRaNgncs9FMIdAH6mE02/H6pKpxKrNgUKB
/P3g47zz9GhzdNR3vz+spKpT9sPgYkPfwkEHHYSMxCN5GRlAYlJuetOWZZhjya2p0wFPq/UHl37n
F/iNSfLdpa1JGYIJg7lrwEDs1HPToxqs/F04E0EZNRc1d9Q4AD5eBZb44Nb+GIn1x63V5gPsdxeV
zqAgw5oaN9boZ/fOSlfpL3fG1uGVMQZv603a3E/d/sUP+WbN6Ux1lGUjpVs8FjfhVzTptJkTSNkP
1ZGJIx3yv3ihN2sN4eaR1GO9dB3Fpvl8myIN10fn2+PDOGvl68sSnJ2I9Dv1wwVOfFs7f/I6aG9W
H7OnYurhsbjNxsKZfC8es2MeHAMEdXITnDNX2/dIPONpCaLrM93yYJGcsmNX74YDZofPHor1AJrK
HgDdCa1DfR9BGnvuLpSFsmCt9PVj+Zyf8usEyfYKNd7WNI/KmoPJpuLLV1HkNkdZiIekJMj0AfHk
4rNclBqC25Wsd42+r42lo5F7+tRcd9c1iIe1WOYXTBbtbe1G63GH3/6AF2LYDCtjqXubcVvtc7RQ
G2M1utkOvqRXfw6O1anehem+2VUn55qJM3q4bDHcptfKpr0szyh7s/DK8F6iB/2CZMxuizDnkO8Y
u+IvQhL/JbnCh6VWq+7FMFgwTsqekc+wrbbELUWHdlf/xZVRe7Mmiz51/ATRr0vlx3RuRs2FO7vx
aFB10dmeD56eTla7tpD8dYgv7YNncH7WfvYwaD++XABi5mANVXPb+fVV8foJZ1XhavS0T5i2F/nc
0Ko+hYLuGstK1xTnNNS2IzL35sM3/Buz6Gc/xdsVGkEV5uzOQ9MDfT9nqO5QZqPigoNXgzfHn4kw
JXlIevXgpZD9c9PfT2A4Fap4JhOM8QoBji9jvE2zdsDbGFBY43ZdDGOvUAh3Dkql8ppRQOUDc6My
7va9FOGGIn2NRHLFntiuSg3Nk8LAvVeYA2qcGFLmDwtke0iOiQKuGIcn/oM90m9Vx7vIF+4Q4tmg
88KYuR2fQMZd1gNJLTNBOvGN8yDMI5KjFajhcqOThyZLEosyktbs9BR0jI+jdMW5+yYP6p0vauLo
RUqCRlxuCN/C3hCapwyQmJNBkCtefPlJNB80AN8rQ7Q3e1YE+yoxysJzvXAXlY+O479IRV0NYXu2
C+7ghHSluEaqIEkdrPiNsw5/sIm9s6bPHvDv1/Q28NXOjPEBC698CXQBRElfhTolgAe92rcPSNQX
TaV/tKa/s2eKedv+bg8xKjmE2Bc8t0QQwU45w/54yOddE6TtddCBZAqvA8hMU+TDbrU/+JzvFbDi
zeY10cFKBx8vHTkJ5ywGgYWMK0ExFhTAE6PiYEyHziTv5PqDF/q9T/pm9zL0tKt1s4r2pN84zj6p
qzsozCCj2vMcmgZ8sKuSsynYqS3tMPl7x/31ld+pgMSb3WxUshYQixXtO+kcSkNbqWF3qB2FSmA8
FPz9XAb9+lLv3tU3W1iu9olEbKW5+aieA0/dS/PWiMgj9+s7CJhURgQSNfBcOJR+cMl5QfzJEvXt
JfruCRoYAmc6zny385qDwrzE668lwMI0QIQrxCFkNfRG+/JbB4AfJR6hl/362pp87+Lz17+7uIHX
R09CSr6hQyXn7Lyk2Eg2hyhv0oUYHOQwOe1F7LF0a5qLLIgPKR4V8q4JbTzBFj1MSe8mpfdU6Dme
RHqE8RYxKCreaKk0O83ayHoT6/uy3uT5YZxYinBAbBR+e2KjNB6AFGRM2g7HHkpSGHPKzDogZrHe
BfxmPbJ1GB4z2Js37mUwlYv+Wp8OffFiJOeCIjHYdt0WZxhzIF/dDfZuqnb2sFGHdU7rdaHQ+KSg
w0o7eocxftS1EyAvz3g0jetWu3WGh8J4bYz7NLsR3TbWUbG+dvhHa7fD102kitjiTVLTrRjmH7qG
EjdsRbdTul3gu75JHsxOKTa0yJh3LgqP5p5SaBedHDmIdBFT/kyB1KRfxlV7C8KSKI2IjzWdhB8f
nKJ04XPv0Equ6ahg4eo2qKHdDmp8V56GMXanSL9BZbptR1dVp5MhH3TrrsvpaY3jLoGRW/O6N4Vx
iBJzE6DCDeSAqzZa2HK8cTA9L2pdviqZuGbmfWc0J5FXLqGZt2DBCblJP8OfPNjhcC0wi9IFcvFx
rIOkWvkpaj74y8JR1mKsP/eK3DhUOWldrYooe55UB+dVGFyFkgbtNLLmGHdpEm2nMiOhhptBUmdC
c0e9UIP4NiptF+G9mXwF2L8walSUJQ3I19DfVXRAwRd10L8qvT8GLdIAkurU3JzWSdYzwbV2JULx
BiXDQIAqfPl9r2uujyaEoNjzSNaTpMHUFX2LVXELN5y0iYMs5JUIql3WMGVs9ZVTEiUSLCef7QZN
VVfnN8mQXUYdKkIsirZQXXIxsdOgbynnW3PJmfK2iR/0mKE62D2Mu7RTafFfx2n/uUAd42fqxpkK
1zZaNynqI6aL9RgBIzBs4N+h/Gpow01bHDHigm7gpcljgDR2ah27caep4b73wcYOxpHO303v2y+S
UTAOdtLbtB1Uo81omhfA1q3xXMZkbZTmVaf2FxoqqAw1dK+2W5N+hZ6KneLlrolK2rPlzgrOYGjX
pmkeJFl4URuT6vmkFB7v73AV+Ia/oNz2IiwERhw+G05N6gYdATJUdPWRlXUR2/YyC8/CCj/aJ99b
aN4UYgKtB/2/tnXL0Z3qYSfLbpUo1ToMoPXMx83XNPKWjUdJZU17ePC/XuGM9+qBN6WI7aHDtmtE
VVLH4eR7R7/hBU+7TR6pJ7xhPM90iutm0RYnpHiLPL0BgLvyKfhU6wbDxRLj1ZJkyVWRWEu1IKUH
UJOdMQBAG5PPYQlUkGJAGDStEhktY8b7RnZbZ0+qSrXzJew16M0m0yKDPTLmvVS2EOuXHSXa0Nbr
FilR71z53bnIrmMbUj4xQfZt2k/LX9+CN8zZP4656puSaAq6Ke5mC7HOXH3Wdyb7RLvN1Cd2GCjM
KDqGdg1ljWgTHK7jucZN7FCzqvSRVbqRg6uir+yjRWZhZ2jCFWCMCyo3CDXW+grPxwebr/NOi2ym
n/6wGQkjQEmF2C8ddTdgE7YVvEF+v80qxEzXqnOqoJ/gV4FFAKJaMExP3ThrLjSv2aS9vaygJrbF
OdSOwI17HjLtkKj4TQpuc1AhnVm2LfmRyaPe8Li9MEQkwtPb1kTKxNByBmxUtYMeAs225WVw/HNM
HMFqMtVFDk45U9Y1gYSMIhfzilHmhMmvQwcelw5JUv+cpK/zEcC01GXYBOsaJXOM6ViMuOcMMgoq
FUgKI4nmWek/CR/AqnZRmCZBI+NVo4+ELoG+q67ixk3Qr0aXBkn1FnJ2AdhOKsMSAPNF/jAU6J00
uZEOs4eoXJY9MU5Rvcn49hWmmcFLwGlbS6d5yhoEa/atwe6NA9Rm0W2n6oPHypwLzZ/ULeqbAlSx
M1/HYMi5mVhIsc0B95EvaJ1HUiWJM2EC6ZpolKJ7n/SFcngqgysz7ZZ+z1HaatczMTJp6luj9Tcy
wXC1quNwWeGG4JAFo3y8MUtAyIRT+lV11LHytPE8c2qZ+3hbtNuXTsyQiAQxlr5FamluanrEI3Ur
5psrQm+WM1q/JxcsIxm37KYdOWagCWEcJOk+duxdrJWrKGVfNaFTlPk6Con+zXwA6Jh/KEd+/frZ
79TN6tu62asEbmmvwm745NW4KErryOZ9UMECGn6zY3p1KkPnSmuNL4US3rbqNrDRuvGLi/3kBDfN
7azySlSuwWMejcrlZOVMSOO7OjAetLR2Lb9Zt4SKwLdYWgBMzWw+RHc+Z5Inq64uen84wFmFH2Ms
1OQZLTYqFsQhPkKpUdnKiKgvnsYxUy4VfPFFb7k+mbwB/vmybXfoSY181ruSLjjkmIyHY4HVZwwL
dJjeNp2RT/x/qVoMRa2tCqcgui/7aG3NJ+b8xosKOA0ELfcLVGTwVeItDprVgPjPY37269ss3ls8
3pwSgGgwNGDYtCcPaCWdijq9viJ8lKZldxiby0Hhy4ncku+yKmtQJh6WJKImEtGcy9EhXuyjtqL+
TutDfXOImMbOYziNLlhGTs3ipR/U8bIec0E7k3lfPLUvZGBdJHZ/S/nt6tNN4/oxMKFcsP4y4y2b
K4ShYBYmzYBpOT6Myd1Eah2CZ9a59CVtJ5e2/l5zFjPj3TVlcz3lebTXUYtqzq43XaxPH9zY957f
+evfHRGAFJqQaBMLEIhBbyx41OloFdYKoKeBIyqyDlnj3zODPOTDwdKV1dQgCfuLF5/Lie8uHk+l
CCUOQ5eIZSwS2qrM5CEvnGdAjIeghJM6dgeiJmADNWcnSg4Vv1YFOe4H13+nw6++KVuSDO2JVvm2
C4TrElHoQSfZlLnm2Yvo8eOV+9a76k2SBaL7X1/znYpFfVOxVDHET3D6JnnsDkRIfSXleT7Xz52T
hNKkD9QF0pZfX+ydVg1giB9vMNr0Rs5yHDeyyjuLtdkkzqkwv2gA5kx5m4bFKjftFfbbs2KOBzTL
B5Nz0K+v/vOTPZLwHy/elZlA7KGZrtXTkiOedCIZ2SImjY8JlGGL9+2j+nN+9/51t9LeAvcRiI8B
0FqadeMl3ORVJNM7lc8431nEm9vqtS5RrAucKEatYzQlNdGgNI30jx6ln484wAn++GEz5rCNrk/S
jdktU81YEaizFDG9cu5nyT1uGkFik1z2lB4xP9av7/E8vf3pJ3+zMCZgdaveGKU7R4HH9uP87pbe
PdGJc1DRQXDrrUxZDUV8LvMP7/d7v9o3a6ATknY7B4G7A+L1JX3AOrufh/+LiP4b+PaFJVBdUHJC
c2r9fSYNwCyPBFd9IkH07NOP1iu0Vkh1f30bfv5WITL78e4ns3/QbDlb43V6hnSwroklDlVzG3sj
Rb96QM5zEJ750fP284WDtJ4fr1fqKVPkrnDcXoteJKPHFDk7NIJ5vZJ6sCZKEp7VQ8hh+Ncf8N3f
85ulqjZ931QkTzhez21oqCuNTBC9f/SwVAZafe5HmsXFY2lvCUv5S2uV5rxZq9KgxdmpOAoVe3fw
J8gSTMta3uB5WZSZfVAZVmJs+4t3Vb5ZrVpTS5IKOKPr0/qbF4yc93SYdHbv8aBV6sIzCIsBbWWa
3j+u+W/JPG7zlP9+k2f8Idf4JsH48+/+N2k8ACgj8+Qevq/y+F1oehOEWH6fM4Smf/zlv+pM//h+
fypN8YihDNVsA3nHXPn+U2mKBlWavP+2LQwJmfUP5Yeh/0Y2CuJPIYT5L0pTah6V7BTDIqPCNOx/
R2n6tudJMYhc1eD7aYhgOZPp9o+vKCG28CCycLojU+jBGLU9uvOrqBKc45J0FZn6Qcg55Ew/aKRd
rIH/fEUvdePJ/L7VzaOY9WRRTa9POYZTcO1NHdAKnOlZvzWT8D7OJ1gcxUDMlBdh+oU/3uWzijL3
afqNN2MVXzl9ds9M27XL8ZOEWpJJ73ZE/MZ5BmCJM+FWdRBzkqr6FV8uw52owI3SOLd6JG6Ah61D
eB4zZYPzaTWnAFivrOfwW/SLgahKKezb3FZuUQNfeikjAqxTJX7MVio7OK9PKYfgLOc4AFALmooG
EAkH7NeK5Ev8XQitmp5JkZEBaDZDItNUZrM9dMpll4+f8owmUjDETwrF7KKKUjBcY/hCL+QGym65
qAiqWMLTIS6D86ev5/eyByhYtPJy3mHr2U4Ra821UtMgFfWmT+37Wgz+MiAbYU2LbmMY3o5ENFqY
Va1j7Ohv/Jj+OKC1vTN6r1rPJFhwV5Qu8QAtc28Hmoj0BNtyiaaME7LJz1xROMdxzUG5UbotWXdX
mt2QsosJgjDVe/5dOt3S3o0WJJWRrK9EIhszG74sDfuEkpWkvHB2UUVluUxl+TVK+NFhdyTLjjz1
hW0EgKNnLwAZm4Qs1OV95E8Pve6tYXRf0hQ8JBFn1P9P3pkkyY1kW3YrtQGEoG8mf2BmsN7Mzftm
AnHS3dEDCkWP0d9Gba9WUgdkRAbpmUlKSk2+SE1CIiNJdzNAAX363r3nFlN1o/TqV6tEWucOZrXQ
dI2MxVreaPjmVQ8iAtOGfnynp3uJw/gZXxKxenXxHkLHpzG0RiM6LgI3f59yCQLdBfzJkYrIsCzB
2Z+BRRI1dnJgHI9eYhDwNbxYbXgpY+ecOYqHq0L5aKN6k5XTbQigFkdILZANKrFvjd7WBKC7EAAz
qQJRQCfVTaUpW61TH7usekg1ThpO+ZCpzXUwtfgwihutxCXTl/lDMI23QO7DlaJMt/EMYAHVspri
JltmY4JhGO/u0o5otnYwSToXkLYeBFuVtqYVmUcPZ+IiqGfqfCLfU407LPWDEoFM8AKfZvrSIW0O
Pca+reQ7JJNtSiy8m+QnLZ5vQeBCL8CW63bSd2rwKm5nAU8BxufMaCXtSIo1ccNtAG3LI5EmTp5x
TG/4eIvBGj90rd50urLFeLpVBQge0soCob70CM7h3x/bPrtGBp4tYVtxvmi9O7LOv3pCo31u7UST
f/toPQVzoSofaUTAYebshMLFMXvtaHrRl1G17mB2HsYuD1dTb+4zNd1iHbqp0+FWrZStleTb0WVV
QEH+Quz3DVy9l7J3PzrO5X1l7FUdLs04vSSlvSOO/qUv8vcBUkBvcer74SV/+V4P/6+izbnzRTPr
6ufy5O8y+c93I5Rq+GfsEM7n6SLau9jCnjPdF7NONKjEU6KhW3eLZJWL8Gs/0Hpx7PUUFMewqZ+S
HBRUb69/8yl+PnJ+/xQWsmYP8wGNbOdTEZWjRqoqKVU+RS58A5/SAnjwtsJRGurZEarLbSLyl1wL
D2IM9qVEgx3GJAfn34dz/9Hm/2939h/Fm//1b//U/Lv+USb8z9B4OqqLipJd+d/v/6fX7HV8xV0i
4+z//Pf/rtP5f23k+Pr2Si2wff1S5q9/WU7qHzWg//jZf9cCbOqWzr7tWTiDqE7/qgWsP1zbxN7A
8Bs7iMP55C/XyWwtUS0dxuT30CvWx9+uE8NW+YmOq3sw1V3zP6kFfj4UfGO7U4ZQDQGe8PCcfCpj
Ry+VmV6o8t4O0BSRIpmb9krU9qpU2xUnuXWai01Sjr/TR3w6dX//xZ6n2Txnpme4/yR78zS9ahqj
uRfR6Esnok9s3pNB5CsZe5BKQqDS47UYp+6E1BC8I/GmME96HKcoyqkNNrOFqzbrvTnYWLzyl2Qa
/YjOXKF3N4lU/Yzo+BBvYV+JS19+0XJrM+bF0g6t6zxL70rxJWJAa1f50Swnv87tOwzbJ8/mlUJ+
L/znEmk5zZ5p2BiJ/QxvG1iO6d2pDagmyDeScXXyJTLFRq2zszfNTKX41YCTsuukexfmNKOleKY9
dG+atHGgfREr9Rax0aQR1ls53HR2yzyLsxJEc/fcZw4hl+PN/CNxQe067BuAC/pdKt2r3oOiVhAP
szbR60LMWQ0NFysF/cqhY5hD6TlYNwQA+jTOj4UafAVECFiiL7aFkrxFUZuskeCbG6cXT14Q+MKY
XoaReoD8pIipMci6qfN1fOKzNQUrJ04XQyokR+NFqWhhws5CMoVZhpE93luGglm9F5ypCzM/Ys0G
uAp2PR592MG/O7v+3FD8tlx01UFIbVF5QKP4dIit6ipvB3h095h6VupgEQFQr71qRGdkkU/cJnPM
xRX8nbvODg+Rl/km6DYYDeeYjReZ/K1onHU1DjPAo34Ks+EhIyipKcUmUqwtYxTQyoEPPWdFasUW
U8k1VppNHHi7kRPtIi/R69nVpQyGh7ym+ou47Yl9RBbypBHTYpDu3NJsrnC+Kz2C/PnuTKxiepMY
kj1UeVpLcPy8wOF5x6ELn5yEqCzjHB6huYyyFzCHizSzjlXNht0p+QvpTMu8xd84Ox/aUTxnltyD
ayaO1dpCfbv27PyS684RaMRVaAxXoqpusfqSIqqQamreRzGtb0+/72S41qhHxiC/ODwmQ2SeU12u
HXM4deFXZOIrO88voeCzQhTJvHRVaawQrVkbWb5zi3bPAj1GZLj/8Er9V7ut+nmj4x2ia2TuEQJH
/B5+up+PIl0qZV70dn0vVe9O2N5dQpwT3WoioOWTVAtOFRr+ksHyRZOQ+8ocTpY3QbcpTXKnreEK
+tpGVskxdj1fLcM17CMSjfWTIIy+J8YB8MadObarOHOOYkJ1AIZazZgtKdpwkFW1swZrY+LtyoeC
EO9u2Ti9X4vmMeBNSEzZEq7LpuB5S5zxEKdYcUFMBRnR60OygnDyJYiyY9/ZDBiihCZt/yDdZCVa
g0+EEiPOQVPAbG2aNSX2BlL3WqfSH1UdLk1HZZ7PgnAuvbgwF92OVnsSXrcchM0znPpko5HJVaBT
q0+h0V3lBiMGJmm5M3DqnzgsQNPU+lPu6ZtCwLgAZ7isSNHikaDLAlajesDNfhX0Ylumb57rYH3j
3DA4C9X9KnW+go5PS8p9W4stY+BLMhvYOE7thMGbP1Auv77jnySy359kDfGexnZDeTUHkvzY16Z2
ym0oCfU915p4al4pobUJyVqrzWJb0aP0eotg3PAaixEyF89XErFp4FIpA5eRxYH84BnrFgFdsQCd
Xm4FjkSK7LU0zW1gm8u6T89uDjK6bB9rF+2tYdxXQfx1fkp0nlsOjWsJWDEYvR2M6LMEXvfrL0kh
8VMNOS9qgxM+3g98GjZb9E/f0cz0yrHTqbmPEge8Ar+z11siWXsiloPkN+/GbyqwHyvWb7+NzExM
qhYTCePzIwTqiBwBtlKzbPZ4zNbOwlkZnMed8NBU0LwdMD2ddYS9sRzgRaot7jCtCyIOD8X3cpEK
DlfOv3igZ7PuT1+d1sL8hV0Nf4tKe+NTn8qwmPsafdff9xyEpqQixYvm/bypVoWNOMjG/EmVkZkb
6ZjbToht38BWtqx1zvMEaGJll/Y5aYxzk7Gj4sSMWudYYhQbSDEm5P1Q8UbVu2JXei2kpfJi6d4l
tuSjOYUHjGGoN/T7XOlu7IavWYztI/F2Z0MZHmRmHCXA7zAJ3/K82nTMw9yxPcEeWhlp/F6za+v2
cFUn/BJKoNwtbnEwdgvQtBLgVEVYZzA+aPwZuHLiOcyNa0J/oa9mvOd15a5W7eNgRAcB5fw3N3le
MT/eY9o0uukaOJTVuTv0bfb3wzRIaAHm34jLaivGlqb2xsiC77fu//dKn8EOl+2H53d2jP3pBDu/
5jjB7uK8lMrxvW7ef6rj//qbf9bxuvOHYdKbc1zrW9gsR7I/63jd/EM1UUF9s3KpOP//UccrLp4t
XnPeDANQLdVxqf7/LOQVMpv4s4aKjQC2jfEfVvL8vJ/WiE3w0/zswR3Aj86HtD+1wYFiCLJqVXFQ
ifkal6E+eusREshqUDA7J4IuUSzAVorETf0Ay/JughH5SLCOwa7Q1t66KF31aeiD6A32Qn3npXrw
0SljikbMjiCYiYLMPgCKMIeohqNLk8hgHxN7UdFs0iWPZDGdCGluwXB4dXQpHQfxQeHYX+0kIK5G
IS4lN83U5+ydgcORy76J2kVmmvLaMjLIQ0P8VfYt7lerjZS7wjPKV6vnUwQlhIdlLzw8sZVR5rhT
7JD/wsCZ+FhUMyBZx8kmIkV33799ljpw5txbQmZcH22rWIKjnq5Hi38bgHhfl06l3FWA2HZUZyk/
1W0N4vvCFj0jGSolYrt4OjmEnB4nxxlIS5Jd9Ka2Gl+u7DB05gjmnwyBe1xlF2FqpwAtU6hUp7nf
dUq6pFaWZpISJz9US2UiG2pRILC9mVJpH2FC5ndNrovn2CqDZ23Q5gzUVoGaOdlTYV30QEwn1+yD
vZdozMPN0EwWuVW0PpY2XKMAwegOxYADRTnsk7hFZNcVRfWo6YQSK7Ue3DWDk+OCY9K5HZnk0nXr
OAQEapXeWF2fGgtswuYDaMDo0qd6hg9HGq2gqwc1S4DjfUmE6mxrwoMu5L/Wd5oWKI8dIe1bZ6q9
XdqFhR94rkEKUI5jvh50chzsOwEj6MViovoWj4lFQE5s1FcDMZGqbnrPKlaj89BHExWe2V85BV52
q51I7anc/GKqZfTmpvMMWO31ZxDo6WUY2uC5b8lZhvuLTz/k3LHi2DwewuCbDLBb41uIzkOcuCfS
XconQiTUpyqKxnsoePZFhe6Mz4A/YqZm+tBNdCHbQFWIvZhbY/RJfWirCsVUriN1ct2NmY1yVyVT
txwVO/W9QXb37D9XcQLVf6RQ8+NyIHqmI5ski4IGcyGYn21d8zwUcBqR/aRqs9SCXDzbc8of6S7j
yRJaeMnTNnyZEPtuejnSumx4NtHcoHieZHqiqk9PBq77a/JEg/0Yl8ZCm5p4Y0aInhrLoDInaOAQ
xniR6xwjT+ZFiNWSAhh5xs/reqe4BUkt1qPeIuRuHXmJdEsBapmpnNTkkzcbkWM4dSdyCvOPzCuG
MyGx0SmgonkLgOFt7HQg1Be22jZO4/Q0w8fDxWiYD9kYO/FiUuxs3WdNmCzDTHZUYaFsq1WuyhJp
cI2oh6QpvnyHayPt0Z3BuwsNCFQpcjBXD051WDvwDUw2fA3da0x3dK8MIOMbt01vobiXB92yxrkV
P6R3hEWXT7Coo9uojfTrJu/rg7QREY+kquxxW4r7UgYJitugb8jKmNodaDxlhqvXJyuO2xk+rR3J
vGAKWUtzupSdXl3aKWuPwpmKmyrtGMm2qb0Nec/s8kDV1oNA0m2plf1qQVTa21EY3BsjOXGhZaar
QuT99oc9519UTt88Yn9v8d9e32xVnqbCAzc993NhLAKr1ohcTA+mFmYPRA1hYacRYQNoaKtq02jB
AUCSvexsA1xCoXVPAl3Bxhmb9slKYlLqlKbbBEx5H7FnnkUPU1cqtn6bJ07yRDx5ejCon9dJIabd
QLblIXAE5xsvL73fTClNe54g/f1lXJuGEhUpnUtaXiaF4OcKWDcpMg0hDi2DiUe3MHlrxljjP4Zp
al+i+RrKuhrmdNT56s7XGSQ0T9987aP5Lgjo4NsYbecWOnFxo2fQH8wBMUY6JCqpzjxPnQFEAuC4
pmL9t+KaTBJuuz4i0VKAF+xN4muyhZgXyDQvlXpeNO28fOJ5IUXzksJkWj5V8zKjf8eKo7NSHtp5
GYYjC5IXWLuvtaY/IdFPVs28cEUcKadRJc1TaZjux41zoWGcCHgIqfnmVTovZl3wQkSZBWNfg1Bo
w8qt8vFEPKrqBwI4BALLnpAdKH44+MKdBQOBJzokiLlVHQJaFk5xKHjvM+5ZFXZ2iNSXND4k0yt8
a4vIL5RlVXKTGE8ksi4a8QGDUBleQnZTuzGWUE+W+SmPbgr5Wgz3lVH4Q77Ty6tk+OK55IOjrmOC
IgCWjU8aXuiW6D1Cd+JHr+P0xzGFTRVUvjgWyZwQNLzSZJMhFDePzBXnzu6l38RXqENxALF3th2o
Sj8m5N6Kd2m+nhnL+gFW5E34RTjbmOM2BoSe9LB1Nz0r2SMAQVO9pICjYejH+Trwvrr6dvzisGT6
+Kr11u54guWHnp5k7BkCWMVr0iJXmeH5zEfc6LFRSzRY4bLO+qWFoMQt5lQjFeaKKSjQVf2+KLpz
3g2LpLf2XWUceHcRnO0gXk+XkO9wXdxYoPUjYB5o4DAMSMczcRUpDUytVCcYvu/VrXCjButBIHzG
Clw6VzsqM9UugaC4oTjRKAcKTnaW3i90R6FlaZ5zORFN46EkHkc8LMXw5Fndsc2mVU2t1YShQniQ
tnZj8+ThBkmg+lvx3Gp7tg0OFLFufEx9/6QW+tdsVFdUPW/65MUgJu7yQfitLO4rWp1DVR96Zv95
U+570VouNownrd0ORXnOTMnbLlavDBXVO6+bWwjdW0cvtkN+O4VrWJCm+WVqsWWO/V4xEAnbyVLD
l9vii8Sp5tHgBA5/tKa+wKOpRxgZ9VH6Ux5bvMtpYFkVhhM3jxEfJIbfEDRwJv3vItuGSd14Vsth
Q5rAMZk88jhGvy+YG7akhvda1i5x64FSLJzbrMX7gmE03w/Oa02qpG4uR/eL4dzhEtVpP7vGsezX
XfK1JI6LaOylI3jqyVQvEriIi6loOMgSw2FBg8nDqwJWMVOzlMjwPEdbpaH92GTK4yQozKpx1bQF
KI9rUa5ZZaqId7p8ZtIdZC9WYT5CDVwrwRw9dq7V5xCCOJluuZcfnODWIpt5oNWY6qu83sdIehpn
7mBUXQcuQS4qJIsCoXuIpiyE8P0cjRei9PTHSHeXIVK+LCReKN6FKvXHLI0m91jnSUlofDSPk+cP
toEkulk02pUL0rWt7KUj35wQb/jJuB+1C7yRhXyV8cwvfMPwP73TDSNNdQl9bVl0x1pf6fol06eT
qM48gVbdbEvvxUsPenzVFeXC6G8lAVeUm1s9uXHz9GgQo90SmpcYGGORFUZ6twTyD1HNn6wVhYiJ
TN8issGI5droMfL5JEHsDEJhOgeKk06OhraWVJ9TVfuO8Siys2nlG7X9aKaS/xMDc/kS0r2fGNyW
BG72OEGAW/B5a99trh362R3LJMSxHc+5odXeJdDCylAKZV+i8M6SFw+aQaI9SQlRxQgXSv4hsmkZ
ZdS9yY7cB7/p2tU0pQ+GnMgH82MxrLQsuiZVzI+Rwb+FBCmE8KZmVpS2LbwzMXZldldgt8jFVoZz
uaItIlc8qrRQEQw0MS1bSnLcTr1N1qFzdIZnaA4LeDm7UXW39D9Ig9qSp70w+w8z1fAYr4W6a4rK
16PXKgHa5BO3+JsGy2eP+betlXOe6eiu69g25TVb7w+tAMQDIjS0MjsMZcBCSmQPMdJ1WUixVzFV
B3cyCkYFTXElzTHH3++o3Qt+XI96ZuDkYeSnhlDWPYYGiosyyJwZ0cPFg6fobZRvRQFMmgKaOpWC
ozcEuNV2clDzkeeO2B4G+1p51RB2sG2K2txHvUrGJWkBVFcJvvEOFm7pEa4lYNGs0jC55h39IPKY
NTJXxRFq975Zxw6mxpbRTzTuR/VGZIe4jnduHHAEgbtspO9O+aUUfmn4aUdsVDqtwJ46q5ZNYo/Y
YvbkqTxXwTYAhrOACr418nHd6dE2ExHD8In4Fxty90Jvp/6spjJfT+LO8cZFSL9cPSl5e7KRdaNA
MZ4Sea30BOxFcmECrmVgvdLAz+c34ZgfONy+67QcjYdMDxnd02O2ROunnBI9dMfRXcuwqDqkvXNG
M+sbBZD2ulu1jcTGYChbJZt2tsfwpivuG+6OA1LJb8a9GzBmqN+mmO1YuZAamkfNrrSC68K558RD
Jo3m6xMmzM5GbS63uUryU9UcJte51VCGZJOx6KJ6YSd3JbGa3RS8RKU4GJjaqg97enDGepl6wMZg
mMJ0VX/T5/w0LGctoqOhq2FAt0Hl9E/jw0m1ZCatqjskTk/pMJFmJDIaje0LtdB0SqHLbqZiiP2+
DgU7PoMGvZTqOhQUgN/q5/+offX/olL7cUj9X5v3cu4N1Z8Fb/8DR9ma/esx9jstk/LHvta3v/C9
p6W49h8O7SIiiFyd+Qutqr+aWgpcwz/mhrLL0A0+l4Xm7K/ptKH/QQdylrBBUXcIYuMT/NnU0sw/
6EObzJLhFwG8J1T8L1LTn2cgBAD/tpv8s4R2Xlj05m34SbZm6kCRPp0ipNFphJVG1SnqvdhZVaU+
alccblL9qyLhFi0yxXDMQ8M8TFkzk0mmh18fyj5JSvkEfG/etfNphjh0+zMsKSZLLEob0R3LugKn
oXfS9m5N3r+4QCwvEvthBCp5CaQcanhecFKRt+Rsjvky1EAVY/yo8Vv8ztT3aXzO53JBE1suWZCq
/S8+F0NloMM9p1q9b+iGuDDsiSaJXfoZaZLyyouSSdrnejBMTMj54EUrbIAjQ8e6ixNsH4yCMTFE
irMH8UwR+Ovr9vPxz2K+Y9pIuFxPd7mCrIaf9yhAwrYbmvqwT6mSiRTRcxU3hxbZxiF3aiW/l0Db
CMtkfzR/c47+p1+NtBFphGnSMedjmDRjf9weFdvkiDDW1d6GpTlsXJtevJ4K3b4q0SpCuUlGOoZV
2GLB/PWXnn/y32devrTJOZhFz3haR9hgf9JSKOoY1hKE274OOZIuGe0xo/5+ByK7j4fNr3/dp7mP
RaYSJ2ydq8xwgIttf3o6UoNsIGFY4hgTpMlRg3jJ8WAgvboog5qLD8B6U3PQUoOP0emSQmUwabd9
GdOoxeXsWfKGDq+LfFmHxLzOrM6LL33RxdZvZn6fmAKWRuymiwRm9vJrNv+c52U/lCxaOWqmMuja
YVKHbNh1RQMhA7Ednt+QtgxJwHZevGMqaa/TVKYjNoiqRu1kDk18+PVVm3/VjzdJ5XyGiIDaaX64
+ZefP0oRR8FAAl5/0AOnIylBwwV76vvJwB2XtgntWLtqovA3S+NnmQ0XwHBRRcCdZQiA5OUzFqSY
w7SLZGxgcKANXeFFrJAk2mQmQmierOpuAi/BoaMwWSbl96dFAYR98+svP6+In78894GFajN8RXf0
T8O5kSzwqBI5o+MyTcdlK0BeVwtAiTwYv/5Vnx8G1UC65Lncbd6aPIufFmdemJT3RV8dSFVkwlwZ
nd3uzDwZJoIKyrg8/vrXAc/7efJowfB0mc5QdqNxwSf0WbhXU/MHpSK6TV0qxCKHSj1+NAaWtC1p
CKbls+bKYpl4+bSUXmL7SdaZDCJJl6Ujw9zZcKjWutRE8SFGyPOVaS/yuHQPgYx1v9ehxchmAHIi
m26fmbnxWHl2v61Uxb7pybJdDrLQfKNtiFoLIiJAEdrQ+vSCylPWVTzEqbmHRjk0ynuXZTUIoKr9
8JoAsmNLQl+ogIuNjMk6827E5yZoLqhpc9IG4TIfVSUYiGBuhrk5cbgwzQ8y1ZqNO3nunTJY7lU8
y5kZXJCxJkpnrUYiP8qhrFaxoiJOSoos5aKAkmBTvWckRSwbIHzCHHKgpK2V7O2iJMg7yO97kU7X
Xa8PSIlKSE0aIZyNRzuOMJboVbTNh9NMtooumfAAr09ncIcy4fNo0o3nDeayspC8bLgMBohPU5wb
lyuhKQniYSG0bWMkwCwsVTwEUJqQHA2pu5CCXhUwd30TjJazLqyAxNyqdnFNks/O9qx9QY86n0Aq
OfpjGY4nHNOX2rCda1yAnNjsRoMTHKU3Xal2H11iERyQWF6x9xjUAw8B+n1tAGRcACfWmICHI8EY
VmEjzW6hbr5YgcY5EEtYddTL0doP4E6WNIiajTXaHuYOcZvkhbGfE3J9HhyACWUFxiPijxVt3VS+
rXiGctDDeiKYJG/vIApHz0lXZAFnCS8hCAPageYGxpUSRt1DbhKWXEadB6UhRbFD5wmkLl4hjL6m
Rj8hd0HCVVWEKI4WD8ZXFU2K143J1xQJFNLdjDE1NHJQ+WuHREUrv61ChcV1HsyBxmUZjF8tTVjL
wa7JEE1GMIEFKqXOM52nrldiaCMyT7YRQRohR16HboEqH/RQzd6M0dJ2wq37DZ2BFANm1hELy5hG
9MkamFLM4KQC3zAAzBXCKu5Hc4pXjBWYhZiTs870mBmZJVLSXgED6DpJsaSbTicTBsCK11Pna7qO
1FxY0a0jtSOJjSiUnPLNrpDk9yIk4WbMbzUrehw1XNWpmzRr0M89GR+D+ow7ctNZubFswlYcx7BV
0Z61V0HZ9Ru9nAbfyNJkO4QD3QDCi0hjCEZWnenSStKUetl3yXTuG4f+jJ6ILY2mmcc81rf2xKgy
ruLwEgfheIRgW/kSFMtBETZhzLXTWeQhEThSLRq6+XIpdBgDvuXkdIRJkRQoS6JoeDdI07SWZZtC
E9SG7KRFDS14N+qz7CmCkqs8x2j2A36I26NVGj0nidD+iCJ500iX+Ki4c/rDVBjyhpAUGBz0z5rm
7CYwyh89R8bBgxRsNTm5hnES7ztb1UHYll1H2KQOzOTWZg98k25GbyZKmItcOtMNB9jIbq0CEyYq
aP29aCgUu4VYYrtNR2Ij9PpgUY+09IaeGLa5sdybsGvrTsbrUelapjpJRMVRM6jN1l5S6tGOYLjA
XZYjE8VdZ4AVXygjo6NIC01n2Q14H44wQybUOUMRp3tr5BKQrYrKUh4HLSMp3OFNbJp+VboZZTPO
vXR6aKN0SEkvYxi+KNQW4AB6tLD2Td6jRLg4ZW8eOXFa6anyympifFhRbupKPwXv08jzccpFar7q
kqJmL2CX3xfkiRHsk2iS8thGDFqvnSoOrCcCRbg2Ne4JRl9K1uxBngsD6HJAi5s29WTATSFFEVD5
FKwNrXG6G1QkYUroqy2mS1MMrn2X226Z+Qjeeq9dsjrR4le9C5+KGxuQQ1FR9hbvxZRF+apioM+g
q45lxAS1I5tkmaObR0w+oXJU6WAUsSclfRK7ONlNrxvroq6MG4PDUBIfK7UYiV/Ht17NZoCsztLw
YLU5onbICAMzemsWHgAeNnrA3tzhqkA8qnoQdNSyq3n2OxQnfuGqUAK7Kk2FvZhI5tGLlUaw35uX
E/aWL8gHc5IQCBxB076D+MzZWGGVAbKOQidZmaR1MIUl3I4sRSNyy6NF9DcMrAFr1AMJJ718R+HH
bVFcVXT1ihIkYbfs+cew4fiZuCCAyiZOjnoBzeuFpntBp6gq1QzaCwP+0nw3c7UBtE2SitXgYOVU
FH5QiktxPVE3TTtekiazBrJ1tCUzcLJE0QuE8T1Y99o+dzU9eXsZaZURPBdyxLWNPi6Pg5sKSfRo
LmqiZkzS4jhUmQx0RwI7PmJqeFkgMCODmQjFwKzKZkV+sU7BNBa0ge8UMpEfnTDRfIUc6kXmelW3
GcDP70KZBYDhsY2fG8PCiVLUwb02dt5eFJG97GNN4MjX7AdKxseqDuMdX69Y9wX1+cIzepveZHqw
zaDP1lWrjlhTCJS4eO3wWnUMmzNpxpuAOLiT0uTBsmfQRU0g4CEMgXKrlgEwbp12d0mu5RKoA7Om
eFCvURElK6/2nCsymQ1IJ569Qs5gwTuoNIYfrm0tAs9p/WoigDBVLG8/6krrCy8kNskeeLG4JRTx
qVOb7MZyw2zlKlOLq5Wj6LCqcKHvI9fFJ9JaVXlyLIJGd95kqjuUxQHYyFTbGkQt+0neB+s46h+0
MY8xxHrkLHnIaxdqjje1Y+qwNxOrOug5eTvck+zQFaxqq+FaR3Cw3UVRCOuLHooMbTbIh2wg2q3O
24L2q1tdlxNYGtcggIPE8dov6uTdxDd0U4VoH+tZTVtOAcn1QxndkNdLPIwWOvfEaGrusjBdcUR4
Sm7NGAnnKunnxmlhMHRr1UlberLRcHcpbXc/9ULmftyUA3teZ0Tj0nDiTvVl02sfXqC4x2Q0jQfc
dsATM3jxy1ooFZxuNYnXbVx/yyGQsvIJvLIwGZEBg+kuzN1nU3phcu566CakDqGpZs3X5NAjqmF0
aLkwekTh0g1nyA/vYaI8gFyWteI2ZrPeh2GsfzHCMjikRq/v9CErUQZ4YbcxBMq9BW6FcZs2IdHw
kqBPwrw62e5RTfSPJfEbl8aSFFR8e/emIR+QPd920rsiT8phNYad/siAyr2PnYTBmazLmyYOwNbM
h86VORIqrlYDrQYpydABwAMMJo4tc63aiMX9sethn7VmGrw17eg9WBqM1KXdCogtyF/4ezR4yEyU
ylAVaELQUpCc2pALTtj9oupUkpDqxmzpzjuNtm4lHmqCE7yFMAz2rY5srWipx5JAT7MV7XGMpXzp
3Di91bIhwC1XtdOjgQ6XDUWQeOyUg2ec3UZR64Wm5hVxerJMThYtZ2XvumN933AYxa8IUow/kCVX
Es7MtmkJLh8GNRvXdd/1sR8mgN+QAnZAlUbVbtdePg5odu2w3iZe1Pdc31HJ54w3gEPBCLFBH4m5
16JpeM07xiqDjLXbDh3WsjMmiG+pFa5riTpZBmG5Rooc36VF9qqVqbnlCyJVLuk3PHJpITOQbAqd
s4w1Z6VO+DYUPRo3YVQXkIOpIg27DVeV4TDkGSTC87NHfXipYrW/t2OnnydiQX8/GEWzx+yXHtM2
zU8kR52Uamy+9lUTgPiq3Cu9ixq8AqO1NcuAtG/gFHIzxuEeowpZFm4KiMtLE3mc1IQlVus1Zyq1
UbbCzuWVVU7Kq8tBBfivMk1feVj1fKUadvGcwQJ/tUwcpGbrvukFBSZfh0G8T2SbicA+7DlcxV6y
BWav+7l0FcKa4vCdNAF7r/Q8F7KItU1SZ9NmxPjP+aqoTwwvpK9Z4gtzut5dD66VrhT42Lc2LaFV
l+fRlgYVo93RercGJVox4jmEDmSeqg+8a2yf6l3DGWAPn99Z6tLrzw3osuXklmisGef7cZc4T1Yd
1GclYdbsQoZEm54yLDWFs7PUTmxys2ZWxJwUTFaDFMyssEsw2y+/eTOHnpzzEh4LXvlsX/bE4JKh
rj0TKaiuhRmqu6xgsMhAihwyt94StkfamotrxFgbFhXVxAdilJwHKwAzX6XhwErNFM/v8BBQ6JBn
XNhBNqOHOI4qIIEA4zbVZkB685WQpXtBdOs+RRyxJ/yQOHlvurEzw/ngjFXedpwjz/+Xu/PYjhzJ
0vS7zB450GIxG2i4olMFI2KDwxCE1hpP3x+iqroysztrpnZ95sSJTAbpdAcMZteu3fuLnJPH4G34
xNfeAnTpCTRql6EsPLUP8iDWxnWrWF14HybmOa1WMctsA8DVhN4BmCVETjf9ntWa8AIbGcyKOcdZ
Hua1kaMJZY7xV3If2rSjhVXtpldPYMTkz1vfDbDcWzp3ZlJwKJOk4hMODYo7aqj0oXSqPYmFtlC3
sWj64+Y4LXP7tKQreVQXz/cao6zTtlsJMduQzjHgMScmT3iORXN28qaq3Ww9jLE1xXzrdIRoB6UU
wHjJn/JRkhGT2yhQiSX0jNoqr5NIDDP70TjjocxFzG31nVA20FcU1rdmaucCyqNRRntNvN4wukKA
ScfApzRnEG+9sV1Y27iizqp1Qd1JP+Uxjptmi5UbxxBnFTr5EaM65jo7FD18FCQTMSEpY56kFCC6
Iqoa2sKbXGbPudXOaCLKeBLP4kaHxzSqr2onILDddd0N/hgSG23VhWXWCe8U9Qjie1n7zGijQB5M
2H1K1jswUSWWPnrwng4wR9D1qoqkDEVdb0BJSLelAssPQg4OwG1LZPRU5PyZjPhhDEXzlo59cZeL
sn/CYLKAKzFzVMQqDmNHobhaGbmZWC9D2LbzD1pCPQTqboBAMdSZQmMSO/XdyKFOgN6R7Jp9m/m3
Tp1HNvyu8bZ42G6ZZOeidMeQsznFx14rdvJwVlTcoddZVm/UoZTHYZYhj++Vgb5hGp+rGosYp9lL
w+FUkyr2mkvYnWYCxmsaCeBzmpv1w6RI2buFFhc3tIsfKQUNMnuAo8iTtwngAzF+VsVRvDX6LMu4
ekKnrVV59Pusxf9Rkmr91AKb84YdtYcEdYZZbNHeL4WjxTXA3BlGaVdtjujjz4k67nGanMEEzQ1E
ZDzGdxRWvw6FKL8DD+WMa0zEMfJ9BswcDL8nZfUYgJ+lar21CT7hRaVaT+qOKam0gMSD0FOG0tJJ
YACKIVi6Po8StUfILVlXBIYHabsIpSxJ5NGa9ibCuXtcZ2OmJKJpXIJx5kirvQr9tr7r0K19qpOV
6q200TlFGe2XKlm2u9ltGo1zodJW2xp2YAEUOSccgYrya4kK6vBl21jlZEfW7Es4swG06BtYwlWy
/mSznIEbSsllmAXoJg0OXag/b+rzpKJOjCqg2FxKwVgOeMk0t0ADksXNmhm4EyWjOLnEOPABr6Vy
9E1cEuBECsEOQlSqa2+yxg5WFkq/wETfU0uoLRTq9LG7TEzsaXxbdQkenW5n6izjzwI/xhxbvLDX
bEjXldRwXcAZpdJbPqMpJbYqjpxxdRX7ovpJrYSUo02EWb0Xo9TRcHdlsyma1tEVru2EBBRnmB7K
sn6ri46zZDqPUBuowIw6nV9sCz9rBmnSGdNmfiq3bVtfu8LEVHVH73vwN7w6a4G8UQM9gVi40SNN
2TcI/u0TDoJu3c3q/JJYo3otR6HWry14H/3rVCtycd2XZYu9WC9NwzUyEfxYXZoCK3DvTH5r6zCw
D9KsK6yL1fHAnzZZWelMYXSU80y4MM4IWaukatD+Oj4TuOP1O/Z50JVQKNO6+LUv9EGBPLZzseaC
F/HPzBrG/cnYsYNUiSm4SjmFjsMLEkZVn57NPdnzc6Lus3FXQFL1aASmGcXmZsMVaXNUqds4QomJ
2REM10oE3gKOecqBEpmQ9TWFc/yea3H2dW8qhZImBPuD/qYMQAUaeTCAieaCDJdHGTj4F1Bu5TNm
WytYPwX7I7Dh24A5o9t2iczxFyfc6r7sQiv6jaEOVEEKcukINQga+6aQ0AdCqwUyykSkoUs1x8n6
piU5wjyONB/OlVTMYzRtpVEeA1JTigVJsYpShM4pBwY6FqOV2Kq2VSeR8sLkqsDIiutSr03+IWR9
yyFoJkOPWqnuJH+fkJfMbWrM4/axSybmvraR7Kb+AUcub3IHbUzmkySlRzunaRh4Rej5b2zN+vwE
wk3mXArGms4eBvBDdgHZ3uXnSkL6z60NUtvPBONcvpML5T0ZstQ9yk0pvRcpBLzOrjit9ZzhlR6r
6YSjMSunpVkQH7mMqB+cyhEvSGvptQkVZEvQP7pBkOaXpbAUHl05myL/MzT9mCzapmq6PWr4d7lS
ZaBvv7dxUtlpTIr5MkhxQnl43QAdGvuSn+QhNVQfuC5BSurHXXmcEgTcfAg1WOiSJm+5p64ywEAh
AQd/z/Oc+0yHpqCwuMt5Wp/KLJE+x7kxbniiJYuWksfRwXF0pkbIFrhYl51UV/COpox6rfcBaQE2
/h3Ipzqgh7xkkHrSGGwIZS4TJ71iqka/E3fummKHdZb6aTVttJ+PylmR8DCB70qA3UcyAj9T9KWi
cZPjFb8MEiiNpWvJrQh8a3eqZ5XfUo3ZMMn56AedhsXczRMw4jqNyHjmeUe85OjYqb8ea6+svfQs
l5MFc2829C6Ke4DHzlYI834RhlKfkWlqxxnAfGUiqbrPS31bhm4o3Rzi75nJJVi3CZXZCMap0T+p
uVS079YgIa+1QUQLKGTn7Unre3k707SZDLzf0fQOS3mqxKe0aLbaJRBqO0hDcc5v3Y6jEWUFaaiv
EIEtVxuqNvZ3kn1yWADu1oWDUZfZplisOGBTP85P2ihnFHdVq3+breqwyDZ0Zi1lmtHC531vhu+w
IdTSldS5+7ZN2nyHQXXIj8hSP/wAG60WJKUNjxswXYWSpaLJb0ZZsd6aFjfnq7wn7Q+FR/1OjahQ
Qkzxms3XV8tsXDlrcHPYCAyxd6wwQrTJoT5ERpmpMebl9u1vi3PsJeaoKfZWF4rjbqAE28vDsof1
LJUbyuoyhcFqavbhJOeVtvgliaLujz2VRJpCOLV6RT7g1wH7Ac9pRRlrHMuTdTvpG9gf4JZxg/Iw
Ju8iGjH5NFJLTZucc+WYSeaMLP+yU3/UG8CoORPX8I3RKiYnaYT8PG9Wl0SGKLUfxiAu6YfSaHh4
o6sd6zkDp1LZ6QRZMU40Rarqs9pPrPlM7mhpA28qKJwm2NJR7NoVbu4uyzOPoDXUsgjkvUrgIfYy
eqPlPJq7XSVFVwYaFJftxImd1iWMEKXGDY/aTnFiG9CLqzab8P9dTWSa+rQmqawLWqvXEG2t7VO3
1dtF3goatjQieuKnpUhEr7WoybvBpiEei+KoXp2Q2xU7f1QznFIALDdy/CkzUq1DoVwzBcxIJjJt
4nQVLw+lSk3swVqztPFRkmRGyOOYKQH2bPSzUm2dpsEpYdxwD20lFJVdZE1ZnobKFAwIL2Ye7rKV
aaGUlmMecdyw4OA3amqzgtvNTUxxZL3m0J8Q9xy6b+Kcceweh0zSfImS2Oe+M+PFVYu8xLnt1x7x
N9zAWqVlDqsXESIt05vkyiBpzWOjbjElC5AF46d2S0f99reIaQAGl6Bfi03uAwTPNAcbxUNhVVCV
OQ2EYeLBWZC51BDTWCjXlI/qNJT3dQfXyKOM2jlVc2ebFGBien/w1Gd2PKKPXqI4upGHvRZqb2J0
V5fDl1YC6+fNm4klp2M07SKPTrpOOpkyD1kkZ0u6XAhrZIAGX9picmJBmhoEElTaF1Q+8RkMxBrN
nweBymcMmDCZzK8lklblVV0L/Ttlhm67DMKIAiauwqQZZETa/JSQ+e73WJ6V+cVIJnC2pBpzpOaC
Pl/KOhH3px7Q5/yiAy2aKIMwk7IoFvpU/Z7X+gYaOhPZJM8KzoDdT/aTEpQ8QwZvxaZ+vQvgcemI
BEteimKoIVxNQRhCmapZLkfoGAhrOied/j1GIKiwTTVJ8bfp4cOmR5iSdhdD0GbHn3SVAfi6kkVD
YTnXXYNOgq2ZzbJRncfqAfFWdvqvfTVrixsv+gHioTlg0SLILDASsKjI5GfqpWk9P+OXObePHCa2
LKAfq5kXo5wW1cnRxa9C+BX5F0CQGDDbxWT2Rw17pcsR1lVnSjfqT1XncdLDoCehaUqxvc9pe/w9
RwJ1q5B1bYmuQjMoarYuEAPGyCrGMf6WiMX8Q0JQl9I68HVhxGJsi9uvvSYjbbCL6FVdk1xo12ez
bbMED5CJeVZDxphfRPSUmojSBQRcQRAS0N/aWkzPu0hOE4olp55w3g3hE42mIQQGv7WOOuZ1foln
bd4QgMcifQVWIiQ/gfmP3TtnVqH+nBiy+M0Q5Lz7Lm6SxTkQL03dGO2lS1dyAHqWKV4wEN+Sb9Y8
LOnnxVq7+F3bsAt/iSlvWh80WNYu3MY0niPsLjNX2YVip4ad0oo4K3WhFDCISOS9eNYH8XmjnoWJ
+zGwoTLAgsFejQrKDQK/1fp7NcrFm0afn0BflDPST1Ka6kPpK0gAqbQPSbqQx8j02QQMiwmvU28d
LcUyHzhRDVKaMK7VXemA49Cf3K052LjkJbMnpcj3xzamLX1uslEfvlX11G8AqxJ8qbERpch87lu5
bcIejJ10NFmy/bL3oyzfWirlEPEN1P+RYVw4niFNITTj9rnRyg73mLrW4PV3Y60+zYiFqmHVS8Tm
jhN6cc0tUMmneS5rsCqtOJrGivMjpuVRNsSNdcdCVDVu5j7GMq0WMhaw/VUrHat+VNB75MwwTZ4o
URN5MzQ85DzKwBWi7GXeiIPsTAtWn6R6SRV3wFgpvfRUThs9KT3k3jehfVCEeZSsq9AoWZrbWUmi
i7Q1H4sS+b/GdvwJBXgc32FtQopCxV+3gHf9EbKjkVND1+/XYG4qXXke1c0a3upcbYv3NdVo2lkS
Hff7XvKEPlulxfbz6wL+LWjpX6ob/T/hRv/wov8epfo/EFpKEcCQDzXvv1ZJev5ZF+/F9A8vzP/t
Zu/NNo0oIz1O9Y/3PwBP//Pt/kGoBiuq02BTZOMfUoj/IFQrv/0SMtBVWYMy/TtCtaz9hk+2aFii
xk90mM7/CT3lRxhpAXCSoVKT3AE5+hPU9F9BT1Eh+gNYCmIZsicmcl9/AqtBd1Hp4uTKNY+yc3ei
rvsghBSr8P6wzat8Ov6p3syb7hmoe/uDQwZ7kp6PMtlD/JjdZj/26ivK1WHsrX7l5Q9Q806y07vD
Kb8U72V08DAsG1pFG6EZes69xF193ZH82Clc2dU9/TRHhTeHqjPx9erKQesWT/FJ9ijbnlNnc7qw
O9MGd3B6O2N8FAkhVAwXme2wjzaPEn2gnrqgCHJ38wS/CalTPScnxZXc4jYE4D6mq+S2Ueu3PsoL
t+Q2ExZ9qpqh6grXQ7aeHPlSXI2wu8kn40EPutt2TV09Ymc5lbcsmsPWr0IE9XwkC8PpZJ6ax/gu
3Mrn4mTdmmsVdidc4rzMkbhPtOw94aoFhoMhGcAZw66u6UOJDjoIWRg1r/F9Utlnv2EtF2EX4eW8
reIP9s/IG9zYf8lsy5EC3c082Ys/dIdx9dtQ/3UZqieFvIPbBejuhardRIPviff4sp6yoAmQ3HEG
7mwKyNT9xe+i3VOC/jy5UtCH+pf+jMS7T4PTVU7FxfAW3wiKSAqWex3O/NbyVD2m/h5Yj1NmDxGG
fo+LazhFUJ049RUB3UCnDjaXkooT2/kpPeUn01c+pFNxxwH6u/WVdjTXMbi9Pb04ibO4MJac2eNo
eFl8gKmR6tO58jiohaJfuWk4XYzH+GG7bG7nij5gDYdWmKs/5E/ipfqxf4KnA5UlgT4s0xJz+pvo
9p52U27WdYiK5/a19rpo/RD90dEiw6XH4mf39DwHcpgHGn5/oyd5IHOu6lVzy+Do3lEvUe3s2bgb
Uc+noRUQKA727cW9PmUuytRB5opvatie0N17Q/fWxbaBizW98XvG15srhupTdVaiKYQTsUmOeVOf
pDszMSCv9UuPPf0k8r0f07l8le7ZN9YPr8wf8ccJYG/qJzUQ/OyheM6vgAFO5UW/NmfzKb8arID+
kkfpqT6p5+H/AglVAKX/Hhf5z6V+gBh/h0tdmklu9KaTrpuzeNhdrP7oti7OQuFkG3bLNfTuxwdi
ib7BqiQZj3ZX9XC6cUZXeEG/3h686p1Ti1M6oDfd0V88SvFOYX/KXFq89uJAifcs085Cye0jVphf
hFJIPpR/zzzDYxY5qUvVwVV8w4c3yvNWmOXjWaWrGRQOtiTOaNPucatgDZtH7YzhjYetbZAEWZD9
rNijgXCDJvy5f6te53A84zHwauL+HGbB9tCGCOg4yBvM5yfBMRzhk+r2fG8M4y+pr0flWY0KJ3ab
V/NLcpUj6ZZkZM2edtUfmJBREskv+5P2RInbn0/GtTLCJJpPyaU877fYH3z1QQuU5m7y6tjmxGdL
1zXQHInpvR7rwZ8d05b4/gc6D877l9L+jpmkh/+8Da3MHTzxNLqK/eMj5/cXlzXJa2MHU0BnsyuX
d/KGSDstlzycg5zAat66cMSkUvNnnIdsyV08yIRO5teqvYUW81E4J2/MOLd13nVbjDKH0pB9XNwP
YvhFDXgoV+FcX3YfJK6HP5E3na176Wj8q7hB3PRNz3wCD1IGGIcy9eRAc2Gputj6eqVXOyiXRsLD
djo+t7xu35IHPbFRY8XC3OFw6KceSyDqQpolAWwhb3ULu3Vkt7+NTubi9O71LkmiI50LT3QUO/ML
f7EXu8d0c2KrGTzBruzJ/kjYEWaXqG+vbh1pLv6lyK9GOa+iePHUhbljvBhfErdn+mWfe94dKZsI
LoQnMI1zbg0HHzd+MiIMjmw5oA/Lm6Sn9jVxJ+d3G//fyRt/UM5UxT/ii/+5jv6UodGJKCBymOIV
COR1ZyvDPSYQ7NHtwoocl2fSu/SbXNPhDhhKzqaXlCeB4BaDs/BdwX3G7cWfPI0vM0bjU2dr/uZV
9o/aqZ3JbuzUiYOZkTRc6JynLZzOE8sQi3r/WLLgP93V/WoGejD7bM34puZ+4g3sioPX++ViH9Pm
2CT5gYs7vQNAx5v5bT2AvhiZp5hA1fsAQAhXJUtY/Dqdyuh4wyHUmWOcuW+r3/FVStDsvIE/k9dj
MBJgymqbzvEtZtD7MZ+HEJFz/o0xTVQ8wQmJOlzZLKaEzMfk0eKs3Ozx5p0nRVSjQw72v24kJ1FA
hI5gQDvdLd2dWUktIFCv6OM7ht19mrg7melDkYdbLm4MGpu44hO9uHPWht+85y+8P+Mq270Te7on
BqOP4oYnuQBW+KM7ZBUn3o/hZk4J9/IVsVmv45K2Dx6L07oswG+YfSbPcWKnr8O5Y+7AOHVxCnIw
u3f0qOI54/hF7Fz9msdpMU0tHwtRCQtZ6iYB4iPkKkx0V/Rmd2PhbM7haHv87BgzLJ94mImPoG+I
WiIbo8ZEXmz6b6xGFl2Ehp9/TOXGs/g9yW34kJp7qHAPvQBpdWM3jo7bOVKl0Z/OW0gk4OltzBYG
iFcI9jH1mvAYvDraP5tXusIMx8BVmzx78okgDtpLGg0nkJ4MuB4ID8eTNlxa58QAgwmc+H1Qer3z
jIcp9wB23q6dD/jItsXlpkQFcIq/xgL1XS4awdxfgzxy8QV/RfYBkYwGK4ud58zlhPJ5DPRQD0d2
5cyNPSsUzsSgs3BfwiHcmMfHZ6lkeccaSdzcS39NTImtYuFCc6cNegCAEd7ifJrsGay8Y0rUF2JT
WB4zmegiMsVSgkfs9cHIEJN3OKjhOIO3f94/p9FBgHRTfHqbcIBdzFaXB3CtiF0jdCFmnsiu3H1D
XT/qfVTm+E4aLKHAKj5manYzA3yLfXS1/RAs2tmKMDAMjuUw8hJwLDZwWbYDfB3dlFSXEO0IYRqN
31XCsHU5YlUZUJpiyhzTcmFoM7dmRFG+5iMMZpXMWEIg91iLnvhovi6P6o2YxrOuXOlaucd4t1wM
tO+Q9Nfl3ezCXXgiCpsJOZLfcx11UB7j4WS8ZuP+GyKCGSw8l+XG4ZxYYjIpQSRHQOC8mFgEBsyZ
2ShYF6TRYmBete86y1d83AKTLQYBIrd9F4KGsEafiOXffFpYjoDauZOBzSXn2YgswuOTLdvwZZ5U
GZG/OqRtIdoObutb3CdWUAQC07PcxiWZc0oGefQZWFc8Kb9im/hrhq++RMQ6dp5jtW6OdIQhkUfN
SnUU8s+WW0fB6DJgvMY+AoXU6ZzZBoFuy57k48618Gu/dj0uZb6k5BazvdqSXTylP5rbMdTdSeNC
S4aB6MnPW88iJTeD/CUmxW4fqqAjUUldhfgEwfO869f6oXrcfq7hkSiMZDYZ6UofEjlY6nEg8TLr
ZlX2fOZU4pWs4+KanFCTyn04DW5zqn2sqU7IuQQlLWt+74Gm6XW4Dj9TsuXNtwL8Px2SINQOXlGf
CbKQa/EhGjvAB3wmmJ26S9A5q53hjD3bpY38K1l362chXU5eRTbi5hwpMrtyerKiI+0SOJ90Tnr8
8Udb/CE4CWcGy2m9I29pPR6Qv12n23rRndzHbxITaysYSdRWWvT2wNvLOHJnXhwpsWPd2lAJdq8j
ZS8cMWrP2i1+QZdg5Avx2Xjt9FcUFPQLiZiXonhnV4HJUUILdMXhFGBTQ7ziYevpLzPBJBrPcdS8
Mr5MFJizDxOnkPos3xfBppaWvaqRTAanfFV/mC/qPQsYHl6bPydcjv4l+4lt3Fm/VwGIDr8q7Axp
AtSjnOQRrSMPNnHAFkmaeeShMBE0LwkEr+M+KzLFhG/HnJcqp7QRSXJxKR9DdDNscAM2mnjOYN/J
Td9rNBvscfOKS3ZJ6GQ6k68Eiw+kiuc/lO9qF9YoWkTWV02zU37tswwAx9WYJ3zRvPBicr7j8WLz
6KukYTisMpNNxrCJjnOY9eu5WbwhWpfv6noWvpKeMgGF4RKHkB/t5AVRADnKUDQLUr9xajf/Apvf
/Q4DxI6/L+7ir947aEmCQm+btslK5BoNx/BUm0Y9s2twW+buyL8290hDwbjY6q+sEbFOPgJpzQo4
MmcujpcocgQyjYKA726HXsPHQFgF2oWADHXB5EX+XkVZ1Hvpbdf89WPzey/m447slubTyvGr4xNK
3l9m2dJqPK7CtpCmDIVH2dd9rKq5jJE8GQRo8qN8Km9bEqh+w+Z2pHUkQYQ16vNOG3IQvRoes52w
nvi5V7kgyPks0Zd4DboQAXsOD46567yPjsJGy8U7x6KhbMrf4wFQwvOPZPuY3Ptpd14/8uDIZ4/h
Oo4go80Rmg+hE8THiG8gR3lLiFBcd8+WfVzU5PB/AhANeDsnIJGdcxCQ+Z7EvsM7sy8axH/qnWTS
R1YnnHOHTY3DaE2wczFaZBuF7sQheeMDADR4IxeLtgMX0joxQf5IB/FMJdXNPdPvXhqCvxWVATiM
XxbzGBrxSrZfZ33QuAE1tE7Mo5cuYrzYlBZv+LT72JUTlE323tybAzNsOW2wkQZH/WUM0iMMe8co
cwQgKJMWXGYEIz4GMkbBb/mg3FvYW0hcbH6BCyaR8oHxn7JbHh05tomYhS/bnEBUd+VmENbw2p8c
tdlhjuOiQFbxr/NvlEX/4hh7fP93x1jkebJqa1rpSpJKpgnBraawxL7u/SBP8XAQ3thDarRF2MmB
ipBZLZwrOHSyvk0iVUf6ZLHV4ZROorK7SVjej3xrjaRjXwjAJLErSNSSyEzt/SF+ja/xtb9YD30k
e3OE0w0VDouMdXCoMZFULyeNmtHwqXzZvCQco5h8b3F0IjbC3EehJqxOw7X05zM2tfxFTPrYNK7j
WY+OiDj55vN8HNu4wvltfVvtu8EmVAXDK+Cih+GaPw8/j21Aejn2t4riTeHR77MbtoDh0Tiv9veZ
xY3Txa9QBduSP+IR59ntVKZz6mohtDjoiGwdGSG45MW5myK1S5557Cum258FoiHIxJP+IZH4Uj9y
25Ggnfs1g0dhiSLdsaXsHCwXUlQ+36Fy4mw+okycM4YjafWPTQltQ39xCRO85sjR4sfVP7IbjUID
WbMN08c9coOjfCd7rT8QyI6BYC8NhED3G3f/dTspyafsdIQpnsjANqKyO9P4P9Vg4HSWu91QypqJ
6PRcyKSJ5KuT18FEgQi8yDO3Thig1eDNn4THnYUGzcdTTqjSRBq79hyyMQcb8RJFnyDnnJX5ObmS
GazkP71/5JGYs5EhHjk2pwXuAR0KsPkP1r29im/5I4IqQF1B+V8XlvcRRGAIJI5TkYS1Du2BjCnY
u8ecXPi656h1RsvPf0XE25kiIBeE6c0uH6H4pKf+CCDhcbTlcM2ahRDAEZAA4y0PR4o4kf8cKZ7i
daJPh7c9lR42cc6RGK4M3BSxtRJLWqLGkdK1pGVUckjqWuVyHErgfRBSj8hFHLvE38tbcl/clZh0
lBywwyFSleSz/3q1Qon/i9X6J248amQAG1PTuMY/pQf1ZKGjQ55MvvcqPu3gkm08XP3dPRJZk9B4
pJaSX99xwqDKPH7RouxZuzdnqmqP+/fywvc/UAT3lZA93jNP+Dz66UNM/fjIHuI7DmPPKLGcpUA5
7R8N9U2cW53dk6lybn4WQQGxxwsHaNIYjsbRTErMIc7vw+0BiPpdv/dn43U/Ud9zh4hN0ytODVMk
u1SXgSPm9QubI6HfFW8FAW/3vJqii3yXv4yn6sIuREIrs5fF/kSRs6M0oYdDZD2aibt8n+m5Rp2v
nruz9VBGxHeiOOVzKm/Kg3wbzkbE0ds7Dvh5YP1NKeDfauv8972YP7Rr/rLz8z+yY4NQhUYn4687
Ni4y3w0OFi/vxc8hzar332uDgMT42+//vUWjSL+BkaKrosJaR+eDOfz3Fs3xE12VZJEeySFdS8nn
794VivEbSu6GBhMbAwt8LejnDc00pv/nfx0/UvgIE6kYxBkO4ZB/o0UjHSvln3R2JDDoCKL0gAyG
gbuGaP5JcAEqG7x6rWwek+ojV19XsafDO7jIljgrmlBNnzjQwByjJKRQ5KjhZ/5u5P67ktcf1/B/
vYI/Se7CDS4Uq+cKuhb0BGjxARfdBv13QKWRhl8CZKRs+goz2hl1CeekH78u4N+awn85P/8wi/8/
m+ioDf3uUf0XSefL+zhnf5jZv37hb7NaNpmFMOuQZaZbqKIb8I9ZLYu/IUmvSdCfRfp/v5/Vmvkb
zmyHcMLhlKIpElPh77Na037TDYzZTNlUsS2RsBn/N2Y1Mjp/nNaiqh7+bMea+mWLIP1pUhWrsdWG
maPhrmn1R2WN1hfUUgADg8UJSgXERQEnEc3GZDW/xHtZUEjcpvUqoj2s+pJVqp907MJbaHlCb6DN
pyeQBpR2D/IdcJLT02pfHS0DR+RJDYgMu1HLsnZjGvxfYknXKDgiL61D4ZwMyekn1FK9yijQkCq0
GOXGaRMbkOJGLJ+VsdAXRF7T4oVRQziyZxV8X1UEt4NKU4ER7yDZqU006PnijLFsFKuUlSQg1bKO
YnmXST6uUSLb+hrDNQbQnn9WSuA7tqrP1gxCs+txQFJSFDqUWVDey2ztVrtGaQeB+UbtxVBeCuEE
lomGAkC+O75Z9cewp/gaZFDN47lbn4xy7x9jrTDI2Hd5oC+ryOU7lm/mBLt8qgtbmUTrOsrVdtPk
DXG+JVe3T9u2aqm3Tm0aWVaBTmXWm9IX2Ngzp59WnS2/q+P9c58mbeoWVt2+r8XQc9QqoMLYCNCa
o4uoECZt6Sz0ErZdo/GjXwTEevYxVXu7bjPtakw6xBeMzlRAOnU/fYBqyD4lKh/jlYqpwyMZDMFw
8iVJS7sUFwEyuWXspxxZ59cN/g61pWrZ3+asbJB+g9JJg9cc9grMjzSNh9t48mmE5otGEBpvGGYc
EF7byPWew5LeIJubDUo8OuquqTCC0Tyq7K2QUJCN99qIFhgTIBTnXPqBkahyQmSmMu0FgaPCmedi
ug0IrslBJ3M7PF4FjA3C1avmt/s8nTZs6ThIxhOF5CLOAEdJCE/H7jgYWuLW/dj24dxM0mdrBBNu
r3D8M6hEZEUIeRie1AJSxVunwxRYlIfpMs0KNvXI3HENs9ElSzjpxvZNEbQaQGROYxQW9/pNbcWS
bFsdAXhPSB1lKD+qa+yMU8xU6rcMTqs81TVkTyFO3TQbukdVMIq3XNpFqOmwyn9gSAusKs0M/RXH
QD31ECEQUV7tkpz+/ILy5AKf8vMIWaHA0hyoLgih49E3a3lohVoT7E58KIQ3devQF57LKfkQzWLZ
gnqZKjj9AJaKh/Wg2SOZJ9cd5JB2C9Juqeh3x7JCt0juU0zmEszbcjWP+wBXITqKOdomn9o+zzM7
g5QMs2EbpNYReqgQToorTOoLhTqRCKsgcO0pX8bLkJcLxelk6QW0Hq3xK1Qb5S02+z52FYgqKeYM
fTxcFbPAuFBSCoMe5F4gzdlURq1GSdJMfYSbU8Whp8xV06nkVRuDMoe+/bAtwiSGiyHBkh2GnWcu
4WU4OGofd6bTl9YOfiozEnp/nWpSZDfL2HBaFENqB0bPvp5WKY1fDJwIN8gkzcKxs83mR7M3G+mU
CWqphWu/Yoa4tgD6vma1olaeIZQNXdISnRS36/fhM24YmmqnQKoor/XKXDnydqDNgYxsObUFPS8Q
5G4HHtBDVqSI7SWLDJcmjQUk++QRjt8FKoCCVfFcq+mNHT77GPU1/Q/2zm25UiTN0q8yNtdDGeAO
Drds9t46hKQISREKxQ0WR87ngwNPPx+R1VPSDrXUWWZ90WZjVlYXmSm5AMdx//+11keFMfcn+g9z
EfNs01yAznNX8xMRZj6V27whl6OfFV1gAtfsUIlaxN8k7pEvXb3GPybglD+6pIRhklSoHd6l47Ri
9iQA7VM1QG+qG9aRfedahnNk35M/WLXA/eYkU+aTX+7GD3CJeqwtyCLVHgf08FCVEaLlUXZyCdJ5
zsm9mSurChyHkP+drG0wRIKktPgDWd974nqaal8SUY/4zjLmoNNiTUgHIXI/bDxn5RiFMet+dSWO
7NFEGhoWJskiQY1DGAlxYUYXQ23hjWbY/qGVRf9N6Hygt1C3Pcm2WwJPEFmYxHb9gO0vwEPgeWE0
R6O1V4lb0xVfTbyaY2Fl54ZpqF8ISjnopVkk8HlNrOLnkZv4Yu/oDYmZRkmtmE75ZKLpbNXe86fN
/tiQwI3zbvZT7o+rUZpg3P6MyUZbRwMmw7fObNDWWk3mUk63jam/AF80rGd4USAFT3UzfN8SeOBX
Du16b1hRdI9/AH9l6XmPhiKCRJYyW49FErsXa9Tpb85Yx5cjYWciyBDuIholKnWs5/q+k95wpfu+
/IXwFX+jmVTL2WAkA+snQ3xvMoc4LlK5+qCwTMXHRBeTvbPclS+ZRgRKkaKI5y8s38oNFFP0M653
S98TVOPdYg0ZHrwW/9tuSufxPbkKnd7na6Qf8tTAMBLJ0WQh7nL0NSXPJUjSBRviEhFcsJjJUh/A
nhBiit9yHoMoX2w7tFwT+4M1TEfZFc5dPRZzHJZTXgPBcgpIBi2hIJAqTdN/xOmYUCklv/Jr3o8r
MskGStPmu6yRp0aeJXdTMwvcQCTw/eJ6pu4S97vvH5ds8uS7qDKzNlyqRA+hV3XzTdIlgOud3AKM
EMc+ZFeiFqZkV1uR2YKgrIB/OgaazF2io8Xd/Xdtmm+an9Xd0P38OVx9bf4HZEG+fvLbLU039k+P
e9t//9eeWKDF80hoY/8qYAJbDqq3v056hD2y4WVXS26aBDW07Zb/46THxtcHtcdpbjvvkUb7//bE
2+9zbWnyU8pTbIn/lhjP3ra8T056tkMovidJUePEybHOP9kS176crD5KqcFPK1uWwsfyCPQgJ1Z9
8orxDjP89MHISRHyGxl90wlONHa1VvdtzgCAYUbubaBusvmYWbMmLtnwhq+14zafwYSQ9stLqqjJ
Z2xFdmpKk+pQkfcuD0/OIC8cF7lTJ1fBscJHB2GZjmer7TT9tE7bNUoTr4TXwSH3grRGNopGnzmk
tcuWaFvUCiX1smx8/PvDCtN0Ff8nJAec58P6M+lMovCt3UJAupZ4GEnsss3yBpfBRTNNV7pz+zdO
xs/j34imJOnu6ZgnRa551oZoiEdi/aGIHDUEi+gIBlRrf3n94uyTIsDvkbib5IPC5WHenhQBzI5U
d6PJINdaqPKhsrC3DNMpJ849qybjfiBL67Ik65+uw9iSdWGYQzCvI324OY3dS8Oo4Y1hI50If7Md
bNKJoCan05HeE6ejr6ZTkrk/i3Vk7Sz8+n0jehusgAVc4I0SPmekP6eIRWYeuTseL6Fjn4hPOYlI
u6qzFf+AuRa7pKE2s9MRME58Nda8l05CcH1UjWreq1J0RMKX7frZXxuVHjU5UpernqyrKKpWfeis
EcLCELfTz4T9p4WjrfXuvIqQRoTnRkSa/ijrMYBva5C49Ps67e2SiS/Iz4ecwLxgHQvuiQdjhh7y
dqv0dtP8WK+0tLiTshIpyq7f97ffbnW63fQ2x2gSFL+fhTY0YgKC4amgkz9lBqLBphkCkJY/l4wE
qN3K+lFf4MInpaSexxkrEVv/0FrX+ZfEiI2zg0GIfgGEjWd68MWvvElXIyDcffCCwcbAEEw2ET27
RkzRHM6Oltm7Pulmfjlcv2FXEqRRhKLNXA6JUiB0IIHZZktiyYSHu4ghCnPbirO7xR8v2N7P+8yC
JHqhqyzaPtQACCvTtpugbMv5oYIGzWnYtvEN+vF4m9SlvF9yMT22TmOa7xJLtf17M/a1FQ5RUd6W
xVCTkDIt08FZOaT+cFYsHHuwESltZuXPJATkpEnhjDZS1AZEFt3W2FVggrsLAc6ExUTx0cXpTNiN
JI8BI5EsVeANjjJ2Ix7PKfTinpa9Q/Qizq4UNzm+8vXQp/NiH3o2mPtto8Q2sYdhjstaOflOG46+
t6Olu7Bx2pRHfopp4pJ/Ye+Ej9OQvG+nvyPFIJ53fRTbv4jP9HXAeix+1ikAEKjV+Ko58E7jVyp1
xHxbNSe8MeVBFzEJdkGPo4Cep2M62c4gGSucp6ntLkue2rwTJRuWfZQ0OjrmLed/x+tcjPtj3X7u
t0V6Sls2Ce62dLvbIk5sFOt5tS3tdc/JiKnJgh9tS3+/fQSUcIa7/1OSX54PcBB3q08SRhMTPDPH
JkkCrg/tNJDgTr0Q84iPOsXN/fs0K/Hpv740WX8sgq4yka8rl0qp5LXeXvYnfTmy5mydKG7laqub
SpQ/PAizYOUGn6UofTePHMOUbf9qRlRM/tCHRPa+kw55Q1E83S7rctZSxnz9j3quamdh5m/aJPJU
l7wt9vlkufzXjUl7xRXbvy/ey4EBEg7PPSHUmPuD1xw/fbvdNgL8/b/+hv+GquX/tA0YZe0nj+OP
suTx6/r1f7GhTJunu7DfP/SvbZjLYzEJQbBN8dv58M9tmPyHTUYkuynpuur5Nsz6h8M2zPOJqXYt
S2ws5X+WJqnSs1+ycExYwnR/h6b+jdKkOP3WuoyviGZ0Lf7CLeX7+YSuSDVQURMTgugUCC9HQ1XX
E9ILHyRjJNR8YUSiKnZxgwbMRg+r+UeYgLuzrh6nOQSxIuC1oBW9Iq4jv3RIRl0ORIBOgeuItSf6
Y85uerEdWJIqRiVMnFkdkkZahvU4G8ZNb/b5OdGJREotVepkR6K9MHU2LiSGwR5jdPUVBJFiWfv6
r83b/5+0/5vP/WuT9hxE0LPpuv3nf01XV/xDQKR0Nr4hS4m3nSf+mq4SJCI6e3adDiBU11JMpf84
Nfj/2PK5Hd92fHP78X9V0rHwgEB2bUxe7B63H/s7lfSTvZRwSCAwbexDtmtikDtNna5WiL1ZaxMW
lY/gmKbeTi+TjESCs9mbBHqkuiZMxK5iaBhvLP0nK//voTkYAYWEgQob4WSVrdo1Je43MvdyTLPQ
IPr5XsuJkgpxSm/Z404v0/Xpw5kYqRzXpzvhbC/tk6/MVPaWA0IaDacu9aHvxY9Ud/NhLWL3wWqH
5jqJM/1G3PKLY9IJsOFNQrqVJ9tUx8hho5QKYZRcRKDE3P4k9yp+MJrcuM7b5tbFkvzGmNvvfHIG
FNt14hSDBECDZAPMPr9OZxyU2Ut/CWUTY9qPhkzc5KTvIy6gIneH67f+8GSev3Bee2lEjrzwO1nz
FL3O5yNq8kLJStvM77oFnraFbLgK4I3ZCv3JxLx9/Nvj+bRLPbpPTFdCgZ6PR0W191arRfkkYJgT
J+UBLrwGdZeeE4il/yqD0PV7GdX7wjP0HQtmh023yaF9+ny0rvf7NJ1t+vo5Jv16Xm4so7giWYfa
cOUQspPcvX55tIRPH6DPHJW04mi8ydNzKL2U2AMluJBX4H7sqWmSCbCUb9zDlwZx6QdTcbU4G/kn
99A2ZnrZPdiZNbLoxfYauyJtIs87f/1i/rx7ijlBfAfVD7iv5smhus2blna5RZaA7uDMuNjF0xvh
1nZ8GA06j3s45AmnsawvZ+eNY+Lp2CyrbN6UBeqZLjot9udPjup7WbUJEU3TtBi7KW6Gj1YymYeo
t9ogTiv0exU3+o017fTObqP6DlIAyeefx3cyX1YKjoo2+kpoGiHhoXQjF1E1IRvr4fVb+8dArGSs
3cqG+kET1j25tYPhdnVCIFI4bLmzJPtVH0jiam/+/ij0cV1P2O4mHjhZwhQxdoXhJCb7cWv5kmd+
z+Y3Tqx/Vhv/y68Z/WR23VwLDAQOH6ev2dS6hNvV0Ro6o5v/kKype3IMyhvTLcdLYkVp63kxgbSv
X90JckExKyh32L+rMBQvXHf7Qj35KnhjVMQgH6fQxTyKqAharOrRQ9nirDc4xWc+qffj0RRvTZM/
JicNdZ6fw5nHpy3OJ/zZwHJcesMA9xa2JBG9I6YFbKlHI6DxSMbZx7JOEdov1vD+9Qs+/eKCzIRe
syFnnN/UgZNhVeVP2ma1C+lmLe6elijme4igS0vWZFUb6dXr4/0xSRkP2rpNlpPJ23/6NYIorc02
Msww7lorLNy6PosIvnzjVTj9Am34GRAqID5MvM2mPL2qyeKd9goU+OniXM6pAii3VOuRxsm8T+Z0
feOL98ddZLwtVofVxWTTdErHMMgQ0vOaeKFIfPwhnT/HgUrISwpSAADpG5P0j3vIaOzxTFKn2KjR
cXg+VejGlqS6+CrslZmfd4OHLDGZuzfsnS9dk4tOibcQpZJ/WnVtYIQ6BsCskKOL+l6ZdU0OUQ8l
sKACEb4+K14eC2ET75yCXnTyvAAuU2wtXBVOZoThVffpFWXy9GKd5uWNCf/izdv0VRzkLTbTJ8Xk
WMEjdVdunh1nzSXBq1jdVNn/3VVye0S8VLjp2ZVzKH3+iOze8fWY5dhP1VTfT1WTXZREo73xiF6a
5k9HObkWtxRtLwB1g5CwcW9m3KxFjEm4JjEqW5JoPr7+mDaxzrOtyPZeUY9hsd0OGkCsnl9WZ0ii
QyiVhx256h+bJkvvdFyLyzxd8oOVuejxef8PXt6bF/STx5DyFt5ye0SPnzsHM57yi9f/pG3Ep7vb
338R+zCkc9vUORX9JHmj1FIyc1Q/lQfoXN27srbUodcVih1z/GHqzv70+pgn/Qh6NtwFh5IbJy66
K/Y2m598I8YSLs1cWiqc4XAFJvlfR78wymNBlMunWNQEqo/6aihmdfb6wC++Jmj32JxT3+KD8Xzg
pItQSZQOCqd2EmcWLMf91gvfFamp3jg1bKeCP+7rk6FOTg0eUfupXrnGMdHzuySxbu0RrUZSOci8
RXmGOGm9a+EMH2qy9t54qC++ozQn6PZLlwTWk8Frvxc0QnioXaYpz/urOC69X/07i86/Rjkt6bXx
4iaaAOkQRMF8KUfiWCogvzsHYdDu9Qf34gVtSzYrAgUncXJBgBmMlp0TD84mBqdSqv6i6vGtg8KL
85KJyXcVBZw4PSgYFI/JX+S2zY4LvUWs6mKKdPxAnKb8WltOdcF5HolEK+03buXLI3sOnyXgGEzQ
k4npVaYubUYudG4t2JVq68w1U+NA7z+5mFvZhS7RfQfdTfn3v39r2fKySeSV8NG0Ph96TU2aMMbE
0CJVd2sl64vUnuM3Vr6X3ryno5zsrRfVa1P0K26VxsoOVNeA9Vg9jInZH/9KzflPN74vzZWnQ518
OgagucqjEUIk5dSfZ21GXAAKrDf2EC99OmhsYoahPkChffv3T9YwVZl93dhcEIlPfmjZEnqHz47M
oo2bBatX929MkRfv4JMBTz4dpuhMZ0htHLJuUXyvHLirwFzST70exb/xtlG+IvpoY8IjWnl+bS0I
vRFyH/7MrhPfVTfBM9Dz8MYn/qULoppCA5+4J9h5279/cgfbXiZwEXinc0kuO8fd6NJu/JKwVC/Z
vz7HXxzKRk8uOZjbVKqfD9WRkwi+ISPlotr8iyVYa0XD6myMkuGNnexLs49yOVhSuXU8TucFPbK1
41CgwkFIvG5N2+xp4+ZvTIaXR0EwgWgXjOZW/X967zwSEgWhj7SSaHEfLAE6Yqn1eP76bXtrlJNV
acl7zjEGT2jpUAWv8YRrVdTlvzUKPE/KiZIj8ek8iDwznSfWPkA6CtntbBP+Df39718L4U2u41E6
pMFx8gXJp2gFxcG1cFKWpADGJWu7eKs688JEo+jKVxcOKUrl00ZFbzsjgsfGCv2MoPSgm+mEg612
8C9FUey/8Z7+OdpWBDI57EJi5IxxsiSgmQWXENELxUVhpgfXEG7LLlKbxrlJfG/1xpbmz+lAJBpF
e5pESAR4VM8nnQW/aTHNxA6NriQzalHECsWeeGNhfeGiHAsJD2IgbiFf4uej9N6IlIWyY1gPbYFN
RzWiC5wOEXDQenme/+154VIqp05BMQ11/WmxfipbthR04MM6NZ0fFLhAuIPZ0W+VY37/3c83hK5g
V4HQCbk+dayTvWeDgH9pyLOEYrPk+ltUtS6qQkuB7zzP/WUAEub1UuQodonQO5qT0N1uKu2uDDI7
4izBWYB/c0vR204PwKq89uDDS6KnG8F4Q/8rrao8kAqfkCzRT6g4JnAU4vj6e/Tn40HPg/GFjQIf
vj/OzjE5kaBaBOeFkXf2oJQzxbuRUPz0QPZqffv6aKdfWSR8yqWoihwCVwINn+eTgSe2cu5xcMPT
8i/RXRj549gmdRHG/BxmWW+Osr/5VjEm+FisEOAOGPS0gjUSAVtDvvAhFsE4vGw07D5KSYIQ+Xys
yJV5/RJP3yr69FtHE1ol1RxqSCdLueNjK/BzHVHQSRSFCNOVj5072W+ssn/eyU3+tamVuI+0a0+G
MdA/ZjXRlqFRqDYL3aJRP5cywwbuEN3p5KOlw797YbBXtv/xjacm4Z+8yFSCNbVim4ynQXdnTV9h
UNa998bt214fJsHTN4vjHL9eAo6mHcg6eLIV6zvdo5ZP6r22C1IDC2LOW0Ld2bzcpjail0PcmiA6
gRaMnxOU6GEy2vkNjAfvJp4EylQjWVH+q8WvCKWpk+GuzfLoK0IZA2A8pCtUzbL+vII582PrvgJ1
eWbZKsI+j3gYM2npR9cWGtbvrlvq92x0CxTJVF4+JWs77FEMZXe2Z/a3hu1jn1mtpIsvkVk1zaV2
8o4U2XlIznDS0KjLLWu5rlTnoJ9y0/LeGUZ9FFEqz000VPke9pHzMMU+oTBRu1wbdvuzsY20CTzk
zUEXJdaPMmuR21l99sUisPKy6VVBcIPFZ9Ugd/hejNhJlKhIVuAvQd6NHIsM+W/5XMVEi8pluJv9
gvBaf1oqO5yzyiIjrjXUTFqoJBV1AU5AeE5OQu3eXEsPfMA6OQYcsgZb7SDXM1eX3mU7GITlwHNB
TWbAoWqdYb0u+zrbK2fsdgijG/z6XWsSYVSZy5WYxvqwkDGKLTSPyjVAZG+Syd4T1pcamAMWUrsz
ID+V+aiiaf6USSoiSKEc3EE4fXST+eMB8a74Ke0JhTR9eyhyyQh/uKubOpxiezjLEva7n4ZGYQw2
LGe7U1Ucq+sk09gXEEGtJSxTKpEHKEMZwYtp4qgHIQrt4JNozU+6luqzTjRAr9qw/BL5ulV/LbKq
5eHhwvtVDFZ1iQQsHhF3FzWamw4FLOi/uqbFGAM77HHkTcnY6J8lMeDW+z7mB0PRgYpWi+VHF/za
nuLkmksKBrNrNwf6V7THsFIU1lUrRptUm6JrzqK4kDCli6FBTgSZNLBLfFSX8cZZuCAYf2puWhad
TZ7tpCZGgDJtDhVMhodcYFPq7GFN96MXlw/2nN1aKLbDpR5JylhsBUPE0GoMyjpriG4YViIy4If4
31dryN8vzUiM2Vgk5CxYMdAB8s9njD2d3EkTwMCHrkcYymrWuDqk6InCrK1S6CC7SgOTIZN8WeIz
O3O1gyYuc1unngAOWlC32lwuBFQ2a1IeABFii67X3Azyeu41ifd9cz30DLbTiPqhHNYeYK7MxXCw
q/nuLldZg0OivK05xlBrmeMonz+KcbZ4j3RTY2YpPLJ2QSguCQG33ZgdbFuvzl75WZPdugjkeLM1
os84DWOy+Osbn+xqsiqH3gDuxe0g3Hp24p50CCg6TuDnKpfBWHX9p1Z7WE5U7xvxl8rMK3Gm4ion
HymLDeOi9ob+xkBXt2kMe937WHfQydPyBPSwS82Unsmk+nUKfRCTYA0VXMxgRCdHiIfXZ2rvehs7
DZEVWrg0b7GppYiuDpJ3dQy1SbL4oQJ58N6beJMOyVys72N/9fDYuVNFn2leOGqJNnZ/AA3txc5Q
6NJCpIbCOpTJgLzFgz8FHCle0movCKoGGGgatrdPevKhCSTHYmXAORd7lWaxhYlgTm7SJqvWwOuw
oUm0fzc46nQagmk1lrC2enjGMP4k4sQ1FaFHhP65smMF5Sy14h9xx9cvRGK3euG6ZDN+JKY1NJUq
00RgddH6TWe5KXaA56bHabVzdQQ0QJPFqPsYegzqzLCsY5N2a4LOIWizNOPvhY/w4HYb9k60Wht7
WvwGGFEh56NGu5jszBTVcjDMtUts0Wq2A1HO7XK5DOtU7bqYLlXgK5FP+8bshbtrYoHpiLwQb87C
1J0zda60pd0rvu3UaJkDpXVh1paXH0zggu/yJQWo6w/GSFCgr2ZS3eVsPyRx66fHQaTzup9dPJLB
Wk3LLxOxRHI+eU0+HyacH+9w/fHJmpzGJOfHm633dtssZJriNEpYZRP1a7Ry/5qtEwnNSTo6j647
rGQ2Dd1K02vOfIhlDZJLnCIV60idSetno1MgELJ0mscCuAAXpZcaz9wSK3WYlTU8rHjhkN2m2DjP
Bj4dHxC82nwg4Jr4u24toOA6kfJxs7WR9y6ib/PDyDfzCHAPLYOsHXrSSdoobY7Q1wWJbaNyvzPJ
hhidaGtae1xaXEEjFqyMK8oDYlMBLWbHZOrEB4AFmXNIWgPORavr+UddZ6xBnguvJhwL1Q0HKask
C6EJazxcJYQB0ECpv+yw6Oktfj1jP9ozG74IfiOsMzhAGs7NLIY9zEDj0eyk+KKLlCrwVJbicybL
3OGO9nl+tGgwn/UORsAA6s42o+AkbHQe239nORncyRSf2s/WIJI+UI6uVeB30mnJxUiG/pBT6LCD
0gUH7FmFi9GxNqhlULnriWRcZOHtIiqzRP0l8SzC3ljyjwCgCoxCpcjJqBG6HQ+O1PO3NWKxvnbt
ZPwYrXkK1S9P9BepVhB5Q2HagUw3lfRQxeCCRtbGXTMMif+hdvVKRFcKQiiwlr4kjaocdL0T/Zzg
nzETvm8TAFEyo0pfA64g1Z8YMXhO0x4CQ0uebL2m9WHkZhO4ky9corbixgyyuTDXoKOH/t3xZiEu
W1Ur/GwQMUEaCHjgF4m5JCSh6cKrd7xiaborZmP0MOywzu4KSJU9KwG55zgBrPo6mSJwdTkVBp8t
RBrDkkbwtZx1Sw0yp6tLa6eAwYyf7YiV/nxqcotY4V479tdoXEByrtLu8+u6WmnYw7NOmmWPClyT
lhIXov2wts6KR1kAD8++KTtN6x9gBtyI8qNKx+IotTut/UfOlMVaX2s1jEZ+qIBtxmuANEVm1QcU
09omS9QZusjaR3OnG071htVRecntwgG4wv2rSTRv1tY1d7VrkPAeDus8pT/SIrHzzwo5N0iOoXc0
SxEbNsmb1tVwLEp3Ia8F5mwU4mDuSZ+Ly6G5iewiuxD8AcCj8jaDYtPL4ifr9RDvVds1465JkhXx
eEkZKpgwTxO2mOrkZ5/FUQGpaG7v4JlKcZDO6hwrOg3FIaHBmQbDyD8JeYHtq5K2Dh/ViQcaCBa+
eFc1bISuOmkD9V7KuHvEZtwaey9pjKNoh0kfjXIY6hC2wcC2YHRygvDLWX/AhSndyxkz9OfJ4it5
kLGyMPCteAH2ukQijV0ZKnpHPyke7mpRZiOa+jJbdnCHx+lQrFl8YcatVZ3DhJjXj103JeQpeLLx
Hora6HA9gC35OqEFXHdWPvD1Iw5/haAD+kns9Eh1dKfXxbubi6Fqd9xBp9kl45xHh3hOAEcLO/KI
Ik0ri/Qme/JvY2hQ1zaON+fSSI3pEtWMiyduzJJH9PTiMcuqOrnPGvBaR5ms2U0y96xYHYyiC6L2
NUG9vieIoPax0e1gIPmPqphtTJ/UKwhttKw64357EvQdnIz31dIXv6y8XBSegH40cRCjcGcdtLUd
ykzNt4Vqqm+siPZ9WVkgAx076uLjKrJMBaguXBquK573qhqSX5vKQh7L3B5/LEZfkwGcQOUNo2Zp
zhbcRPgiPVn88mFlIqVXnUnITD5M72eZe0Xg4Hf7Cc574OzSuGzd22XNf0JMtvS+TtrunTmtCzFZ
hs2XuR6KnjNcZHUXVZWwLZx6oRroNCu77Zx6EQ7eTBCl7YuGAG2OPDrAWzx9rlfnAYQWoV0FTD0t
yAEqtwuX7tD7oVzGX0Pb4HePNL8ZWNuNpeb0pvPGHxh4iDH2luxqjisuIO07uDB8eOr+fcK7ft/o
Of0VpY49nifwpQm9GtuDWyZYtNglWNWOT2F/XKj/H2iqGIcsj212yO1afhuLqX3IDHk3cxBKAj2w
OwoapJwKunIuj3gESHEz+zXE4dMSMePay1bnws3JfpyzzJSSXJNk0W2pPRNvTwabz4uM8xVodaiX
2bqXZjy/W/MO7/mweFdeotqDvfj+J58G5KXPHmHXqwpM3oij/r5JK+OxlHl1p5uRGGq7k/edracP
k1faRBL76ZcKWxmH0BVDSzBnnF63x9aFMNDWi4T9/TGNyiRgwVIPsdfru9J3iFqCfXwtnZI4zhZU
b21ghnCd8n6dqzNrbMgn8Ib1nQ3aa4ctuySYal1IMzSxtrH12fxtmXxI24IE6brMPq98QfbGkPuw
JluiiKPZu8KdkZK8x7vlBEbEZQHLusNcT7BhO8oLvaTDeUIFG6ur+W5Yi0u83MdBwZ1AozqQiyKJ
zEso9fluMQa5tiCu9Kn9YHLEPoOPmx9roCmPK8p0KoBF9glON3YgNzbVDcDwCZKkdzlDwPm4GG7F
3w67NV9cTKDSvzDoxvxapr4911P62S9xVAsTMGkjzX7XpATzzoVjPCSmaN8tnVPde8RG3JKqt7iH
SUYFJ1ZtEy0Om2ZvMhXFOsE9zdXjhnGDomee02aqH7qRsi6Ay2xvY+4Dd9j2l5uDdKHtioWVrAkM
8dj/sZT2PqFsAGTP1jiLw0XXhBOiuL8s+nL95XmGOAOLxJY6t9PQ5xi9avOL27jGbeHn0ZkdD6TW
pUl6ljaUI6BdptkOp/L7GqbOe1lY6X2auj2pYmN+BWLQOKcuMZ8tqmEtm5afI0qNQxnNVuBk7viZ
ehQArTGHt+f1+fcoj9eLmrbju8Kpv1bsvThZCBVkUD/CflrSS11W6VcjLut7ZL/2RWV0/R78EwaO
xXW5x55ZoJBtp0PGlrLAG2zA43aoOh0yDvWwqDIS+Kvpw+p3/qWckL3upEtC47pWTOAq1/Y+cSc3
bGjMwrOrjAvU9RdToaNz6db55Zg7n2QkjPeQ/4jh6CUhl2ZiMh/XuX5wgUZfK9e+ZcFQP8tM8m1w
Y/Fe5dGvQfYPI9fwleNHDRaQ5J4vc+ETaSFh+GIHzvo7IFXDRbGm3Zkw9fuiGglAgHvDA21hl+ON
EEAFefGkHPRjulFNsfKth3mMUjxNgpMI3yVhJcBOUEIHHPQxcueyjD5jLAcohIgdRPwCYW/Lzh9c
3PzSWs+KpuWTnc45CSZ12s3dsTP7iQBzo8LcVdVuyGHUup3i2pz3/PkOKO6KqkI4RmO+BLItDDKB
qT3czhpwCmewwr50awq3QaOl+NyAIQL6FLv2NxTZ5SGRfh8dcllj3lpHN7ueYx+aGOUhokI8Ii2A
NfO0SPhliSDlrGiHkhe+8b5bLLE5r57rHHGq2cWxmGZyNVSes9+KQImygIyVS6i4rCjJ6oRqD1jM
0g9S5lAb5IY25UGWCYVipwMUF5RFlxHL1ojROs8rT4+71eHmBcYyG3yJkwkGZm4mUx26TaHeG1Hq
Eu67GsoJck8sj0ZmEyqT4csCcm7E4qE2YqsO6E24KYdAyF3wl0DZ1LJVCzzi0v/R1Ub/zR2G4T2I
Pd1jLJRxHE6s2t8rI/XykG9bKQ5EMbRMTLR2ZGRmyu7h5tXyY9UYLG1oKlMifg0Pll/K3rK5Gimj
LLt80HlzmDgS+WG/FGTMZL3b31VTDc3WR49B3p7MB6YCfbuvBdkQxK6WnSJkVw8zMfHp4FAQ0xVc
P8eKPefDsMjoaugtnCYVTacomNNMX/tOYxms6TEostxtm49qWKgbQxuMHqSTz3xvyRiJQ8lW7NeI
N5+EzHJqvtb51JbnM64ddN46stWVIbZD86JAsu0qCESoiSUwt8CuFraUI1t/Yjejtn1swJhzwluo
mvoTlSPI2jl3z44bcu8AUpdEKM9NQzavlXtXEzDQ27Wd/O5QQhp2qe6AeQ0VnGEzBNNjmOftxB4b
wUGnD9mc06lYuiEj8HCcWCKJ19icmBQc1dGvPBePYNGZ5bE2e2gjkfMonNJO9k6xZaFoyrAkmE/F
Qgjq0k3r2VjGw7AvWLc/ua2IfsYZX57d4rbVrZemffLOZlOHbWjr1FDzKbwfDa3JaR+rwWQKxkl0
W0eTR1Kuba8rRT/UOnsjFdEKiKqKPxZTRCWbCZhx7PNisllQepF+Y1AobgMdw50P5CA73k57ETk5
Bf50tdYdBzLAUxSQGq9UbZCaFVJKmwIS+OfG9Dg9lmq072vPIKoly/Kc1NOC2I1zi6LbVbXEzXhH
OIlsjgYYuO0Y0qKG3VeSmwGF29QNFZJ6KkN883xATDE5TpiupOzs5spPvZ2ItHGpOK38yGjgkEq+
LnilrC6rzJDwCHXd5lX21Zr9jFiUNFlu7HlhARxdc8TqtFYV0dTSGa7HRFVpmICsZkYmpXU/jSpW
x2FcJhki6ZNZUDQodKFRRckSTCQs6AvA4jz4sE10MwB3JjmCr8/QzPLjQAco/9C1fdVeZQh7XLlL
7GKDqauCLrAndPSrhVka71e/rNMgKhvTDeKyGYutoD0uH72hMIh1Za2jXusCcKeA3GfviZYw2Ri3
xSyC1rf/L3tnsiS3sWXbX7l2xw8y9ICbVb0BokP2mWQmRXICI5MkGkfv6L/+LaRKV8koRkZdmdXs
DUVJRABweHPO3muPzbaLextapjvm0Q3Rwp4RUBZ1kNtErlCHspYK8TpSehNlVq3GvmELsAAjn7Me
+7XXMY8G9uAs4GcWcIr3kIpa40afSzhBYugqTiVF2+vUxi3ZH1zE1xxFx4bnFFlx4V1MA6QmRBXs
FH6fKQ9CGhrZHe6dChVaCTCrMfUPU6YlDvDeiYbAlZhBZ1xSyBy6e6UQ4+6Y8s3hvaN8zlW73rQ0
3mRRpJl7qNKobR6z3AFO0+cgrx6i2dLjH6T6FtplgiisvvQnB20fE0vTvh/FYKJMq7NEfK0SqwbX
WuJt6YuNkdqQYBw6Q+WFYpdLXm5puHUZ8OWlzW1Kza8iSa9OBqPa6ACKTGgmdT9WpMUvVU0ES0HD
+ken7OmrdDipbTiOTZTp9Fm5uX051PmUX1Ce6cRTjn8QCaksNJJyN6WI3GYgpJewyTjIlaHcJzFJ
a7pblOaJd2luUvwxUnz2Udjb0DzoDdsW54BZONLZAQWSxUfq5zkM8jV0tQgaI/PZa2fa4shbt0BV
VR9oV1rLwXCMVoYk+8b6JtYajSOkMw6AXRYxTy77PJLQSVQolZpIyC6drDnUQGHmHWnJmnc5RpEG
dMaarToSW7aAcfGhaKaxP3jNNLDb1ljKtXejmSaaxKleadMTwuMsIVonK7pC27SzqMaDihyC04qs
m+crItTS+MrlkA/NuR9suSWusU+3TT20GQHN1GxkqOWgq97RnYrMvVNKZ7jNXbOiES/6pvYvZYSg
dgl6ReLeXd1VXvOlNGh2kVenN4XDcjdpdf1HW/j/uxT/uYonT1Mt919ymX8pv/0ZRPbasLj+n3/4
FTXHIyMMuRjYPwovFrbZPw2LJCT+Zq3GK4G2C+MQ+sZ/ORY1x/iNpjBaAfrQWLox5v7LYas55m/U
dyAUvCixTTq7/45ncfVSvmqi/hGhsl7iSJbQUgiLhkLmoZycu4nTe1B3Mt2kTkqwB+vEZ5yv2pNn
5dPHVNb0WFIADyT6kYtAuvJGy2dxoJWZ7lCeGx9kOzRn2shHwom/ftlR7z/RMn1Qvi3D3EqKK5Om
0LWc4Gll9JxvzFKSbdEKZ9fEnh4Yw5y/B0z2NOAf35vMHzntXrAcNnbErU509Z5AQjKOKmUcaK1M
uxyP4btXb/7+j47zT0E0q1Tyr0b0X7/0qAHNkZnyr5ASPZnBOtv2kGK0mlBNTybPZFomV649Vbth
SYgKdyIbIlyjqjPqnCPnzV9XXxUbr3R0lq/YYSTMZHpjOnvXq8ctnD9n5zcO4W9JR0W7qilcjPRy
amMcrlzK82c0Ez+34P+69ipueHXtCgjHgppChkuJOj+o3SF9ANamLjRHObRThf4uteiDBJ3nnbMa
/axE+euaRzKkQVS6qRlmFtZU//Zj0btB5Zf5TRXp38680FO3dSSW4LhHA2JhqqWemVwtdQOLEXHL
I6X9McyWCMa0LYeNoHu38eqiDItlIMQjXm4l8gLhaJC17XK6EVJ9RecDPj81e6h0RnTmpR8Biv56
CEcSTQ34XKncMQtNmdFTVWlGbxAqVu5bIrTgCF7CZCHXQhDu7cE1e0RxRd6f0YgdgcdQ7qNY0X3P
vYMlp+RSHw2SQRd2HBZtpgtdiX4jG08FxTR3Z/S5p97bkdC4UGPa5b5Thks0QTwXTrPFdo+au/be
v/3eXuTg//1DxJb883DsyUxHgDlWYT7o+SWt/gbBva+FTl5PV0i9psBs04r4YwHWvJzbCzCJ6AAL
gy3H1BsQ/9hhAQlz7irZFBRVB/k7e347BLPZh15GVXYgjx04ZQxK3sm1HXbk4eAkHPwNBSlG5kQk
2rQJi4jFeeiWklJHTyQeDblt7XDLrTLQyseciJWs6m0f42tHOHZjkne8H+PW+rdUtn8OEOTdPz+K
bCb32qVwEsIJpS9Rp6g43aWllzV7+7cf94mZB67tz9doWgoubJV43F6m9mnO+Y4eT7Hpyv62RlQw
RjQRuqTcjhYnHr+w5jMv+kW19KsXfTTj1lrUezbNx1Cmbj9R18xsd82Ntz+g9B2+F5zfysDPcs+l
NjxLuDC1QdaGgEkUNC5MmHDpjK46q0Xihn/1c46m4JqE4WqpHB52XVjXI/2ul65kEc6cMgL6r5el
T4Jtg1EsMPuKvakhJUHizRQONqXXM+9j/fh/9TOOZuOhxEVb6EYVxiJOw9LExYpmkKZFHD1hHScu
hvjn3ax3xPOMjb/67PyD7y/nEtl+vZeg7/3zeHAw8mpDpuWhjy1kY+hgXYgSb65K3c+3uFXi3ds3
+uuZBEjcz9eJZp8vC/5aOGQTyQzUH1nsBdtqo3l8+wrrCP7VkzyaXmGGiiWqhQxl11MrgIGA/woe
TeMY/UVj0Xuk+GT8/vbFTn1H3tHMCAuWtmyzxOFUKms/S87DOW1FFh5mHWm4aotekaxVu/7R96sV
BFHWmS/pSET3r3niWLGM+cufZ7RahxT63KWqNWujV/7yafYc66Y2jHLnWLVYNhxK20NUm/HEYx5Q
QWJvdr7qHTuyoOPBx1trTMVtOUeRtW2dmYwsZ8RQZpdxaBUphNjJFvVXqfvFRztN6oPo9aSjyFKw
VWvKZmq3qY1TP0CkM981VEi7w9uPF5H3ibd59HyLKetLy/PL0Hf1+Rv+G2oxDXd+idhHE3vl8NwD
ydHUC/o2z6/yWPczqL0R2sDaFjkB55077aRbt+6FpkjBpoQQDmkXuXS1fXkz5S1WZyOb9WfH7KIv
DTIsEggSixD2WfWfEn0Acpl0FX4eV8e93iYS8JHDWkUHyisbariJkAc3Sr173e9banYiMpoNFg0U
LUjib1Q/zLcWbQmysfKe4JlZ+WzvUkNbdnkReX6gl7Keti474INbmouxTS2rv9fMmlrm6JXeXez4
xczzTbKrVMBBhb9alGRKKpNyhN3KH8LXCjKChFcV1/iX408O27artM8m/5bShbFz3Mm2OMwXMR17
BGtixftm7kbQ4nJ3SV3Ge2uqYoLlkspFaZhRr5nLavmhRZn2PGbEfZsAOp2wmYkNafyF4KZaaPZ1
m7niEYuagz7ERjzCRecSSSz6ZxucW99+dATlq0CAs04C1QgocIVvtc71DKrMQv0ZKLMiv9bKL5Ep
aBQsphTBcIfGetgYZp99yXRrerTSQt5JNdQXTZl3lDjMNUWpJaU9QJ5AsNYAUBoZnWuPaahmlWrb
0hQtgSnp4BwWWRofXX0Y1r6phHM7Gq68czNPUF+hC/O9cp38x5jV4qptPPRDC6rXHXuwamf4DupO
ssoJa2rKLho2kdMXEj3P5D8W/sJbNhBOvENfXNLqq02/CtB/uh811BjQzZUtx6CxYP0G3mAUH8ci
LSMgaalt7AgkL+sgMWOtCMWUIGmZ3QFRmWyfEFFR0pOu+1zYWgboKK7m8qnpdPdZOMNCKo/tTt02
oxIUP7ipRe/cqLUq2cjMZz9vSrN6ZxdF8SE2qxJ2eG5KnS4VdYaNZXSQH3IJnrkBcXMhEYf1exAw
y64oFIzXYqpS2GizsJA9DBIrN1DlaOv69DkpHOr9A/VUtmQoLpoRyYoy3/c2ZZ9tCpOYSJu5zLdj
7dACEQn8tFaIKwee0zbDYb8zjGikvk+xf+tnHE6DKM6WTwL8Gs1HsdANRCLYUcZzSqDE9qxle72v
iSH07eRgU6QheigR3UNsMK43feQz2Kkx/gBzWAMXdMbJ2cRG5sAXljHBL/3ShJowiv2kmppk7c5w
33fJ1H9sda3udpq7IvMYOjEaO4vNkKtb2YOiD5gHqnApsPGtoQfKW+99RGflh2Yp99mPB6PbJvPg
fG9my0Xd1fRIloamH54yTdH9dVHEfO0G1dETUFb5vaLJ+5RWEFuCWMeqvM3tabID8AQz2DQojl8a
Pe5veyxQv89T3+9Nre0f3TatVQBGz7oAiRCRLudoEYlgiXnrKyImJ2p/AT3f9MeEZHKXFb4T+IlT
X8b5PD12BmIQ+s5F88VjOCFJLfS2CU26wnsA/Fa+zSk+fRpUPxFHGVeXY6EnF00Xtcamy4ymDv0p
r6jpIe4LkXp55gYo8/JVirbuwlllM6EwcaZdR2qhq8CkULyLqNoya3b1J93AnnwJU1m/SXtruWh6
FACgHL3qgw1WHN68mP1ro1mol8uWSBf4Gmu/PkpvDey1W15kEzrNOLnBuNZZERAvIMZzb9nORZoz
UXRzGiKXRObdTkJ8d6AGRjsKiPpzEecNVGk7deRFKab+a8OJoNz7lJ7pr3lGTPwTbc4byngdiZ9u
646B7Ihrb0svYbGMfTjtWm1/0kVXfKGVyWybK9Oidlo0aLZdCUiW7uoQkfxKGZ9U00aAFtSTxLkW
hBkkm7eXwBMbpmOESjNavdPXLftTYO3UDK34Io8gUlaLFW3fvsS6x/zFjukl6vpVJWDqCwWhEhqF
K+f2MHazFcbZPIdv/+0v1vBf/fVHG/50MSuxeGYZTkVFbFspifcGuRv0TkzQq6zU+9zJx/1i0hmn
7EB0aWS5l33L1lBUabKXBiYS3+lBfdsVeYCsgnt7ydIPNZ3og2Z2xXbKVRpmDlIyXiGr7CiXy8b2
1a3e0qp7+z5ebPW/uo+jk8KUjUOU0pAKs37MrvVVAuRkGplyGEj36TIbOxVX69cm1EXDNnSV+U/X
Rj2YZ/bO61H4Vz/g6IzgsY0rpN+koTNn+l2G0uFmQjr/kfr3QvexUEQ3WHGo9WVCbEc8nzkrmid2
1N7R2QAMbk4l2yY9M8uab5k1ds6ezInASLyxvu6twiUoLe6jBq9BMT51jq2+dBxXqEfSWNIPbg3l
lMq8Qo/pLVOxQ9CNwFC3h5Q/IGvjw4onxVvvOgPhziqPH7W8IDVRT/JKkEU3uJ+0bhqu8tGrWINt
K2ICscvhzJs99VyPziSlDXeJyTUJUZ2Z7HqStVBU5zTxplEh1msih3OqWceIJfWo/JaAJ43PfHun
Pu+j08qCmrBzLc4PonSLT248ETOrtdMWPXt9Bj9z4mjnH1VWWhAwbYMEnZ0bCbPI4Q+I1NjIaum3
yZq9Mw/xxI0cY2Bib0m1GFFYmA6WfR2raUAZy/Z7dNlk/r0v8BjBUZaLizJlykPLWUgbG1Gs5qlF
3XsGe4HmkHV8crL5viwFarK+Ehejv5AqGZvR9zM/YR3zv/gG/xsCqtY6MVCh4iuDzltH83wwRZnc
o2xMHxra10FPQfeJPIWe0obl3GT0bZCzSnrcijm1hux75nB04rP01zfxatou2zhlYHZrU4mekZ/D
8y8QTQQVssuNgfeDFvk8/L2alH8091AN82TWoe3q6epuXDf2N8AvtJ3VRueMg6dG0NE0A+Cp8qbW
WouMmblvYlmy2aHRirhMPzNIT6x0/tGXXs/giSVFbqqKeKostN1bJTvjDMLj1Id29C370UgtwHPL
sGkQ+3hCPFZ0/a5UDkF5nEFSvz0GT0xX/tGRmJa8X2INKsNkqped3unjbR5rN3E9L9f41SmmzXze
Lib5jTsgsHn7qi8E4l+M/GMwSTkVRK2osgoLAhc+SD/lhlwt42Si5fbyMcXqngSGnsUcesc4HYh1
iipAj7JYyOdrNHnd5a2agwgNzo/Sr6oPlc1BOFDuQPATETyyYUO3Hqi1mbkYHB0zvuU01WEmt+O+
LqbhIyrTCNlpW5IWiExLIQWxkyiwoIrXB10qzmYkjwhOEP7cPhiyruOgsNvO2UydGh5SlFcfyrmg
62SXTbWceSEnPsRjNI3oRrpZuczCqKIIksul3tcKgSaRVFiWUpl9bJI8PjPIft3fcN31R7z66l1j
tOrKr9NQmst3y+oeFkwZHF+y21wbjIPyx/wzIu5ziLZTu55jKILuZgDXfVpURERdG37fP+gVDo86
QdSEML/e9yoRe2SOX6LF0z7SyteDntX6/u1hd2JSOHb0SiPK62XKZGgrKll67pLR2S/phVnk6ZmG
zKlLHE1tUN90fxrKJKQV119EqYkUokirK661nFnlT42Qo6kNnbJE9KLFYYdGDcZxM+yYI+R13Rr1
xdQMpEkYtvb89x7Z0SRXAtLk5O7HIWdHkthH3b2AykMkwKR7u7cvcWKmO8YtoiKaloUjUFhQcLo3
lppw8RIsYNfJ5RARbXVm0nlx2P9i0nGP5jrRNc6ktWyPjMgtr7J6tjYKcc7WqPDIlZql3ZBZJi+V
3t8ZfPj3nlsQ72RU9Ye+JJSgGnHR6InxveSIEYB5rqDf64/xmJUhYmTiDMI8aQi/ieXv4HfJwO5y
cuQLsrxGUPPB3Mdyr7WkO1cYYlFhOjvEsh51j0HezYbznFGC5YSb4k51NEEkWQwUyyNHgoyfYTu5
SfFQ8np3wOZZjrNRXsletWQTme52caPPXpc2e48z6JmBdupzXenKr6eHLq+rleXOKQA/WpDghMiC
uWvdjZujSG1yugYJ7pGw1Ua8MWhQP8Wq6WHq5/qZ896Jse4cda+qwS2AVgHXVoUXfza9pXy/mE2+
MXvdwL8kOZa3lT18f3skvrDrfjFCjjEDXjNoVTdL4qc7T7/xXOxaFkkWYa3a9mKczOTQuYokbUvh
1fCGAsUuNcHCHEhqT91oQ3f/CX692ChUWZveaUkEHicbw4O9fHZptawtwmwLs8fccgzHQ4FG+sxn
dOpRrZ/Xq7mcYDCUUWkfh940qZ1llnrARDTfLoXze5fK9GHJKXC8/aBOjox1+nt1MTy7hLLVDc7d
grO4bc3qsLp9v3rDPFwhix4uB1eqqyRPkvejLKrNAvh622C9OnO3JzZfztE8m0mRoiPsuFtwrds5
bbVNQeTDmUX4VCfmJTv51f01qkUUF9OyiI2Y8q1ppGG1jO3OW1iFCcvwrmptMndmsWQXrdN4xPzp
7pkj1voMfzUIj6ZcHXdsPdRsY3RIjgHc+RJCMn77sTTP4dROTLnO0eaSolNmL7OWhHgwzI/ksxHe
qaJn6M/lQFgEOXxnxsmpQXk05fpYaWCoeUkooSqgvpzmB2tciqux7bqtWUXmwSfsaz/msbFd8Pw+
lGYPXMhF2Be4dUYbg9p+oCZt3g2xZ13OjllC63Sjv/es7aMZzopjC2sOy3XeltlDZFIONhaIWijs
jQ9vP4MTr/OY95LOftXXQ5+GHel9B2zAwyYB33ln97ZzZmU7sY07prSqMdcnz0q5hMrUpTca6HCw
ZO1NpxAHG+MukYtGv6NnVJ+54qmbOppsNICZS+13KcFFHMvdyZSIOVuiFt26OLOTMk7d1XrtV9+g
NXXxYOeCChUu7UdKsMUBLbl5n7c4quZYw7TaVMN7rttcYP1NQnNKmo0T+8se8la/nWxD7hxvsslg
IXvHLt1+QxGh27btdO74dOJDWlOoX//GXjQdTiUt5fgEqUOA8djMUP/3lUuXx0uX5vD2IDp1naM9
H2JYzfTw4oetMTs004v5akGRvk8opxG2OZ8Lgjr1Xo/mHlGUaMQaJ6V62y8XWDsyDF1C27VjXpyZ
E07M3PbR3FPRDezwflfhMIzRbumEfdM15bx7+0GduoGjCcdwh6lk1Jdh62JVgAPh7CKTFcKf/0yR
OckXPHGJYwalbKrOIpSqDLMypqcEPvlW1cud74rxzPJ66grrF/Fq5Mdi7oFI59xEIvy7WhJLJaqW
YGGM6mfewokB9XIwf3UJLUkXSOuiCPHodx+iSK939SSNC1dXdYAUtLt4+32cWACOmTz89HbqpZWF
6Czfu6q+jXHDBEal5duByHLdJcP17Sudemjrn7+6o8VlYRlnjhH2akQ3y3QJMq8xqCIk53hrpwQE
x+D7LjbBPtRDFmYZOr5Rm6JLfUq1TTaUJulnqts0a8vGpLywS6XRYZO3zUs0194u9/CnvH2nJ7S6
kI5+vlU/cSgLlByjk6qpsUgJv1MbVOzG56ipcITgKWovyCMD1ZC0/RdgO8ZnB8sZ+Z29bT13szZe
Cgm5BofXjLW1zDlG+LFBAeXtX2idmLuPQYvgzh2O92h2LcwTMlv097Pd07vPpr3ZYljoJsqtSA8R
9boVxhcLRAZ9ZPAGcT8SE4dlBenWjMWA1zjmNlZcpGO/97HhH7BH4TzCwbhDe7lgjBvjXQbiPuhl
cgUD6rohkiSoyPMNelK8dbqF18NMGImb+MOhiPHi9HF7xRtsDkOnYUFOY/OWbNSt0f5X0tTJOeLU
/R9Nctj5MrM2GCj0/80LMh85p4gM3S05o+GwmD+0pebs3rbizJiw9RPzqnU086HUTKQ/JVk4LkJH
8NxX/lXaFCSpAsOali0Yi/jg+LkrNnWkFTdGWg09hXvqezvLSdMtx0ckKT4t43aTstIaATBxVtQx
W8qgdSxxSfMN16Kj7Yc2Jp8XwxDIUS3Ox8+EqGESHSotOnTSVxdmyrkAZJA3fYPu0I5Bwqp97zTa
cIesyXqfW8Z032Nc+pY0ZWJslT7katOp1L0ZaUOngegUbv0MS/FdIYDNbAdNjO9iWqvDNsbLhOc8
fqZLWlabYo7M27IzcHFz7KIHgYfzEjNynW3F0q2RdhZiJW/WUaintA+nnZHKGLuq7+Vhv0x0BQkj
XPKtmA3pgcyzVhSV5hffYeUk28lb2aTpZKlPLW6OLz42OX2jNa2gH6E7+sxPW6IvOoTHDzhs3nXA
kC+dmf6qMsRdHQ8trewZF4vdJkRSDzNu6c2kPPO6GkuMSbme2EQb4sesd9xf+q3Pc+M6guHgbFwL
f+cWkUy7d5sq+WKSI0pfM8qQ6jlpkSewOmyDrN7GvMwTjFlJ4qvmoBclpQrQZKsdfxxbg7jiqAkt
jdtJx548Y5+lK7kvmA2MTRn1mbWhVj59r/S6G96hnGzeZV420Cr3BYZQRC7iuYlUbmHNFHkYQ1Ks
tliBgO9QKS5IP7TidrzthJZ/K+vW+ZjPnEIDzZVehL/Mzj74GVijYDQT+fu4orQ20wiyb9svo//U
Vd2UbbAC1l+zfuZTWVYQB2rFebgwJpxIgU43fYMmocHoAhycIb2Y5AnPdOGJCHa08eMMZyG+TI3B
f6rNKP2BD9xMSecqCrmFSk/kUleSdKpgE2VwbpBhBPZo4aisfQfnrRt3vX3I5Tw+cuIo0TD1OLYx
JabEgCxlASxIjnYaWNZgmUSrxLa9cRIvvRmhMRuc1Eb9YSSbxIP8QSJkaorkKYYrmN5AIcAeodeT
bl0My6IbgE5iUvWqQqDeapRWfoWVRuTg1Hfi8+iJPRzUDA3JVM73vphxoslceIcBd6G1iVN73GQu
VMcgNXJ1PeY1wHiqWs2neUjjL8DE0702AA6hipVkG3ONGLwcaKdVmBQ9fvpIG/RyTA3AaBiS4wc8
e7Ufsr2j8+VjZ8p3fVvzQpm97a8CyMATzLViCvgqvEsMXiRayhLocWB5enbnVk7/Meqb4YqWYxsF
JlCQbEM3SbyPU6VJ9Lb0Q2ltizZ7R6W5OpSZ5jwP7lxvGQvYsnoQb9T6ZJM+9WXkfavgibBoZwWp
i5NQKt6lXVmhkm7oFOw7US8xs3ZU38SwH+Te0nL1EDuA4zY+dQ9nQyh0xHTlt6Sldlgd4qACkoKW
oh/lo9ZMiMGo3hRPSKI1gAQy8b8CbuOkKV27WbAqrPocRfLG3eKvIn7ssi5cMa+LDojl2mSnichZ
9g3FxNu8mOQQTMwgKdiLxWCqqYHqbK1cISfr81nbzRagaxyuuAZ21eKDLdKj+hHLDHLvAdi8JL3c
3yei6L5B6XQEVEBv2c+pACkBhoMmiA35LoBwA/7OzBgNohuok1vdeDPYCkYTf5+P7TaKwzZSmXnZ
9wv8DW4d2WCdtPk3QTJJvy1Go98rio6fhN3qTF2yI5ioa4bBv8AGB76sUNiNA4bvcDXBOMTxaSzO
nY5hHcdq240XhUVaaOCL1HngqweZZyUQ0XAdin7eQgMcN9VS9u0BR3Ly1XGGG79oPsS6m7Zbkj7E
1WRq8feC/5+RgJgncI0yvbMLz3qOkhirxICbtcUlbDoXMfJ6b28lzFM7saR0YEugoA/1pCTMU32t
ek65R0pCw4IaJHU/RGx1OvoGZHfPWyEyGIZzYZBHRHVG/xjNMCHDrojumtTy7gprMB5TrM7vIMqt
qDkAMAzFLAekplP8idBelfZ1TreNgU426P2k46fEz1sbn7xK9NXOIcQemkHU3KnI7G6mdH5CsLjK
JvDNPmpy0TJ0lYn6lk8ucacKYVeF5lsWn3OR8+OqVOKPzCK7vaTCWICzYchu57oiCXdKfV3bQrLr
36FIG98lmZg+x5Wt5oPfgQ7audJpu03epCOG9iEXgL6IgqE9Bf4sLHkE4IDy8uuUtsPjUpXFLYm3
nY1ULF7qoCzHJt1OWqQNG5eBE+qVIkStktUYb3QPTM4mTfvUOtQY0p4Tvt1PbAzaFWg1sYXxMxWh
OBzidln1urLc6ILwUAQXHoQGwKjV2tHtr+lrOwFCLutA9VxbqSTX6dBiHp0cU737P2JgYLBr8A9D
mcEdhCyGdlEr69/f3oKe2IG9lHhfHQcyiGpAZlxxyCBuBkZqPNtjru4Ec9dFEUc2zS1WmkH24ky9
4sT54yUn+tUFmTonGCZckPWofpAIgX9wznUvvDx9fvuWTlUlj3nsgBNUYjuOOHgDVbHSsvRtVSRy
76aG+ko0Jg3obsi3NWHDYYrccNvl1fT1zMVP7C/No/0lKCDN1ajiHQZjfIyBNm/mAQ9uLUdrY8b6
sDUHJ91pMWMbN3J+kTejfjUCQtzVQG22lso1wGjDl7d/zonXe0yHnhazLuphdA/6CGDDjAd33y6l
uhVpUh0QLgIe0aGlxWxSzlzxxIn5pUz16v2ybHbSNSVGCS2TH0x8QlurmNhzMGFdoNqf/t44Os6v
Miq4sYAovYPT2eUuyc38hr3lsK3NVD68/fBODNWXc+WrW1nyqIZK5PmHZZmpvgj3Lp9mJK7Rck5d
c+oKR4dxlQHC0mgeHVxfe+oyy7rPcqNExAIu5+17OPU61mH66h6aAq6w4dg0ANLG3I2+Kq6qqTL2
uEKrg9H705mj7IkCxkuSz6vrRK1lqzqZNMz8yUcOsReaQaa2XyTfmrSC2O123hlVzEu59heF/5eq
w6tLuS14C0T5SRj1ODabKo/vPdEOd3SaoEN2yg0tt0edqrLyBg+atYFLYuzMJJkggbb9B5GLH+Dc
2LOknbwmh9z4kBWjhcfHGiHtzd6OoDdnY1fgOOO+K3Zoot2dmafuvdVNNdhVeq0udWkUa6V3MWpZ
uwERAPWCLuS+MWbk68LM7+LFSA+wv+RNRMjRRvXzeD1oNYFgnl5cFDlsKLiKrKqlvezKMSt2cP8K
QOFIJTiJdugJ1Xym6nOqE/Xy568eWhPnGRK6XDs0bgkjg33mrpqId8fEqLZ2ZIOI9GeMtlJqlyrt
9HeAstiQ+UlyZoAYJybGl9n61S+QZtyYbVREh2FUAq6pseR3dAmtNmhxUxw8w23MLWwKYaA2VOoL
TOJi605uf/CreuAEAT5iO2aOcysy6tNnftaJX6UfdzaSWHW2NiZhmzfGoUxZk9BynsurOfF9H6co
9NLQxBTx9Tm4BDZVnghO2XMHuYVKw9sf+MvC+YvP4cWp9Oq5woCBRpEsMmyJPNjyUud9HVNgB64f
P0ftinrMlhFvbbPsqjKKP/UuiuNsgnEHuWO+zE0OdqTxwc4DrLMrlIhuorhP9xQr8GTG4r6y8/xB
dtVzC319//bPfpmnf/Wz14nk1c9OoNaWfU6/Z4mWbjci29uABB/3f9iwQVTet5b7PPmNdZ3PthOK
lNaMmeo267Yv7i1DTLdIZPn0oJe9t2GABKYSxr+VePYvm5e5Tqevfp0fT8RfCB5q5Nfeg3ChSfvU
SjemWPC3tZ4dvv0YTkybx9FeMtYLCW3KOyRivhe2WR2kULASXQfCkSMPS4yr4e1LnVgJzKOVoPCH
3mgrMzro7TRcw8NWG86K4970dXyHmD3+eHT/G4iL4Xvb9e33f9x8qdU/9n357UuXVuV/rJd6hn/S
pnHS/d+f/1H98c9E6K7p7T/9A0zhFGJ2/72d331Xfc7/+kchcv0v/6f/8h/fX/6Wx7n+/p//fK76
slv/Nvh8P2dsr3vL07QLIrmb14QLMiv+RFzY/m+uSXd0jYMnc0ysJWHOst1//tPyf/OE5RKqZZEd
6685P38mcnu/ESXhuiS//PEvmaz+K0DeFCRy+44L0t8mSMfzrH+HbuHqPw8SzyQW1CHHHuyMYZIA
dKxfhu3qwLnQSwhEWrps2pZVNS6dispWCaQwSnOEdxFcythr4FXX6DuS0AHUlzzBoAXppE+Jkzx4
RlPIR4IWKOoDHWihHPNUzE1M+8wJdKWIvS46XWR7D2JTzC5VTfFegFNyL4l+K7xLd1FW4uI2bK3m
c98U9vwuonZPXU/LRH6ZlVKzP9hzrjj9Yxrm9Na5BdVvJBXGJ30qIhAcEkYtkDINDlL0AjPqX8BG
7QvkKG5X4BEWFWqM/cpB8luVpwEwyzKjiLCikuJ6xSYlLwilaBVhBfoLWoneE5glsRKXMte1mp3L
xqOiBDV3UJmGQdbNjYPxWj4Ak5vsJ/MF4zQ3TQfTCRo7jMmtZ9ojddAX9FPxgoHKTNA5Qf+Chxpf
UFFUtziGvwCkhheYlCllf6v9gZjqJbgp6wU91a4UKpXPT7l0KiDiK5/KrydIoSvRcFvSYCox3LSI
if2Va2WvhKv8/7F3JrtxI+u2fpWLPadBBrvg8CaZnXpZjZtJwJYs9n3Ppz8f0/bZlupUGR5c4Fxg
TwqGURalVGY061/rW62VSB/vPeAr4wTBUicgVn2CY8GHGuBy2rER7Vp0aJsX40TTMk5orTCyFm0L
yK1+sGojWzZihW8NJw5XemJyVSc+V3ZidXXVyu0yTwyvmeHZtK1PbC914nwNtUvO1F3xX2NoWumO
gz1UsOlECAvDHr0p9XLGNsRRzWjLLEZH+grbKjnaQAcemnDSFr868cdCc2WRVd+5ZFqr3kcnWll9
Ipeh1cpnlborKfzENmtLs4sucOoXSAgr/cxdQWgTQd9HRPOm29aYK5dD4nlQ0xosubQqp9DUt+BC
IavVvfwU6rp2ME/cNXVisHknHhv8Pzha4sRpm4eJ3tkilTwgX1FuQNFpaS7cKTSO8kR7MxW+ywA9
CUOLfiLCjSscbh4d99I8EeO8Ez3OPJHkYDqX/aYYW/jgIo+y6yyaVz76iqDrGab1gXEi01F7tJbi
2Hnd7acTvS60VpJde6LazSfCHZ04TX6sVvAdiHS0Scxk3Ysky0pC70TJy1dgnnNi54Gzrh6WiFEZ
qcyVrpcN3XiVJI2nNpWREdVtVxQfRD2ofOCaIfRp5D0FInIyo4nUawtSzvTN2qRgC794mIeiQJ2Y
f+WJ/5euKEAdcFOyBYoAITD7Tgs8kQOTE0Vw7Md2oOVgpQvm30mDK3TQO/EHTalgEeJOIsvbnxiF
oMzhFfYrulAJ6PFB1NiIVvVkdTdF3Hdf0xV4CHkR9qGuD+NlzVsB5uqYQkdE6MXFSABUfEhP/MQw
XVmKrVvNn5y4hrAYaittcY4c54ZBBQzG0VEQXJLFo+ZBP3Ea0yyB2Zic+I3FieXonLiO9onxCIAM
3mNyYj96VgUHclqRkHE/0lUUn0iRJKn1bmN6IU4nZnuIz7NFn/kBNYtMY2miQlknACXBRmCUsULf
9r0TpLKs2pwX/gSvHFg9rrIT0jJjhqV2+DLyXQi492t9wl/WKwkT9Q4oJqwDcT6fUJnLSs20lAtA
czjBNAl95CV3e5ZCH+q+ENtiZW9mAuBvnMnufXtCc4YmGVeOmyuy06YFBuL2SvLsFTHgzUxLC0P7
E+zTXqjHIKAJA9Q+4UCLakWDihMmlEEKyFDEOd5zSMHaUcjFBLu3DFuRRNcFO1UsVqlUoTGbcfQA
/N9EU0IrW0RyRVXjcMGvK9zOnX6b2uF4HblJEKYVqOwsTN9PjnWeJXV9k8rifWa18TWOda5E2nnZ
RHeKbhl2BHHezdWNGmumCq1m+Y4cbkwEgUKvz1apkRJ0yO+5z/qPYx9EHGxJhztLVde3QMvOEJSP
UbhAq20x4aGvP7LHpXwD6r1byOSBscpjFU7xVuebwNnvp6jzz6E+7Y1cPOq2jVE6ovItwo4fKufa
UIrjov2Vgf796u/zaR7kN6JEdRicpYKynV4ua59j2sIrWJKvpZM+tG7e+wRpzmrRWt8qY9rNYCkv
O+pCzxjedUvQU4fy0Qpj8lfRMPvEacOjM0b3NV/BoD8thOYro9BXRMTBRhW83zeq7+tD1JhXcGmN
DSd3YjEWnTbclgEEBkMeimsxD3JHotxRhJXTcAsaMIQVMclbhiLisCwAA8i3aeSJ9C8u6H46uso0
2bRlvQvj7FyN5Vm3WjvMId4g8l5ncX6bcYXXhhlEx9jY6XPf2JeMS5JzUrHTrVuwozj1xGyrTCn1
ma6SPu7v8wFbrpHP2sGak4exiYtLfu3DRkJTvFBpK/yItWiPqB7CQ4QKl+rWbQQUcj/YzmzvvbTZ
i0JzD5qVPtR5lhGJYOeFXw9POelhbymQ1Ll3qC3u/p6y7sisrmzs3Lg1eiHh5pm3gCC8TS7H4rMt
QKMyA5A3SmM7WYAuQBZkq6bM7KqTXpP52DjNNkCH6O6GkTi07c7lhSVLY58O0bybUXAvO20qr/Wm
fYZjYh5rrQjIrrdQi7SUKSdiMi6Hqf6GyeGaqLRIQGFa+UGfw/LOqcYMyUHPGG6Q/wZYG98k4QSE
IRbZcFXWkRtUEfH7yuuYFMl4vEmhfdA+Ht03U/SBcah2a3BU9T1HNNs4rj6ofhg22Rg+ZVn3WTdr
jjSOY1t3WqiX945mmztVp+aza6iHRM+Xh4yqsg1AFM4vC3zaeRw2DBKHrZHTQwNYH8dIlsIVMj8z
2BSbqbeeqR/wHbSSWujONvZC7c6lq6YPhswJ7Bl8vZGoi0pQWT51M98/Y2wVlxdpPTKSYljpC3O6
bGkI2TBp9ZK9C8f+2FneUUuddoOh/7Yk/XacNcqQspZ7NLORnTTc7KZ3QvFsm9l7NS4fZxG9xL02
3GraON8L8Mifw66mcOXITABqc2zXCyhxp6jEvmY4URyTUqendsuCKhi8tFGhvip9rvQbwbgxvRTI
mDKEoYEn9KWmzWeCMZvGlhmMqu74HfXII++bTjj6mcibcTDJ5jPIeCHwIyAzpBgJOnJopViqYCr1
pCiu6kYyPNsR5hwoH0HkacunQcJFjLc4uY0pp7onNIv0CsJHb4JiruM8P+Nu1q/pGpEbNmNPSTnB
bRKZXX1HH4s2fbLzPHTXzgLOUeaZMy90ue6jPKK56b7JgY5VN9LJ9Sm9CKkLLIobKejha2+GFAZa
8kXVTVjnAQki9aLDxIhXBBzopW1LCxKBmmTa1FHbLIztHAPE7WA50743K+d94hHvIlafZjunoiGn
3TgDDXxXjZZoJhQHWX00cTbo20JEhv6hiiNLK7anq9z/i/tt9a2465pv3zouuK+vsf9Lb7VcB//+
VntWNs9f3lyD+Qff0Y2m906sYRcop6ZwDHedOPy411rvPC6almtLU9ddDDL/vtia70zXtGjklGC9
uXW+utjyF0RlBB9+WuuwmP+8zt98l5FQAv7WZyTehFpcwaneOT2fS4ywrVPe+hdhZ5hiLDOi72Cw
DMbBFnl/kSwlqyGIV889cEtc87OhnhytlnIGLC95APceKlTbWN15uLjjsTXMR+qnIeXHcroVdfep
L+PApBf6qhgYcGrMau8hSZCJw5Y+7isTPxdlQ8vFBBkp3rRVd4NNoL5s7dxpz8zR8MJtNrEqb/Fg
5s3Oq4gsnblx2q3d9maOUU93RJz5wHDaSxb7vut96RSx2jjSUOk3kjZg6CHTM+pmhGQBZfXCSGpg
k2FsbOdJCfyKXZI7NLGUVojpZHYZmFOiBQrFHC2XEdTg1OeVG8G5qsi6b3JYFKT8cJJv9CbP6bQI
QxbOZhyPsiwENG46lzYGKdVL9vQmZ3cx435bpLHRrfU64+JcEfaMhK+z14l90XPIeq80ZptMr3VZ
3oZqjo9tN1nh2bjEhl7TSMVBn9phNw6PDRyle7Pt0ajA3Tpkz32MKPW5nebDRjO0/FOdkzC4gDnB
+lZPFH6GdIFdT+2Y+qDnxgep50ZyaeGm668yr+LrInACw7ALz/5iYm7jZ4inOrvXHZjESA2npW8x
kjAPdyw8KvFWSHte7UhWqyHaQgJIvKBhGPxgNGFkH6tEYibwhes4GlZBGjArlA+8QLvBtd2n0KHe
iyI7KAnnOv0UbDm8iTo/aZxs2vayL+TGkMaQ+hMP5WYr8eft7DbpdxWClO5nmbPkX5Z+MBK/MRRb
qk3Jq0m0Klo4nVU5jJlT8nSMbQC5REioeKtiUIbU+S1PnUiaGWrgYtjYlyz90zTacbjNYT7rd6LJ
5nAPeFo94mUIvxAonfEKDZRhbOw49bhSJFF6B3HP7ja2nDPIQpMLsxjESF9izk8AKlEU2J9LZ2K7
1vrevbatKssDiRfzug1dWs4gI4NDNqh5qAP6BeOjAinz4loADPBfKnlOLy6VWmYJRJyRS5VyLtEs
9wJUsKBmqnY9eKYU3myidFzeUwCo6fT+WLxYM4CsS/hYCSgRaMLHtDHJdYklscCJlst839gNtrx4
TPuvMq46jvuN5T5Hbtt7m8yd9I/N0s0PJDuF8itzLgsacJLUCpRuGmSU6jJPL0RBw8dlP0emt7fL
EpgSnaBFcR42adttaq2sv/WKzoPtYOVJRMsXJfTcicKuOOCNMS6tIaRTXcrs3IDHbOy0qmfUUkKv
wGmYAmq4CKXejUjKcC95QZyq3C30soitZSnOY+1g0mRbODQDBK1EPktF/qg19lJtF3fg3YaPJ7/X
OwpgnF5aV45etKnP6T+GFlGAsEtiLhLgHCJIsJat9+7tUrlTRqeSWT26Tdh+673CM3fs+xBrYV28
lxRaUR8ymcbBs0wKbKJymGgj4wu5OzBg0zV9BLgzaZOgvn02kHFETzNbswfVKq0duMoWw5G4YNfm
yocLrck7R+4o9Mk3+uBaP7B2/9mI/4UC/E8b8Xk/fom7VwLz+g++b8QIzBZWN7oy0ei+y8jf92HL
eWc7pmHQt6R79ndI8k+BWX9n8E8cT2f7+bF5/xSY5TtbWHw510Kr9vCb/8k+bJy81/8e+7imw1Zu
o1Pr0qUVUK6A518HLHPq9nS7UJVnIPkWmxDdkA4dnStCg1FmLR4hsahV9PLYtEv7Te+MGCUrvSbm
qZo11TiFce4XYYprSHalwuQUR+pMlHMf+8WgapL43oTXLoeeN/l2HxmTj+ASqsseYiCqHKTy4sCT
pqcG9A4OXaWvBbYpNCj0pmE6W+vfuJkN0rh1aO18L2MqWyGX06Lmo9FgLiSaLbmtUF5XbarKoDJW
LyFVmoimVOK5dXFEOZi0jVE1+qWmpCOxHWXRRRPnFgB7SyBEWZMV3+RrZvM4CgpOuVe3zUCMrZRz
IAsFp4lE4rW+dFcLpuErTvTapfBoFuEHbKzkltL5+BPip82VuuHidNBw9U5QvOKbaPLUoyldsrVw
5dUjJDXLxrS1yuh8Th2Q/LVm3imHgd+z1+M53GZhkbmI76Nmn+H4G8PdCmpqtxzuFRbbMqaNyGWk
CfFqbsgpAA6ARDNIwa1ZL4VxBYsD4r9D8w3rkOEdaDUzlj0qtRndQu3r0cNIkx0qCx7gTdfUZr8d
TdpkzNAFOZiYZXU+1czEvzoEeWiQMTrxUqAksmZ7yQ2SlYOywatMqWTs3CnDyC7aZjXhNtMy87dD
MyL9SrOgxG2qnqIU1pReCNf6CL5uPGRQ/9eVtrpiEvuFSh03oIWAEgazs6nhs85U1mQf3JTxh8+h
avG5TWdYwnrd3vaJGEmwWhwRmdDEW2OerhlYc1vsOe0M7Bw11DfPHUvsjik1iyAWpuY3I8k3E9P1
o4POzkyGP3Ao5k74+qMD5srjLbL0QRXG8W5VHvcCRE694fidQ9SinYO2U055APCsgaoBvK242Qrn
YMMxOKf0FIegW1qbRVbRpQKb8jCvrxyS5vSbobT1evD943t1TZOBJXNE460byupmpadZ2gch7abx
JklMld6ouJWS33SSTpuEegma/NAe6LwW7WfGKzpU5Uqk3tasW0gkDeXidFZawHgnioRfnM4JX7zJ
puFUI8Ckeal1h0eWzSXJGyAcbpKU55EonKCIihcnkZcmCKOrkg/ijmawqqQ0q0+DUEjvGwC85Laq
lu5zTpVKzfgCUgWFqobp+m1kqMfc1rRvc6jKW9BW2VXu0DS7UbVZYbZu+RJ+1kQh35hS4R4+IVjC
iAvE79JHb7J9319Gtlf+ACWU4eBq7/rl1kIwwh3GSADzS2P7fZk3w8e+dh7SKBYHbNLd0dbDFD9x
NG9rVGWK5jqXYu++vXG1kbQS7M0HhbQWpNkwn8tIi3Zu3aW7WRPDb37lr51mp2/VkZYhbFZ2yP3m
+o745Vv1yALQwUWucGlE/wGVFQk/qZYdGG1BP41T73T2Jn7xgprNX3a/H7e9V0D511P0H892DAmh
w3DoAHjzMnnA4EB2UjQckqY9FindYQZTCfol5+peguq4MnPR7Ya4zXfz0gKbKklqLF65o/YJrEvq
fVN5qF1Ys8gRYaU4m+iU/k2G9mQ/fL31kXGjZ5ZZrtQxH75xCAKKBMrmRMAIZcJ20mQtWOtW3UEU
ZO9YIPz5mC7nCJm1F0FGemCrBnPxazf96IXtCEnVsT4Ki2UnrYV21Sit3RpyyA9OLOfD5Gb9PoTE
cGtEGIa/uwf+6LB1/U96xquZ/WX81JRt+dL9/6B6rAnFv1c9Lr59/VK8mf6v/+KH7OEwzuet/kPq
sE/nKBupw3HAqq9enZ9HLOvdumwLyiv4Bx4Xw/+e4ZsmM3zMAHx6OLk5DpHPN9LGP0kdxil8/8v7
DJ1jPVtJlgvOgR4s69efxKYbqFHP05VbG3fNNoHC9Jx5FKT4NPGll7qGtOcmXfopd8t5j2e1SYJ+
TrXPrmwcuc2SsHzuk9gYfQposoe4GxUQSjbSgHpq40Yparyp19QU4TI4rJ/DdTxF99QEvDIFPQQA
JS12YZOTi8pbCDJI0cvE3b8ZJO2DVaIyP4StUwU4o8eXrPbshyLzkntigum9KgbmCgX9ZXelO66N
zINVXeR5P97ncxdfaUM/ryTWOLzoG6NzdmzbKgqYwEMq0Sa92Qz23HzsuMvRvkyJXhE4dh9eRe3i
Vj7MCuehHwTWl0Yrimm/VEQwzg1K2raeNc2Y5fsMkKyEA8nJYh7TT2FcPWdjkybrKWjL7xClu2Zq
lxGy09FrrdpjDRYhLYTcpE2wGPTsmZFxRQbWJg9hJZDwU5XOO2n2Lupv34U7IJZdoEmCSRtYxeyH
urBtA6DqPDh493X9rMqGgiJFBryfQQCE46ZgCfc4eRrMPCiKNzXyBZLIkREWSRfwt/TXWFpd+iEX
TsePjGy8G8DTXrWtrV+bOhIpP9zMZADQX5LS0oUDB6qqoau9S1vw+7gt5s9SKkLxhi4sWLH0uXLZ
9YoRzmdJn9nUOtN1Ai2SUbnhKs5ONAdbgW1l/QdLOWERiHE0P5He8KBNSiIkfunm9aFn+vGUQZ2i
AsVT9W72jPQlF9J5jiOmb2cL1guD3IzmfOPlQhoGTTxTqFelaF9EIY6cazVqM7w+/9rMwLfhxuJc
2FqASPH2JyESdxNb2K3hIzN1pvGsuY1bYE2bTsEq4BQi1b0Ove4FkBqCkjUwN/NTO23vrWrJ7zI6
tLKAprwcgq5Z1WfNYsuPExNQa0+Bvd4cTkvIH62mf7tGvlpJ/3HNXZ/39NMo9b/EGeVwo/v71fQ6
f6Mgr//796XU9t5xtBWsI8a6dBJ5+bms2v9eRoWDFcpBaeZm+V1N/u9l1GAptukN4mS8ys1/qBif
jla/rKKmy3WY1I2OB8rVWZjfnGfizo2TPJE2i4o0SfgAGARPFMa6GYDpMG6GeNG6I/Ggob7UisnD
YdNPDJ8g1sgi0CpkzI2GYeKFEgYK18Efq6uEgKja1HlPEeE64Vibjw2yIUWl7CfZdgw3zHCo9EB5
MqW3M83htOF4tO+0Yhge9bmObJogy2TeuI0orAC2K6doR6/1267Too/FstjUwEdyHZ9yCpk2a2yQ
ir2Sg/XBMCB4nyN7RwzS2mb6RDTJaAIBCBBHhucSWYrrujF2tq052bbrDHKkAhXzzKY2We3zGmHd
H/tqWc4as2HGBVQOiAShs5xbhZ0ROCOAFJv3HrGwc3CJTK0ZLyX8eUqoCozDmc8r5RIsdbLtqW7N
GRltLJQ07cwFd5ICIIzMu8Hgh/TLOV0YGbvNb2hub+Lp7ulSonsWxQu6QRzkLeY3UwZHZFo/mKt5
FYpWT1/lRo15Ph4clTm3CQtkAPs5DzoRuVd6q3cr0yl2SOaPrjzwhYubXz4F/8MRlt3/F5gNQojh
SKYnFoMT9EFXf/NuMzJ6QCKC6kGOWevK0JwpKMmGHJJo6s5EreTuj58Hv8C1eCj3HfGWbzAqAsVi
qXne1C67vmviT0qyJeVd2T5RGtTs//l56/f/66eJ8ejq9kN64jwimMG9PpP0VZtK4VkyyEJ+NBjo
45lVjomvYpX95kdjAfnro1hGBBcBaxVbXz+qpcDPQe2SgTYnElF5Kp/isVp+hyb+y2NYfjBd8l/h
UhZ0clL+ct+Jxw57dUhdTKgJ2OA0gu3wePyO8CresLZcS9jC5jBHfZngcbxDXv84KXyskS4xC7+z
agcIvdNam2SEozmfDSZIs4deZLr9KbOYjewLMIEvHAgE8PKkLqWiOLqx2cszyya9oEfpNF1PIyZJ
2h9HS31KMHxUG7D1KWpc4hAO3nAJGtUmGfWwOGAo1L55iVPnl14Inv6Agd35YI1aN8Mm6XkDpSyS
OGAKC6fBpmja3PCXzib4PkpIRp8iw+Kw5MOan3NmWvToclYsUJKJpprZ3WhqrBHdgGcxSDJREUFv
W2XdFlq9nldHlxoBqiwjMw8Wm0zdObcifJe4QHuN6mn8FYO0fZXbcOioWIzsmV4/bYXSpw5zf62w
53BXAGjF5EhFen5lLAB5g87pE/oD+hZJ6xx8XM47kSi0vg11o0sY4sRVRhyHxlt1kaNOxlubLtbs
So165Tw4ORMZMuJdYn9lHlDQWMOYrd4TLm+Lcx2z/UcsHFpLvh6S+sfJE/JpSfTs1k7TeFrI6hpx
d7NgYU0egfYnza051/1wr3tulRxknJbxJR0K1bBpM5Lqa9E4Oeo6SOhiM3ZWq2gN6ZZqqGlPB9f4
GMazlbyvRVdXlDw0UXy19IUmziFG9fNXDL0F30ona+96QLCfgzqXDYEV3AYl7o8qlgH9CPbXOc2y
y1ELZ3AEQ2UDFaUKoXpWIbjNYQOQVvYHJqL0FCwOhZOw7/NG0x60nvz1Q8onDi573MuMFq/Fs9Ak
Ufce2qgvrbthMaLpkZ7SsADcTRJ5DyxwWEOdGtTcrKYWbbWX1Zn6yNEMIrnhQhIFGhgaxWd+F1GY
HaJuBCXPjNAexBdqoFyt22NjyuunUGbuOPowF5gAFgRoRya55qBRJ0qQO3AZbd11hYODDeh9GgZ4
KobiPDOVRDtr+nYGv6VhKsY26O5b4kDOvrJKoMLVtFrTOn65ct8OvdQ3naaZ7rbj+2YwVyxRsasb
vHIHXDHlp1nwngyWPh3DDWn1ggqYscS4kbUh5Po47UGKJONMvYI7Nqo7kx1jom1WIdFuLTToceMo
SU8rpWMXemFlcjtBnmDMxY/qbTvZGvS7j1ZzXBK3snAyThixNVUgnfeYLqIgx9mS7knGI7nFXjVT
GhFF8wwqjILTC2LMmKx15o7zIRKVfZ50sSj2RVp7n+OSnPuOAZQbBhT6JtWurmPXOZL2jjpA4v3q
OeEq6tBQp2mrZUoWlyIdvPB6wOJv35OyEtoBehFsDSPVi6t2sN2K9agqU+DUKry3Bn5en8ZSNhfJ
PrO2ekBWyJdLYkBVpgXt4pEY5OpHPBbsY5S5PGe1/0YxV8mrSUvyZZNP+PG8A2zajBXIWpjtEage
HFJGZ7Upagb7QV9kGfK1jOs20Nylyq19PBbKCH+nO73ZA6A/WGhztm1LthrHfKs7sYR0BQ2rYxBN
CeM0WnVTZV01WNbTbV+5XvU45dq4HAUmoHiva6H43PEx8S5I7A/dRZ3aurGvi0mX0F2c2buKktob
Hv5o67XEmhqQnDAMdkQd7MDrDaQg+hPFTRJRsVtY196kk67q1bgxF0P7zdZ7SpP9ss2fnmVitjht
9BzC32xWnCYrFgY3CvSGAgjmtyAgsekEBFzsx5kU0fuKFlj+ToRXSmo6WTRPMXqJquM//9BvzlPr
N8Iddb1E0FUkjLe0F6/WWxO+cRzQh+k6B7aa8Cs9BvgfYqW73oVsFE1o//zMv74bOAYYtr6mMRwp
dHwuvyqgCYq6pVnWGBj1OAcd2GUG52W6/dOncEhE2rE4UtncUd6cpAbMFlE1UE5ejoOFKz9M9oMH
k/yPnwKYi1eOMwdn0rdcqrrk3JPlMeGBqNNvqdUR5B1b9+mfn/JGt7VMwRfnqkarD29Onvf6FQM0
MWLDyJCf6szd2l4NNaTKjJ0HhWY/EsYKIs360cH5n7v3v4y1WfDv7963xKCaV1Pj9f//cfkW77h2
c+NlOisN3V5Dt981TVt/59JIZ7sC7dLmg83b/oemyWUclwqXccFJmNvEaqr6OTa23lHWu94vfsSZ
/mhs/OaTZTJ7Xp+MrMoIhOe8ec+7FquoUak2aJvKujTcPDmLdXH7y4vxP1zB/vIQPrk2ypjFB5gV
4+14ree6SeWW2QRjxgjUbgz7UNez+rOFCVmBL7+OEHC1MSx5W6uQyFYrWbkaqm2Vfo5Ce0/TSLiL
B41zk64Z34WmvzW+8Rt4dRk6PY55Py+dtHS5/oZ+XZPUFGqeA+k/UMA/erdl/tV4VbBIepCoqgOW
Y8zxb+7Xq778yybw/UekiplGZkb9qNGvn1l2q6nV1HlmNmQXSR16xy5t5q3ozCFYhqHcYAPGJmPN
x8T+bdL57U1z/YldHu3hVXC4Pb1ZhQcgVQrAchN4NcitcSRMjKLS+pHsfoeF/+ujgMbxDOJdXNt5
97z+QeNQ9RnVy4ydUIb9UucEVXuwV2wqyoN/fnMiB/zlVXW9NZXHW5Akjv52FJhzq2jbGGmJjlYg
R3XZ52cx0Ms7IlpOseUY2HyW6MQtGo5pxP4sx/6YUZ72OauViYM9GpNNkiX2ZT0P6pEpQlQGzZzG
L1hzzc1UFO7HqU7LwILFRAs02TABJSBuTALDVckdzKemrf040xT9wcIW91kzovheOQy8fIB7PUVZ
quv0QJAsU35La5a9jagQKyn8xcubgwC+iKQdK99ZVHfBHZPyM6uvsW0ZtM4/2mznT2ppemtLuXwG
lCQR7NdDJLwXKtI8zXfqdkaFr9uwA8rnqHM3MVy/Gui59hIz/KL6xnvE5ale3DIcMr/PquIZuao2
jmMCvSfouix/QHIGZgZ3as129MtDjNR7P9uz9RA1JSP/QtHe53euIO8XsqN/SqQxPxFiMOIgt8fE
4JSbJ1exM2p4kRPXSIF+RyCrQq4rfWDLIQI+sraFbGC0Ujq8EHcM7I5E3cYi1sgEeeWktRyqEfqc
CPsjVCXtvPe4TwXUqs1PlVOE33TaFS6HNKl7krt19FG3k/heH+MWJ2NjO/dLZ8It6hM3e8aYjzqP
4KVfjolWXwFCWrYgusN8E8a4UZcliq6bztPP8kpYPeY8ipE3TSO583O8xYc4YoJ0NhrYpN0w9wxo
aHmxF3/ARtjbpnYg7eBcGWbbTpvcS7xnL4crFet6TBWEiBLCPVmDDhotxHBCTPaQ86oleVRMUTD2
VZ3ymAYzp94AZ4i/VFVqORt6hu3z1OyIIhnzgOtxLqrpWrSD224HA66CDnhwOUSOVQahqt1Aw+OT
HrpxWp7nPCG4Mc1gH/zeyBiaEpabXrC2l4/ZmMxfWmblHzS9WUosEAsZNNbkltygUTkfJaC0eTM0
K+AvcQfxgWt35ptE2PJdXHbOEWau3HNqHr72AIXeN3oFt6hchpcOgnAQjkZrEZAt9FvRG23xG7DJ
W8WH9dNbfVsSbRIKJKLZ62Wl6hdyiSir8HtxobRwoWe5H72HIhQbbDRbRncQuHg5emfTF3dV/TSa
FJ/kfu1d2d7FlF+PSR0wiWLmgUyTCY02vmx/WpD+c4r6l1jF178/Rd196Z/j//N/my9f4y+/HqZO
/+zHYcp+x/jXIc0tCTVbHKJ/HqZMjkWejRaKmeOnS/7ngFi8M9BvXH7hiJe26XF3+nGYYrJhsvhz
0LJXuZG+4D+YD3P9eb2TcE3n0GYxr5AQ9iRH8Nfvr3B2w6xlYdtAvii1vQrD/Ftsefivi8a1zyab
hU40+HF8oQl93BhmNz+CwsmNI63FtUe4Lc9eqJSc70Imb+ZOWF1ywBCX0Ge6tClmOHpiYndUISpE
WGP5CrE2JOCoQbQ14bNdhPWRg9BDsSDeNVIvzklldbpvmqr5ECd81GEuaM+KI817tyqM3WhDQOSF
/oT2l/hL3hHRlv2IKFQXZnusmjT8MonM+QR4v0EvcLP3LNoEuTn2pMc0tAh38tHg+/ZI+BgSxaTB
Z/yCXxeXctYMY1D3hXVjK4eYmdZaMEDN8RaXC+betA/d2DdVOexbWspN4GGRtZ/brmNazJCDC1+3
5MmxqvPFOlctFtuzNM3gOcqoSe6AHIhhb44TTD+3VWl3iQgb70tuP5eJVqXEkArX/qgzcJoehN03
xZFSpuzcRQn9piIn21tRRs4xkhFD9Ix6h4cpKmOWB8NjVpInIVHPQ1HUKn0CvpyyzQDU6LP8kSnx
7OFOG1Xu1HsKrMmnDRz9QjuwK3bFiCgerevDyxhNXAXhguiyagnQ2nmvDO2b4ZVafyNqm7iCxy8s
FN6W7EFfNlqQs3tU+uWU2zLN/ZCKwPAqRgqki5G3t1ZiQQ6Fg7HF8mmC94xLzNBY1Zahb+JA7y0V
+lQw9M8juyjfMO+gS84mbXMc695z/MGmCOdCLq1IN65D8yNV4JPzQdkSobB1ZD0EIKXClgOe9L70
vb0Ym9JOvXO3GezugkI5a5GbqSmafqeiLtd3w9SD3spQav2+N6FGUbFpDe8dKx94a+WAGT7ZNj4q
e1G0/1KlO3gfPC+V95JD0RWw/ajf0cSc3rrOJIf3HFkK+ziqqmkfR006j2rxkudIL0zrGux69Xma
0yLe41tH0ZriLPRrhtWjP5W5fSPZFVf2o5Zj34aUED20o5vOeyRGPGSUEI9PDqnG0E9RBbnpA0d+
ausoZOxXiS46Jzy5jD7mUrboztZa7yyjhRHPg83pLjLa8HwRIxFXPHJlBqY2FvG2KTSsg1pBBFZG
xjAdhorB4MKF0NuZeEBuq7wXD7aNiBmouJ4/0bvCs4eCc6Lfpn26G8bc29qppMML19GMUMe8E5/u
YN7X8axaH8Os95CswdttXc7RsSnnUQ9o9gwR7CnimbbLf1F3HsuRa+eWfpWOO4cC3gy6BwAymZlM
miqSZThBsAxhN+yGffr+wHOumkxSpEqjvgqF4kQcVSEBbGzz/2t9K27G5UF1oTBtyAKKkfc7c1wf
kixvOkJM0mQKZLHuOMtY1ld4XNQmnID1L7fIy2hbVjNjEfJjo5lXguK69Il3dX61U1nYgYJCIkaC
0Na3PSoWua8RrwOx6EUyhwnmEoGTwyY/UtMpkKJz8MRGtlUy4l63k4c6F+auAip55TjaYG5FqeTf
aTdkM40Nz1S6YNR0XkqEdPk8rknlhaCdmr8XyqvXtT7pBw+hJUDNuMkeHRegMMENFXAE6elzD+c1
UVMKGqCfDjP7EJCQamuHoG6xcqs9ZsO5issvVMT1b7Am2LvJxa2+0uiyvk9aL1Vq1XYar+b+kbRH
K+pAbDsOhM06TTEl8KdjgLeTbSRBmcJRmBuzj9lg1VG4xHFzRRHX+6qsqCN/pEcGVlOaYl85NXAf
t9FkBIiHErwvRviQfpM1C3G0E6VysW2EBBevp2VRBnOkxMaW0jWIW/Ll4/QcX37s7PXGqyASKE8y
2Y6mWCn9AWs4wDmjH6MId7girGhLsychJz0SKhV6CI1aq2EzsReSYhQc+PaxrmwCsZk+KIEJH3MP
/GQOkZtUb9bw315X8fQPociqOsMr0sQz2ULXzqgbuTn4eNmbAXf12PBMwX7X42Lal5hgilJDZlOq
jI6m1buK9rypJAodEK13NyncfSxf05M7qnxySjUEorU5Z1QFiqfOsqgd8ZtPurpJe42/d5PEAwX+
7Yy302fagWVAooQzZ8SS4UI+c03qnzDc2z5yoDLH8dT3mz5xjPFcWAkmSD81cnvKrxVzidA51/Dm
m03WacpPi4ZX77ewnpujmfFC0Spp99ZIjeJmdhT6OZbbz1BY3La8AfPsAJVMemRYo7BmO1AjIdtP
GTKw/hgZpkPGpkUDbmdNXfeILKm7VSYP5pOkVQ4BvK3Fb9yb1MwjzQbSDoeimYkcnPR7Wi/JcquM
oyjRbDmEaw+KnltngjOec4VHnwzy2NRbnFeTiqsnrun0YRTmuMgrKJDBBS4JzfKs6fjxmc832Nlh
B5TI+jYI6Fhs3Ft7kVeSA2Th9yJGV1WDZeu2DtvxlDZiUy6gwDOmY0NP2Jwby2yLYwKuez+DGBiP
o+jRaHNyHqzlTC3TwrykYTnp14taCiMgdB4GZDOVNp19mBtGqKeDfh93hlMj4V9qj54Z1M7LEe3Q
zh1n90pyR94X+l2w1wncG7C/IQs3iUwfWKHyNlcG2CtUoMsrmWuoNgj+AgVLbGMTLJDjpJ+tFZOf
nRbFVeCiXfteNErcBgJb7aU1KPONVUfR1klMps12xqbK8U3PhATtq/f6vZa2CSRSzzSr+8rp02+F
JlOgxytFxCcfGm4mVOkm/eTVSXmjzajHvijZBMQ7UIa80A/MHLTgisYeJWI7sG+PZsVNfalcUXqb
KhNDgq8ISC8CC1K9ovMWXKx6lmEIX7akfOF0kFFH8SRI+SLSCZiq2RiH2FSznyjT7HqDdQzUSsJY
nK8HMSXxfQ9C5T6jPw0sKLP5oRnqDt5pURKWXbHlTfezMXTWbVwqVi18YVlSbNkbgskWUz9ta4n0
+th7kb181ggYBX4zYzfbLE3lOTgbvUa/x9iLulnMVnkNW8e5zwpTbcixzXVAqjJlqJTYj9sNfTL6
p6vBAPc6VgTEiYYm0uG+z1SLXPqmK6zt7Hr9AL6AoNNgoAfY+DS9If4XRKV/o3nIBkckorXODC9a
kj0Am5mup12zFNiLkwnHh4DCLRrNehazOmiEGwP2Z+Knymxu2XclF9o06l/JV8yudLyLty7ujjmw
UJpbG0ngNOhbGy78mdRYgtWK/XCXzJSrYEzQVW8K0+AoRwT4V7Kx6xrDd9+DwR0tR9kUgBPyq9yq
ZX6lkduswzEqvd2Szkp3mD0gIIICSrqdULscIuRAD1HdEWCE2sW9byhejaFg0Ng3ygAYPlTJd6SU
kc89nlU2+DaWf1CLCsWWDOf5I+b16a7uyT0caKEQCaSL+vPCpzpvybdiiKYOxlKbW9jH+lBsCHBW
P0V0R69aRet+OUk6qr4GdVQP1r1joCyKajHqDVMGVWkyXsDxMerdGHlX2FHx8fzOG6H1ICtfYvD5
SxTbW4qd5vlCYUkVtP+N5JfI0SXBPc+jzieayWKlFcDs9s1g2N8qJc/OKzkYnR9jKJVBvlTugGFS
nR6stplNON0NNQvJfhGYdEcOIftqQG9H1IvJhaJF6AqqrkWwhGlXLYKy6p1rduneA3qBCgK6ZEhI
A2sDuome78XIqHmF7HKH22QZnX63yGS+toGwEcgD5XeHHgdKpUgi29s4sp1+5GrmVXuBsQ7fH/3l
hv6H5iCmtWDRH+TUa2IzYtCFGDkxsX/Q6Tmp1gK5Z1dIqdRjuqI76J6cBslNKaqmhBszTQXTe75Y
8U1WRtQZi6QAXWGXGIfYqV4bKXSThYV9/OAXnBTe11/gIEnlAK2Ztk2T8uV5lMUSVHTKRFkLNbrs
FGFuo27uHp+d0t8o759UwpEVMpI09DWY4ujXnna0clObdAv1R5CbHnNCzpbpcYJLzz1O9DBCSRF9
osEgl+GvUsm/rMGfdkWfHrGB5enJnKC+Kt0uxXoMGhURWBMl1NBpOlEHvZ16WCXHSvE9pepRuSwT
z59dHBOK1pBTHST0zm6R0Sb1n3Uq+UGmsx79XQuonGOfunNkplRRYabEzs2GudVsju9lNMef3n/i
r9+rSXNcVdeHrVKGOOnu5RoGUifh9GC56rLnYGSyxYnKD2xRJ0V47oUOpachLtMxSOErfDl6rMnl
2JghLFdtzu1M4Lrucmpp5rsMslz1wbt8fU8OHmXaY6RD0CY6hW4apCHYMhpLNmQeQ2dGWrWBMD90
H3wTJ/1r7spVTd2ke2LRfDVOeyh0LHqWO77KCD18tq2I+Kj9aG4pHht1uckRfn3UmTppMKyXpK2A
AYHOCT7tVZj7vFXkYRxlacWrDmCge2xT27i2kmQ4V5PevlWXUfxkuZkCFS1//sF4fPUOuVW6iA43
a+F2OgUuV7ZaezYkXVRbK1EeF49CqagTPRX6ONPv3x+XT8TZZw2qdSqgB2fyVPG0rn3Nl3eq12kt
Us1lbzMYLDvSm1gYsmKe76wBQFPA9R3ATYn1xW3cqDyzWie6TBGjf3v/h7x6yfwOpl1NMzzdc/S1
s/r8ic+dmoECJzo6k3R9/LFcOEJogHXgzDfEwPgEHH44st6YB23meUPX1gmJtuDLi6YRipscogtd
Ksv6QgSNFmtBmnkWvItSHeIzj4Q4gj/y1ovF5fs3/Oo9WxiMaQqidGV/82rewZO1noETATgO3Z1K
sHzFodDtHuEJcoR5/2InT9dYDRNro0zTAQzxiNd//0ygOXd2r5JxlwQF59Pzvh/IaW5c+3vRYeVo
XSqDH1zwZG5YL8jixYRHwZc7PL1g7WUSq16VBpV0qIdm1hAWH8+qr24LKqzDKraWgwESvJrvXHBT
tafAHCDmeENqEsmQcO9JVhn1bGer0x8unNSpueB6udW2hPb+ZMDYAo/2ENU4pGNDvy84sH6dmIKo
mFj416gDAQvjQ33/5Z2MFC6KwIUTh4bilb3J6YxAe6Oli7PKGZXxV0QJJvCq/leh29MHL+2NC0Gf
QyjMf5nZzZO5IJlTrdZbAmXmNWcF3dgMfIMGSwYQ/M8vZdt4E2jgOmt4nP5yQI7qOKsphwBco2Qv
Pd1UwfY09Nbbe//xvZK48/wQTLC40zVltT8VMxSRbWWdYSdBbXBHWg0aiYLnKIeLrLGW7BAtTvwJ
tl5E/i1HLZ9mnwQ9NYkFTrdZ2MUF0spi3Lz/s14/bHNVZlkMW/Je7dOE6VIObp0RRRnoC8e6CI4T
JLQ+23jrP/35pQxGDkdklupXDztdioS8iTgJtGa4c/rxbhD9HWzNuz+/DJtX1i5NWw2oJ8MnIyi2
RmEdB1LL6PpqRbEBq4pvWbbFf/DwMPZhDjAYqQyil8Mn7WErDTmGs7ETc0BAYXSJoWBCc8s/vX9X
J2sEX5+JSXH1DuINQG12cikKLEXeQj4I2OtkO6rNfN/TQOKlyJlj6G/EFxaOlJ/vX/XkJPJ0VRzu
aOdoTHEzJxMN5j8lgvEZB8xwHmpuzpqXo9X3V14nGadJMpIb3iJqcGnnIGcWH+xX3xidDuMT0jJ6
fhaOk3fJYXl0oSKs6/9Q69eOWuj3VbHuDYQt+EHv3+3rq3GraIGwInigoE9PPUIUdY/lRvGbdiVH
KRS+bXn3b8wFry9Eq89hZ4WBgFVwNVM9Xwe1DCEdsEAKncv09CXQOPuPvgScq7jU100xoeenT0/W
1ZSuRsugsZchTHlHX5qJXI5k/ac/fXQ2u2OTp8ftvN7CjFK6hIfVPLouO6zftlDTw3/ybTMQVlUb
wjhmbOfkwRGyyBmxoU/qmkl1Tr31lzDM8jxL5K/37+fVxsGm288+kL03pyVOQy/fkAVqu80k5Y7M
1LKdaY1D+PHdvHERyC+ujT91jXU9vYh0xJxWYKv8wijLG9NKuke+KHP7x7firqd4pCZMUbAAXt6K
GCskc90ESHAw4k+sLyUw0P6jk+XrIe2sz0tHbwuwhhbVy6uwv01xe0qCbSqw4qHJvQ1nAJbYPnvg
Nz7Seb95OYSRKBDZiuDHeXm5aO5IXpsplerVON8V6E/2zUypokBZt3n/+b11KeTD7CQ50lqvPlZi
o2fc+8wKEJmiKSTeuTpXc47PVZO6H5mLXg0JigAwF4AzGSqerNMTH84dD9WMp/hZBINYoUKyURMG
3/u39Ooq7BpNxBBMDIwH6zTgW1nydjC5DLRNhhs5nGT1zO4fPziuwkNbpY4sx6xZL99RX2eDYrc5
6Qkcncddv9ocOCsL5zN7SbP5oOjwahPO1RBxMAmx4WfrePLFTr3RuTbRwPQz8vSLYUBHw4vffJ61
gX57ZscfsCPeeoa4hNCTsFKwrzu5npplbkNL3fOfSsqKDb1j8txs98dvivsCtshoUI1Xeyb472qF
aSwijVSJ5nOVmN74zI2mZv6bJvEvS2Kv78dlpsPgjaTF5Mx/InGa5YKQN8Vlpoumxzw/6bLyM1cQ
ZPf+LVmvtjIMiXVnBmwKdQ3/+3JcdPE4lghd12mPuXvw8ukijSL9h0CNcKw7I0qQENTVVe3R7ES9
bxR46yCUn80toDvAhIC/8aqyVyVQTFXO1RlyJPqGjlq2FKCAnLm/7OVg3YPeN/CUJ0V36Whi+UKy
B7UDCp/znW1K6EZNRATt1mnQb9G4NVOoSGxxsMNaHP6T3G7ifd7RadjRv/zaRMRvHgTU5e+dRRzw
Vl9PWXcTxqFLauoAsmneADGxAL/djUvtxpcd+X0mFn/VuG5A1Cxhh6Dh6E0a9mPXjCNYl5VhU1fG
ifl7GSZb+Mzlo44k2J52SzxX7qVMO+0+ww1F28rpKYu+/zreeO+UHTiSU0FjYT39bjogsDhlAID3
MXvYLldKGk8fjuPXXyeQUdZSuosmyvXTwyNw3hpsJssDpGTKSUYxRZel17OHHJXoUpvrZf9nt4WP
mIMWoqqVaoa9df1Bz0oNFfHvlIgsBdlI3j1OHoajohw+khufPjyuwkRKlZMKGdXyUwVw5pLIYSH3
8GH0sRVP2WYtmJRv3r+X0xWIq3hozKgAMhFQkjtZwaMi1fsuUSN69311jgEQ5GJXRJwABLrdDw4a
b9wSJzQ+UA4cbIRPtwt5VvdpVfWK34+kjVaCZSGmcfnXJPBHWsXbSvDfUxwNE9Y/+Qn/598DMpz9
ri4fxO/u9K9af80//67/P1gMsPefvfs1BefvdJv1Bv73f90QsPPwQsK4/v//kjCaOpLDtfICrhRO
AJusf0oYrX/QsEGCjjvoSfjO3P3fEkZyaqhmupTIwaDwiTG2/pYwGvx9bDUwf1PWMVT+4j/RMDI0
+GXPTQY4J9hTPFX3OEVxuZMVpOutdsqkAmbbUFYaqoGODkSnujJSV4h4CfEpC+q008WDJspODcwV
r2o8kVYLklxrn8YpftHIzisXCJwryMCqSBkGOotuIKhifsD5mCuQXJ2kdn+6U15G26mFR1oT0yLh
5nu9ksosSKwhtfaGGkV3lPRzL5xQM0NWR79Tt6g87MRJmBpUG9y2ByK8STezJpvypy1K1kgftXEC
wUSTngTZrQnH7G9SR07A6dxZThLnhG0D+I4lXJ9H4y/0t9d4+aYh6HbaCdDo3efpL0h4llhG2LSt
Dj2cRhcocUPrV664Lvspv+hhI6rXLo3NHxk7HA3x+UzjjCz4CYzMl6YQfbm3ywlw7ywdiKDA1AE9
kPzaug35AS5SFV9grb9HzzLfFpndXTU9DAcUgwF2LgIHSy352Sn2lyoyLmU8+AP19KNeyLOZqJ1s
Mn73afKpAUmeBninsY73CEPLRlPR0Xu0H7LqQsGCTtJI11Kx7drjigPZWBWSEsLOj/ysr1Fu8kxT
gna63DwMWXweS/kwjZfUDLdlmZxDDg7zxukDyC/zPkW+57dm4ny2pXX04pJkV/dorhZSae4ICdg2
HVF9S15/mZfmom7HQb9QRNUcxra7WubEHMKZ0ArfGROCrMtsi8g9IxRW9gdilS+XSLe2nbOyHSlY
bAAJ5d8Ws5ouKZKakBG1oyoxiDIwOEjskty6GfmRSC/iLyBajV2bKPknoQ9oS+dB92M2AfHYtmdi
guI8wc4OqDzfSRjKwUDyOAkBCXW6GnR+I6NDQQQLfxA9aT6RX7+jxq8enbi8oVId6q34UucyDukn
wShpeysN7H6qm8Bd6uRuaPXqYNutRzZD4yaoqZJz1fttO24MftZyhG9SSwvysT2OSoPQ02GnS8Tu
GB1QMlzGpZ1Zm8owzNsq9pR4UwOkI894HFDoMhDwiNe71Go/p+bS+o4TlduhnS5TJ7dh+5FODo3k
cjDUOuDdh0nmBeRuVDviFj4PTbVz6lSG4yLLM/rXdxCNtmDapC8iMV6vIgKWDM0MMMAwFlLryVjU
7q28pirdiLm/KNhK4zaaD0nRL+dRaRvbrud/nM5hS1jZ9nVPzUnZqw2IOJrevjfH2RSAH/mhlRIV
cpP+aGHB1WDDs19O3ed1gFLgAaSScZRjTbIkW87DSsQ+d2y8afYqcjDzaYd+uCmQ6zdd4OaLniCb
M6H21mO77coeL40wLjK2Lr6dKdFF15teoKNqCbkr71qHdDxsKO3b1dbspodcK36NhlaikBHapenq
RblbYyqPCE21s6xAYEoGDX+aRr4TjqNKNpOC2/jgxLok389O0oC2ukWLSe4zXY6bsqe8t9UNisQQ
R5uzGfkBH1vZg+lEyQ3XYfEQ6/joHYf+yFY0E1eiUR41pb/qkvrRjmyEtEaq0CWcK3kLKNsN8YDf
5g4qlZX5lUhJlakqApe59qha0QGr9rfZKQvlhzAaPfFt12/dap9paMxTVxXsqKPS+Nl5nAXUsYR4
Ckr9Qne1S6CWmZ+nXkGXvFKuTTs5tGl9mZadeQ452+/rwrwqhoz/E7FTzGiIutWBTDBF5W3GwB6o
g2uPEDC90C7c3DeG5nc7iuixTRwCp5UNUROD7xm58Be1hlk8RV+jYb7Aya6QIkFOhV6iRFYjr9ln
g3GJOcbIg6RiQx0QGp4/VJFSXsXliDzTQtTbmqAzyuwaYsblnMctwlV0s9vBUUBBQ/AiGgppGa44
d6V2xz7oD0xWVrvGBZ9r2XKB0NzY8D3xr+xJ/arhxg9Mr0uI24gb65xDPdmN/EHOvdUN4euhuxBj
VncAO9YISAVjkJuAQejUM8OsrUs4EchhI9mFtp24465umDJwMCGBaALmHCtcOhaMuOrois7OTWQk
361o/OZYlXOccVWVza5ym+00NOt2sDsu0NXmbNkj1u6/CQoIvuP1+7I9Wst+8ip/KJqrvJlZTUds
N4bF2K9IOyda/TyOJvzuVEE2iQ7ztaOp3Kc/mel6P0ti6wJehvnZgA7/yxh+F3WxgTbJE1S6Lr8m
vngHp+KTJ0ff0qYzGeVHThoYzuvmKqUR5hfCVu+tjrO4Vx6LxPhsuw+1tIYjbH/Etu2uXUg5b7oL
teq7HZgx/GhVU2zpFFY/vLi/qvFAjIl2gRjvMGcEYOp7kHmoqFK/iQ7EYwUTjNmprcJEHS+UtD/G
s9YHpabczbOFUly5aiQ9zrhs90KPfzP5jvHewe0W6FZyReWq2NK2O7rKY6196leBdlds2Rx8HbyF
WoydQebHL+XVubfWF85MkRZpODb5z5p5sqpvdeOHi5lvSEy/zX6hHKZjXl2xN9iqIJPV9gLmWTDh
sKrL+JZCGZ+ZxlSEjkshHKvTSOVKd7YkNeNGKO3Xpt+nlPXp5TElR2G8/HZtBX8EYi5HCfup2ZJg
tRNlf2kvTD73S4cIlxkFXb4/2E7guJcc9S74ZK/ZTwaFYMsDgbNZkNP1I8sAk3GahXlXn8XpcOj0
aSe1BgL9z6K1rtzUuE5EtckbF71axzCq2V98t5SjMEwIIQ3MZzcDKzp4F6JfZ8WveeGEhP1RHdvo
5q9W1Zmn9PQaADHPKz5M6IKDdrEJbMaZCCPTVZqjh23Sj+JxGFi0verT0lWI6UygFvo20dl/TN5V
DS6ny8Wut6+bLqGfE1eY+5JMv0D1hdB4hFWAzqX+lAGZy3FLOGukD7plYLNtuDJ8dihv94txZgES
nAaDNMIu1GpGC2LQGk/iYewLQokikp1c62ok6su3iYyRvOyaZTheuk9Lo+h7yxzLA6KPdBfP7Etd
lORN111UmeTbL+U3ctaMPRpTVJE2AGliiaO0/aSP6WfRXjlJVu0GQXJK3yxXutuda+1wrstNa0CW
1kH5k58mHKbIKv9skTLxZTK8YUc9yw1wj6CHXRF8FbT+Ob/2vGkf80dI5fHCUYgbZNlmMFtWv4OZ
mwbwA7cib89bCEn+WM9HV01uGqNQQ4v1ju9vXxRnFRHXoJNHiH1jjVm0/GaWY3IYx47RjRUEmYfN
tiejXx+4evKQ6OTCO9nXKoZjCs3+JpqTTQJW2WhSf3a6vWkVtzpXLtu09RUb4arufjHTPvSwYvqL
fmnKTw1pHz5CzrDuDaD4TsBajOAxDRAiH7VURbcX82CIksv2iaNkrBiBqN1dSm71donlJmJzPKdW
4I0M1nTaFbYa4sSR/qrjRhAdJpHY1or6zSD5DBV5GM31jTCrywxwoK84xl2ntl/XP0V09RfScG7S
TLn3rPzCGeRnRVMfpTLcjV6T+S1bAt+DPC2bnCRLdlJXy4i1b462TZFtxdRcqIV2UAxBOojGWq8i
2570G83s7ia8QUb1oyv4vBzMtGBSztXCZgTY91o3ffdQH7utcxH36sZeSgPosrdV9JjQ4/puqqJL
s7d2fYW0Mus9wWGkJOxRqsbd6GAvIeAi2liuNfNnG+ZckHIK9tXAgry811Nz4yDmV5U+aai82nMo
YryWGd4bQkG3HApSfC/TGeqfezmkLXzmqdlFrRbW7OjBZGxAnG962SBFL8gFOXil8Z2K43nOWJET
kRUYoAi8UPmx6ECL1tviCzrEsJsUUTdg+aad1XOcypLvi2vPvlXO3a6s1QcdTt+kp36F9cNldswi
3Ld4ENa2hzQP5A2FWNkenE659SLnNi6GM7vSfHBLyB3t6YeVn5PK5flmjWlV1xJAGN6VnQ1TSPAd
zfvlPPNUP14s6wBTKDu3J3bXplXvMP4xCxnslCEW5Tr8Prxdo3oGjmej62LrIOU8JNW4dZz5c+qk
e8ykNDfLI1EQxKllAbPMpumq+yK3Nxhnw5FWue4gG1yZU1ZxhBV4SJarSq192OY02jeGfIwrZdMv
5ad0HgAE9n5VtWz+ZDjxjMzySsVNIEpZhRY742hkVxWrnxYdMrg17ExWtzx2feDRoSoyep7thWIr
Xzp55ZTTTWMlF13MYSV+GNlPhtPsbWPbviDCMczk+KUajCbAPDCQSaHkt9T2WR+MdtGCLr7MOsRM
Uao82gZxEWRNYilekHfG87mtTVYRkl05qxxemuJnHnsmfgXHYpun5hUnnKjtZk5Dhpt9dfqcZotr
TuzFMchGPwldw8OMRn9aPieVV2C0LmvPPHPIwUMSI2b1t9Nl+k9tlPHnNilNblxL7YekbsW9p3bC
DAyI3Y9tVDKtN1nG8iIMb74hVNYxYNXPc3ORkMK4N+QKSoWLVZKw4VkNMuMnmKoLY/dq4AynoAPU
OjvIbKNFxRrJ9gF2GlBW/QnQ6kQxTcQcfBsFwieIq4YycWTNgu1auBUOys5s1YPxBH9V+54ARu8J
CosrQVEDSuQQY50VHqtW0bR17Bauf/5ElyXm6tJ+As6u6NleT9R744lH2z+xaWH8oSadlHmGWTuV
m6Rlk0x8mykxJ4o1LDZ9wt1OioIVvBZtBDAPWNE5LqGC3dWAIzBUkHLdEbEDPpdpH/9CCsc37J8A
u+PK2jVFv7L5nzi8utF39jZf8byLO04yjJosveSHjbex0tfHUVcM1DXN4twIx2HQpCv0N5vq/BYO
lXUHH3Z8VCwNOvCitl7B4Y5koUDVVsQ9tlVOFuOksrySfJRB3zILNnB6ZUIaWqhxL+ABEHQH8YCH
MXSYMBxgrxw3OSi39ucI2NYtyTFgt2gZYlvXamtUjlmHnz0gI8iyt51djjBA1EXkG2MpiRey7NQa
fYeK6ZX5FHND6KFz5TbFRJlpzcFhZ0kkzqKt8Tj5U1SO+RSbI+ORCJ041bIbTdJFYkuwhuzUWMmB
wGGgeEhzoXzRngJ5iqdwnvGvoJ41s4c2I/E9hEPhwR8J9ame4n2Gp6if1XqiBPNqnvpLlvBHtdJ/
rxD6P41Mq6/J5//a131XpvL3rydj9//aiLR9kL+7l8VR/vjf/u4VQrtq5dHhaTQADTTzf8NytH/Q
9abIhwJiDTZzqID+P1gO0loLzTVSApogGn/df8Ny9H8QzEKTimXQgb9DDNofGLxPa+pUbFdxJzoz
1NDIaU8K+LYnRFMQ9EhWrDtsUbuX+5TKx1819X/ZwVvrq880tNzZen9gz9YCB2wxHsHzlodrjKlR
t3DqkfW3wer3vVf6vmLNU9Oj5jiIMwa7DTE/GCuQobp+9m7eUPOfdim4PPwc/uPQ80VPd3L5YklF
FSEZDkcc8xtFqMy7WmKERlu7H9zp+rxO7pRL0eblMvRF9ZNLGfggdF2ZzBBQ+dYUy+1os0fAfYib
2elSDHGQAqWefn//Dt94jTzftU8GjYlHfdK4bIdWsQjH5A6TjDCbyFO2WMY+8iactsrW5whaaWUR
qWh3VujA89eIa8pe3MiyQpUz4XGeivJe4bq+lgrzqBI3/vP9uzr1QqzjZpX/oY+1ITmhRHl5Qa9u
Kq0fHSDKcqDQhgNsr1AHo4If6RVUJDrPfWBzPNn2um4/ghC9TyFqkoum1Xcf/Jb1EZ68WX4Lki/N
pp0ANejlb+kodDhaEpuhGIaaQosTzlN6hVke3MgQBQbMg4Cw+wuL37xHs+bTrLLv44wqj6L2TfD+
z3ljSL/4NWvH41kT0RWdmuIyNkKL6jedve5BjWL1oNJqTj4Y0m+MLQtRqIdVii4/n+/LS0lzLUlM
7fr1YJSC+nNT1J3+gUbizfvhqazCJgsN9tqZf3Y/hUNVpCyR53h8qQcEB9QknCzZAXWuz/6DR/fs
UieDyoykO9kZQan40lj7nYTCSV9fyLj7Q/reX8MXFu8qPsNuYp60ncBoUmNiRgprSkmYGtXmfDR6
94+HAoAwvg7mNdQLyIBePjpwq9KsHZftOpX8fSmWeY+rU+zZeHT/waUQACHBoN9HG2UdKs/eEpBN
VAqmU4diFPILMAllt7ikThNM0v6hiGVlkLHLMVcFNMLk07lG9ohLKBNgfB8hgyYVZ29OdB8JgU4F
H/zF/P1EbzwtDawNL29oJvxLNSrs9aze2m+7M7Jjt9heoNrUQkegLD8yfYh2fzoAX150nWmePcV+
chrhROxZ7UhzsfATbm5nqiN9jZSoDwb76493fVXIORmGqLvXXc3za1VEXpoWyVy8MThNcvIAn5oy
+oBC9HphQCxqPY0+j2XhyUPz7I4MzWVjPVhdSF1T2xld7ewgFWGXHAWPUVOsD5QAb7w2GJArN9NZ
vQang8MiYjIBKU+dr2vWctxSjUHkTNSHqR8emszuNx5m6g8mwtdzFN+wuT7ENZf2lZ3LqZLY8ASR
PLlnEKtWtuJQVK0M3UxrP7jBNx7oGgnDwISCoaIyfvnakqQhuQ4RNceafriqrLa/URfQy1VNgdVM
PHf64N7eWGpZZS12muxbdKaRk1mxi/Nu0pu0DTGYGtipZImpym5g3RcjaDwgHzrh3FVrPdQ4f0XQ
yl5+8rSx+ZR6DSbZ9z+R9WovF1s2tzxjpjTwpaZzMnOmsswdUcg2tFbwsj/JQsNEImWOgQQe0Gf4
QPipZxKfgV5lWvYRr/2NAca8zJwNnX9lZpzMC0PZ6aA9uH7vyWhrlEod4jWTJHxrD33mJfumR+n9
/j2/Gl5Ug9lCIIhmUkIbfXLPENC1RUpyqUDgZJtuSGnAVi4Ht6r8/f6VXr9sLoWfDSUx98ZEfnKp
Whqxa+OYo5vHeTIUjh6dufSr9q0tDSAszYikrUIDRs6U6QR6lDh7dzT7g1OMTRq+/2veuG+0PA5A
5JUPiojs5VgfywI2vA4AXWKe9x3FaT5bhZbcoljLPlhUXn1WiH1XhwIHp3WYP8HUns1TSwktGwud
DGu1SjZtmgEEVOLpLkqolMRz7357/9Zezb5cDyEmGmokzvS/Tz5jW6H/3kbMGG3ieT9zzuhbvB7K
/v2rPD2hF18LlzGemJ0aR48ngtjzST4bogix18ht1Xl0rnU0mGkhVkUoFSxEB4jZ7Saf+m7VUySQ
XuJs40CVOoy1K6+FgqWaKnVsUoOR6eb93/bWE7DMNT8DBd+qF335cm29QGlbwkldzX5EEBjTdqmK
5IPd4zpeTx4AE/O6BeISaMPWIfbsvaY9lJnCWqBc5WmdBMmw5Md0yeMorJtePzPo7F50TKmhTut1
ZwELUD4YxGsu+eufgDWd97BO26d+rbjRco104i6Mk1xH6GmTgxmVFf0D3TrviwYdQpF0MTXIyblj
jHrX3diLjQs8I9SXVtvVIBs/WJbffCz45Hkq6979dEYhp0F38rLny4qqlHZKrXJWmEdV0oZDH7PD
0jXtqDS2W72EGT/XmhJ9MKm9mkixzqLgxCFj2ewcT/cf6DUJoHDWoUlQ+FXN0/DtfM73Pdrsx0Vx
J8boon3wmb8Kv6S8ZoFYpdJgGDTXT0G2dq9OSlwVJCY7xlezvSwrCd9QCQmN9lfdLaaEvWHHwZTM
JNxsKSru4UINAPK7MfGt/8vemSw3jmXZ9lfKclwIAy76QU1IsBMpiXJJLsknMHmHvrvo8fVvISLT
SqL4RIsYVw4iBx7hIICL25yz99p0bbNguv38S/j4JHS61NRYoN3bnKNPvoTQ1YZQlTQ9TKm3Bxrd
4qYuteo4GWwhlHiiFTfa5ffPL/pxwmNI4hpmL4HIFdfw+w9jrPK+hU2henltx/vxd1IjNyqzFUtb
dmEHceb+WDLxzrJuItD8U1v95hvMeiNH75VMHuRReQf0tF3hHcnvE/q2W4SizmHSDfF36cEzRx8f
PfWdef041dJqBjnb2HRHLEQ8RfI84yvaovU2HUviE7Lciba4FVR9kbrteNOIi2Lej4sX1zXYMLGw
UNk+rVDQxTJRaEeTpwJuWpI6Eex9u6hfepmKC9P8x6kU7xc7Eswe8xM+LaKVcTnvxyai2lPT/5nl
fvQ1b/WXzwfMx/tBBD3LhYF0kz3pzm/5zVskIAr0lMNFerWV95UGjEcpQv1HIulsfX6pj2OTS3EK
UDHXAxM5NZT0I5EUWhiPntbKdGfVRgllWouYs2sIO2E0us7fXoxQDwMuIVSRtQLH8Pub67kvhJXN
6PlQzbe6rIhI7jvzwpT38T3NV/nzuAXVnE31yVXUQLZ6mfKhKwnZOzGaGcA3yfrzp3f2KuyP0cdT
kiK74P1VJnh7/RDVo5eSrb7O6tjat3EwXBhzZ94RJAfY7Ki7KcrY85+/GQ4JAR1U14BW97gudkVR
zSgpv/piGCHwAUgoF57dmeGnOdSjqTACzkAi//56Q9LGWQStzMucSLnSY0VxUWKmuQ3zabi0PJ67
OZxh9vyW2G6f0tXrtKHqXKN+Uvwm9GL6xrEa/FbV+MjoyS+M9jPvi3MVJ4l5pprXpvd3pgFfs6rR
aVDbVi5nJtJNmrBqt5+PijPPb/6WNOTUs9noNDUWMgwlSsUkAtgIfmWEULPZ0V8apqTNP7kQhzTO
pxRoTwe50kqJqVJvPZCg+ZeqJ9EaGtZ08Kf2789IjAYMZ/M6jsfypPyoOFkXOb7aeqqrlUe9MPWV
Yivl/VAO+oV39CfL4/0+cq5t/++1xPuXNBmhCBybY3dV2sGhQ9Uklzq6ZnzTuebf6U3dWetM0TTw
la6ccrZR5QCuLrfZ+MG1KtylDTKDIEncNhMtN9E0aL06B/p0DnbyoVfy8pc0OyFgZ2Wj7WUTDFbv
83dziiyBw0dYBv5arFlsg8hSe38bigzjsFOKziPPSl0hGa6v26FpnsechFfTBcxp+z4alsyYlIOo
I3872kb5D4bi/DBncgrVs1MvVTtyoB0FGfWFgX4rEOxzMdq0m9nKeOFSZz7keZ/HTgfiBFurk1lj
xE6M0xgvYpVWyXWOvhi5YaCUB4kyfFGGenUpveXsFWkpgNwmf+FDQp2Z8wq6pOk8g7LJLtKtdgsB
BZllgLL9Wk/K8Pj5Oz0zfRhsVOjvsEmiX3c6fUxYCA0xEh7kFgXqsREZn7DiCyPnzG3hSqKDhImD
TcAplKRJCVfsekJpqphcybhP26sqieV2UiN5q9QgYT+/q3MjlTwXAC+UV0l/P93TZLGILVE0g0eO
WLcICDZDTCWQfRPP/oDMQ3nNdCD1HhCA/i6SrvvdadkE/YPvnj0cNXpWAspO5vz03yxzkJ+sFPQF
EVxWo61kkuQ7hZo6QBEQeofBSMNbPXe6/ShCsSwslBANBMsljXaDom1bHsHbqVQgR4ItkWisw75G
w90FBUwXPkX8CvSpJke0F5bnM9P93I/CtsZOCq/x6cDn/IL2Rem90hkjdUFq2bB1s1475nnf//j8
XZ0bgYx4Puk5CRPb3/tn5PYBwNUs4xmFCD/CoqwgzJnB+h9chY/ZodmnAv84Gee94jqTKAlDo4Pn
b9M6Lq5KF/zk51c5c0CkXoCviE0gPXTbPX1wedirbEGAcWeB9bNPK/C42RQiEU0g7e3ULHDbpaCw
+zj6WY4WF+/gTVer6c7Vrd9qD4XXZEeyHu0kOJrQbbvFSJVjO2hq9/Xz3/rxXMVPnQOq5g8c8fL8
zb4Zm0NkGkNa8Nwpcky7sYyyQxrIGMmY72/6FBFsq5XG988venZg2TReoSYARZqVCW8vWoH36Qq3
QL/WJE8Sjf9SVRH0Be6UrT6/0tlh9eZKJ7dXU+GM1YIr5V1OoAUa6utwSvsLlZDz94Pzi7a1jo3j
ZEVsGwtHqy3JSXWcAExYCw8yAt63yAXp1hemk7O3hM2G0gedYvKO3j+8OPFbUiyZ1JI+0dbjrL2T
tVpeuKVzV5nrptQ65nL96e61sgcWDLMePKPv25U2hu0iKYdLbKBzD+7tVU6+x0RT60rTsa5knOPu
2wJMVTMU41ej9CHZfj4UzpSlsUzPJVoGHYSl065HrxmjCom7ZxiAGw0MB18QyNj+qgsy56mXrnY1
6I58Hko1fQQsrBz8po32RjY61qUZYh4RJ1tBFDnEO/EN0IW0TsZlh4DLVYy690ahpcz0Q7TK1PBp
0Gy5IULnd6dHXt4iII+aelpYQxQAiP13+tj/Vzdz9h1TLILjw0YbsNbJSGr9UB0mCKGETZZbs9Oa
RQEP8sIq8oH/NKeq0dfSwGgBDUC28v4ydon12S545OD87f2UBcldwt71hrW2djwBxPAqqgN7FUOp
/04OfQbV3HaeBSW9V9wg2qV9+LlB9/b3nHytJLnbPVzU3nN8aFOt5AHQzwALLKx/8q0aLosAJXqB
yOHkCScJ2xJaISwEow4Q2zcQJZdJcGGSm7+S08GE1GuuSXLaJM7j/QOWbQ9uug97L2bP3i4i5ILA
J+fe052hJojDOxwHBxXGn46bIy7+LmxufsH0echM5qzL6fDkK6ZnG9hTYPZegXX0qupiuYRfL79c
+H7PDVcLmRV7Kf6Hq/f9bYoqTHC6UvSQ+hi+psIMIs+eWuVhRMq414oBv9AQdzUWrTz8QQDDEC6g
orfVbmo05akXtUEnwldo7EaglNMLxYVzKynPdFYU2BTF9ZOnUCUVsvpO7SlmqPoWePiIc6yxj5Pj
ZFurwBFoGJn58PlDmeeJ01c/7yuNuSKET0O8fyZB0EYiyZjTxiKNVlFYYyIsYoCu5ovWKF8/v9i5
F2Dz5GlDsKvGVP3+YqJo8X+NfC40jMWVXjkkHsRm+w9WHvR8DumgzEvsSd5fpdMSnJ4Rz5H4AMT/
eXacmk7ef34r5z4ZYLNz74x2O0bw9xeJEFazxaY/gL66/uo3rnaTkfBxlSuy+eYrhruKfZ14FrXX
LtzeuTdmo2KAD+vSJz2tS9Kg6+ICjZCnBzigSEMNr6qS+LJVZkGpXWRqljx+fq9nXxvh1BD4EO9p
pyHkVQELml80eH3vuh5mQcNTuihef36Vc7Mqd4SSjoAEaJcns3wUSuH0kTZ4vo8vVK8H94pWTLNT
8X1f+NLOvTxoWAbCVkpECEzfv7xUGhaq7AQzRaD3NwkWvUffbvLtIANllfHadwEBxs+58PV/8Cgp
uapzWZRl0zj5AkrVrumQknme6UP0NSpKfZllJNl+/ijPvTBqGtSjOAlBvTiZzyeM7FGX6kx0NVDS
zO0zgKyicP/JvA0kZO7gzZpDd/4db/b+JYtwbpHMjL920FZu744baywr7/O7OTcv0rRkI4mCh4d2
8syqgBEpjWHAhOX31y1hyeGqbzUqryohIsT+ZYS8qGl/QeNy9vA/U0m59BxgdjpKyrzBOaSxt+xb
A1evmVf20W/G+pHJ0dr63dDtaiSgm6mIu9veDfNjOlWX8L7n9nmEbKEo5Ig1gyreP2Jj0upCG/gq
0t4X61Rzu01nqeVrXPvRZpxy46cqJv2Fc0JNOESNFSKIG/MYpPHfTNGdq3Y8/P/9JSczXkzkRJmE
Ext6q2wx7oViHbvyEozqzNBFM87aQM2A0v7pVgCMhRFgfmd7PXVJCG5Bn/B8pKV24e2euQ57VnbP
1PPZP582fstME2VWN5oHOy47DDF5WJD9L5FfzwxdmrygmmZ5G62xk6WIhJVKmnqoeYaj4LrprPEH
pP18I9Hn0AQMTOxY6B02n38wLmPiZE1nuJKPbYO7JZX19E0JgsSCMNW8vgrFHV6jcA0Zc1gm+L6X
LeDtK8KjK4JVwnGmRJTqhYPSmZkcmQxVR0Tts2To5K5lSEZJGASa52qtesw4CK3sXI73Nhbtz+/0
7JUoirFlpAPEgHn/dTiuNgUpbnGvr51xT0RQtZqSSrlXdbIqP7/UmQGDUgbm4NzMdVAtvr9U1Mdl
70eO5o3IyxaDbfU4dUL/wlx3ZmVyOLkhsEAigPDz5NU50vSlhDJGCquNksm16vApiJ229HwCnOZE
iya8CYVZG+sgz5P8wk2ekeqwb3pz/XlovZnRraQOrcaNhOfLSv7GadfedgZu2ymaDZ1FZuQb8o+y
laHYNZYBZ9A2JJwYX0Wk7KFQr4oIsEpgBPWPf/D0XXXW3LH5/UDI6fNuiguKtF5YZBhZhzH17NES
F27/LxnM+0+Hffef+c9zy5yj0Pv7V+22d5Wa5FMCxkgasgGoPE+YIA1tetFHjGqpI5ON2Tn0x+DK
hA8kThWJV2uhiwq49fObQKGhsmzgxSi487XGfGgjqQTEcDn59dBOeOVaGILWoqsCR72qMhffNAhB
x9oFuojLdSSlHXhWEETlusBG9s0fSozB2NkKwjmUkZhRPxzG7TS1I4f6phbBIQtxHi74DeMAFmMk
ECyTyphsMh9FFU8qwNYSyQEBiRpznPY0EdRoXGqQHYN0anel9WkEODk3UmcF6i04jGY5PfbFFFNV
yyHVLganIkjL6Yw+WBF55jdXST+WzTLCYoHbLoR3y99SNOlC9Db1MrVN+mBB/GomPOg+xYuE9Ca2
Ock5+brWKKuRqhqb9kp2iG0WtahLZ5NqYxLSkSlmF0rY69am62N7MzPc0itHtvW4TRBcVigPaVft
a71OAw/9ThAsO6O07v0Be4tnDE2PO9Fxox58eQzhv6gjM3nUg2gwHxOnnu6E2Y9E9aYDGTucu5Rq
HbbEd4FX0WxygsmYexIUGzADQde4LiqlfDbNmjw0YcurckT2T25bVBbLtCe2MKd0kaBvHyvlSunY
L8EeaCeiIn1TW8TB6I5kM/mOTXCcHnf7VBDCiFewruE5RkbjaU5CuTpoaChv0tZKCLvxffsQWzYo
G8OfxLAhtkh9EkEWj4vGTPSbKBhDqDQhc/2Owk+sL+1G1GJpDWFaHSosRQKndS1ne29b7V3dR18H
z2+CKtpigV9qfmdX286BTHwr7Fz5SvBD90yGMghDu6drACQ2t76PjNhXy8n7W6lhpXSyKaP9rPZi
wUlHnc2Rcf+gGiCFAb7K/sou8Mwv0NhoRG8FRdO4fK3ZgNPdCZwbtaldZdsTpDm8tI7TmIsYYBMu
yKYhP414pyz20k7Vfw85cWYQT/R40ylS+V2QwGkAycCvAj0gZ8SqoLG+MFnCTZjyKXsyM2AsJO1R
LFlSEAy/xXHp7GCrZr+IvImOvTZ08a0f2MZTEoEtRHIDbHtBSk+oekBFfcmIyVDqZm6DB7gPAIPs
CECriak0x+gp7+B6o5To/eI4CFL8PCC6Vbqc3Ej+NAm0KRZJimt34dtl962BD1puK0BcycqOA/OJ
qLy+24D398WSNpJ+m4SDa9LohIYYoqdRVk3qTvUiNEY+SmLqMshLiVuqK1vaBC4KZXJvkyBVsDb7
/JAIa1KwSHlpczLiqP2UHHUAA+rdd7gkigK+yowisugS4ylCzR8sHLuciMQJ4yjxBjQocoVWSnN2
LlZp1Ytchw1d7sLAWdb1FB0F3zL8Y0CK7bLzsRossbLnCgitNN+5RkQASlTmOu0o2ZbUrGEUhot0
qEDPiCAmULlVBA3kIYxa8oXVJC+93jG7+NoSSm8uo0m6sCiVkBQQBR4X8VC1HkqPo0v+LHqVpOC2
y4p4M7qSr1OooZMh++78ZCt7qwXvI3D7ko3CpED3228Qdrl6fjcMjnmvhH0lgA1MWLSBwvbajL6M
SIhqa4ztPhrckQmHCsUClT4UGrNI+s1gSdCgtMKs6Srr6lyLvQxKBprf1iTWkCTYQfG1+jsyuXxQ
7lSlnywwbeB7lfSxGBKHCG7gjILW2n/nFT47B5WU19VRfkPty703mYoeTCEVymkkq6+syEqvYogI
kBv6iIkFIpWsbPE4hlrMHxO+/ghiqmREpYWSX9gjfhCEOmg96CzhFqBAj4BGf7/SBYgbOzghhhdb
wT2PCwiB5o8wtdTUIyKBjWkuK0/3k5+sSuR7xgqpDAhyFy4ZfsuyrR//XOH/z6v7L0QObzY7H8iF
T7/q5r8Wr3nyzqA7/zd/GXR18w/sqYgykWfiUEfO9x+DLgHMdCHR6syafDQ/s07+P/RC8QfY5TmA
Zm6Jonvkj/5DL9T+mHv0lCA4TqOwxzD3Nwy6KFwYKG+2THCQOdsg/EOUShkRseP7gWQBxy7DCIuF
5iZXnW98bXSrPZYRJtOWUvXWqph2ut4mGJP80L0zDUeRymKdZ6q9HDBXSHYV4JLotx5aVRobVaEH
5ib6dCwsY9gOZCgTKDgIY0Or0dMbddxTlFXXUWY14JsAF9cN7Q9BJwjkVFKs2hwvkWsp9gIpwV6O
aePpoirMtR42yk0/2V+VFvEeNSxl3XRW/NsnIP5WNFr+lCijdixaXbkTkyWPbR+pV2z1s4PZEVGy
KPKx05dMV+GTloX1N6xmIVCsaRXLTe201/5QrGzaEbHb/apmAFfY2l8CpmMv0iY+JOCgVtZlGI9G
WHTym4ieRRvdw1Q8hKbciTTbmCNEmHCXvEIqJJhgOJpF/upb1bd8qr5LCUlHtKvUdvfE9R4Ke1hH
fXm0A+uoBfmRlNdmYerTtve1ByBUnmKVG8tf9fYxd+L7UJb3uY20VuT2DZuJFXZ+Atm1FY2VfZIO
x955jiPb0yOfWLt04wzETNfDoesrrBhticFG+VY1Vsvsmd01dXDvjjAhbTP+1gzYIprsiajEQ5jY
+7HzX5JieurrdOdr4BKLmkAisQpae03o090YSNgPPumuAXshu3ipyYUbsKWain/bdcUINyle9OqL
nh6C6tcwTl5RxQcyob+IAkpamQV7u3DXA2GuSycQe9j6/JLIuQ617HfF8Yrgw4WluDdQK7dV7dyK
iitiQ5wINd0GTrybYnNpdonXxLdutOCQedsG5qqS/itH9J+5PXlKc6eI+DYOk9U4gXFJSJ/cmuLY
klmqyPU0vXT5jiTrr6E2zcF50utGMFSqeC0LwU711tCgCqGg3rhuugF/kUPSaZ6VVFlLZVrXQfFo
+g+FDjco/SI1H5vDsGlFvGH9jsPoGCnBTgEDIgkhdml46Y15Q+zIjciddVV8neonP2932Ce+TTa6
1Mzc0ptaQb+5Hrvpys6Mb5EMjqGfbAY1vR0V9jtGwZUqzOxVUy8DPd0pybe6067YSGzNkq2fOi6H
kdFJJM6iczaVENdUv4MbjnpXWRl+M8UrI2g/yXqtdepLIl5i54sW8p4qctf8irzu/jdL4p2a9Pd5
B5HPCTdBUoH40Xd2/pwrFXtHy9xTElk5ZXPQe/eKQ8lj1Jpe3ZT4aq9r/GtO0q6l9gXC+pMW22uj
v3Zggph7kMJE/trjxh2HAwzqvbTwKMZXapCu9Vk/ziJu5/pGRM2qroNvbkposZn7d2Pa39vzxxc6
7oPWbav2i1H9yrDd6/GaAHgvN+P10EChxgzfOztLVmtHrQ96Ea+t0r0uqIAv2H0U+bKPh0VB8gsU
koUsbLZuQKv07NZU5HNqm9tR+I9sqVd1WR6UJAP8pbh3XWnuFeuuIy7ezsWmcIOd4CzVT5s8k6sx
77a1Wa/M8NtomMe6qbFq1OmmH9SvftXdkB7wRCf4h+YQ71NGPZteCZiuWUFTMq0i4p6DTVOXsD3K
rRFcAec2uhl7YyxaIfB1xAOEQsN9VF31qLtymZJvDoYuypeSFvHC0tL1oH0fnZGN0OQFrr2e5KZi
+LLLx47TfRUqpywp/d+hPy1ddfI55CZ75Ak7UqXtBbnY+zLPf5YYaZjQfdinoJhUYVzJqVtbYX8P
rLD3UkfrVpR5o2VSpu6Tk5c1M3/5zfVDeTDCuLyWTVota1vdc0y/1ZXpALGdU1CvYBBQOue29fla
6TCFGyMipBz/oa+lB8uFUevUbbwnp/RuppwsCk1jcNjbjP90UVoYWBtNvCT5dN+Y6WtbdDc1OIR9
FUo2302ubs1E6w5NKTBPkt92Y7DyfDGzWhz7UdduhPqM48ys/dQjh83rY3UZRI9hYEUowoOUsVtp
Gyey17V73bvRawqvBclDNoFlA1oe1FsEWHdNBjkuHotHJZtWCZirlO7bPt8oCQy1GKNHMyQkC3P6
X9TSN+lu93s3Vd0tTmCiNKtiVQXRE3N+uszGe0EaNtmLm1Qt9iJ2nquweywMX1mE0n6UUQVwiZeV
EMcOPq09ZPkxygAiiMgHGGRSp6iz4aoTxU9Qcj+mVn+AqbPP475a+gHxwbl6S1I4tCRNfS6t0n8t
JRBaEj4WTcTXMVzlhHuQ8whRKV8W8HmWIWcBUHYII5qcD6RvJfIcjlNqJqlMaNYK+fITeMBmp+hx
sHO04TqeXmEePvcj/5agHBFvsswB6INVI4+Vnyp2pawjcEGZNm5e9V4S6CNljykg5ym9yUsSoVzA
UDPHouumZ7XVfytjJReT5iJ0jfGamXrgI4HgpNEOxoG6zyFJ/Qdt8r8lvT+nDt90ufuMrvC1d8UR
PdZaN5qf4bCrxJegIPU9nEG9LEoPfUUBLFZVxdPNToWsyHFMFGq06QsrX4QlWc5KrHDmT1qQXEOv
M32n93oaDCz5UC87ePqym6qNUZvV2p+fWMrefCnc1F8XqdZeN6HDNz02X/MKBADpVf4hi0N9Qd8+
OERhch1ZrN8gkClI+BQ/FKPqfhlKY68d2lXe0NIRgQvkLBI3aq7sJvyZW0QTuMl0wG4J8m+KIBZp
WbfLfTM5hLWV3GTWqG4iQ2vWlFgAg9aNQy5ziVhUbkUmAURrPGXHZrc0cbyznAF8p1FveivfpLqi
L9X2uRxeqsg4BKRgLzPXP+o2qXw6yAe2FybzlPOgNO5tncrdwDSiq/1W1qhFhkYuyDG7CZLvbsGB
EMJWuxLmeOP01T16dHK3FaCSaqLcAawOVnqZPXCWvBo5nTmhL5dd1YXrUs/vqyE8THmsMbE1KShe
WV5ZZuvs84agvmWj6PZNCbD/ms5peiRpnNlzjiUkrtA11oU25ndA6Hlq+lWpmndOMDq7PiyfG9Cz
az3aEm+ofJnIm3gkW2ecFrpbxiprWt8iBAr81ZDyxvuqyTZVltabsNKfwNfaq65Wfv93Vri6pnQ6
Om3dJqG42Y3kUXD6pQBSKe2uUmDuzfLcoRyvhRTfozrzRCd+tmw0kTItCav/6/z3f8etf1GK+Oy4
9fIr+5W/O2rN//6/WUgGxCP0d/ik5s7+nweqv1hIhvYHAlZqwsjVOXLNh6b/HLXmU9e/j1aa+INO
BB8sngPSBsA1/I2T1V8pU29OVvgJZhf/LOHm1IeudW5JvCnGl0BlTOqW1qIgIlHZ6DH79+OUGCEr
TtC4QUfE3zBvk4OqVqIDepbM3KB9mG7tiZrRzoJ5OadlCKXaCD2vUPbEU4NVXGRU0u0sz15GMN32
sgqD8YnCn/3iFMkEXtlPiidHh2WzaIkc0UoYZ4Vi98uWip4D/FCfoV++dIwOOKmkMwqROxlH/pLQ
77pHzQqgkAdpFerlMqplrPxO0tbI5NLoQg27vkpZKKFgpsSz/xcXMOghNdAUEKQ69fSD48dwLqs6
Dw+N2ir9ddpHeehNqSpgDaZjnM2nHKc+mmpkGTtqoaGeL8ZJQscuxyopXp1GRe7mhJYeEHbCuSBc
abaSpAtpJyYlOOzHodjEPdyJQ9g2DbhsHxU5rqi+NV8ptTvqAxsNExl1IvUJenRkRgos9ljGRfY1
152q+zYO9SAfgegP2rKUQwbJrc/9bK7Lki0HpBxrWrakUaGPN1MKJvrOnXz324BMudxxVuzC6wEK
j5UuenShsWRVUUbfxOqNrF0sY/4yYEL43UpCOLAcwfz0A04+a8l5VuCPL3oqaJAD41IGGYcxSAPM
Tb5tF2QSLsQEnab7rZLfboYrdxpbQek/L8PwUSF7x6J1Tf6X23mBnmERWXRmM+jNIa3wfECWpRSW
/CD8vANLSeYi/MmsaYxsG1uOjH5XraGIe+a+fDNFtgyXpuImj75aNq+4D2KYmiksTzdv2I2ofpzu
K4To8Y4GgcyubfTNLEO5bT5jzZb6FuWuVV7lfaYF2zoUo78sJoNya+umdz2ZVV5juNVd2bZg7qyQ
vfei7i3tjsWn2TWi61eVQySiKHv3uVGz8jvg4VshS/tJDWJlxNOrG3eFLrMfgjJ0tTT01oAfgYfw
GQor5oEhNtLnUh3U+yrAh513pfuC0j+4DgKK455ZcrpcVqZbUCVu83UfKfd62U00cYp0P0YplQhj
NJtvvTmUd2nYG9+EIcF1ixCaCaEAESztdNLXTg+9uFFYG7NeRPskV5X1jEXUCS3f0dZBJF+DhXUG
NtF8zb85OxYryIUcjSb1oUsbAMCtsA6kXPNXGEJ+CZz8S/dnZyI1ht/QguV+HAuxKnL2eHwcCRmO
9GLu66wuiqU7mDFASlHNAOEkzqxVmieqxVE61cNlQkJiclWZEeWFKNJc3XNk3zjrzvXr5CZVtSFe
6VYZZs+Mg7j/OVMi3GVW9z7q8y5LKy8zA8V6CeJ65PWOA6kIMKFNdmbhRAp7PgEBu5kGv56WCoEe
9q3LzsUiEoJO9aKYkvB3Qi28o8RtlV86q3OPwxDJ746WNPacKmSHxHo2ouFviopHV8G0Bi2XlgvA
RmKLnl0XNfxKqp2mIpVvptIrRiMWeNmbsFkWscahVw1U8dxrnYTYoelsFEVfksGYyDix16FRRPlr
VoeJvCLmvIi3SjkF2op0NPi4SPADvVgMbh92T7pVOQMn264QS70N4vBQlQ6NFX+Q9dQspF9Z6S+7
z0V8NMqqLNeNXkipbicyEqd7NgSNsnSrSqR7mRN2lHs1ZbxgoXcdvZQ3K9zxryXjv/I2O/Ljmvp/
/nXau0aBTTODXE+SqdE7nAoC4NSiRrZbH8J2Q9hubiNp98pSNn+zS/vndTAcozhCfwfT5/2CZdJj
mWy98xcTwObvZdiP3zUZXoKvzJ32t8vifBUq5uy1UMYSIXTSiZ8Az6QWHciZQKlvcXJHHIzS/Atb
2WFRlUl9Pfp8FJ8/wg9qoPmqOBwsBFVAaD5ALNI+dx3e0JzyhYqiUQYdtLcKWdmwp3hFXl+0oXNN
iEVRuRVs01JPFyVSyK+f/465mnp68/S50UIRA4bu++QRE+xlEytK3kOQBxQE4uDAUku51Bnl7vMr
fRw0CCpmbwd0BBKnBduct7sPh3kzKjQg7k2Quw/m5GvrqR4vqRk/3g9CFUFlGyceLoFTwUNuZ3EH
vpzzmcv3ULui9sIg9w9ExZR/+yugEg+sy+DJEUZxisCYRpNGnJX7C5NW+t6hZxb24pJB6Mz9wJOY
wZhomWcPz/unllqmyhEudtnX+2x+AoNogcZ3mqNI0uaSI+HMK7JmczVftgWK6FTQDI/Y6gK8CrMz
7VlRO6oBQRJdGAfn7oh9KIIexgBl/pM7Ks1KVyKjdxeTHhfhAqRvk+yTLp/YVxVQS7y/PewsCDiz
Z2T2juizIO7NpteCeTbHa1E6sep2LSTgD4xFl/KH5x/99jMCtImLw6I9YszpYKdGbhutIkAIw12E
JrWzuqOOaLV83FLp2qsiV39+flNnLsexgE7Mn4mbhnPyLdmNo0dlbdnUpJXoaeBov1dSV+xl6xY3
+jgaF4AzH6dIPM8U2gBmMRujw3r/EIOJ6lRVjxTW3dBapE3wiqyG8n2n3YwWaG7RZReu+HGUcEVw
Jiz4THNIr0+uGAU68GOuCPCsWE92RcWD50D1MLnEljx7c/OkAbAEW8SpG9I08rpDfG0v2H0D+076
fk32aPtgO3SVAi2OHu26R1Tw+Ss8d4MMfr6C2YCJXP79DUorDZhBWnuB4K/bKIRxrUSZVOu65Lj/
+aU+ftZA1Zjd+Se9NV7k+0tR/Mt9Nr3+QqMvto8Ue95n1t3286ucjsl5QcNsgNuM/+NLOJGa5Y1D
WImdMebTLvyeyETB+5zlq2ZMu9uMNsz6H1zPBphoYJKfJ+D3dxX7QTo6Md061waqERroqFpk9M8d
00q7oLyVXXiMH8cJewMapwjlWbi1U/Fl1E7KLFt3FhryMVpeFltvEdrJg0E49hVmXfo5o1X1l+SP
Z6/LrKLO94lJ6+RGm6HT5NiSd1L1mfGQlqO2zFNSOnJpNj9GHJj3SoGg6vOn+3HMCAtnNMANFjjs
YCfD04jc0VZqYpepzNLjqFNV/y5QylyYnT9+BfRXECMj7HSR44mTe6OQ2QFzFC6dNdIw8O//ZA4q
NrFLSvLnN3T2SrwSCi5cDKPn++HSxaqkiovKu1C1mjYTBb2FMdUQI6DUX7JZzT/77XIACRn4EIOE
D4EdzwcTqxXIVrPQnBR+uhHpZC2V2v7RBzqVPL28AAX6+KrQG+NaFSj9gYickgdiu5D+pOQIXPpO
XaqDT6nYLNwLz++DwGMOJhRMytwRHgfkQO8fYBiWQxrmNqVcf+p9r7V6GmftKNrRs5Qid0lKcnim
cWeHz/RVJLR5lTSvha6Edrke+TzMmaxnZOSb5uolCMTZhzBvKcATzJS/k19nctL0a527tkurWlo+
/fzR8i9hIz9+igQaQ1xgtce3wtzz/hk4SHZDp6WdEBLPeijg6xwDFame5tTl/Wg31XOEPOYC3uvj
rUFzAOGHmQW3Ivf3/qK9YvsthLf/x9557EqOZFv2Vwo1Z4JaAP16QDrp7lfLUBMiVFJLo7SH/vde
vJlVda9HVHgl0JNu9KSQlSKcTifNjp2z99quL7it+9Raq53wyvTM6naqFIbnRDw0mzymPd6PUxev
UxKYpyzC9vu17r9a2VooflYWdKIycoi7XU+Kn3KTdjnsa8LfjXPM9B9eGSA4KEuo1fAEbQ6Jt9/S
kSKrBrvl80lauBoTSdvC7DX0GvXKtFcO2Tkr9vYnvnlJ+TxeUXjzFNGYkU7WntGL2yxlmfc7JzXr
ZzNuYumzdyTmUWr57J3ZH3/4GdEa2xx8cPpix4PG+PYL6i0xmiZQCF8biBX2YqwV+MD/8ia1fQor
KkU8PAtccW8/peznyYUAYvllUQhIno22twpTBFqjawEKkvZbF1vTubVhe+7f3krWAwZZaNCgWVMj
vv3UWg4xGmRiUgovQfOmLR8yW3tXe86Nm4onq5q+mEgzTGd6ShvUHr9e2bWt+nz76fgtcHpho95o
QKcvyDDIYdbW0iLLw+pDxSQRPk3yMSiktdzZHW00pxvye6AH815BGHwYA4vJ27dfX8bJ70v9iOVx
uwwqOsjwp06TXGtq5JKyCnKnJrluAJhKL/wv2gZePsUmBmE73245ryeLQVkkq2wzkkAtkseDrEth
OctCO3NLTxYDAGVwUvklAdFrNv6Ek3Uuq3U8o/rcBx7JYmSGxrb3eRCZWwaKbvQr+iFrziORdtCJ
5nEt5edf38uTV3P7fJALW8lDOb7Rqt8+T5aetG4qUYMz1FUe2DkmQgINe9EjhfHv8NdOpHwaexs2
Uqxn4LF+wKHYtMiSerGHYEgYQxTcevIXi3ysfNuZ3XPQmZc68dXjysdtBC7eFgR4ONDNk5VuYVDc
Z1o7BarhKmjwtcmrZ9/uhTPvJzIZh4sxR2iJCaC316fO44JCcldcZW97pdLdmL2HbBg+xjTZn3sV
b/rOnFAL7Bw90Z4mu6nSTbnktNja65nUMASgo7MDdqJ+Wku9V8O80FovAsdNAoU/UDk3SBFUM//j
V/z/M8G/b/Qcztz/PjBl35Sf6789jl++ZWLos6/D6wnhn//1P+WYtI+2FiSoGR6FP+aDiDTZK6j3
DZZxyuLNpPgPKabxG8dim5YQxRhtlE2/+Q8pJlkp4ORof73kS/+VYaG6bUevnlJkmKaLYwg1KAwW
rK0nR/6s7RSLjVoNutiTBMbaJjnHGOnBuB4nt4xyMoKlo71HpHfXm98xN47h2jjXFMNm2Azi0qrs
Q4W1n5SKW0WxL5rJvAFqdenOxTuotTdqKp+nxV78oXMuSpbmqRcHrSBnsda/rGpy0ZvqQ2Ni2lMK
rw6wqn+raD5UEzJI8kptdxMbimrelyWylybPvzhFYX/HdSC2UZWuPS/k2u8tq0MwzXt2MbnOgNRK
M45LyjGVGLjx3VBAVzL0cvmkrjHxXQT+BQpzw/sUr0IhPidF29yCnzE2McbXVs0WcngtTFu9qC4S
b56iGq3+LQrw9GDmghZtS5m+dUgQfBl5CTe8tx9IPH5MVKv5iqx/szFgE1R01bwZ8tFCpmHUEJPx
Z0Hy7UhiK2oXoVPtvO+qRuB48dwgN9GRVW4JZcnqGQ+o7R1ukqORE0sa512xd8b+scU7R+akADVQ
xmHf8O+wpFwUlUjuvao9Dh1CtKpkattPQdwUe2+qwrJZj/PUYHhNL1YiFZ3iUszFpZsjRDT6oK+Q
fA3HxjUYZ9asvo3vWvImyzq/XdM4yOP03ZpM/AvNTWqC+/P6IfcJzPhiJU5U6+MdP/3HpZXh3CaB
5n5gGhtJr/Mzsz5KNIydESgOOjov4AQDZJ6UYb6TyVwl9+wrLVXAZC3jXd2t9ceWPO2SgYaDvkxj
cPlVGNLa5VYqQ81sxVHT6+KdsY1zyjq+gWtx7GXZR0utfloA4T1vEYSEq6mHJc7zW9BphtJcWHH+
3ZwuibSMeNkiJ6flruiyoE1tPU7McHiAv/aFKO90q7UOYswuchiaRcwlVt2k4Obl3G9Ma1RoUC4I
Iv7Gc6AE0iH0kMsqIl2N28uqLG/L2GFUqcdDIDrraoHWdjTMlamaSpan0wl6QUNya0pZ+0mRkpjn
zR84bzjBy0r0l5bl/9vyqSA8Eme0BR/8+zX3aay//O0oWHi/idfL7b/+2z9VGdZv1Mi4Ere5x3ao
ovr5Y9W1rN8o0F9KAWoONH8srf9KqNoORcy7MBHjQd0ADX+uurr9G8UYND4Ongg1iCT5KzKNk9IL
j6C9maLZDzjT02k9Kb00veL1sPC4OCr5wKMp/LlJP+RG8aUaU4S/uLcjHFmvbtTdH8v664Hei4X2
1Wr/8qnMvsyXrjyugJNP5W9kNjmR1k5rCZgeSCjxUwM7yZpVF5OZ3ax9U6GyNfZ5Vd5hM3ZQ+lXM
m/v0OWeV3bGPkHRZ52b015/V/zcT1+hRwKsyaNu4nJhciES/LCj++yF8DB/ehbv/9bf3GDy+91QX
TLSpyNhas2E9fvuvv//0j/xnlcEEWDV4eDdAPw23fzzzVBqkA2jbQ08PFcDDm0qDUsWDlcB/RaW6
ncn/VWkwkKI+YQDx8jaYf+WZ/2OA8Or5+9m9eD2lIV3D6MlG1oKkii2/t6xDgmA8BGghD9mQ4Q2b
p3QPjuvaKpX73JzexaO9GxPtKCwTsbZB5HA/Ih/srZtxKnyHpszoiZuiE+Un113iYFKISa/oCfnI
l/U9lcd7o0eLmpUw91aNWsLtV/NWRecY5pn8vbSSj3gG62glqvFKKeOZGOQ1UMvqgZBSZrVIk+7H
YUXiPjXmsdXKNvAGIpHXud7BNUlphHsZybVT03cPvU7pki4asp8xW/YrOiG/dPDQk30RNQuu1Xq8
FpVrRt6EayRP2zszM9bAIqLAxy771JjG57TPburKflBT5DSWCqu1cxFZ5OlNgxpRNtk7rNb36EWv
OCZfp5m+R78kw6oQI34TF3GjZQCZylsZWDqp0b3j7U111MNaqNcoIX9HV4NRI0H0iD3mqhrl1SpV
LDImR81qckf8E+p3kZafRWzfJOkiwPvjRTFMpUBH0VsRRlk2buEekYwCacMofFW31hJq0xrQMrs0
2qQI4tp7LOLy2HiIr/VE7quhWb73ovud2ZMIUivZuhfrcdAQQReAdmtCyuPlGBdoqvQd8oicLpRP
cRrOsXNbZ+Xv49rTumnHgQqiQojj9O2tLZnejKVq+nlOJraRqqhkRDKIo76qGGh7xbype6JdOHP1
e8LqHX8kajSM1eXQCM15nLUvDoA+4rxFdrFm6WOa6JL6p65a34Kagxcx9kcsze+zTD5XqYOpFuwx
rCMyauuluVtRf1wN/TzfyU11NymzciFr8VGI1NtX4L9dp/w61UYXodfAn6zHoWlNzgUVVk5BuBmS
tfXKweaxV6blGTMD2uSCLlKgt12w6CTZohlt9fLgOdVtkYsnTnQhq8UOhQ6K1d/RCUWI8QMCpvcd
CAJfjEYw1mk4tZmfJu2xSdDjr5/Q1PrF2O0axQ4EytWh1vY93d2pai+7RA9q9eNEKerlS2j1VajE
RAmgj4NFDznV4uVAV+OWe6e/U9NlP29+JTQUN8Xo+qXNmNAgftq6rjFVxS7hzIqi3ZJ+p/vg40MV
U3Q9Qct4/j+4c2y10teGZNosSQfxP//Hn7XT5qV783/Cl7X1fvzerw/fxVgO/zhSbf/mf/oP/1yh
n9b2+3/9/StyrmH70xKgX68Xbzq7r/bsH1x9j9Pn8svn/tsP/8mf67vxm7WByDalzIuclL7QHzWN
pv5Gv5qpxwZ8xYK6EV/+rGlclaV/o0/QOYN2zknzn+u7Y3LIRC66NfuxgWw10j+++p/lBHft33L9
+HNenSVRRkA2ZXLGjAd5zXaFb9s55OeOshCqFhJPPt9qjYuo0FF0zUCwXXnuldbBLohGkSCtazK1
HK4UItqd969u2M+KnK1r9K9N5o/LAOHBo8VmS7dnO/K+kgJgEtKEt1ZcRo/yHWHVYnqcXNBQ+tDl
40+ZlERS4x0qP4ydrS/+yAq+hrldWOthbLv4ll3UMY9xwq0LzDQREKV6pfXVFcYc/6FZJ3dnrpmK
88010w6nMbBNrLhuHMcnnbA8l55W240RuqS8+KpRr/sMttRNY6vt5ZToVjiAb3jgkJaHypjDq1cR
ueedqV0mnAVRaMUdY/s0ds9NCE/arjSZuTSubZMFkDHw0od4fTtHlVtH/pkRotOqLlGlLr63krWz
pMYUiUHe5zIzjkRLiZ2EIX4gswc/tjZ25V/qVv55IfbWrCCuEV/eSSO/mDsWsC41Q1NiPvdNxG/f
114p7yy4pFHcuVnpx5LW3ioRgv76Bzp9pl5uAjU7EyG4xNRWb5+pniQizSV2JWSyIVUkZEtCsTLm
KiQDdwFw0VqIhJtuPMuS3howr59mPplGsGZBy9qi4U75ZmLsY3V2WyPE8WiElULWna8giDoIN3fw
y8xVf1Rrd/Z7eFMPdGk1eglLde8UsdecuQsnarbtJ6D5r29tTTBBP2royEntLUnLGA2DMmCldRTU
x7RaMNI0KqCVHdy8Jr/oc32FDG0v5edWk8Qp2OTUU+P+89D3n7zmrFqUrVDD0dxzYfbJaz6bdi3j
AqSD25krTt9JdBHM0fg6GYuk8kmojT8ypvOCBNfTTQYD/HlSsu5pstSotGu1Q86yth97c1EAOWXW
bkUuf+iYcZxZkN4e9bab9rIuQuFk7IYM6WRZHLIcYqQ6e6ECzdbwF9Wxgs5eWmqG5Fov4/LGHE3z
cV3b5HDmHv3w8NBhZ9THQJenCEzwyWPbdDKe+k5kEbAjNYJdtaZBM3qbRVZp1Y8ZLrX32ljK3wsv
ZQTXuOnlgn8tKuihnYHLvYxn3jzIXIG7IZCYZ6DSellnXi3LxHjkKt7iJUI5Tbp90WEY9NeGZe1q
MEr5UFdbyqHOCn0rV8qGo4d6BZ5LtrjebnA1eY9p28gu607RMHfGya6pEwsddC/zNpANeJzIUFEa
0tBMVqiqFRkGom6cEpVIWXpBsS5gHM7c4e3He/utOCBBV0dCQSQTWNW3C0NekvCQ0c6MTGsYDtM4
jwetrkHrpnMGsKExcJcaYO3R835dpkk54F2bzq3R24ecXoRjMeJ0NqcJf/H2IliSk8xuFnRvdrsQ
q04LsPSpd7Vrb3Ce66o097/+2j/5MdlcCWFChoBs5AdMszH2S6ut3hgt5jp/JGy0iQo4+0+6Wtbu
rsvkGLSiXSDKNO2V11oqXUeZXlj64NzXTfVN6Ev5bpI2UKZVz9+1jZ2EzmRdphpA0SCtBCRytUwm
hHZVQ+tMQQ5PxJXz9dffYzPdnNw5vgczYaoqFhIaP2/vHEYAE7dYPEWDMFVzRy96CO1mFB9MJeku
G20i5MnjdIeluj0g6V53omo4M4j2nvy5NvIwnoFT0e0Hk20vxHcz4w8z3Nu4MKYd0UbnBBAvIV9v
f2sX0eY2FgTiyRh2e+Vfv0beAGyA00bkdtgp6GnnSODn8dZay/U+jVP9oPPCHEdLrx4cZf7q1Y13
pTci34mks7NQ5quCUUZWT41rD7d6Q9oJNrdKAVEr1/eyWUwEM/Vyy4Tq2UmU4jj18TW2S8y6s8MW
qyrTdMN0qzhTA/34EG+vEdAJuk7w507XB31wO9rR2hQh6livEF6M4WRMzS2V3HqMDTM/8wz/+Hno
5KjjzE3IRkPsZP+wRsYveWwtkb4s9QdjUL5RdGRi1/XzFzXJhnPUy598HvR/D/sxWMjt93v7w/Xt
VIFgGucoo5fx7KZW8V2Ri3PJ5ALnxtxZZxbcFxnv2ycFFQ94Zro9LsEGp3R4p8hrN1GTNWr7xgpG
w0lUv2uqxzkrOpUcB+dGSdl3ulGZQnOmS+GPY20Vvod06m50huTJGEw1GIbFPrMv/fjWcWXMnEnZ
oZTjxXp7K+ahhZaWEfDklUaxj1dPe5fEdMI9ZjU3y+B6QGlt7fswbMwLvRbhr9/6n3083FEqOapZ
3v2T5bLpKhJxRLNGUi2WZ1VptU8kNe8Vs8JEO4jB2C3K8M0VVnuRwq858+VPmrDUA2gz+R/+dzty
Ub28/fauO9TELVpzJBpqFt8dPeupx+sRlN1KFkkuxRPdIeduYPSTpZ557FVnujVWoExB7hol0Qgt
7ig7L4d9NtbJHyfq//gUtymDGEpCTceNiCdjK2deLTB2CdGsUjsjsikFDj0+mNsmadKrUu+6D7Nl
fHXnqntIeauiuhTq469/mx+PG1u0D0QYF+IzR9XTejcTXSMNTxhRnvW68qA0Y/M8q4Y33+SCt2oH
AwaoVLLYLaCGQrR5kCVNf9A0UE3+kovhL5f+XBARPFsuOEoFNDdv70dC9hNs5NpknZjpLU6DwjBO
JXpxUYr5o6MNV6NSm8df34YfHlE+lHdkk4JZPCenOrdKmvFCp9eMikQYHPS8Sft9sCy5Xyvb2ZvT
XH11vFo7DG7O32sU/Zzr4YSez1PK3BlTK5mfOB9I2jx5DJZ0tvV0su1oiA3YGLiiZB5Aw8rq46qr
3UXfqHl1XLOxS3cF/8oVM7xmvjMGjdCoOic8ioc3rpoz7+6LQO3NqrZRkLfsAMocrupU5cz8QofH
AA4mLrqYpmnZMabznLGeg0GdZBoCPWqWAM2wxDnW2JWx35B5eMmywT4yJJy0AGecux48rZFeVGNA
TZk2KmgVW5lajxnMzsxX0AHHezHrELzqFE/+ucLR4rF5+z3Q3NL7ACZLwL11SgJn0FJqrYZLbixE
Hh+2bgkkiryj5ZBO6cogtk5MOyDlasiDmGjsXdPUjho4hWnBlVmHddjPWSJuNeJ/y6BVHaPd4Qno
8jNX+uOj+GLi4PTJk7jx198+/05jD2VWccMVmj+7olyt4zCq73Ggedd6tpYHt9PWL1bb7CFrZtGv
34MfNs1tZkGFybiNrheaq7cfbvYpGJoMOoY3G8pDUSfTnZ166lWhcXhQMcud4fu+lE9vfxbwVzCj
GJPAOINw//YDaTAIW0sNLH1OPX5pFWPZhg0wfXJTvQLOaTZhbFrzgT3VBSDkqUQQFw0IJhYiRxmq
m0Y6MB2TVFwaldXuqzXrlLAu6YYQvup+SJ2WjIRVUF+t2bms7RPx7vbSInnGQYeuiheEL/H26tMU
3IA6ZmpU84TfGIjVn7TaEJdNoiXvqoUzb7koKUEX2TpceStgBy1ZSbFdWjQFDpDJqLOL5Jz6+yW1
8e1NxSvDeAm9J/udfepuwgiNsU0aMor7pBS7mX1vxfERQ++x0WO+X8xUbY7zqpFybOpIm8IKIMXV
IA3nYrA2IaMCTwHDzZj3196qJ3E0V8o6X85wA1Xf6LPJumr1+Wyg0rbInV74JvMDUkbbwzmNS+FJ
QP8/KWukkW+c+h0pVHVYjLZ3h1k5/lgP3bCSGlLWtA+N0dXCXNPmT6Oos2Tbqo0RLhXZhZjZaw1S
npM4hxEDN7W2ulXcQhut+9QxFXX369fmJ6s3u9Um0cTfRe13KrOd28FJV02TUdapJjoDbKOfrcK9
1QgEu0e4OUQVM51PZi+U+0RHvOk2ZU7W4VLf5BAlz0ibf3Y529EUHgHzRVxhJxXXYEycOqj5I5R2
a5TE+OJHnajuxrbEdSzsFq1zykSkAerUKMNyU2qyuuYvjlAzkjOeox8LMOx81Dgq807ukHW6o69l
k+uVWKhwsgYSScxwD/P3/KCQu7u1IfRLIyn6aBg69Sqx+/F5KZZyx4x+CoHnikCABrljUgctDkvR
mbL9JysQJyAMDMjF2OVe5gWv6y+9rgHIqp2M+phh5nVD+9r37Dhr75SlT0HHGlnqvFdWZdgTCTCr
kausxvIJOCoFUFlVShOli9No17Sl6CXHFmrrLXIGQpdSyLS6kHpt4ONFLNvuOitOm6iE02weM04t
5271VsuevEAeOmiqSZoj24D57YKEkr4w8mLSIkSzuZ+les8x1HajBcEnk1NLyGs4kRXapORJ4Z7c
GX1uHwyM4/uiPJthe6LJ3NZH5CCbgUm1cPjop212m18vHTkZRKldyWOu1vUNhibH3QHxkL45wCUd
VkMENdkOYQxPh46SUO/caqmjtJvUw4DlHMgZawUnk8RDApcavQr+0gLpmlXwUkuDZBjHQskqqjT/
1Old1MDW/5I1S/6xJCXi3ZlXfevhvb3FHGExZ7Nv8XqhC397i/Gfr0rR216k84LdplphXNs9mDyv
LovPk4NKDoxaG+pqtjLYiL3vWTJ/4Ydod/hy04cBUtKZiuEn2xA9MaYGrHBbZ+y0R4G4ftAL5i1R
QqPoqrdFe5XxvKIpM+VOnzTyHspy/OCxK92wLpD9TBHnKz2gJ8lXuZVqbZ65pm2FOb1LUNg3Ggsa
dn6gt3cJ1EEHvdYBl7Ra9ntIIORc2VZzTU0/hanSKM+mIP7u17/NT563Fzsl4l9KVY2S4u2nFlAT
sJFwdki7xNzT+NQPQ11CpgagtdfSqrr0uIgPWZ/nl61Q7d9no/icWlDLfbu2mn3hDv01c1dG4pBY
Li1d2DcKBjS/kISE+7XniX1TTVoIPqo8yroFCzjp+RMbzZVQZO+cuYvInE7uI4lLmzuUAwHNXE4o
p9+o7PVtS1RDkXW9FxgLNNvdwNjgKfd0Ij2UqWVGPzCRSHYswm2xM0bdO8JbFIYPpBhWV1kMncTr
b8ztu1pvkmRHwDkChkVMqn6zqoYy+6o6Lf2nBdJ2ODGO2MsaKWYwETSV7IrafrKKdP0Akddm9IIa
sFlUkkNHmAEdCen1Tum0oQ2hgFC950a34ZV5TRD7UR+P1G7mfFeMWkH/OXXmLLBTc/lk1bh7fFlk
Gl1NhAsXBhzAOSQEUcNpVKEgcO1OkTtTWxRvhysPV3NnmyWgSsDWN45eKj26TQM0mOlmEKLyvvje
jxmYQBKzUXqVU5JMlxNVTnzQJzH3u0qH18cXVMbiSIVQ3NPI6X/PdB3b9MqX21XzKssd44HZDTpI
IChlBMrwFJvbpr5sjKBZFLEEI+S4CYOL1WlBviigeBtjVS7HeOg+xDGI80BlestpSYFNgVtNRWk7
jg2bfbWCm4trG2aXsDqiSUo59JHhEh8oN+p1qE69ceuJVVEvtIYZW1jIMrVx27sdhLOuUolrHIZW
20NRLB+4eSyHPWEKchcXCT41yykglTe2863q6io/dzr5YSTFA8lyrhOjzJxyMxO/fcXaDmNyypIe
Voh7LnIoX5HibF5lrcuu8WmUDSTxso00NvEL5B/FkfOjdua4/kOvjQ/YjAy8D5va/wexv2r2EpCr
jEMAaMOxLOLkos4tNSzd7CYZ5/poJPajC26JbmrSX1aoaEgn9pQ9QxGPtKkVqPWYie+/Xn9OT09/
XNVm1MGuohFHeXpvWP07CWaMsJv5Oy4vMJkj8o1pTMoPVlI2Z05rP9QurHCc1Nhg8XWgKDsNmWqL
CUF1Pzmh68GABXpeXPRqWn50p0mHPd7xbiRmfSPHKjkKWWW1r6bTdszSsgUvBmQ+f8pT+c5e++rB
8vT80apayOytY1+TKsEa0RXS8b0JaqOpCu2cB5cleTsivd4oCFxBHAfomM6LSvm1ndtftb88c7Fa
fURZ3WqjtMPGdHr3SAKzXQYu+jXTt6FGXcQlC9peLQ352PH8Jb4zStWLZkubr5fEFfO+mBfZ7AjJ
thl/llnzMRP57PiaUx2HtC4MJGFCRXheUHdPdVa0fgdertllaju862vzUokBc+1jZ7bSi06Ivg5g
X6XLfVq5sAfA+dqNL1vQqKktZxa+QbQI48YMu3KCgj0/iDmB+9PkS1yG0zg18pi4ZT3ceTFZLkFe
udbFdr72drraa1ZY90kzHQs5VV/aNidFIi/1QoYxJ4kvDnHo5WER6FN3NtpvYGAmBHXfhk9sXuQy
1klFQFh3JQtaY0Dp+L1o2vXfWCDK4YkmTP8l7UEKBu2YpByn0kqrLmpZ1yuzdMZ6O7cyrJvSNXAG
IlJFlAHfY/5sqiuBBOaS5xVLmq3N+9HeBkwoXeoEVbWTLIHN2NYMS/RQIiD3AuF7S5Bf5nP/LbRN
ZebOB63NyvrCgd2/Xud9NRq7epbtflbn+FrXWdpXtZXbvdYfYvKuiDEXRl/4U1yaX1mAXOiO3tgG
Q55VOwOcvce8MScpQa0MAjXy7tE0hlo5xFhFEYnnVmEBGivF7axU7RIYFvko/uhhvdmlhap/dDPF
uxN54hBmoTWFGrIVeT3LsJBPtTL3YFpLq7xTmmEiSqKYpuulngeyOAy+YwM/URzKJbdyP24cBSnb
qNhLuHGC9Yh/ipvbAp9f+2NuyvIR7G52Q53vpBeLm0x7R+uT+jFT9K4KJdlP3ZPuaKO4g/5VT/uO
cFCwsk2qfCtyzq7HxGLPhGMsTDu0kYI9KzDkpsjr6loh2UUH6Eu3vFz8dCLcknFt1l82bbs2YbmC
/uY8T2QBe47wMtXP4K12d8aUlbgUs7V+9nK6S1cL/Dh158QFYkdLzcd9xUF/wMCA1WDf5vk8XU1T
ofEPi2IkTpd+dByBxHARVcq2fIDmn007o87gsGEcqe+ENpCpSQCOUuKUxjCw42ksdvo8Osl1DSQi
D2O5ZA/AkRCd5iMZBSTGG7J9VGRro9nk3ZyPWU8gIR6TeVX2S20Rd2+6o8N4bCmq/EquDsk1vOBo
PAcD1/ReAmtJ95o9TbuZhn71vbDaEkLdrKYmEOTJZpjCv98dvKn00IRmCjo9Peu00Qc8Ypmh4rbF
GMw0ZOUtj16LknU2VwyyKf6GROlWJwKihpBKaG57qJS4Y1Hn1MIhb/Y+zbop7KDSYswroNWu+CEF
c/ZiXI5jQdyKH7uZ99jXjJHvWFCmdVcP2pLsJrmNYmamoE/lrPfsXu5GEU5GpwgmjX3zutUs3Dhm
QikbaSY29J1cUwMMQmISrxF3wCyCUi818hnM1XusxGhqF3W1Wo+4CedvVj82LG/NhP3DM1xDRPpc
Vumhik2mbAqzOeF3vew/mnoLjpVsirqDgNlqcK81QqJ9tlOlp6j0tPmoImkdw3nus3fFPLrfZ0dF
d1j0dRdYCi4lX7WQBYCNqysYxhXhEWGyknmE8pF0hgC5rYdZHX7Ql7ghJzOURiPe2Yx7+z3ijRm6
7qJIuZsSxSRYpnEqCIBlMhTwsOUyBKNZt8O9k/JFI8QuVIxAsoB65M6yXGLiK7/mhNRU4eA1cKG7
zJLmvTq0w8VMCh26KFNqM9O2XtjXqZmnn5SqQMUDzZ11ogF+Byas1foh7Cy7hHWaOIhvy5FXnU72
7O2SacAvYJXucK924/Asof3iM5mKIb/2uly04UC/QH/2DGH+zt216suKA5YewkQ03ymrSVoEiiN5
Nc9CfDeQRtNulhi9QsMZBvWowMyhCCZV0X5ILE+Jd/iBZ32/LLz6+4WKeArzckmeR/zblu8ytTOO
pFAvRwX57XhEXto8wpNQNd+wh2oFVKhsIeSouYqoVLQZnw9p28WucwaKNFcVeul3BOOEFr20Iein
1O59ekiA26reXVLYho21KwqlS1CIq3rqx8noqjuT4HpwICIxLwwcNvWFQnUaWF6FcHWo8ZTuV70y
8Vu2qv5UOCT5PMZKxlY+loRzXDTpKIdDTW1KxTaMTy1JtZsbKrknKgvU9Grn2l2RVvaHaXCaZV+o
6jpeQ6NfHh1DpGkoKgJobodCznagSUfP/UKYLLGpKW0l4LssOfO8bHZ2A+4Jar+86ZFEdSrKDHhy
8UVqO9XMHp3p79NxJEbGIBLGuOQ5EHHYWOXwME8OFGbbwZzqo8IrexZ9gppDbTFa957ZwdLA3m69
72nucl9cvaNFSX+4Fb4ym/A481TjT7GGpj0uk7VcymmCO+tuq5ffy4RdEP9aqaNr7LHCzlVG880b
6X2vM5I6cr5BaEd54cZNNPC3jEM5mSCVvT7XLnq9Bipdz2n5boVZll+Sj4CYu0frDBRPr+ZqNzOZ
Jke6pNZxS7O2jkSkoP4AII7heKzNwXe4rTcF4kI3cCpDp/ihxLpcnYaj2pQ744bulJaKPc3WLhtb
kYw+E+g9V23rMpvF9TVGbeauNMgWGswXcYHRMKyZhFAVZDS8DCHtB2RH2OpsCxz2UwVkUb2pGJul
l2My2l/QrqGA9pothiYlJyGnF5GQ/1Lr3fA5HTZfojUafBodJfnRUSqnDUHtYa1zGymsnSlnMQQG
cYOrP+HVfshXWw5hKZXl27g46mdHK+8T3hauqxs1KPmKpME0GuW0t3HJjb7aqMZ9vEp9DLYuN5I+
JlDaNfnxVubbSaFc67VCv9zxFsKOpsVTq0OBO3KKFrNRsNi5yN6xqAH+iVfXvRicUVEOeV1yb1St
Sp4zuq8+/c1iPMwmpORrkdRIDnS6WlWgtQ1c9HxA1XKkJ7McmybRhwe51K3iO7Izvzs1hoaImk9R
76XSO03A+27HUUUsxr3pMYgKp0LwpFJSUB3VMqUcFiLOPU7qMmlwOw7eBfsqiVXIVImFJq8BkD4p
h84UsWrYIuxLMg4DALmZjs+Cltwhnkl+CuLRMO+7zph7n+tXDoM1d2PQsZD7iz3PtNfL1iTkzmpd
Ezz+hj3NyH1iIOgOymHsXTl8pvGpQuEXiuJjb1JLzAyQ4+6Syh7jvdraKWNNzSjIErO0avKNNqs5
VqeKF2WNssi9W2YDDQjU/NY+bk0bYTxj0fzIF7Tjh2bMdSIh2lhe/2/CzmtJTiQLw09EROLhtqB8
e7mWbghZMrGJTeDp96u5GrU2Rhe7sTE7UlfRkJzz286sRj5S7+73yPpsSxxLWtZ/ATq55rLoSliJ
J7S1nyuvdvbhuEBQ1kPcoJoXY3hqlB1QkDAr92vJ1jElg4WGIB0X+ogejLUyWbbay7uTN5R9lGad
HbYpDztFApQCJHU+Je5auyj+A6wbuV2HH6o4akzqBFMgdo5HkuxT3Ayc6fBoA9Hn1hJ+LgvyHJ60
bor+oLOScyjShZxPqpuC/BXbsMhPvmnk4zjVTnflBAeHCaWzPJioprnFNZ5G3QZFiLdx6YgLKAm+
9Hdxvk3mrvB4UO/cDZjj0WhPVWdV5yrbOzANT7LrmDCk7rEITAuFCCTzR9LcyXjy5LWjCqtADo2+
6dgOU8CAMSgr7dqVM1W5bv3CLY+iRSGJRXPlVSFLmOq89mC3a3W1HRbNdPbXICRqUZs7x85YIngH
2/Z9bm6hd5zg0deRBi5/n62i/VEQjE4dWYSHNmtssomrAgj9JETpv3QuAWUn6SEY27OwZPZJNrJu
dtAr+bZrq8XNE280fJIlDEqTrHWxfROqJPPeKJlf0JvGY7LogktodbyyTT1FYyJQOBF64jaWtVdQ
wHsCLhTzzkh3Se7NEF9LZRn3oaBf65Q5W/3NXQxb6WJ0hFBqbAtiOa2aopOe+e3cKuLEjz7xPSz6
3TLnmApbpfcWVo76EFtzA2borVN7iEhm2XlDN3jJXGaD9VI34zZdyu2mi/Vrr39/expM0tU+bpvC
5PojfGX3zuaOVqm/aQJ1dUFSPWdzRNhxlbOKUYaiCuriqGnwsQfhRsHxo9R+lCgDjW3nv0zZq/La
TV05QDe67mWsQsJkhae1ulhFTCZbF1a+l3oRCpCAk8uhKZvV6o7neXrK8QhFuGhE85Wuq1IdtfJE
ceXsHZ8Nq0SwJ9/W/9E1xrbyVGyueBfPXn1VZFGewLkpYpw6m8D11hXh19jfxINamLyxS/fLIW8L
E72PR7R+hG1o+IpBsCrsQfSH9lewrEOzHwY764/K0nm1nyJve0/Ump7PMEoE7uugDxKiqXuP6H/X
oenE7m5JN7miHjEophBbWLyFxUHl3A8paaPy6xTqjtYSu+/jdHH4M27p8KXrMJLITCLH+6EmS30k
BXvGFJ/r5R24nXzpu1Z8564oyz0pMC0B0n6mtzOjPEWfue4alfb+XP2gYXI4eWtYubuVZiO5C1fZ
rqkXmmF5zpgtBIER7YhImmb6NvHtznaOWB4mUrYZ4OgX2hoSAMKm4+O060BkrnJiMIM+hBNJAqpI
buoUxtRHt6ZiJeF1UMxMHqvtpwuw3YuHpoum53mLOCeolugsWg6drH5iCirvGupcpjsZWsEpZo5z
7t11Ciem5zpWT5ZxRoxgM64ouicc89IJBWDg0hO6HlteLeEHWJ6m39PnSvsFlFI87t186dxHXa7+
cSkm7aJXJJD7xBMTf3bRge4z5OS8BBhatnPslD4IumPFAQEIss8p5ugYB5wq14yYdXiRVBWtqeja
3MNCNQgi+wkbai8eLr0w7VGQ3PyKXnyKwmWLgIVBgdxKEIIwtBvJyTQawv+2hbuZgzfE8ipWKb6a
MYysZGLSuaA8EuayLm3lJYAOtzx2QZ4v3W72Sjy1UwUv8QrCX9kkcR0a3P9t6od6GK++yOb2uGk3
eGTGoo3Ek7a5ZmGw9XuvnWhmkU11Q31RUZIhOavZhMmWU2++Q+5HlNzal9GUULrX2MOOisiuPNNR
GVdXX8cCmDxuJgBnlWXP/ZBZ0SGTxj/3JuxxnmXZ/EVu4AuHDsKfnhCYgO5RtiTNvo+7iQIll7Yp
hZalCMHa0V/zlozM5z5ueFkxYzE1NHC+aSOnnL0mr+ZxN2ma657oPJbBuS+azDmHq1cNhD43vFI6
mySaE9WbHJkWaeMN0wf78pnKH78nyqUexMeFVXbdj4bJZz/bWm8HTQoKVSO6zL4WRcQxuNSsU1AO
CO9Ti8T4d7xjguAE9exMJ+4qMeFeATW7Wr5yxSMXOfwmrSagBCPLijXpCcEuHu0Fw0dab5v9vbYB
5ZNKrNv8nOlMyX3jN0tzKirlH8OydemMWsxtRxxGvNZeQ44PicfBkFD0SoQSmaJ9srTLwGuwylEO
xJKbNdGUw2KKBDxIpwj5S6pCr/+0BVLhanT5ygRZdhwNra/ZXSeEtfLQo5Hj1eQv0/gwThuid3Q1
Y0qJu6Xul3Cm0pBXbESVUM82/NhUovy4tGXx1Z1Ln36vrpD5ySGpfU6qUATdmR5CWoDkYGhacUui
c9xg5seTG/x+a6ocXoGle7mw6EwQeO2U7XFEum4KUCUvKtYEJ2COdYky7DqdUVBjS7nLRVHc49TJ
rgUtlfqOlhf2duqKtHfxeW98HiFMFeWwxvsWA/jl+7qg0fCets0KGZ6mxDSRgg1/J7ZyA6wDnVyu
cbx427MuY1TpYYNNJaFMNXs1dUi2OTem4Ty2gjn87A59/WqvEkKy4RH1HpVVbH5CR/tkzpSPtvel
tOroYz86BUKPQPYX0s61zVBIUQc1bgNQYBDk88RvAITnOMwa68sytNVPkiNDrFFeVPxir2+bo9aU
vj74ywoF27TG/UZ7ouiRtdvRg4z5a3d8NCc62rT9gnjlssS5XPnWMwpACsBAjtQegjpjaFsqI+7t
TURryi+FOdwNLfe5AeuxmY7z+CdaOFy+uakLcSp0ATc4z2H1JDXlcMAUXEkWQzMx7xKQz/rUzNe+
3pybRVlK3mcraWWH2F47s7P4Rish7CWR+VkHqb6D+R7aXaXC+idCm+0cVZP9DWwQGUuVRVjQxEbc
CfvWSrja0LyuW1k6bE2ryp42qen76pdAUlA8oFNbpgEvMSW/I7ZjvCIbs5Y1DBcpBo+WimD4BdRt
wufYVUt/8CNj9S8uL6eAvBNrbA79FkYLZ2Tm4h0e4OEvYtqc6jbq0jJDwHst711CkfrUVH1upZZi
wyGHzTNnP+P9lYZtpNGXUwe07RaW9XfDCp5xicZuqS9aduKe2HX1zuBkZgyI1oJ1p43XZNws7NZO
H5Up5RBMmCtGdbBDPS9Z6uXUbNMaMcunXIe1s9NDRNwxMEZ4T6it6i7Q08FAcatozIOO+7B/EOHq
44Oe1pmVxu7K8etklRJiMjL9sZUoxSstrC/k8tCwUyAwODIhNiOIiNb3aFPX+JwhS6V0NKSuAVt5
UbUpBVV9x6M/zt4NswgjckzmzT92yK3DR9GUuHDGrV0lf2pZg09gmLred25bA7UoYgBPfGOafFYU
jMM+w2c1X7rK8q13ReaK7TI69qROxAYG8Tks5oIqiIha+F2khsi6U8PclwffGIqRM0607To3jKiu
9mcmbZyqHZNEPTlHi8KBDLAirivnUXdSnJkrR9DUzekfDVOTfTK1EyJgt2Nm8Bjoc/jSDShnHkzl
muqy+K1+9coi/IYa2CFXpxmlOAZVZ7/P3D5/njP8GInoxcDK0JfFesXkOTbHIacpru95p+86oRFv
rV0r6Taum2m985n2Pm2CcsXU0LtMQJdP7M0uDza+IceaV6YeuNnneOuiT2Gz3CTyGQhUWrMQUgVt
D+u+ZBr+1pa1/CYIGvySzQUV1BHtGWhwglr9AOKjgM9Mdngg2YvavDbuyKKRcTG9wy6U2zsGvkAl
pPzVQL6UwqKdyOv+hoSKIfG6W+tjYYefulJsP0rVj/150H5L63ZZi+LA86yDY65AyFN7Ht3l1BF4
HF4pFAL9BBg28t5enLndU7Ago2Mz9+InIKuXvYZd0QZf4G7X7I7t0avxg9uTfSipjY9eNJokOqOX
cJl/Bs5KCYijcgofbOMhXC24E92nrduobCkJdp5Thjk652mkru6Hcob/gx4uv7axRG7kr7JJq8UL
j5UyUQMO6fbu7mYNOXIx+DGdnbHiO34PlNDrGINCQacH+eH8cqoHScEmkdFw0l/mBWfFE04husOs
cKZHklFySgPeOfvea+jr7MDZDBFQXZYFJ1/O9Q/tDL6kB0s344+1HWnnkKZei93W58SrIpdir1+b
eih3wABlfC8Brp6zpgw0HBl6D1Ig4vmT13VqvcsMprrTwqxF823FG4FeNN5dNTfsxyGzJ72nkRr7
fuHFzkVNI/S+q3LHBdr1JictC9pzfy3EARCjhTxTH3y/CbZroWIpaQEkXC5DrNSbk2ohy1KD7P0H
2zR5yKvtWOQprOxT2pqGKlWoFcU7mq0D9bBh8it4iGN9UopMyrumJxYHDhXAPgmrsqX/oqqFTsdg
HN4PTcMDWzcKHFVJHUV7moedOC1U5tzSERbqmpe+5BbOIreejpbiAhDQNBtcsailw72oO/di1XnM
XyCCW+kz5Hzqr4V7C5QR6E4FqskwLVrob6rieLpeTb9Jh40zd7MP8G8tURHxSCrN1BMXP83aFUmN
npuuurGkCMxZSPbYcsqgEzPmPaVfC6+eAtfw9wgrE8Hs2+KdSruzPpmOg4vCz62kPtBasoy1y+FQ
A1sW+PNQdLzkEs55BxZA4Vpl/DbBOOoGyUQvyoMa6744zOswmqMHJbIQiGuTvjsQSBbwgEWgc26Q
k0eVzcs8JZW3AnRSJoHOxUxqQvrrrUGQgh1aBTQRkvi0hQeeUhpiweZme+nqpKdtm02jr9tn3I52
faC5cA6/LnYwvO84+l57u5zUHgdh50AYje69dPx2SKpo2T6usovsC3pgikY9QyA2SlhXWHtXh3I4
RxONK+moy4jyUbW134EZuFZajrfHaSznmkYnpQ29eVV0JKuC+j5RUYx+HNExs061Kg/pH8yWj0Md
tt+zwTfwqZCWYeJmYXYy6IsJdWDJo4U7CvsidU3kXedObzCxFAD6NExZdFTrkMaBI0/75F2ZVvHZ
DbMf/GQT6pZkjNbWZ+OoTEQiho2EJGvps2dYJYSMUYYSx3Wxp2IPqxTdYFHHfqw0t3yCepODUgUS
kcFtAbonuz4Qe23snErxWK8HWWWz3C38K891bc9VQl9NKc+GEqc7EapZ3vkq7n8upVd3u3murOrC
5FYBW2DHJyKeZfTQ1PQynOoZ/AZkDRo1lZsxzaMMBTqllu8ZHEMkrN4hquAA4RBUfwd9CE7YkDX3
q8hLl88TVov/rurdTB2yYES+4Hr1drLVBJu+s1zw66SnxEmkATuru1NrBBBjB5XLTkVqwb6bFq54
vfjZZVi0yPdDR86jonHIR05ulr/FvP8fKQeuZSK5iVFA7Eh6xO86iLwU7Gz2FO/bDEyJAnSTjrM/
XYSlZvyDbf4jF9kCU22HwwHgwz4sbcC2PW3uZQ2ibCfN5lymbQtOZdtXhH+M8oPmmWWAz/PPtqj8
vTe0cb2rs2r48N/Cl7e6bV42mOz44P9EZYvgjYijqtcqmGFLDi32z13lOOoswzCG1pndczVUkChN
uICbQt79RSIXvtVj3vo7eEf5ng07zP9+87MhqbbIo8P4MPvO8Dj5SNSy0bNpr61iUR3Iq+kW1OGw
38VxyCIytvsgWINjHRrXPWBuIMKBLOZgOPW6ET5K9whony0biZwZSo9jhyFbXXnR5c8DCUPvi9Ax
24OtiojC0rwwJUO8RsC82NlEt2MX1DmDHhDd3qv03B/knEUUUEL+QLBA0vj7Pltq/UDSvvykfO/m
0e42dV6sGXn42o3mg8Kc7SYEAP9wkTMlALrNJ0Sw0xNER78XUbHkyFpmH+3JMIaUWiItpZRXCi41
v6RAPTOibN1XWWRBlIoRFm6Hi6H4ui2bQ2szw7bVvAI64wwfPJ/SeBo2yh/11qBPt1dXPE1zhuwF
+raYX2ROG+bR9pBdcUJn7Rd/iXAcD62xvqBcQV0ucunRDa7pYgJkrSwAbbekiqaeu+5zEZBp8TfF
/R+6oduvPSBt5BYQcbM1/v68eGC9oO8h9k6aJA+csaQkY0c6O1z+vTtWdmrCbf7Wx+XnOejUTy+r
SU7Mt3uqzKGba29+NIrP/N8Pwh9S3Nvd6BNE6+Iw+sce/vvHkmAmDtDhckCEoh94mYmPsSzGo0c4
y7sW6v7YcTfsQBj6fDdPmfvRp/gzcRHtJo4jydhyTO3+RS73VozLh+LR4BoRny9oR7w9Qv/SWI3k
Gk0Ck/7BqjQBoHE73TaFrjgTG7/tDEvn2Udx8zcXwu3J+03aRQADJg7UabhhI++twzgIRwYnDzJr
uEVIKWIzqdH1+ge09MhJ8DvDoLE9v7O6Sl06b/7EX9M8VlGznfIgFIfesuMnvxTDfqO872+tPP/v
0xHvwVkbYKwnFPj3i2Ijhi5hQe0DJ+yjKZth2Kmy7u4Jfpr+1oX1h8uSaY86HPLmqbLn9nibGECm
VyZpH+PQtkbv2zR0HmVQ1Trsx1moH87KrNYp6uCUR7Vo0woQ8UqHsNPZtv/vO/TPr31LWsTuiWpS
hMRU/P61x2LUxiNP6pApM76UrO7ATYp+uKjbih///bP+fC0Qwge5KJBpYj5+ezQDTk6oK+R2cEPN
Yh4iD93RNQ4n2GKs4uAp5esUsfFPDAN/+dl/aDFR6Me3K44wEuf+296UYYkyWCfuedpL5IupIQAi
+nTcXTRUw574PUv+5dl3blrs3+53vPQg2g6WK1wPRKb/fmntSW6Ro+1sf+s/5DdIwJHkUBJUA7o1
M72rpvk85YGYEf+VXZsQCNYeAbBY8VmJxLmJPCaSRpB+dpN0j/6TsMibp5d8A6YsGQe4a2AC3H3G
rJhmVcXKp7yxHy7IyCrrb26St9fQJ7gbTiKi/QIlNCbQ37/QSPGM63aSBR6p8zf2HSJUG1yL7zn+
GyLMfPO5izpUljVVbrs6pF7aL2PQjP5mkOX1SzGpO4MGd7m4nybL/bKEefGXkM3/9yFvgwd+Rf6D
1vvNh0QfXtfQ3MepbUP7sFZqWj8IelBVIsbFHi6Y36bx63/f2X880FwablGHjjKScCLcF7//VORL
ovdI/DnqdurOID+ayczzX5jRsv0GYX7vBtl8IvswJ2qUrgX+O3TzE2T03+x+/5iT/33fBeRO8hkC
FlN8Atgtfv8sueWoVkA/HTNbIK+ju3O5tsPg3PtlvoV3OnDIFN3Y+coHnojMPuLAK8Jzz+6ElziE
xaCYbgJVwMkYz3cIXiEx0JD19nXW1CwlazXwT0Q/cIxb5eA/wK9U2yFwo6E7G4fjbNfmUsiTM+js
LlYIOHbBRiZwohdH9fc1IoeQokbOuUthl052528AbOlgwHd2m2fIR1Agcw48g2vlOxZQEgGlYcei
bH4eXn2iZNbP+VaI4rHtGwDdZVi3q55VHFxdr/fcB2dEyKT8QgR3ObdalXiTxI/XWhOLMXLc4EOI
x5um9bj2zRPSNkntZzDhjOgxwh7/cnu8PQoCXrcUC5FAzk3Cif/mlF2rsQFvXMQR44HIyBiIiQYE
98RmlouQRCu3w/tHVamIZoxP0rUQBFaRSeJMTdVVLJFB89OJfv7LKPD2+OccdtyQGKZbFATy+TcG
MWyegvC1fD1u1SjTccw1xtSSpzW/OVX/coDwIuXW+/etSfgGXhQCRlhtmD/CNzagdi2segjG/Ihy
LexuAjC7fczarvxVu5Ze9y6mCKRcBeqwZ4JFzcd4ilR0mQAI88d1xpByLKfcF1/yaGLfXnzERs/g
b/IhrpHVJTn1yt61RJNkf26tplred1J11b5jTF72Wg/E8vsRHEfqG8G4P1ACO99nLXg7RpZ/LnhL
CNjDJrJ8TuguUcU+XExeHbPSWE7OH/NL+yPFsMt6Ggav2j6ENvLvnekoJNh5BJrYp5gg9aNnYWlL
b/Toa2xn0c+xzUBRctqMubagcgx2zbhae3La6i9OndtHYQdZcKnsFRUuJq2MTPgS3xJGexJNmP3d
4REJd+9DnzNbHWHEapkOcp2oimMrGPaTa83ZhwHS/hiAu1cJHTbtdzpp5+aABqmP0CXr7n3cOxhS
OhrMf+m2Dnd6i031nbcGiE8du1P9Ck3jdMkolf1+XRRhpYxDbv9Jl35+zlmf6rM3+fOL2+qA11pG
o8vZDbPlh8vJyhHfYpGnBGWa3kduE5szVdS+m8JSD6+3lxUNWyhMaR4ujE0vrycjyoGjyv1lV44A
ilXj+rNBRfnOrco+/FGWEXJ0S3ZB0+2mjPpbnN2G/hM12AUkBDfL3QogWSbNYJZgF0Z4S/fIbaoO
AVY2HTwqs+FX+wVcEfKHLQbpz2QlTqQE6WllXRrcPm3X8il84fIa5YrjX4mK/BiwsJK4bE/N52gB
B96F9eyAZwU6+8ILcmtvY5u0iiPhsv7eKZDenPKlWJ2PmGdxHDvbOF88u1fncLa2aI+uL8JHDV3H
eTYVOjpVpB3VqS+j4edSzPCOdCmzR3akOVg7BHDwDgjXRnPteAHJw5KTurWz2H/bE7hE2FzlpPOr
ITuxu4CxhxiyVCiXXetK9W0smkJjNTZkwNm2quuk7O0W9mLewi3hzObXIBufyuZ1Xhsnhb7MnxyF
+B1cx6/K1HJNMeyt2l914gZD/U4gdaZLg5DRazSXHvaBLvB/boUD0I8zJdKJabP1seaPF2nLsRqR
AE8Yqck362lpw/4r239A9WVnEbtb1MM3r9x858AYxa4T4jhPtOctVbJ6tQ4hiOVM5NFsx4nT1IxP
RmZOvi96V10Cmyh40kNn5HZW3byPg2I9034tf6Ap6c5BGSloYacsvYMmljY+0/4t0bP0FZpLfDKR
Ti322I3Y/3alSkaX7p1y/Ji39NwgBB79QaPUwR/L8E22wmW2OvkROHbq7/NRLy/CrkIyLYmYvUPS
afXpOoZdcwdwSV5kuIVh9mKcTcbXgq4EP0XZwk1KY5fzubEFiNqgMBDuANS43A2yRTxldk4QcM8Y
u+ypxV0gr0iqox+ATu8nq6rkeloXoC2EbIUzIvIC6cDCg09hV/nZyNXwNyJhrTjnFKIKjNb1zBsI
B1ar2ZN6qVyQaKt5RrXfvXqAZCH1zb7/oshpJuc4ytvrdnPP7wQjgpuGJdqRXbeU5pNBDtBeomj2
aNku7deambRJ1tVqtrTRRb6c5yKqXsG0xJKAvnh5skHK1Am2rYJMp1jueSqABIx2yJaxG/WZkp12
PsV1pz5jYsRCk8W5ofK+2vTHvEAXSGhbuHDywSY23BUV9zZ/ffTBKKVyCKGs+NT2xAyRd+Yv1X5D
+XPY6Gro9mFddjjs6CvNDo0kZxq1pVOsz6NX9xSTVoH31OgciqPxZPtCzLLvpL1obvIQOpD95Mbl
jLuaUBoFfu9433XJ3L6f6y3UZ9sbt1cTSMYQd+BOVaR5BZ8qBPnITZAsFSkQPq5EZ7R4yGfKauHb
9Jonbek6hzUDCk3sJfb3Fv+gTUIdIsiVwu++B4Qyo1BtFUEfiObDZ1MuHD+NHLMvdQ1Xn0xEFHH8
RDFCx9H4eEzWYvuwkexV7xavd94xtzVFQmOoEGeSwm569hi/UrL5fUuSMiwi8JVjObtFeFazk44I
qytc0/KxWGBLOceXRb74+VD+6M1mP1ei7eQpaEjg5MCyKOvJl8z2P9nwKposb1KCLuQvWPgqg5zX
EezaJ7tscOnP6PnaPVRnkAqK7NO8shf9qdfSmdM+alClc0zBNntkEpLvscbe9tQ1Ij9YMcKlZNuE
Uqd1ZFTaIeS2xcHSbs1yCgvgHKsZm59xlyig+3uUwaFobQri5eC0P3G8DQhiKs11lh2aCOQ2VRAh
SQz3WJgua0/+Au7KCWfY5qjlhmG33fcIElYA+TquSYJ18cPTHLiZ915TH72gt55m+2lxtij4kAXc
egneX15qRDmBbcVz1u1C6k+Ij6Ix88WhLbDBAT4vx57pYeAgx6q1ixG1cUVGoM9QT1v+VMH7PcQD
AqCUSzt9cdfSyqpdmVtzeFCcEvwZY8dk4OVWte/DBW+oWBwx8Dbt+uw8K6tSV1l79gfbrHF9BrbH
/wVcP34v0Wk1eC+6TDxHovb24USwT4oYSfZIwOyi2dm6+zT6qvT2skHMdrApTqmhvgnCQt9a3hwe
NJrsCQLMX0pO5e9ovwvFRXS94GgGPBzIdxt1WNUyfQylyL779hYvp4xf6V7Sgva1ZFHcDp2q259h
HiHy63ky60Tn6K+wLLT1lHZ4ixsOpxIszBgVCtQevLvwYfjjlswYOwlEN91yDVl5YIPtbTYny6IA
JRlZftmGCfR6cCriej4Q15vB3VpLFx7GqQ3ejWVR54fAKzjHqsAd+PMirj6E20qCul/E293cluRz
EgbUnCuHlYAHb+K3NjY5qtbWD+50RpZkIiIMD4ds8/BMLirC6hctDtJnqxgLonn1uG7PmPk0oYND
71XprBavTsk9X+HZg7goYLdb78fS5x3Vjor6mmOxlIRyb3y/i9hEiLZzjLgP4ly/s+vCyZGjTcOH
WdP7xcToe0nt3BAiyXOmknzV0OF1MS7ozoDOmh19Fkt34E7hCcpdVr663Nb5Djqn+0rAFc4DexGz
/2hBKpskUqv9sCGo4+jZbL2kTWMredeMzdTvgmrLvvhz7v/sOE783WwKv7026+w8YYaD4MH8PJbB
1WrcZkkL3S3FJVJEfaZlzWF9Ry6G1reI00LveR8ob+8Y28seeOi3CN3cvOzjkUPr3oKDv7f12vjX
STPMP3ttbmH4kYR5XqKGX1J6W6WRkchorhNXoCw70Cnq3zElb2sal8JDh1O00auVL1JwOCGB2DUE
w0QnSbsLDuBVbRbjBmFA+5VudETDIXRN/CAz9oiUmu4tShZTdttj6QcLwfNuNkV7pupxOzGgZ8OU
ynbC90/0g50WDuqGPXpJbaXzUjEo5gKzyqtGQuIfqrntbF5bluWmg+ON90RKW/WlBtD8uonJAQae
OvU9C/hdE+Uvp/GOrnZXXLvarYJHIo+C+Rc18fO8L5Hxz+em2Lxnq1Cef2SiGjj1Ubgt025F+1Hv
GW3izzatiqdFKhHt+Fs8PE4DoTdPapARFMTsNGJPzRn/dmFZuNs8vxjzO+XlcfFSBUaKQ8DpNZ9N
VOXyfYgZ82aH1G6+V2Uh6ke1oSe5r0mLrQ64Q3Lzas+5Zh0f1ojahgxS6i6sZDYfIfHa/KUiHht7
QDe79gTpEwzrIQjqrEBiuFQR1Ky0sV0ixbSZ+jtUKgj5LfNEPmsPpEVLxHM+DsjYQ/LuTOIauKu7
3ICXfvLI+X9G/YjXfZNIAxgvVf0q1lzFw1+guz8xJCZ9dCx2FAZuTIrG7whKkysfeUA+HZGqtQ+E
QHzRGPjMDs5YpFotfwvnvQFnv6/FETwBOSIRgR0kbr0x0ccs35VZ1+lYrOX8cXCVSngTFC9GjtMB
tiKbEsrrXsmZme6Zd//mG/9/Px4AgHAxoCOQyjdfd4oCEOYeVkIog3xpai0iLgbP6z8YTw4fY3vI
f1Vji3KqVcOd5Vq//hseefvzb4wN+AhibiJUwGdv6Mm/+Ajg07XvMUsdgWvaaIeDCxSGeeyM/Gnc
k+LR7beonW9qPDT1zJZd+t8f4C0scUNB4GcYdmxQacd7cwE004Qg5H0lLgw1OZLr/GIpLT7RyzLc
RcE0f/Z5F/8Fef8jOuH2U4GCiAsLoCsZ83//2jnWPKfPJFHzVvkRxkZdZtOMiYNWVaWiwOSQF1F0
LWzCNSpk3y9ES9R/wX/+uPSk4Pn/hCeEHoxQfPv//3Xpo8hgFuY3c5SModR0BYS6XYWZZpMQgNht
147kqOZFdl7/o45z8Uikyjgc/vvy/wMc//v+Z6gi1IToAnjYAJDszZUgl4UGVRuZeLH6q8celTF+
i16b7Ufvd2Z+QbbihEkPnOLfPHLjL4dJXB0qwprG+7EY7Oq+8oxjPZVN3A6/zKgrTMAqCPNr7oXl
dmIEWOfdHI8kwMx6q/ZZpsOFw1uiR/JkwIFr9eu0LztkMYlFKYq4bkuEoHbpZGsO2hNBdioIs6o/
YL/w2ld04pHzEBUTxgtfZlN+AgPWBF8ExFOdqnAyXlIGoCCHqY29Cgs5jkO6U71GGAzDfvsJ4n21
99Pk1D+wjopxZ3rkgwnN4/Z74HebdYfUlOpa1kvm/wUl/4OYDGkhAppHmUM2jh+6by65QES7hqXB
WUasc7qgjDlkbbSlfueoj3TvVXd+1S6XqaXopWW6fiRN3j+W+sadT6tKWqHb03/fBvYf9wFEGARc
RPIlrZ2AA28Ogv9Rdx7NkSPpGf4rCt0xAW8OUoTK0hXINsNm9wXRFt4mEu7X60HPapcF1hLBDR2k
uXTEuKxMpPnMa9qpKkIFHbqDJ1x0nnqYZspNWySa8tiOOboAbtDBjARHWW9Dw5uKvXSIjPyGehln
pEAr9HHAoaK5BtY2qkfQO1q9MTuKHj/gVotHF9p8eDUGFIz2faHUnx1sHkB7DoP1VEnLtYldnfqT
IposuRkSEMAZQrn1IczVKbgydagFG1nrKMEOegE4A50MEC95MBIbhpT99lmM3fG2l2nn3ELX6Isb
qh+W+a7HRLA6ZCbqsh/c1g7ra8LOVqV9U0bmAaJ7r2xaJXHvUvQPcSXjjHzS66nJAPrWQ0OxXAZY
82kO9hhja0oyXQQ8mkOZUD7ZeFDhSJE7Sk9brW0tMBea3iYPI4Gqc0P6Q8Mb4ekp2Y9D0sh7W2/w
nimKunlvJpXKgwo8Z7y2EQKyH6WGblaoJAbgKfAZ9p8hH+oR90Ljq1AsWd2KgfLLPorQawMCi9n4
oZhor4CQFuByI72cpkMGvCz2+7bpSZDF5H40O3PEz68Kp/eCg1VsS0RE7F1CbBAd8kChquZYeR+T
z0kPDjF+Z+T4gmYYfUKv860u8codMg1UzNGHbPZ8hQl/9Abw3UFYrvxaZaGJTweSKzeDFgKKlVEi
DnIYE3tLFMcUIhnZIJh69DoBCOD55gW5puwFsvLxfZcgcXNTqjnb3AJQ1G2dsCr77+idgt7fsAHQ
ZkZttUWah0aYYtyFjTfnr5pQGCu0syP4VXd8qFKhVptYccQTKRmBMNAXkHAi1aPhPhRebb/XZJnd
AGbSQI679uw32cbyCOip1A6BlobRsVAGzbqFCcikY0TiYh9Bg+AJqjsa6F7qmg2SDKhRYeYV/DSj
Fj5UNvYAxnpUG29ENjjiZlQaoEwKpraPszmVs6ESrMqVV2wZKiFwSNxrzeY3s3mKsWhyonheqVE8
hahrIY4XDl7zbmpweSGcma4LNtob+7jzeMQJ0H2RDMc+cPFgEYxK2emMZ+SK8QH94u8jPJdoC+Lk
W2Q1/bfX76QXTVzGQyrb9TCOALeABuv5A+koXoXHdwYbzrEgzjjNcB+F3qGBB/k5yVGWQdSqy26l
15UbL+5NbdN6+nCk1+5+1u3wa+pg6Dmis7nrJweJWbSjE3dbBH0c7DyQclviofIurbriLoIWDd80
Nj+9Podl232eAjPQdZfWi+aqi1uV/CyIZIrqXjgg+zIboh0ceFE725mouYY6gmgqZcA7CS3h+PrQ
+tz3fP6yg8fBmAHXo9l+Dw+bRTe2LCW4SBnYhyKGcgN8MUUgV/QFDLJAtaTnF3oHnwi4MVBXYYdg
PZQ+mZ6GtrbkTm9RAd8SNKLsJMixIeoZUr8iyYTbgPzW9N3ObPaaPVGYgOlJErOF3+NFB9eSgJnD
WlNOVex4yOZQf1ozZH+x92kCsLagRriCcJNcvKFK0QVhUXYV7OQx2dnUe36FCXqumgbRFCS6smZq
bcztuPPlRGnwt1MgeiQzeud8N4ZoDSI/FNbHflSpegchdjOuzFGpg3nJQ2A2fXzrUI7Ij3rY2Pom
IbAydjCADLlX2zgdt2apQjBBncOjr2M3+WMhMrMFgRBDGiAfg4fsRAYko4lm9aOSy+HPUK/j8Boo
EcX6uIy2GVmxegWbLydnNZP2OgXD8b0iO9z3c/eY21c8/t5I/3tuquirf/8fq7H//Kdelv8HHcnY
VH/33XnhR/ZfuJEV5/aT/Pt/mZHp2h+otxkkHipWIKo2g4j6n6L9j3/XvD9gRmvIl3sIESNUx6n8
mxmZiXc1LV0uAaA+c5zFnhXoQUb/8e+G9wcO1DPfUTOwuMAG4i1mZPPe/8dO5diTS3qAIjzyWiAR
v+/VZ4kFHOO4Llos7AIeMRzS24wKaZco+zKrhjUbGFrVy+EAMQGmUvETYCmM3/fQ8+GsPDHDMY22
bVOaTxO9lm8qVs8ILgtZnlzFlO0BkgOsSzST+m/CyF20QkO980cUI4yrHD7ihKOUldwPlC+zPQrS
0tt5skreof9na7u5hAsxwfDyW2Gi17DNi6q/7iQiptvYoyu8GTCCeIIhUlJxHnG2wCVab8YtCAtE
/5AoyR+tqMHVUGsSmtZ2Uz54fd7xW2oEz1GPdbqtiYlLByvCjZ+aoKLbCvu42FhclN5WmEmPnmxc
ATlWm0L3tniS6V884veaTowTPQrifY1uZQbBdijygYavpSjqdlIAHO2A9oDrdHlq/LDJyk9iCPLb
sq+S92EBevwqMUYT3qFWVLj+oPMQgNw0dWWjyLp+gMlG301rR637mTgpTLAWW/svYelZ98QAk3EY
IRU8uUJiLtc18F5pjOqIsyhTUT+qvTbEV4rIuw6Fx3DEHaulgFOMelVu3Yo4HC3w4FPsDZQfED3I
nI1VqAI6jTphimmoff/FVGn4bvRIcz/pIAEgVA9t/i1H4Ls/lCYBFMEZXLQt/CTokwNB67teCREI
M2nkWTtn0uS7pDdsZVP33JhbA6k2Ym7H7NRjP9hSbou+cW/ZtbQB0FLzPrrIulTsF9eiAFtURYdk
g2N/iQbb1Dd5q5tfATMo+jabEspldjpGzaFoxvph7NvuW9JgCIbq2NRiIBlLGlm5KXjqKALpf5qq
1UzwAAf3ACJ2io4U1kZ1W/b9+CeAPPy5rYLIfAOKsLvvgogSsOhySGXIBVs7S/HArtp4FB+xCGl+
Uqooi72pt/0u1Xsnu3ObqKdj2rj2jzBREizJslH9WIRIOOxUZFamPXUOrnANDM8+0rJOPpkAG+wN
iBykdAzE3ODdp07/BfvRod4EA7XzTVM2iB+FtUP3zZSjjqKVSYPgOh8BQlwjxYm7FdtE+eZCOIp2
VEEFb6HtYDUrWqJDhg4Sms8u6m6Q7TII6TJS6g8G6r013ImBeqJmDGa218EGDdvAmYvwou6Hb27v
0aSu4eelm8rSm3TfTQYdewi40HZVaNPE5loqkJ/y7P6XR2ud9NHNOM38jI8Wsg31lR1HAji0pps4
IiojYue9iukY2jdZqx10r5cfRQtFZ8PV1ZR73BnSkwPFzSA8GVwfwj216Wiy6h9woCXEIKhFyOXV
XjnSm4nbrxX4ZJI/FWb8PnL7jCC4xedZJ+ZrdgEy+iHeeaHxszesvD0lJOCIt1WNgEUeabF14ylT
+DHK+qrf60PRFAcrrtvvWTTZCF91uWqc2lGkNaKjnQtrtIG6vUFiByilSRz0hboZ1HAjafT71nbG
RycW6kcKIcX70IuADarIvDxYXgYJf6qRK9pZqeHkf5XS3vRQ/9Pn9+yR/n9nju7xjP7zp/rhayW/
/pv/s/+3o4yLnwAIf/7dMlqb/9O/Xm1Uov/A3pyUGQQ0ZqD/sEUHL/8HOFFLBRwMdkSfzbL+9mor
6h88x/iR8Nec87iQv//+biuaxsONjTroTNUEZop/+8I19DUXUX7Zs4fbxV/dMfA3pRAMetDVlpLh
vTGomBx6CBgDH0cNyWiVX4Vm6ivFnjlv+kd88HsYy8CFjmlS/7ScRVKSB1OpZKJy7xRqdX8aaoKy
b9OWPqSL4lOIKN2nslX0a0PL1U91ZNs3z77Nw18DPbdifzlLj/IXSQmxE2ndbxbJs3hBKb1GWIWF
GqE6tUctdfNdPvTv3z4I/QMSRw1gKN57rMGzQSLVabOSHO8EDjxARaFuwKM0yfb1Uc5Dn3kl6dtq
cLMQ353/nKf6bBRlGsPAwzj5pA49QKmiQFfSnXKwM/mar8GlVQMsOOc75K/kPedDzeotutvI6JSM
ifzula5yQDzAWHMavTQMcahHpQvAJMDE82FayH142zGjAc+uPbxQkDFW2q6VQOeuyvkW5Lhx2c9f
hwx5mb7FnSgVrVMpYnlldRIGKGuEabJDGeg/e5Adu0bYLpBE6R56ZFvo903lHi007+170aFlTjoH
h55QfpEjdx69UaV3oxPPk7yJXFjg0DmzL69vEy6IF7OlZsJEuUlM15j/+bNt4tExCwZDj07gsX70
juXgalC9Q7kLiAsszt3ro134hNSU2SdcVQbo+cVOkax5Axg3OsXSlEeZED4Ay6tXygsXtj7sBcyT
UVrGs2rJ2QgwHgHM3CQITQ/BcfAg59b5+LNXg37lkL2YD2EZ1R9bI82gQG0utmSeNhqgvyQ/tQVc
/g0DC1AZQlu5MV58JJONgN8Upmw0IHkEzj9S0FLZcJ2KGwN1ZmoWefoDjmu7sZGxB7VFUfONn4nx
qArNH2i2uF2ON2qG6BsRxciBxJRuE9ouiuHm+7eOglUiKaemATWGObDYenUme7wFzfw0QNxDh8bo
tiVou5VRFhh8LkISTSIsmqgcaTDGiz1X0ucyGyfIT5WN50qDMgDt+nr4ATLBO1Ai1e9niRjDrcUv
aHjgjvWOMjQ6DIe3TtdCGxujXvBz8+212CuxlY2lhj7ZiY71uAc19QPpy+HNX44JziVX6oNUXZf5
dQbSiRSbA4ZoiEQjool3o2OvNUZfbvvzURZTKUUYiMwYo9NsKLGNdJOWWe82K3N5cYx5UubDRdxh
UpOwFqN4I7b2qlbmJ7RSzV1o9+MXQLVy78LSenj921we6jfjSSNmWlKQaC/3bumo+WnMNfuDYcDF
RHanbx9TG8rW5vXBzguv84bkFeMGBI4N6+2Fi9yEfuxYOlV5ypvsYaC7dF2jXgUdddxqKql2jekJ
Gg9r3OGXH41hLdaRVj63yNJf0cBot2vDgbKHFgL3y+MAsEaavvmjMQqSkA6BLGd7GcAB/kjQjcfC
owZYUG07HQTbbT0JSj5kPdQL37yW0Lc4wjNjDt+2+cM+e74cFLxEN6XVyRGG5u6DesoeMUKQCGG6
k+uHzuT+GBVpn4aKnHDlQ768lglGiLmhcc519OXgYePgXDA49alsW62YpYBQO8yKJvmMcI/xJcrw
+t2+Pt8XG5XIByoi1xk1OYZdvARIvyMvFebiFA6W2GRg8B6mGUZG02jNqfTFfmEoApCZr4tkOyys
86VVEKt30EJtTxaet79MlM/8SgUguLKIF2ZEfMOVZRtgHvjjfJh+lOOkFdAtJql1tyaOHodcCmpc
ShA8vb54L74XkQfZCSEdZ9yBFHw+FBLyDfyLRp4ayAC7jI900w+1sp1cpb0ycf1bieAuTM1xqcSa
BKwaYIZ5hZ9tzrBsKyvyhDwpOhMSldeiRIcj4lANzkre9OJOmadmmMyLLhj35mIoth40IlAFqHG5
2tdexb5ACbv8DsBq7xdTM3sTeJ0NBDq0Vgi84JGYx1nEPA+OkxznDzrTC16/VSlmBulMv687ZTDf
IUOjmHvh9pb7LvQK4J1zdgq2uJ606S6EaILuOqYKpbpJKm/ID0ld5R0Mh1wgXBBMqt1u9CZzS0RG
gkomvpAGkahh9qpy7dh2A02nSaJyk6MqmOwsOOiPtDMV4uPRMLOrtAoqgNsAosQR2gSC1kFd1WIn
h1gbdqbauzEw3TKxvjTJlMM+C/LpU1bocYokHjUexN8rYd8WgYjR0wyHtCo/zJIQYOqrzrAOTYcQ
/tc47XqMqDrdDB5A7EXefZpY4pclGhpKkZcpwCaRszKv9QJkyjsUl6oaXn+YtxsT2woaJShmprvE
lOIpBEGOWrCruuGd6waZtxkGA7EPWxgIPCKE54LYpDJ2p6pD9ti2TmPsUcWM4o/2aMXX+LioxtfB
GDPdp6JTxfcRrd5xHxeT+0UQz3+CceKghO+hhHUQCPSER/RXAvkpS+tUuRuSAaIfVNhQKfGwDAKN
kqhm1XOR03HvJ7NT+oOKHelXwxw1d4fEqptel4Uo6x2wQ3e6qh1AORvwjGW4i5NOR9cQdEt73Zl4
M2yKpk/QKdSV4QOikVq2q9Q6eUJdroo2nnRwIxWY4bjUXpHf2IXQq75WkQqovEY1nto9KfS10oYp
qklCqIilDLmCdjIKqd+CXrffo/BKRsb57eI7tTXLCEqX6f3s2sydtu6UdfE2brmij0GEqhNKL0pl
nmjTYfabTk6v8SsEB3MfESE697mhUFirlUyiMGiBzdgoqSNDeAeZVbv7CjYKOBfFK7/Zkyu+UbCv
dKBBKeoxJuYe6TvUVPUB2ahc1WGyqkb0c3K8Xr9SYsvF2S5QYRYPHciqTRTakTygjZNaB8dKMhV6
ACUDgAtAcLaulzpwW8iSEGJ3VWRZbkCpCfs6bQ1LMVBZdiklgzKnwAu01VARNVdxGRITEuFbQVG0
vbWRe2yx22ga+WWcbTSx7OyN+BCjzIKAjW5U/Y3wFErkkJ2sobh1LTR4KKBabHcIKlBCG4Fl2cmy
QT/96APIvdUeSYuoOkmgP/22FG6HFKCo0YVsLdWOgesFlfLV7nIEUCvHA3JV6mqZHVEtRG3XCTP7
HeWbyMWAkUxb3dgBHOFr24v0EHxnVTbHCYuk6jpO+Y83Y+LGsDiaVobbqgWZeuMRDNg7lETqaDPy
TAX7XqrVA13iHp5XT1XpXjTQ1jZAunT3KcwyZLk31Hua4nHSOjv4MWkAuZ9GAHBIWA9ZOFTQqdU8
ktfVlNoG5RJ3MATQkdqC/M5pH++UimfliBQABYe2MlpUCZJoCAAhT1Ff/ujGtG4xKKelqhUHZ4hl
o7IXewt0SCxTNfcVVIUnBH0MKwPiNaTp1uo5AN1sskCv1rsdBmEcs5H1gnObjzMhzWj78gPqLICb
wO7L8gHlHQ/8MfoI2TvTbixvq0CCUG44Wp68QZOxi68auhvW1m4it7wvx6AvviNpPQ0PIx4T1k5V
sEgdtgmarf1PRFTL7lcaj3r33kvLsPUTzEnIlIlkjGPVKJH+M4d9NwK7q6xp+jjOonNYvCqhQHsO
t57mO3AwtXlQSySqdiqbAAJTJTPvJh8l8vXw7rP3CtBVRB36yRiPWiLz/EpLNF2eOsI669AKBJ5/
5XUeSJgZXM+Ju8tHIllQyf1g3M1+V98R84+9rwHnmpaKUGu5tws0fDZl4Wo9uvlp3Bq0qhx7REY7
Qc5oW0WWnm2HwEGhV3cH+wm9EbSvufBgZ7lREkFj0+E6Yx7gNXsCSRd8FUq6j0juutzRiih/eB7K
rhu3xRH+1stRUdygpoOxSDnMBhaEDrl5FWmdp8IKmyDpeVHu8Nl0oC+btFDNX7Q68V3rcwv8t4QJ
lO37LIm/8AoYsC08CzoSAmH4EzSqg19hDcR3p8O0yA91n6kPg2yNWXJBwufCcVsxP8Jqib7XeZ9C
P6TXEd/Vmldwc7rc7Tu3xwLYb60iwxWpiAsB0wDO9250BxNpMRFWP5CLDLQdBIsJiww4DXg+4tNj
PxRDPjVXcH5jrUAMn47KIchQ2T1iK+JFdzRh1B7CUkMj5i5pHXRiI0w4sELTG025dgeyMxoJxmzS
2Nl49ExtnbUmCs6DJ3YEqBpwSKREuPPs3LLe1Q1Wk9sQAuX7yiMs4zJX0/E+wgMIR+XaEuZ7iVdd
89DUWcIRi3U4KonR47rCTSBK36sMwMjgyDxnZ1q1XV/FWq9heuaUvX7jNFGnvMsN7F82OVqCX3hI
7AfaZWMIDL8X0OvCAQGvjNDti010mt/UGbKVG7zMk/aHjNT6zhzCzkHHP8r06cj9YkEskfC9ho2R
xjDcgymwiuNQwygHtBYF5jHtiFq2XVfipsedLbOZLYrJnTHLelwpbtJEsE613kY8e6a60sNqbfWW
MhaqJZ5CGeMAlDX5BaEiia/51+MPoSnaR9FUQwNKdZifn6gZKuiCFYygrYk8LTp1MWplOwu1MuV9
YdS1t3fGsbI+1GHQAa0XmuCaEHZUiduhyKoftHqU6LrDy77YJHGE8i07obJQpOeY9scaZMh40lQo
pYdqKrizAiqt8oheTcKxKJDs3OYJYfqu6e0qvfZaJXpEf7QxkQsqHUTu1BjOQVnX5RGgrPcjjjWa
h6IBwMy2QBt001QTCChbq4urkTCwOGRJqgucO9ukeXt2QaBPqRTYrUVrblFDMAqjmvSAu6Z3U3ZK
rDwhptvsFZr5K+Wdi8E+yG1XUy2POtOiqm8DPusMXB5OHuJ229KI2U1WbgD21dYqSReHIsUGSqFT
sVUXvICip9M3gj8/QY8sif5U9UkNUAeJBS5ur6dMv7G1i9ieeopDO8YF1EQ2eJ7DCN3u0PzUO8AS
s7E7YVriTyic34AWCU+qBPB6NVQOsntp7AUmSle5/tPBfe2+blIN8pOV6Ss58IXE1CWFMxwI7sBc
lp2NSoVuQS2jO43QQLYTQqs3ZhcHK5WFS6MgmIE0ES0N4MKL7znBD2qnllEmjAU2CkpvB8By5v71
9b2QktKaoc9Fh45agrsoTsbR0M4t8/6k91RLYqoYR7VJUILWsvpJCpG8OSUlTAcepNp0oLBUn7fW
s5QUNmAklFadTnC39G3Ch+JdwH1o0vRq99apsWnwaqe+S3mXP86HGoVTlFNmqic0Msk8cyF0cK0G
LSmMQHsn2GaQctOVvfEyDybRdKkFuSTcUN8X2zV08qDWtdA7mXLwcJXTLBEf0SbOmuvJcINqL7q2
6B4yiIXlKaN35qz8ANBVi1yYQr0+NxApS1E9WZQzJNRZnMNi5TRbgt30TqXdI8ZMIiq0Lt8kggQZ
Pn0QmyvjvtyuJOB0IRxaxY7q2PPvevZhrcgKqK6UwWlil+2LtJmBGTw7r3/Tl6MgdTA3pTRAZC6U
pPNRVD0YB7t0g1OQttNhNPVo78wRxuujvLjf0GSCtEmhi7KAB2TtfJSso0CCxIxzAg8NtorW1ZZQ
p97wGfWV8/diQouhFiUhVWSdW4GSOjm91E41Brn3lInWgGgvRwEFynagwU9P6gUa2g2rvDaL3jtV
ieJc1xK6UkAutHJjvVw2Cv5UIgG80cFGUOV82TovM00NYW2/6qCmjiDayAXNWoHjWnvJ4+vf6MKU
EIahLkiXCIDBcp87IHpSspbQV7JQbe4LuvZYw0sEN984zlxb4saC9gFimM13PqkJ976oFRoPOAH1
ATkV7Qs84GnlmXt5as9HWWwDuHR1KHEaOBm5+hkzuVkpJPaucG0PPuKFhLRikPTH12f2YkwaUs9X
cPG5EDfIvUjJI7/VO3fTFcpeEz8Vp5QboFHTAUXbdmXESxuEFhSVeY9KIQfrfC3ToXXjOYHw8ebK
5FZP+/zGoJsUX/WoPn9/fXoXNgi0LY6XTWUXruT8Y55dSKPeJwpWw5Ef547mO9iKIACG1+2v14e5
sIoAZuZbAlFRGAeLB1RE0K41NGP9Aga0n5RVSfKoFfdyyoM9Ts7jCCitN94aVlJrnQE3lKxpLFKN
P58chb4UqL+MfNytiuvGKuJ9Eg8OPkg4Ir4+wfnBOAvA5qEgUxAi8NEo7p4PRQcD3Hg7IWVEVrRp
FDU9ja5JvJXj77pt9DJekWO69OEIewDLIsfHO7oIfDCDIJou9cgfEM58Cl1L+5x6Zvnmi3d+RXio
VPomTHCx+9V6gNptOJGvTXotrhSrsoN7b5zU6K0XCOs31+BVmhgz32ExUGeb6N5X7Wy2atTXeiYm
dJuT5u1Hi1HIL7jfVfyJF4tWoVCGbr6IfQBEIU6iw7Sxh6Q4OZm9FuJc2hBsB4vrg1CDRtD5hsia
kQIekgi+pTbv2wy8PtyGmZgrP9Nrf3p99124Muj+sHK/zxYZ1PlgSRk5DbCbGJJ+Zt6rYV9/nyB6
4Wmmr3VLLu074jbue6QgCYcXF0aRoa6DIivphWaEVFGaLhCPQFqj7uPrc7o4EOkTLViuDfol53PK
zDguAMjGfhAUcO1m9O4jWGJcit4+zgzcmDkumuPOYL/nN2BG2m8WGHD6OYaCn5zRHtrdbIxbvDUo
g4pEI5Jnn/CCXui8YZ7dtFONJc8k2RBOBDkmjDTkZDCq+vDW2dDqhihkAqefv9JiFNFGI+WSOvXR
6xjusrpT73I7zVbQVy/3G+EpaCQDaTyI0EsFVNo3KkaWRuqLMEs+T3FXHyxZAkbKUGBfCZnXxppz
iWfrhjCRq7j2lPpdrE/vgCOau1Ko/Z56cbhyPbzccjZ7zWIBaZBB5F8MJelXBOEwxH6bG8EjRBkI
tuj5vDW5g+UwVwVIi3kQXyQ/uV0h9BDnid9BCHT2mt178n0DEKrbeunkrukFX5wUnwpUqAWUYXk3
oKkSOpY0uPP6ngI19ettO0OfX9938815/v6BEeJC4BzNYKGlCoE+5xeW5FoIEE+hNgnqAOR5bKHH
pbrlnXT75C5RIsU3TcyaDoOWo3L++k+4sFFcFhUUJYQaYvjF17PgjkIlqBPfwS0DkpQ+BfFWQn/+
hDCX6e5eH23+v72YsMdy8j7ynCx5eWZoVn2kNIlvytmTWRgUVeyq3aL5ltzgV9fehoXQrxp8aVfm
eeGDurBzSCF5j+e/zg9E3MWxhwN04idjlu28Wov3stfHlV16aRTEpYFBAX+xX0A2LJxusaRoEz8G
LvfJVhP8EPibSNe+vo4v30mbWpwN64IxeJUXswmovMO2YR1Rq5s+2K1ZfUiccPYLI0as6GB5KwNe
2iZc95w9j8gJlMb58uXO2E9hr8R+JcBqjq7SHTKheDct9cmVy3j+7cs9AmqOnHJm/b2I0YoCd/vE
DGI/DYXEcdYNgR2eqk5XH8vE6VAS7dYKDBdnN38w3gB7BiKezw6Ne9xEcWyCcq2Zh5y498ZRBmXT
GI5YuS0vnQCqJ5B5IYfy6ujnQzUYQ0pwAYkv8Sn+YCNPdlu3COb0LfLMnWYl1gYalHcjUqfbv75p
Ls7SYWAmSnXeWaSbA409yGtB4s9eH18MD6+Va7gULa5LRtCuVeMublH0ZFSL7Ql1eXGxRFFejy5j
+C4mGtugwoMrwqBrX3RacWurk/n59dld3DbPxltEqXmFzpZKG8bP+9Gk+pf9DKWSbvIhSW5oved3
WprlK6n1pRVFfR/gmU7FCLHt849pFHg7e8rcaAuC8RbaHxyVLkI5E6lzVV+5OxfiKQR0PBLPR1ts
Hbog9OcTPfG1RlTmbkAkE6EHJXhIZDIci6SIQEXQl0RUSzob4RjFJxgHa5HFQkbjbz8DssRcOAdw
t8xKPahvHqJlvMR9T3msyJziB7KttDdaB5lS0BEhvieFDeyBJnzZv2ssPXjAbj68yiucCYdGnZD0
Kqxq5Yq/tANQ9gUdShQCe25xR7mu6FGpUxN/RId8n5YJ/nuFltKvpG4q02NfON947KuVnPLiJkAL
BRzULPe5LKZTCg0CKYHySEv4U1kYj1MSqPs6s5WVu+PS60KmTJQ1I7MB5Z1vt9pVmsDFKMfH+TLf
dAHW4fbYqYfXD9KlG4pUHODJ79BkCbNF9AgnAEQWfbTEMx+1GPEho5V/p5t9/n5yWu8WjcD2SquD
8P71kS+upAWMDRApCfpSmcdsUrVCGDDxU8zX9p6Y6j10VQyeWnRwXx/qUuRFARudemtmqyzxtzxg
El2JLPWnofmZe2zVVtTTT1Eb+mcqFeMxitzxMy5s+U9QG2IFVnbxDGE+oMM6AgNs6fNWfhaeZ2pY
80+C1G/ICY6KkrewIKbEQxsBdtyHtIrbT05uwYGse+3HkFufx6JD1BUJ6A+NqoBfiax+WrlBL314
CAyWZ+OjQuw7b79nPyodx4ZOJiGSioQbOqwa4uFY/LZf9X7sKCxkxRea3OK9gqLRyoJcHJoOEW8v
isNoNpwPjdEnqh8q7TenDHqcWBInoSOfANvYITfTF6jyWkBXNDXFizbLMdxcOVrzAMugA61yvBog
g4FeXrweihFEs5Z74utTqt3XgMP+hJqSnLQBa2ahYsTuRZ0xrkRVl95I4N/QHih4zGf6fNpenQzU
CqrEzwoTrzOrNMsZSxEp9x11vWuj0JSVw33piJlUvsilCPvR7T8fMRwjpG3TKfEbA7/x2RO89HDE
UyycUuMsW4t2Li0rsuckbTNmmsjjfLhuCtTczTyerAgD+QxK6jeRhiAPvSiODn3fe78iMq3H1w/3
xWWFaEdhhyrmC4V3iBYSI28eAtkNwHumMMsx9QMCdJy5dfJgSE38+fqQl9aVzFSda1aErMt1HdoE
oXfIg74cjOLeiRBL31X4+qH5HZjpu39hMBRGgPoCSSVtO1/VOHSndixaknuryR4tSTfygGFd9q1x
ENLZvz7Yyy45YQeDzQ4mkPYQqzsfbfAKUaOuAFQVe7atkuA1r9A3RyIb9XlbC7cYOmjvYlUUOyfR
o904ORSr0TEqN8qA8OrrP2ee2/Kg0jHhhQD3SbFhsaPmroN04jwFCiTTz9i5tj7GrXTRiHdc30iH
+l7KNLA3BjCgO8ulZLnyC16SbuYF4a4CDMxLxR1+viCY/DW1pfATmhQze/Ty1OFu6qxxl9TxdF+5
noL4cNQ/tFpr3imxo6FXjT4tmLh+LQ+8dG+CyKBqTUpGR3E+Cc+u7C5MotoIm9RP0JQ/0IdAqgS+
dY22qIvvi4y87+aQZ6eqLO21fTF/9+WXmAmlBo1MvJWWcaBoJKIRSpr5mJYX5YZby3xCzkc+Ka2V
NAgKC3E0OhmhbthXOHNlRT3g2FxDwl251C7dMmRTVDEgD7BRF3si6XP0iiaZ+ppErGETN1TDt2Ys
QERNI/XJQ5uGwS9FydRpJfa7NDI0ZFSZeDZflkFb5lUo3Gf+NAs3YfFeqNFeYnD0PpMg5TaIEpRb
abXjWm/30n0zi/DwaMCexlLu/MObAwx8s1d4Oawyu9MGhENNtajfdzoe8a+fuEtzhP7HFiMwY6r6
+VCKPUUxyEKKo4BpDgHCu1uKWvY1OAPlVuTowxedurKul6f3jzEXka5AD6OLqwK3Fipjt/0Yvgfa
VtwGZbWmBnnpraBqSYfNoeMAb/N8diUg5RpzuNRHNBh1xF5Px+lYF1J6W0cvQoSYpdKsRDsXx4TH
5lHAAUCyvEACz4DRMlap3xegwzaIq0tlwwmHbJMa2B92ztqzf+meIKCcgyuXHbOs0Q5KLOvU0FN/
iC11H+RYueIuENRXOmp3t70TR+1G8EqixdystQou7h8iKsoqc7S9VJaNOkcNOzwJfByDEJsLfDsZ
AJHZ8p0SB2I35mt1jouJMlIDfx9xcUEXnpNp7pCkKG3BADAJvXYCRbA9AJbmxhFtt5uc4nOuD95R
b7H1iyOpr1xJl1I1F5wC0f0s0rNsR1Oz1QRY4dTHEQAhY09FOR43pJVy48XPikwbYc5f5MvzzZtN
kTHVGAb7EbYyB9wrQjT3cDtETD1C5huZwa5FEHGjjLAHXr8VLp7QZ0PPX/3Zy2NHLgkUwn2+oJel
bDwk/f6s3Rjor+rMNIjXR7u4nDNhfT40tDsXXzREA68x8Rj3R2UK8K3pOiKrqkbVeiUivzSt2S+N
ZgM91RcudQgf0g+I58TMrdDXTGxraA+EtzkFhUaF1fP6vC4ORzQ+88NwTFsCCSq9muIkdNmpNh2H
TVxk9Sdg/OKXYuNj/i/sSXK7uZE2d2qMRdiYDUmEd4XCVYdTwE7AONpO5RCt7MmLU3K53dj1tE+W
/Gq4TaIMvTjzW3oa6hahRswLDAwdPvTCccXK97p0lRIKQqIGM4kmxCI4VQQ9PU82mS9LI/3Qmu34
GTmb6AlFD9PdCkoI/0KViYRt7rsDNJyFhM83flDgBDMB/vMttKWI8fPqiMYu0PgMcs22jEbzoQ7w
Xn/zRvGgRZLMUIBHmnFeh2fHrbWCDGchgi1zMoJ+4zpGRvMQuPTGRVJ5Jb+4FOHCifydjKP4BBvz
fDRu7MBudKo/TVbAPOtscRPjLnRdj8V4tMNGP7R6kN8lAKGr/+bsvHbkNtowfUUEmMNpx5mRh6Ps
cEI4yMyhmMmr36fmX+yKZKOJ9pFsCFB1FSt84Q0Hq1YF+l2N81umNcXObrrxfT3aNuwkC/Yfecjy
l9hNoGTcoJmf9OZYPXd1AMA9yFWoC3U8G1/bom7+uL/UN94rpGpkeR4UKdtKbvCflrouoFz180BM
R531L60MYd3VsXrOIbm8ATENLlB4nD1hxRs3HGVLSXHkbOKcuFryJqrwJB1VPnAxT8qpjpwWkPWA
7u75/vRu1Z644aC/UuSRCi2r2ArQs6OURZ37I2qH6VmrPRpwtl5m3+a2JF2GlIQyWi+OSW8lZ8KG
/IQnF4RcBDteMU5GVaoYlY/3f9Wt7yy7ZhanmBhzDfGcay8QZNC5DwxKO7eijzPUJEtxhQqoPgN+
r36/P+CtIAEbG1n8M0mkN+BvPUCxLJ+5p4iAAnwoW+84VzqKwJ46SF6YekxpAHeQ+CBpqKzYV1VJ
i51p39prXJWEnvRjeARW7xr9JcAMHseasur8NRbzn66STU+K2TtfKgvXd7bbHkVf7qRV3uYZyB3S
bmYuG+X3Mc1MZaDr7Lu5MX3uQtXGRpDyfY3gfpue0Lb5Fb4XmnYYY4S4XSG3OH+/v/i3vjbhIKVs
cMw09Vd3aDVAjbNGTvWoTbV9QP3NROKN9PCHU+Pa/cGbO6vceSluLTUuwIhRIVMBdHu17evaiOwU
0TC/UbL+m57MynOuJuarM/XVqc3QFo2AH1/uT/TmoJTrKTXTeEZ6Z3mXoLE9GWiE5r6j9+UZCqpy
VacYXkOmiidNH9vfh1RpdzbVO1J5/YXBaVHMpBwCRF3eNT/dYErWBlmrWLlvJHEpTbPxAa2d4Xs9
l8NVNUIhvVDOMMnmg2IGITKuJSZmsTR6mtvo7KIneS0r6Mf3F+PmzWPhfsWOAXoJx3/5u/AcjLmz
4QsWLoy2Xmm9EyCiIT66YAKOigZzNTDgOfbYM55MvaEJWkwHEOfBsRRTTfk3Snbe1Vs7kbSETJoQ
Ag2T1U9CCbMa9EjkPm1mZziMPdB3VgcLxqMXqzWvDC5x2s5C3DqBsu0gs2n+XNcrtLaMAnRM4U1O
lXaxaqE/I4oeP4PLFZfRAjPguYp97BHBDw+wj6e9DXJrWyKmSxWYYBC1Fvn3P22QLB4iDGOU3LdN
9AlOQ0ef7tAbBqw26FXz1Zsi65XNdRRw1JE/ofCNrH984FLBmU1JxUvS1NO/0QgG9jDWbvlPgI2m
9FAb9kyMt+8ip05mOLLbqNNwXP5UNGVqLCYBtHWVOnT4Q7baNyOrzXnnpG7DVpgFsp/JzUiRc92B
SJMRCQ7ZW2sFVbuJ/7V4BKuuxOsLW+Af94/CjVnBdQbNLrcdg622nUB2GvacDfQwMzGUxG9BzFcz
jJEpfnwgdJq5fDQZPK5xG0aF6nER0xV3U0gGRlDmJ8hce+pl8plaXji8JhqoHrqGBBWbEpFuNMyW
8gIN8DIG/uVW7gkYSdwditiIvudKkWcnGP+SSK96af/n/VluDxTj21RvJFRQh0C13CQucQXQsDj1
QVo5Hz2ItPMZlW01/K1S6opaJOIJfzcI9vO0tG3TnAelnB5mxyC6QQ1SEiHQIbbWQbOI6EjE2Mj4
TjwhTZ/aLUqeILxSTow2gXgSLodFZPpOJLO9wnjQAB9IyCdnZB06OWEcloQqpHX1qAeY60VzeMaX
IJ+uVs7wp6g3qz3qwvYGYVAoGSY5F599jXwoUBKsdKwSfJy/5n8oB85Hp8d/2cSn4hcS8/g34fXe
zme+MVOgujToaLRI/aRV2KAooV11HUVP2xw86ryE73AQs2Ly4KF6MczcTHWP97fWjXtBxqNEihpP
KhzI5dZKoizCVYwSy6wiKHHq8t5JnzJhCGzUc6X7en+0WzOkqSHRlFx4+OcuRxNUA8rAzUku7QE/
rblQ9cPsjso3t2kHn2p7q+xcEDfmRwcSeTzT4noF3LUcsQRKYVdekPma3qr289yqYji3tF+q7/DL
6oefW4eEClITxEDKresO/4wrnTXpRuFjxIo4LpwuH41f2NKUsq4mXYpvD68n2GSVfAKoHPXp1UOH
ylZauG5W+EFiZ09zizlE7umY7dpNMx7betoVcrxxMKSrDzCQdym0dcSnZJGG+WZX+MDAdeVUjcFb
AFHwkNtT9mT1nffBy/D92dmlN94TygNcwFQkwAmtezHUKiLAs3PhcwHp3xT4238JEU3P91fz5igo
J6EdCeVrI8Sj1aHZJfDI/HIsy3NkNP3RxbrgdH+UG2eAtYNoQDQh4XirHYngZyFMMZZAM8iHL2YM
3gijAyvRL7PuRvql0Sct3TkG20HBv0JQx4mJxATk/PIYGFFYx13jFX7UxtZnJ5rNLwayKT/mKLC+
YFhsWzuz3K4lfAoyPkCikrW0JlUkhZQwVY3S72wbS+zK7C5B3yo7fZRb05ICu5CUMLoiGVhOC4NI
M4lsl1FyB6K8ng0HKy8DxCBqSsUzvrT3v93NWUkYBxAQGXCsvl0yBU7ronPi28pgvGLiGj0Z5bTz
DGyPGP8+xkPAbOk7emvRw1ZR6LLVqfCHrEhecEDC2irse97ZXAdu28Tjb0Ho4op5f27bm1IOS+kE
kWAonOteK+aTIhsNr/KRgOrfrDDRXmiNY8Jh216qPL49gBnBSzdAwwAMWS1k3JHD6WEk/Nru/+6q
vLti+rcHe73xtejpSdQLonZYlqx2h0CpZPL6ofaTThQIhKuW+G1qqPyd76/cjV1IaO2hUgnudCvg
NQWFGWYUtHxdh/zSV074gk/cv3pWFf6Ix+3Oh9oOxw1MDV8HZguYbH2BTKWJbFA6D35Uhr+PwnWO
itp8sq3ePbbZtEdZ2sa+7/f9ewxGXXhN4sxb6eBbDKOvlYoNXi1Qq2OgJjhT83x7vxR9HnkoBwg8
mges4ffa8NvDwGUJpZjeHg8rFZ3lCccdjvsyFRMnHM3gwq1/xaXgewie6iis4Q1lf3F58GtSNALq
KHEuFBhIzJYjdpYB3UJ4ymuEFe2pHs2zosdI0hQu79usPRoxvI+GXScZDA7OxmqPamoDWbrC0ybO
dPWJBK2FKx1jVMqDb1eHgPthZ8TNOafgTMD3ngjiKbKuxGLsq5aZIONEOmK2T2OpKO0B0y/nn1qN
RmvnbGzOIKPxbsukickRSy9XkyasAYpCsmf6qTyYY6d8MrtpD3B4a07EBmhkcrAQr5Sb+KeEfxzq
0OAWiP1hxEwbOwLt5Oau8qJkxfBokMCEJC2M8y611NeXShZZSYG8buKLcqxeQPJk50kb9J0WutzW
i4yTUdBmlPkcgc+GUMdtH/QWanI+Ds/a1xLAKLKfcUIxsc3DoPhrKOJUzQ6NEmrhh84IcLl10lr3
9pQ0bi0scSzNLpYPWZDVwkaKigneCKaekmNQnjtdlM0J1SGrf008e8957NZmAZ5JPMs9SllR/pqf
PqPX9FbnYAvnuwVAa9yJyvjUlkXbnu4f8Vuz4kWQADoiMVoSy3GGesoncDYAanCgR7AV35B/YleX
/g+xYv6nwcCOUIAjtVvjp4M2wN/aZDBAoD1VAy8Jz3Cb688zTid7sqbbFeQS8TBTI8RDKWSDuFQx
BMMlOfP7qTLPMdpSiODP3qNdq/e14+kGDijfhFUaN8Sh19qDQg80Fx6MLqvGqwVscfI3RNr4Tbfz
5OFTx9fiuaNPRgUEo8vlF8srFLyoj+U+3QrJAxqcQrlg2YOK4f2tsXlcmRqNVmTBCRrgHMsF/mkL
9kkR4DlH7bLO2l4gnablygHhuXI6OX0VhwchZJ3j/qCbR45BOWN8LxJVprk6ZfZMlhqLPPTD0lT8
WFXUi4JKILo8df40V83vOtpzO1HmjYnSa9LlNUaletMmS2iRJLiJRD5e4/G5rSvz99ITw2dejuSE
GxiPwv1Jbg8dO1LaUNBwBQG9Vquv3NIbx4EGRSpdlU5e6TR/K2o4fa2VCbGy+4NtZ0cvhA6MC3QP
+PvaU1CUKg6w4OaweFGU8qjrtVqdhmpSBJJwTpQcYisXe7YN288I2RpEjIR5k2et6f74T2YYY7eZ
781W8ILcLyKH2WS2n3XCx0ObjCFyjl2s7bwV2zNvIrPBeafRR4S0Bj+hw9ghkkjbwRsw8Va8BHgm
roaXh1cURCg4SEJAunZrNS67AI43O3QwU2f+0RpR/C9Wvd131ywEYFRa6F/uj7faLvSISekMmkqg
gJFGWZ/4GTQkTkzl+MqdGhw12b9zEfrDtMvZE2ZeLaAcih2p074C9urAsFmeeRXwlIpp5/RaIOj9
pY5Lm4rqHO/EXbdGoRGD/Qq/mHLb6pC3M7KFRTuNr6rZUC/h/TknppHtbPy1oK+cjDzQVInBpkAG
Xb2hVjCMGNBa06vk86RHQ0uEfi68GjHaWHBWTl7fOOPREc70b9jqODYBdbF/CUkODX9AWfZ3DbOj
z6XaivHcFLmhH2IjC1AojJuM5UfKRTmEIML6Q5MDh30eVBQvX8wyUdrXpueE4HmVi+xC99kcrvpk
lNFFzQKMBZXRmOyTN6vVc2hGQI5EMJD6HSbTCcNfEttpote0cpvi7FVTPRxDtVZZKZPk7UkFdjM9
F57Iv6Vp5OCaVlfG+Ngef187oPxE/VS4OFKrTzTrWoVmoKu+iq5onoOs8s5aniUXZLrFuc6F/hgh
SI5H0Rx4Dy0Zcv11VUbLU8VU8kF7NQZhHjWjss4S3HjoZiPZ2xfs4Z8Cyv8NpRPu8GrTJF6HPHQm
ensKZu1VTdv20IWgHuZm13VdLtB6FEDjdBvZgohZrRbQdKIM+aoRVyuKx2jE1mNwGZxGO4daqhz1
qfu3TTS7vEw9FLr798WN48VCygDLAby0afsbytDn8ZiNr8KSPnRKEX5S8UHd2SGrK55lpKwJ5orC
Hc0QSpHLq4KDoNojMg2vnjl8tWM0HUdXPYgi+hEignGYgr3MZjstU+fk0SKUAApauMsBlaIb7LpQ
tNfELqqnJim+TWa1R4m7Oci78hRFEhnWLQfBX71rE1vor2ELhL8LtejCfTGf7n+h7Y1ObVyngkuF
yaOTtooa26xqDYXe+SsgiKC89NXcWAfA1dTH0dPeZRPe+FQU0SDFo3YGMHc9KcdpRTAFvfk6Rp72
e4eQ7rMBLf4FxEL4KqDmX8Z0Snbe4htzBA/LsFBXAFmtxYUUS2uwuq/NV5Ji5R/TrYNvMya2xQnL
DfFYFM5eBNTNaTOl0QudqlW7yMJVPa4T13xF0ggtRcVKT2YVwS5DkfYU0JTbOWGrmOp/48kGnNRS
oC4id9FPoXGa20MYUJB5TYJ0OGFgnx+dsUHSuOy7A0rH46f7+2X7AWVE/G4RQeuRxuNyvLiMIQ6i
lfFKLIyRZjAZVfvsKG5RP2te44gPuHQPgPWzPLV2YtXtPWYh9swzQBAJhH0Nu2xVQrxh1qzXWEzl
MRjV4C+A0IClwEldxzqcPpuwGY+j1u9JHt1YZIkqBZpLBQCWqLGcdEJHO5xcRO3opw6nKgla9I2n
4ADa1D0UxWg//FGpmnBTY4jNjcYNsxwPQraoIMJS7XLC4gCFPL2mM+bbRpyl/UH0U//v/a+6vWsY
D41FEmEAtKQCywEnb47MLG6VV1bfPLQtXqujK/baD2uIJ5uVYaBQyYnR99gI6o2zmTqprbxaiuUX
Zjqfmr76c7DUf63WCA9u3H6JI7c5Oer0NmjWk5uM484mWtVw/vcToK5wSJkt995ypuDGpX13GPqd
aXfRyR4De/iSliQDKBl7bpscKnQF8ivuBFHwo9M0RIwdFW3fnXt3e47I7mjEkHOR1tJFX/6O2dRF
lMZp6Hsi8A5T3VUY24qm+tOuIOBWCcxFMxrFXpFlO31pkkfyRaWSpGgt59k73kijNI/90p7sJ8gB
zXQ2qxwr1ibS7QmxZdX+09AnyzpUs9F+KzRh/nh0r9HKoLBqyEYUj/XqxXGcWnXiAXhahBbca5Nq
ydkqxLCzo7dHllqSLP3jzMOGW2OsktEJ0gy8sF8ounoYkuGF3pF78HrlBRzBXq1ge34YjfoYcAg8
V4gal1+Ty6oVSdjmPu4rxe+pUZhn10uGp/sr956NLCM5OQyLh6QXcpTrunuEG4I560rpx4k72/pB
sHrpoa4pjF67Tot/lIWpzievGCrUsBVsHYaXEEWM4eQWaOvZldo7RzvHZOcLolTePyFdEu2gecCP
j0mjivI0aV5oPHPjOMkOd+PWElFt5vWlbSBbB8slypPOKYvOy/1E6+wjzX8MYUsE5+8v0fapB+Ak
zfcgHIE33hQrR2QnJy8ofAeLK6wgXfs0BJl9rIBBX+4PtZkQRT3QW1I3me21YWR2wWxXhROUfqt5
uNH2kXJ00S3faaZu7glG4aywp8iB6P+t7qsySLpCw6qWA5vHF1EbhBL1hLtyEKCgeQAM3186W39Q
l1YKREk9C+Il6NpMc7WhDWPIbJRMhN/a7XxsFGx4oZWN54eXkPyKfBhLVaqW65Jllo9xOmHj4g+B
1h/bpg1JO6t456rd7AnmIm9ZOoG8p+g0L3ce/hT4+8YDc0GR/mme7OQ1I7Q5UfnZazpuh0Ig6T3W
hKcL7W21bOOM9HTvzZU/D419bTrTOfWhDW1RiR5+QAiAoJ5Az6B6JxFwy1lRiUkNxOaF32mj/ivf
JkUFBbe6cyKmMT6IoQuQvZn1R+NbOSyWT1gAviMJVzNU26TArbsWfqIbEOraKTn3QzD/HqRRfvHy
THmQrcROZEBAC4TS5Fqb4nncClmJKISvuln15ILSvkZp2p671Hmw7fc+FIspsZ90jKkaLpd0tLTO
zGqNoWKtelIThAWb2OzOKbWhDwnCk58e3f5oqhAMUbkjw0Nuejme6VSJpwSG8IEn2+cyt4pLrikP
gkz/NysqhBwBIP+UUJajWKIz46z3hI9gonoKXS0/ZIM9Xyx9qnbi1u2VyIQoQ9Imw/kUMttyKEdL
7aGdXeHPlhb8CdJq+Ni007xzx2+vxOUoq89EyysMFKSXfGgi1jG2nXY8Gole4+wDrvUfxRr+7uw+
+fYfPhYmKfKu4pOtEzvhFJYGsbv259ANXwZpAGJgyfP4CrLdAbGQR6KxsHb+tcw2UKLarv0OIVKO
coIhVBRPD9+IRCQS2iylx6Adrt7iAG8YUbts9CZI0qOJ2KXvinB8cbTO+Hh/2W7ciJhP00CTvGOe
iNUeB7gYQlybhR/2Xvglq2f1edKiD+EU9zvR0c2RqCkAh5XY23UpN6ZsZxWtIxBjVruT27jxQYsS
9zjF9BfuT+rGPpca/Ny7oGUkfHu5zwljWqPPk9pvx1A55pVeXPTQ+PwfBqESKasJdF/XEWyu2p3d
REXtazKzb/N5OLSTtneYNnHy+04g9JVsEYqQq/u87rF9qbqeDcdJfRYVtjNiwoSJYE08h3mxZ1h8
6yvpEigjo1hMT+Xh/qle4cRUtbxuYlZxMCbEgVOnXAolbt+63iq7nT1x60OBHASNJkVEKNgtRzOg
mgb5NNfQv43qGocqfrUW7mX3v9TtOf2/UdbYsMCDmobGau03cVyfKPMXR5HgrlVG4Y/7I92aDx0E
ghgCMwMMwHI+cBDbmcJk7ddK3D8nw2wew2YMzv9hFDJEPhLbbwN5DvWiRIjQq/0KabtTrU1/azkm
R/9hECmWQzeEiH0dqce1GJRwSBs/0CPMaId2uEaT9XiQTvDMy8fHASG4wf6iPOh6nVs2PoAJ9w/N
6C3v2cTbUb/+h9lAgJUcN97ydVKLmV5rz0HeoBRbz/PBS0fVPtRFIfakU2/uAGC175wymiFyL/50
flrPaiF0xSxbPk0nUgPngMXiw/ksd7aELACyRxyLN285StZZY9ybSMvh1mecg6rB/s4BivHwopGj
SVEdpKjgMeirUXqw0VZtI2CX9doxSWLlZFTd4zccwQh4EunmIf9cjRL2iY1lkQVrAGekj3ocq3/D
hDM+hXObPo9cQn/en5WMpxZJOmUl5kOfj3IXVfXV4+oWfemMLmDs2anU7qmMWqF8GaKpm1+DYSrF
azEGgX2JHQyen2hEt+HDITqVQyrBONyTggCdXi7rkLPko9lXflo3lGijMNR+VBkuNkfYYcpvCAx1
ezfg9hUh62FEqZfMnlkHFKaX4PY3mRwzIpjuWBSKmV/AMcxX3PmgLTt6nu+Vg7djSt0rCdqmckOk
tDoJagdRNAEm54eTOkQnT82E/Ws2G334TTFrxfizSpNwp4gh/83lt12OKX/TT6cvbIZ+pObb+m2n
6r+kFMdOdpS3v00pMej9bbQ96PI64aqn4y7dfFdf0XXnxlTQePRhbCmnsQZFnYmw2nkgby0iWxXT
EWpl1HxWE4p7re3VRnT+ZKTfc7PpDnOS/NLN+nOXlHvB7a3Vk+5a9LihH+vrdL8stTmlpNv5WGU2
LwiK/QWyebq6M17W9xdvM5K8vdjRcBBoa/HELL+TYlD5q9qx9d2yUk4JaqEQkozmEM9TvTPU5jtx
b/Eig5Y2CWeooi+HyidRxjbWwH5QoPqVJl53Stpq74DdmBBRIABwYFYSPb26kBsx9lqsFz3KJ7HQ
D2Eb/zOmQY5HtoVj9cOLR3XcBrDAWabRudoTJibLYnD1HhCSXcJSr+Cq4sjnadVR4L27N7XNffmO
qAcdRzYi74/VfUncZNVNbg6+7g48Ax1Qw+KItr9dP2GOadE2nhpsHWnV9d8FKV+3E4hsl5ZAVKpx
8g5R7NpgRye8BvjEqm9nWXzuKbUcGy3orsNs7ektbDJXKsRsTIh6nG36rqtgG3DTHIkhN0D5YpOs
EWeRnbjJBSs409ez2vkrM4L40e4nDTPuZt4kKf1M6rzcoG44Cjq5teN3LtyIKx2g0Lqiya5hG9Yr
057y0vY8UHVFfpm9Q7eMHuhyuHHo+jRsSxdyc68e20izD6q+eztuP5q0aKAJD0eOs7dOWxQDfTPP
SGY/i6CWn2q3ZXc6beMWeNciHLZzyOXxWtz7CMPSt6IZB6VAknWXk6q0RPrtTIaP9aF5ikogT/bk
1hfdGlVc7IR+bLqYfjJF4KdG6HtvwWbfIDr4rp9NM5BbZi1vY0dgOPLOmX1E3urw4g41QzRG02Yf
aHPVFtbIeOpinIs7xuX+ZbA5nQwNaARsCrVn0ihjOXNTi3AIDkoNlXK3qi5Jb0TaxauiSD9zUvvx
xLNruUcrGrP5XCmN+aDYjkRMgaRj9cFdSwuzVcIobKKoUutNP5kxQ7VSz/2oRcRS0dBoX3CT3muy
bD41sDMNcpRL1EufcH3Ttl3uxfNsW3CklPpJV4LUfrZKK6NNyRt5TosYH9lBOEAjzFbHiNMkUzbO
91d9c4jkj5AmhpKt5RAaL1ddASWRT1lqUWBAeIcrKXuZC0vf6S1sDhEUAOSjyVeoserAMpej5E01
u72LONoQaeXLMDnpqaLuf+qsXdvLm0PJdivQeS5Zb3WA6JSQtGhu4Ftea06XFrOz/BjihDsfzQ49
2MOj6ydNg4AM84q989CXM3MM4eRj3zr+6CFxa4dILYs4rnaSvk3wJMXtSPZAllJF2UhjV7pHsyl1
Hb+nTvfmuLX+twOQ5bka8EL08kL94/6stovIpiBbBnfJQvLhlrPKesWY2871/GhyU2goyCEcaehm
n2xk1x698XidKLrLbj0oaPLa5Vi1bmW4TjeBD5e+QGVdmeqTUtXVWW1MC/dqTMqBSipurp81JbIz
xO/NeWd9b8yX5hMdTyn7Lps3y9+QVJZLP4VNU6L5/lRqXXeK89I990437ZTi37njixveIPqlZs3r
TNsZTPRyLNvIJNtiSN/qQBPtIcLBvbomfHjjLVVFV5/tmAv3hLsvnik1kUJ7Ueu6Nq9VP03KEzdi
Ri5ghQ1MjEHaVSdGlEzf0Hgp6ouSxENw0IvWTj/Us1H34DY969+6EVZ5KK1emwZo5HnfH2xRIUId
pZ7Rfa+n2GQUBNHrU9JlXXuasqREoGniNJmHNKyhVcLyKoKvqWkGw5Oalm54qLlQlMOg2c11okAd
HJEVMo1rarbjm5a39vAp8OwgeE464HK/aIMi6lctFHV9arwKPY2xiE3judCtMsH02mxzAHSZmf8K
v22aL7VZB+NxSuYx/9o5kHOvdaiG4TnR22Y+qRZ50cHN7PFP9F2K5KgaHIhznOcIBFYJxN2zm4ej
exjc2RCf0kbvMaqvbUt5QlU46I+csyG8sK6qeZ5T5Ho+dQWtu+agTdPgXVQMXetfI/zf3eSQkY0Z
SIgI0ZpvtTIIjAZVrf+W9LWb/zHqXZd/VOKaOnBYhWnwdRT4OfVHvOKj4MU14qL7GIy6On32jLKZ
wKTEWvg8D7VWHSrkqaorACeL+JfI0/4EcNYtn+6f5+0t/3+NGAnMqE6u/ax6J+aCKY3qLUIU/txg
enWo9LA5PzoKTHvYetQC0BQgNFvu7Nxq8irrsuGNRLz7VOVmf04ifa/LtA1R6C6RcxlQZKUmxGqU
wDCbqVfkBW9n+gkro/JrraK+ey46BV8dsyk8i6Jy0v/26OyojbN2SGqxN4w1cQ4NiLjG6Ch5U0Qy
jMdkGsxD5Aq72MkStnc9nQXkWpGop1NHi3e5iqJMTbXj1Xob0pZD1pd69m8GIfg7ux8cUZ1pVrXz
4eQ/ubySGJIZMT1Kl6DTl0MakY7VqDDSNyWdS/2iNyLIzgWU4P4XdCFm9+HdSJqDJCSb5B2vu3pd
4pIijasijpAjX33O+km7BPmjnHfCOfr8oGRkSMl/eKuYoxiHcIbtGPipYbbXCmzk57Kb+ycVzbsz
ftDg+R7dIAzIB5OKIbITsIofdTMxE1xhAh/anH71EvwrcIN60DJOTgs6JSgNXqt36a3lt8opQRW2
HSdv3mCab8Yc2UdHCZ2dT7TdhDSDKP5D9ADJQPKzHAWweoMRYp6+kZ8afwxCzN8jA1cWo3Lzi6JW
xU7q6G52IOUuOuLsC5q5iAYvxytGbUa5ra/eyiGzPmiE+P0pwA/hV7pV0QszVV+5FPofzaiNO5W2
W0PLFgR7RWLW1xWcNAvzse5N8VbAxu2fqiJDUBdBkhnDoslwyuuEaEn7MmgQ6a4znbIdFsD2bqYv
iiQTjlBAD6B7LqeehfpM1cAe3ky9mF7Qug4OOYWZnQ96axTE7WV6JQdZQ1qDlCK+bWXj2zu8U+RK
/GOsqnlPKml7k1Bz4CohZOQIIFe+nEwBZAxGUD++JXXxIQoU55i2YYJ1DqSa+6ft3aZ4eWlJaDcZ
OakL6OB1NWeOTWHURjK94Tk5FyDxw+izsKeuPTrZrBenXh9m92PVhLV6Jv6wxMcxtVvtMEBVGf4M
c4X6mRjmIjwkVqe4Zytwhl+sIVSsf7wIM5iH71iU+WD12NJAgd+7uvQUJws1op7pjQBIViIz9WnU
2u7NdYhm7i/N9vCi/0d8yVliV9OIWH6E0FD7boZW90ZE29eHBt7wUxEN/T8l7devij3UzeX+iDc+
O8cPxDv8a4naXpWbjCCth9RK5rc+7foX6Ir5caK+eHJnR9tZxxsb2SOLlNx8ZHZA0CwnF9SpEppt
mr+pk6o9teEcHSG8pjtLuA0yCDC4YlG+pxJK6rUcxYlVY1Yg0751ou+e9MSsvsOYtM4KdcGDh5rl
Keu6aaedcmtqQLClZDpyRZvUVSrCh6PXMmgFEb+Ki/yoUyPdOzg3PhY3DhUthFN469eBTFj3XaIk
RfEWV5QTPBoZV7BIxXFQjfSjOc3VHx1CAPkB0thwDerhZVTN4Q8zCbOXDJ/GD3TP63NYAnOzzXxP
3WKzBhQrpbiyxIxAxnsXWfy57+HFkz45nfbW5wVFAsttDqri6M/39+t2FFlCBxoKhoia5fqE0JWD
YBbiGB9NYHbnONXOLrj7na26Vqrk6FFCJ0qVfCSJRF3tooSct0z1tvMzPZ/sg2cSuP5A4qFrfgln
S6ivRUdK+0RLeoKSNztudc0Ud3ZfRFiE+jHokqQ94xs9j4fRHnrKJ/OU7wm7bbaDVFXiGWWXU3QE
/bnc6rZGk7Cr687XFV0cktgAZ4eoz0HRU31n622XXdIMKLGB/adWvK6lgiIgAYPH7dNJqY+9E5VX
I0m906MfVx5ZRpCDSDGb5YQyxIZxWRa9P5oNGBNPj65UT/NHoz3JMJa4HJDGlAvfn6efNqpqpo0G
ll71Z8XWXso+zU9qNyk7W2hzlb+PAhuEOiHulGsss4DTBk6+ZhRynEOXWH91xvxUCoxn7CDcM2zd
bgWKWGwE+hOySbcu01lDQvKZGRq1bi+ID0YKHcRqREilOzN+vf+Vbo4le+XSlwpbk9XZKIMGCidy
l75SJKiL15F5LBXeDc+m4Ht/qO22Y1rSUgfVMmCsa+o5fnlZhwiD5g9taB81NQxO8Sz2usSbJ4NP
BfYXAjEKJFziq1d3TrOh1WcWD0+58jR0xUR9plO+tAbUndooq4tmx3sksJtTo3KrykRxmwyPths1
lA41f56m5mIU1ASjtNsr0d0chZACDgn4Zt755YnSujZsotLU/Miw82PXFOKD0YV7xha3RwFCgzi5
JG2sOo92O06jAM+Jr1VrHYMkEc+K0uwxrG6OAs+bWwgCxQZdmVoREp2Ty76rHfT7E+5l0Sp7UJCb
mwH+lqS+kFGvwYj5lBZ2T7Lh4yI1H/U8frPV4Csu6V+Tsnrti+Axq05eGjbf/x9vXcaP1MTCH4cv
lFTtH0WI1UnnhdXJKro9NPimayFHAidAz5vEcGPN0yCf3JmTovnGgBlnr7tPcVg8ORFCIIaYv4m5
/CPogk/4PTyoIPE+R1YTJizlA7qa8sv+dOM2WW21Scz+QAghuOpdP4Ex9oqnjJTx0XiWSUp4FeAa
0gsK4Muh0pZtMc9skqjz9CNG2e6h9AyqkUO7l8fc2o9cuADBeUaISFb3oErBuaFdq2Pr6eFK6OXK
iw2L+nr/Crx129pk1hIGRza/hibFo9lZUy10vw4c94wNz48AeMTJDdO9JvvaUI3PBCKIwjZ9XSAl
NC2WaweZo6mCrpz9wkgj9EtHsEdTpR+z0imuA3YWb90cja9dr/WXSmuDC/XO6qlow4EyqLOnpLRd
XkDixJHIcRCNQdJa/pq8MCbLnM3ZH61wOhaZh9j2XBgPBzYkomCwJGaH/u1acZreTx0iM6r7Bct6
Ctv+D2sUe/IE26lwLbIfEd2hgbBRwaTlm1KUMSY/VCrlooU9Pmhua+7slE3EgXQJWAza3ZJwzuO8
XLAgiDot8iLHj4X9y+Rarz1UzkOEfBft573NspmSRbcFWWoYkmCCgGQsB/NG5ET7pLF8JLXM05Cb
2N7kxp7k5q1RoFVKiCHdHb7RchSAv33ijb3lW7UlDrbeexcz7fb40TdHoWgLbxU4AgiP5SiuWwPG
gSfgQ3OPIQ0rBg73YfDl/kG+MYrUppCPJLIANMyWo1TALswZkqgfGuV8wgheO/etMp7uj7K5LmjJ
wYVBplfitTch9Dh5bTMqiYtCVtN+ERldo9hI27/RRel2js6todB2gqDJ55EQzeWE3BhB55of4udd
XxzKWe+vjkmTMfaS+tEuNLMC0CQdUImJyH6XQ1E2zVCSyuk0Kml0wn8V7REVffImn/dgYTc+E4ZH
khVKf51ttxoqLss2VxqamqGK4WsXaN2r5rbTo6++nBDsIXgBJDp0apcTqiPqfbERMyHP/D3GFvrZ
6DxkB9zx0eqhFG4AmYSFHLEmAgfLgYoWHZc4zMM3A7Whs1vpf5eI0j2aURFQ8P7xfEhRqk3q34kw
pm6hUXMeis8YKUbfFETtPt/f2ZsPwwGhPqWRuzl0qNbdZjo7Xdync/HWqzRx6gYRY0dXhp1NDaeQ
FVlUJ0lq6DmQhlKa3JLJ1IKwULc71x/qeipPle6GHwWWe+Oxo+1ngtjWS+eNBRHZKZrSIfw/zH3Z
kqS4tuWvHKt36jKDrt06Zg24e3hM7hEZU8YLlqMAARISIMHX30Weun3S3aPDO/qpzcqyMi0GOULD
3muvvdZTOXET30Wwu3QvKfSz9HNd2qxdTW0HnbgQkbBIUS91b4VkY/7saC3mpPB61HK5Y41B4lZj
6G1FYMUygecBum6SPlQG3s+QT2438HBlKmvINNUJj21qZS7sfkzKQgT367yvVZg4bqX9FbeN9tYN
0X23Jo7SzYbC6NFcDmMcdhsS5c26hDJaNCWoFBn3fmr4rF/A20OtOOxMfElZ4XcX0JMlxVYTxn/W
OE5+IBb3nPWsq5hek7bwy/WilT/0ifFnu8y0ADXn3hikIHc584tiM2lHAm6yykleuzoO4NwAgBmO
t05bm8RTOXnlzYC9i1ib2FAvgJlFUvK2+RQW4LKmRvguSzh0j9trRCVGrju/mu/tWkWfmaNrjk9b
iyIzs+W/xj5wkFU8tbP7KRy9oL8o4e3rpuhis9wEQhcddJqjXITuKgQZQ3xXzcDuQHpxHCiaIIpc
t30A199GwgxsVzmQbLucpNB6YxSco9asQof7RY5EF1oW0Hgb73TpjJ8tANag/eBaD+qUFFbu/wCS
Su00nE09/YTnXOSmFVxV+rQ1jVBpHVZ5dD8jWiTrbvTFmLbNOI+bwGmD6qIPIwNlgYZP2rrB7Y7W
TF/6dM8xReVXEumcrWwAgMW6i5n3UgSt76XoU6zFimjWRHc2m2o0ro95cU+1RepUhEpYUJCyuy4b
o0rbWBjD6GbaFAVsUdGG7l8xNjLnstH5VCLnnUi179FwPV34smVzgpdhgVGgoi5OG2gVTCl4C1Xx
c55oH6eEyuZbTlV7H1IYqCUBwkaVCqqr+2HyjP1Qz4N3M9mmhokzVppDIK0W2lU6tYHFMzjD8nnb
93bTw4EBWM9dMPt1lfWFb5U7x6+talMhTaYbEF7CYjVbPHZXU9EPIJgsr+G5E45y18A63CC1q0qL
teGVsDeguwxu6rCo6BLU7onZoDxUTUlR1vMr9AjDcXEvwX5K/C7366yEZM7r6MB4KVOgd4gE+gPG
zWKvc4JMwN0+WMle2eEPx+kaOy086TJQTYi77zy7DPeOzRVnCZrL1AvDvnXSMGDUBRGudvo1V779
7f2j8OTmDYEoLar4aFUGV/QYsHC0rXVtcbmjgLDWPRHlRVBa7pPsIen7/lBvnLoLgwm8UBdhMvLH
w/sDziNB4Sold4How4ti1E3qjY6XvT/KSei6hERLjQt93jh2jytpbY+yFwyw5a5DHnQJRrtExyGy
HFDP1xA+//7+aKfPBNISMEzMHOJxRHyHz9RZJLdrXQ07wvUEPbKQJza1u9X7o5xiyAu6A41NdBsu
gg/HrEQ0kUUDxavaTVbT6sSxWpgGdYKiuTavHHdIWOzFxUqxZmi+O2RatCuZlYNGxDRX123NuFnX
HZplb1hUB0MCF+v8w5UL0D5QlUY3KZLmhb16OBcQXMhRiBn7HSNjHGSN1vZVYIj5oOE6erfQg476
AO5w1KcBVh+O4yrPTAIddpDnRBOpYMXYJKCGVo+o4PgrAx7UmoZDS88srJMSMVRHQe33QNRcTJSO
mfd1WZi818iJumjMt1H0tXI0vNuoQusxa0GVKPowceVgfbg7CsxMNMGDVQCJaKggHT0vtSFWNYsw
vG2FYzb+YlYHxadP7y+x06dDPAxI4FdyFICfeTip0pu9ZtFKu/Xi3FqHlu9dVaiCZoGI/XXN3Ku6
hGQOUdr7cFSJSBxJOfQ+Ec8gwjwc2Bs6XIReT251h/mj4LpdKVjRnYn6T04F6NAB+kCutJjvnXgs
IvvrOh1a5FYOeXVHWFStHV9Yz30BAhTUGebH96fz9FjFhgWMjutkYU4c92g6ApusyIne4fS1cdXL
KqsQPybFYM75xr4xFBI8VJcQ/eMcOi67Uop5K4w97JpgGjPo0rFHqGZ6V4Jbw5na5JtDAWEGaxEV
Q7T6H74rq+gmogt/2MmSmijFdgOkE1A6IMCyZReu35/EYzM13BTA0VGcW4xikHz4y+f5DeybRN3b
7hTpXY8TrdmhddOCPdZcB1CEjGHtlqoBP7ZtAxm5CfdGu3uMfXj2gt0oqgjy305JL+CIjoqJdory
HBZzEt7j44G0jdMIR/JiN3v48WJt9T14+eMuspwy9XSFYA9ltOvSJSg5BR3aM411rsLwxo0DQBJd
QGg5B7DmLh/qtzkpPKh8TCi87nBMDUUCx5tgn2NOzsz96ate7jWsqKWN8TQjn2robrJmNjt3QEk4
9Sw+72DDSspsmGafngkN3hjtX10v0UI3PoELp6acHWBn8w4NktNFWQ4gseZleY1eoK/vr6nTd7Z0
SgJmXbJliFIdnXOEw9i2mXKzw81t3UGrkQZbYOZu1jax16whB9NNac20LNIPD4xiO1BkXOO/9GwP
31sdUVBOwFTdAX4QGSB1KykcS2eDTfjO6br6Qi9B8PuDnhx7kABHOASVSlwg+HP5+m+LJZohys1H
Ou3aeiL35TjTq9YKCOT6yvFaNQyK8u8P+MaLBDiJrBZHBHxej9VTHX9QSKdaDIjJv6FRBU0TaII/
5nlfbt4f6nQj4NoATokXCayfHNcpwzZ3vDlqpp2y4+LKrRhUCJvynFPCWzOIewn9wlAzPYXauO9R
BynNtPPzYnqKglJl1AnqjT1UeTZAIfsMEeyNCYR9JDTEXOwErNSj67CfQwUZidbeOTUJ4ckqBkSt
MLOrpDlnnPPGBGIoyNwseuoLo/BwccCKZ+Sl6uydR3W+gqS5f+F71YcRUaAf2G2AKlEzxFl59EBe
U9dFC8HrXaB7f8s0mW4AgJzTeXjjWaDxB7wVBzGYQcfVXd0qhfK0dHYqAluC1b1BZ6lpsveX3C8n
tANABw+zoLsQgMXBj+Lh4ZTpqKRWHOX2bkTN0Mty4YE8x4FWQESQG/urZWJQ2nuQku8mWXRkDeq/
ohRQi7DIxSRtl6VuTszTFJlp/uLqto5WrR0NQQp7UB3vpNvadWqHoExfslzKb1Fehv0l78oxfgRg
Jmxoi5WoVHpBUVTrqRitD9rD49JF9WKxaQabDtN5zJzooc5Wj23n7PymjG6R20DXn4lyYSU6zvP7
E/rG7lqaHbGFkRcCCjtaHEY2OEQq29nV3EbfthOANJugt87bAyiWaiXryg3PhIKnSwV3IgrLgJAW
D7rjKmncQ77MmBa+MRZzN25cgsc0++rMUlk++eFKAZqNNmpM49Ku6x49GXOdsWUQadiRkI9f60CN
ayxc776dAQZNRobPPny9t85k+2eorKcnCPIjEEmRaEOHAufI4Rodcg+UoQJrFCIa4rqWk/M0MBB2
9QTk7/3X98ZUYijUgQGkov3pmM6IC6e3FMdQuVfrGw9L5bJ0h2j7/iinVzYigoU3iYATyeWxblXU
Q7MaNvDeDmipzNpAB+vGtPGNcSX9xMqw/k7gHb9+f9DTR4MiN1TVwGFF5ydaGQ5nEUrLteSt6+1Q
hSFpKFn5FJMi+HBAvTCh8JYgCY8y+rFD2iQqf+KwjtrB1LG8hjMvtnqsw5uwi85xf0+XBWAXkE5x
SCKoxt8PH6gxEREWiqA7Yhdf5Uz6rT2Iaa0Lda6e98YpCTU6NICgPgW5QhyYh0MVIVBZv/OCHdjr
zIKnMRr8qhWrIPy0dXz4PWalrwW6j2Cq5FyGxTyrrAs7vrNJF8uVWxoxPZelIVAqHf2lwmV8u7qg
0Vjuu4nRKZuk1X2H5zMt7yLwROiFC4mNZhW2dlmgRSmG4bMzNCVJwFnpcrQ/1Wo6F+osE3a4w7HB
0YcHjTisAYBNh08JffY21zH3dlKVP3nfeWnkD1uRowHILdWXaSy2E5PwNLPOhLBvLM2FlI9UFiHJ
Qgg7HDis1awBFbs7j/DwevYt60sdSOfMBvjFwzt6PlTacQlAkwXjHMN1IxRZ5BzLYIeWqDgFaB7c
1nE4ZLTq+zsnUmpnQ8V3MwUDT82kxR62A2XGw/6cT9zpyl1si3GnI6hEOdJZzoffglgkcUMJGYJ4
F8F2IgFaaaXSdByQ98xWH931S+ffshlxAS5qW4dD9SGnTY5a2s634nLlwdwCpQTUE94f5Y0HAqUY
OSMALBh2HHNvp5kJYcV1gJAIwHETlHQzujMcsQusnfeHOr2GoqWKj8B1weVO6tEQd2NkECrYOTSy
sokO/WPosDGlMgYK6MQFOgKNM1WZ8Wpxpp3jdJ1ibFTycHBjtQKWPZxMXduitF2MXZUlyWY4SCDZ
ccvs/Sd8czLhZ4DGW9TtoFV9OEo01nCsUWOwK2cxbChMe68LJGJrmNGfywVOdzweKFqI4ItVA5hj
h0N10jKwVLWD3QRKJrRDcUfck7JRzwWWbcY8r/ley2p4yYG00YTSkJxTMH3rYReDXqwa1EZP7gu/
9IsRayfYCXQ6fDJWMd5Aa5E+h01wDjF7Y//jyoVYHxYomNgnXiVc+pCqyN1wB0GfMbrI59GKEtaF
BN2RUVVFKSeFfuKqlA2CV1OPG5uosrsJpQPHqQ6ErPZMxvfW/CNgxi2GDH4Bhw7n32dTBAVQGe58
qibg7HWDWuX0IFS38nkYJCp3vipC1w6vPyz0C6482qBAG3EAQ4GZfzj0DMsTvTjU7BA6x+lY2jkY
6VRuStkPZ57yrXe86K7gDsX0owvgcCiFwglAyiLaja1xE3CaYJrSh9AoYbl///7eOaVp4bEgXIMF
hQgEaM/RWL2GJ3tHdYT11I9Whs44/aOqO6g0NlYz32lHTVMSzUO9mzQrTYYu25yte94P96pqQrPx
mFucQ0qWQQ8vniWlR+AFFAEQ4jGPamxprzpexDttS/+Wj814Y8Ame3j/2d8YBTkOBByhh7pYRB29
0bCkAj0kA9lFejDgnLSKv45BOJ05gN94m0sfAxqhkGXjZR3RjkJeRMNsNTFulIaBdjRN9zpw9Nop
Qv/MEy0Bx9G84RhcpgwxMoSUj+7JqPLnaBjteFfH/fg4BkV+BXodap5RbSe2nw9PH55BCNmADoz2
EVAy/KOTt7V45wLTindhlNeJ6Gs06sX9OUP0tybwVzEPUPpyLx9N4DAqj5KYkR1r2mGVx8OQOjxq
IMhrn7O3emNJ/OpYAylokRY71lwNAhrRqKvJTpluynQvRArFu3MyA2+NsrgtgMeHWYMW1uH+LqQ0
ZgD6swt6eJ/0ENfLKsA8Fx9+Oah3QO564ciiDnF0VhqnaFG5ZHSPWzHYtFwPie3l55pb3ngWkKmw
CrDecH4ch2Yh9IQhswFJKKG9Oh3KiG0ZTshzmNhJFIN9+kvkF2VjBGfHBqlxpZ2ogaXu3m/iYc4m
HFrzo8NUC1ysN1YMKyl4n2Xo1xZO2inXRm9v2IPZXZvYV3dQMXfNPUwzwVgAMCDrFME53LcXmQmr
SgIcc59LG6IrSQcPW5LB7ong72xorYs6B1h1E8eagwVhRy3qKmUQNI8SQib7HmdLCcPdsLcTMmjI
cEFdYaq/cjh2yhseQVIhcSit72dTBvAKssZeVAnqUDmclzoIzFwJmYNI41GrhMIC/DxJwtyg+qYZ
/EXvyyro+YV0uRusfCgb6SsDTasosR0gxZ+1tMsZmlXOFF5ZfulEu5LUvNuWMFLI0YaioSzVuhNB
6W5W85TADWMUiQWJUiYzCr6g/9Xp4cXz44MLD6ERGg5RIkUREZ0QR2nR6EkwsZGf7Vy36de9QrNF
Q8Ga/uAoEQjMv2B8HK2nKl4jAg1okkzxbkCYkYVeQ7O+gVj9+6OcnKjLKGgfQh/eEgYdB3zKshwX
jVfxLuZDtQ9hipQ0I/Wvas+YVa5r9fL+eCfbaVH2D1DnBXyDSTy+LIjfEY6vOrtqKPm6cyGMW0g/
+PBTLV2NCGWBbgBAD48OoACtITbkLdydpJHMeFSJNfrerKtAGGsbuN05rYbTWUSmumhCgIPt4Gpf
dvfv+VtlW0MolbeDy5O/h8seKZICjPAnmnsWTewBttHvz+PyBAc3IUA3UKMX7YSF7nsMgU2K9IJ5
IwJF2TRRFkSi++HrqRCbsMUhv+kCywRrWDuY8Ayg80tU8GhoNP+ANwv29ALgH12KIPotzneE7Bpl
hulWGFJ/Y1HLXmSkGV1HzB1eYWqEemHNDDXQkSTQcBlIPvwQfaOsLalhUJV4YW2RDGsyBqXPA9/j
sQhj5W6Qlso5K0s/QqtmZ3rx2YsaCrm6oZqCVDA5lCsOTElmQxnw/hPJw/Bn7o7RM1pYvTEpJ+gg
JjZIgl9GhQLx+v2J/3UbHz0+6Iqoq6ErBEnfsd6yYznTEEJ6ZAfdAJF0qOrtKqIDP6kmEnz1xump
jcdsgnr/N8lH9dmXoTh3Wxy//AUmROQIVAl0csSPh8tNFuBaQd6B7KyKlRvdS0eiOu1Slk49Y2fA
1pObKUa8BXRwEaFf+q2PXneuvb5VUpEdoWAZaqRmCXpkX0PT+ElrdZu2de9ojKvm/Xk+OShiwCHg
AgEPRXIfnjyjjBo7YGW11yUfXrTF6wRqxu7T+6OchF7LKOiZcEA9wkF+DO8G3QxbL9ZWezVabBM1
jn3dmpmtAXGdy69Ozggk7hgIUAEgA8Bpx2cE0aqBzBqAl5rATSI0nw2jUZqjJb8fxuLM+XD6YOhy
XcAt3CAuRBeORqNFazgVgu6lHkUKBAGV5lp4t04zfNiSEPAH+NkAyPFQQJXcw9XYGAOVPHhY7CvD
UeTpZLMea4jGvP+mTtcDngIiigAngEYiazwcxQJYx922wx0l8zpF3FFseUXJ5v1R3pi2JWPC5YE6
NuDqI+CxKyIeMV0wTBvzaCY4Ea/xjHbepFJtYWfvj3ZyiKNogjsQTxRBIxgVjcNnCvJSh43GvWsH
dE6CBspqpLO+STFeWdXIN6BhntNdfOMBcUeBqg1ZmuVuPBpywFkRzqxne9DcxTYPepS+pt6qsbv6
fPz8/vO98c7IUj3BRbx0Iv4ij/92LRaRob5NBUSjuKI3BOLUD5Xf8NXHR0Hx1cX9u6i4HM8iMJLC
6q2o2c/ODJpcY1krqHPwM+/qrWdZyq/QrcS2AiZ9+K4KWjkthAuavTvE+Rr9KeEXWgTV60efBdow
PmhSixA5oOCjUSwiGK2CHDMmfHCJIYiX0LE7Z4R5eqRjlAAvBc1ikLM83rFzZM8uV22757U3bxp0
da3IxOY1BKf6rW+5JumgH37Vd014jgZzuuS9RY8ABxIykqWh43Aac+0IkI6LZs+daNT3rmzC6ha9
Ma7ZS6SS7cPkiuFrKPKg+rDQ+y9HBg8qKqgaAuFaPtpvq1GJWjmVVnxfF6GOUy4IjOhgsvvxLYbq
OYpCCFrwBiFgdDhOXU55NMeU7/MRei2g2Ddp0ED8jNRh9OFDcZFcwP2Fmwu6rcdRoFc1HLTtnu9b
MQ9roCPhnlc9PxPxneKki7IDWqQgdYO4AjybwycqVeUNllXz/VgxfREyn62LyMo3yMXKlatFmDUN
eKnAx+PUwHhqNcbav21x5p05nk/vUHTtY6ujrr1UMI5XzwR9VuCUEd8LWO1sdNeGSaOLduVZMs8c
hjrah7cjtLvwCoFGo1X7GN9vqB8YISux7+TIM5AP71p4X/w/PBRyWtzXiyLISR22dWu/jptB7NER
Q9PZI1XakhwtpW4uVs1sq4v3H+qNLYguQfCKkT+A43icrCCnmOUkI7HHTvFS3E7eqkR1e01qkBzj
GcgCeKr0y/uDnh6fkI9A+IMcCeQLgHiHSwjHdg6RxUWcKHdJmkMMM0hdhJbxmTf2xgoBsgUEG01c
cGg6pls4oA2bYLK7Pe9b+2cZtvy+YWH7pGDwt3JF+WFqKjrF0OKEqxSEJujmHYUlsSt14OlY7EFX
9y4XSe11rU2c2eE5LPKkNICRcKwAjsTphYD1KA6XsgPvk+LJgMJ4K0XrbkyRhqA7qXMZdEzKurEf
wwmN22Qs+i1WLX95/x2+sXAAJqPJC1Q0HKDHsJ4a3G6c50rtccRxb4XjWrorz9FDc0m4I7otpA2s
+5bbAT+Tz/9qXz5IuhbqDAqkuDuWCPBYQb0oygqcoCHY1x18NCLcT4GAiCrEDwS9hP5nV26JADHq
uoDAufwpIjNHG1s3lfrURjPazhLGwzn86YSKd1dwaCfTpjdup5aeHrvdvj9Rx4sQrQFYCnhHC79i
yZ0OF/ug0Xowzk69H6NWZePMLqmV71ufPqN2/FGcaBkMBByAOEuadqKz6jp8cKK5avcFVw4cX+sR
Hqz2R7MXjALpZhxSC5UJqdLRI6lauH3T9nIP98IwDQKLbLDUHgMieAqmRH/myjle7MtwYOwhwUZi
gRrdMsO/3dXCB3Mzjie1L4UVbXofV0xNRmeFjqox1bGpN2rS8UrKkKbu1BVnTpHj0wrDo58NMRKi
I1zjx6I349g5bFai3xdjngNuRcODzO1x/f4yOR0F+/iX0gNORRzJR2dHqCD/68102EOlJr7p0CzW
XJim0+cC5F9lkd93j4tWdxhEwPNiKamGx2FCqGqrJcOg98Bt4KLjepWJN4rM9iX0Zud2Xcdz9dkP
rM65KyQEJ+YM7UuQjwUzoIdWUmwPqgO04KLFtxa0fKhGz5436GurTBqPGhIz0wi1GbRYkqpKBhbG
84bmTfiVRXbzUOYADZJGFhWclmNKXiZowaLNx7YevVCF1QdjIjwsUAOkvSBsLb6DR9UUj6HVz3St
2XNivbqjX2wKXoVndvhJu9IySoxTEBICGArb/HCBeh1146YUEyDT0XFW0gS9n3QgvU3ZbLVQfSLG
AK6yTE+g1ksNbfe1h92/qQIaqzV8risIskigfImBto2VodDk6Q9mRov3AlYyti0KuwBRjpI90cUa
aNws9iOJEWs3TnRrNQMK97/W8X98M/9Jf3AkASDbt+qf/4V/f+NiQudD0R/985878aP91MsfP/qb
L+K/lh/93996+IP/vCmBeyn+sz/+roMfwu//e/zsS//l4B+rti/76W74Iaf7H2qo+18D4JMu3/l/
+8V//Pj1Wx4m8eOvP77xAUcXfhtF1+wff39p+/2vP7Aj/+P33/73l26/NPip/9V+51IiDvrXr/r7
+398Uf1ffzh/gsoHaTvACIuADAphf/xD//jXV3BWA0nDzUxAh0RZ9o9/tBy9hn/94bt/LhVxcA0R
ngGEWIIJxYe/vwTRJfCwQABZHL6whf/ncx28n3+/r3+0EGPmZdurv/74lUb++0AATx6l08XoYUG8
cCwcR2Muaa3el6yC5y23v5ZjFe19ww34HjNPZ8DViZI13+Z9FD+OUd1f5ENnPeaduEYPJ0UmY61I
P6UG31M1E7pDfB0n/mjKJyP9MS3hHwXGaRevITLcppUZvzW2fJ0p7iYYZNzlAlSKCLzplRlIkSIZ
Zds6hOSCrVrIT1NfvkqnfEWL9Weh5ypruXc1mfzRDgsP7cdTsck7eeXEjZV2pn1EMj7AH7b6kS81
LQ4QgFMfNgq6ee6mcVypboouXZf3G8/tp5WDfQChdRWDhmv6b75l3+OjNDfAAVPNNXJhbVTS+qZM
pAAHjc5xCRvRqUpaBZEjRkochjqEcKvFw4zp/gqgirUG86hdzTF8QHst6Upw7zv3Z0hwaShrswAG
6HExPlS1uPeo+J4z69mHdTpmugx+Wsa5jE1ZPKBw5V+wSF8QyCFfWIx0EAoR8+U8xu2/SMIf2rUP
vMF/xxvxYPP+H7frwXdtfvBlU6jjX/X/4Z5ejvJ3NvWgelkebOrlB/7e1dGfiPMhnYsyMLCgJbn4
16Ymf4IHuvSMQQ0BexuV3H9vavInCDVoN1xaj6H/sVy+/7Opwz/BU12YxbhBgNaizfMDmxqJ6WFA
AZr5ks6FsOoMMB7+t3z9t6ipomVfxDNMIG0y5pdqgMpcPa2Mjl5yWkRrL+ouQTnf2N7GE/YFxJL6
lW9eo7Ia0tGFp3fttMUDCaYBvd5WwR51xRcl0HSiJtEFoJmCJUURbHKPp6TxaOqUAdINUOeT2jXr
snxQk+dnjt9vQctYSd9LwA6hiQOQMabjdiBx4rIXkAL4tUe+SjlcTm6ctEXOEt9IlvkK9ErKsjK6
ZAX6ssjWhGOdICq9QZkh7Zm5VzBqaf1ny1FJT9DHZEXbrpmrFD1wOz9kNYxry2eYynSpNqiCRwAD
5Q06/BM5W1nDqku7nj4bR/foN2GbzhHrzqpS2TZQVM9fRjgPuKwvElMNqzLIM0lfcTcmhb50xGvf
k0SU8UvIVr5gyeB9HtrvQjhJa55Ha3BR9XG9i4g0GXyjWaJCdSkH+7Grm02r9OPA/G9zMYuEEfbI
50t3irOSMLKOWX9dKzvxKvgXWZ65Isy6iMY2Be1mPfgM7riunFNSFRe+vvdMfgnQwzxFIOSq+CEC
wQfEvZUF15ihcVIc5DtZFR6YHc2wYfCtn6uouOuqcA0llQvLQ3XQba5t81pAL+iuBhftiYu4e3Cs
criBNc1T30MWU/avFA+qbPvF6UVS291n1xeXPYPBgvxUFSptFCiCM9V10qCBJwupX6M/nF/U3F1F
5OscWzdMzVd9bcZMGLECqfcS1qxxxiZvC+WFZIy78kkOKoWFUzMnlS1Xdsz3csqftF91X+du0D9i
8ZzjQgrM9AU3VkbzeD9U9V66Oq27O9yUCbrAE6vOM+IZCiQKGQmYFLJKoma+dtG9oqT/gGYL9WSG
9hEmMCoxTdtcgPZarbsqb5PeXkQnubMxnpOispxF7ZgG7SM6blfauSnn+s4NxVWYoxOlwQ3Zx35a
VOQWyt1Jjro8rIoumiq4gzTWE+eY0qlLGLv0azdRDMwkEm40b7Z5U8E55UaE2zysUq8BZanwLwzU
Hag1JNJtHmMs7iD6XtEm5fyKRc0ONSOoT6CbLriCy+Aa19mViw58QtSDW5BPZf0NDW+w7Xt0xRW+
9Sb02LBC1JuF4+vcfCXqLvSrS68YMsM3AxFZ4ZiEsivQ8xIzcHx+Z7pCl+dXJwfrAmJeqV/c5RCL
zb0mqTqZQztG4iW3yWSptO3Kx26y93KunlFmvbVnfz27deKEqQcqZVKYLo2jyzpu62uY/iQdEQ9d
SO9EtPVMvY1y0FOawLloFHSy4VoBxYmqE4k70iERnrmwlPXTlFF5FcTV3mHyxuuGn7osXxs5QNNi
ql44RWJfFPaqG71b4lZ9AjeELmurAJ6qIPq9zELEd9A8aTfgtfSZjXNj1XrOQ+GP4+VsYrVrZjKs
Zdf6CbIlbC1pihQcrzFpidy7KvgEEct7FusbRuSmqqv2J5un4KmOtHaSgSLMd/OHwGP4fivBCxOl
ume0XAequKRA62BZdQPqViZRhpaResXdXaR9E4okcL/CegSEm/5KTtanvI+rNELm1ei0om2/MvFI
122thtSKJ2dFh1hnvgWxMEiT0u5LboYEkTpoqaO7a72fumsyXYXmBdIkcIRGbjaMz7HX09UY0uK7
zjXUYwIHsi4A/Mh0Ydi0svNYpV4kW5EAWnzVMH2/dmSRp0Ub81Wp+n4VMZtsVItl2sUwD2AqsDLV
7VilpqxaCjpJ3lPU77uXxo0fCkfaG7iuK9wUs/1t7GIvJbz2UyjJTCu0J6Ht7tmNupcKqgyIN19k
c2lJEt935XehauznGuLpXZVM2GTVxYjNIUwCl2QLbB/70u9pMpBN733jMu0ptobACdldTQg9wXZ6
DaumyPI4v6ipd8kUvMOwDAXHkvW+lAUObgp0uJxS0K4Spussn+yUG/+m1vBlyWdImzjFxp5eFM4z
N7I+o5M6i7qGJjDQgyjszKNVjZpgMiGBckAuqzQ0euL5WjTVfRGEn0C1p2Vq17y+Ek18G4nyVRmj
ly746xiPNyKLHuWn0r1WQTaEeYJF4tpzNsd3sU8/N2UJp94W7fMxWi2vff9Th/O1c6GbYlNoUavM
ZWNi9WxDuUk1SBcECXPMt0peK/qS990rZAizorscvSgJ6i4ZGpmMCHBJA8ElkF8gI37bjf0m4tZN
YOrPZWS2YffY1PIlFqC+4hS8QiNGnWjqTUujHlC1nFeJCOt1QWD4BIStSKFwA2082SVz7+hE6fHa
0uzOxdhbfxY9+E90vhBmTpvotoXCIXQyU6SRcLuFouSItzxBr2uSa9pBKSaWMbToe5oWdb0ZxvLK
QAJ1cIvFVWZZsVEa8HHcksX+sayrKRM++8wt/pDr9qtfiysjIzARmjxrKjdtsIKtOVxzVPI/Da2z
Llj83YUGfuZS/3sfkucegvR4vP7Sx85PqHLnZG5kuJ5cx7rKLT9P2gBLhbQxJIJmXCWfTWjhwDOz
t2oU/Mh0/eLQyWxNp7AX3dgksTVDfQgPY48Pnam2nJA+BdFxDRXuVRXJl8BrHiwnv3NAEFl3vVgX
XU6ScWm9hhtBufFxVBX9vAblcM04SfsZtLvQrHOzGbwq5cN/s3ceO7Ir2bl+IjbIoJ/SpK3M8nZC
1DZFBm3Qm6fXly1dQC3goqG5Zo0+Z5/alUlGrPVbFeZAyIMzHd3K4sNXLU2ikoRsXTCZbE1ceMaZ
/t37MT+iOsgDfRb6vnX5dNo1cOriVLvToSzcILHms6z3TAcNCZ9HLjERFn2yo8Rzv6EFdBZ533Qi
GHXtL9q2QKH091f5aFTtszKrx1Ub74WzPGlZEy9mUn2aVhGUo/NctMOnrv/A/ezH5scA/577s5F+
p/ZI7E99nPUxXLT5gOB0XwwdJ8Kd0rsgrS8Z2bDeVyJO+vSGKz7EHxbKKp7VyV7fa7+OW309FPnB
3zhliWzHBBpp/psJHe7N331Fi0G37ERxlfzBaUlDvk6+OyvCusCKZYd1sxzIQ+C6qL7y24A36LV4
70o7Eokd0jYYeGystocVn8StNGDYPhsbuoJJonofn/PZc2LZZUGT5D+6x6s0FueUdifZeE3gdtM1
zzB6uWfCq6LaqfTrsrSRHK3f3diC/VC25OXNAfXhTjdTTl11oDC4DmEgotauwWmbR4fc8d5bftWq
PczbSJH6pIXYP05COscSQ3RDIPrOdppXL+/jwWufjP4iOh6DTDyO8sfVi2gzCk5b/dRjpjW3+oGk
fxltlQdeORSc8+Nbi6LPd4Y4kYkRmF0S4y7cKem/WVN3lIxOV62UqgpxFoR9wcEJDqjz7BOglU7V
4gTO2oY68h5kMUHuNd5u0Meg6k+mfRmrRefQMX+cZHtFf1sHmGXCNBvdJz83k4PDmhzib31oWOVh
5h9t1f3C1DlEPqmLobM0Z5lrT2Xtfy3UZm4GksrOIAqjOM7NH7tpIwQKkunSak6lPrMHUNJo58/j
9gqYTnA/H2jTH02i1bNNwOY23oXUs5PRdW+DtR2kv77bODgK4lZLaZy5J8KZlTtv9DNARiRFdhFN
QychlLexjeelp3hSWdPMmb0EmuNWu1pYO3zIgoNYqFjl2bl19FjBxQQbUvq2M8KqGV/yfjv4WhGx
6rysfOTaXJG3yKGSb/XdVAsvgrssA2caXr1qYdYd9Sye841GNHUzehCdlQ/fvWQLmEf9N6Nr9+nU
nP/FYujXtHIsDo+p3t8608JpxGMYaalwIqxORhfSHLAGmtaeCW6Th1Sse9K+zMNNfHIs8zSSQ/IM
wJI+lItWh1Pfqddu6zhxs6bCGqGtS4GcLV8Cx1D6zppqnFq2CrZNt5il91C6/BMKx5wavzcldiFH
n4qR/bwvXpM8aIJlbzJFUG7DslsT87h1pjrg+X5ZNO3qea3PA+/xRCqy/3Y0ixmhrTsTBW6EvHss
fs1E3KKbae+ZxzqQ127ypTn+A7rKLqBpHD8ORVFr7m47QcP9saQyKlBFw3FguUAtzanwkye3M/Wg
adQ1kw26dvQN3ZQU4VT/QWYcl90gIseCO2tloYV5VX8bTp4/SPKN/hj21h+80itD4N5wloxurWlu
4ezm2t5rtP5ucK06BElnMpAybOXo3zkDF1mXaoG36NrJnqwXoZUZ+muvCUs2Lbuu8XWK70n05q6p
x/YgLXIY53b2g613qsCdOvPI/LNXRsfhpwh7o3IoAJnHgNPvYLiMAH/10BZH6XaPvY7mkvEvk0mA
w+2Pu7XBbG1j4HRp5G7ir1kXd/Xm3Ltjy6zJy4JTmVBupsfBIPqso1c53OY6u2eO1yLJsrsfBr62
ZKudUNlVv1s7kyw4e63Yifov1YkP2tueTCUO5NrdNW1LyGJ9v/Bknwv501reZ0cj++y7P7XMo6Iu
/naTHUgCo5AFHUT12/Pf0tl4M43+uSutF/oJslOyZr811/m2u55gw/7T1cYnafLba5a4r7KujLvN
+VYpr4Iu49XPGJmX4dgLFZlNG0j5p2KJPxM/LyOPAG6isUwnsHvbCdZbTg+45tYzSOTj9t4hrdrR
lMnUvpaESqmrppEt0G+PQi3ZwSy/lDHiZNOnJpD2cN+4rRPbZVlGzthfNFuzr6IvKwL9mh0xvuHW
6E8914dVFiexqFMlx18ZVvvArTfFIeMs+MJ8Dj1QiwWrc5q+l3X23NTlNbH7qxJFZJcMU2r7M8kx
MLl4w6wzErT4WdQOXNeLw9C2zvHq6WCY+Z6t/KlU025AdgGesX7P2nQYt167c70UhjsSRpqfYYMf
an3CJ+60UWPlLP1uyvtYf9BNswM4VSGYM0N7Hded99HlFR+Q7g1Brfw8EG4augLfq/El8+FBZsnB
3pzAvF0kwmnj0svLmIwrltU0KsV2Ki1/3+Ht8AAua8M8U3YR6OX4aouK0JfK3SeLu5s8IyqMGS1v
EdDMF9qMkoHPSVU466Ejv8JNQYhGU7xveUryrgW8YfSs2Sro5uGYjfRhuu63JZtD5fUnBOOv3qCO
owmksSRaiSGhaIPVL+9SRtR1SoyHrsuutpxDsonfwPonuhZUy42be3qQMbYe0l6Nd26zZoyiy3Eq
VzjTDLvvOxPReOe34jdAOK6JLTJmRj+oGdC0KbWv0zovKZv4Yhwzc5XX2b0NJ5qJlijYlLc8unNa
ptFsO/Nj3k/ZDc14Nimf5H+Y68egxGlWBaAU/H4wTFkdjnn/q3Xs2F/+5IsVFdXwksnlOknzb0NL
JCfm3BJ/rDQV2la3vqYJcYsAUjA4UcvNa8Xjqq8jFzANxm7eNgdAbf2pTeozf+2BNE3I75VvcOMl
iYdZo13FXO6nZoinug+bwQMtT2paDAXDVQX23V4yXe6Kymn2+uDVEcpgJ7KG22e+lZE3t2Eq+zgr
s7fEbmJyqKpgnG37zgbMuU68GqHBikxX1YcqvSPgubWrrb6NbDVbJ5j3p24s5N24Lmvsyno3w3Ps
q2GBwOdSLhZ3IRUzL17aDlcAtIIeGEgxKUktPN6qkSekWn5XTR/bBtRsPq4794ZS1K7FJnKYBzdK
pmlnVHq605O0aGO58NgPU+pcOeSLd08A7OXsApzXn+NKDyeBg4E9ONW+I9I0gGpar6PdL6+kNa3f
WqmnP0UN3DleKRI7yDb9DYEg96kyE1hOVA4e/SQEichTqToSLZ3TVL7ZBns0wc6pmpDTjPbz6Gah
PizA+o6zn8xjv1g/JO0DEVGjgjX6cWnqHc3buylJWcj8lirmUb1rpn6stO5p5iUOpjZ76vUpCdLE
/hmybn+bUcjOjRP9LsvPmqFjS7dCy+73Rle+eOZvc5jCUpbxUJpPfk2HQNWaF3ec/4gZ+4Nom+PU
FWfpVuVBbMlTbrWXVhh7fQGaWif+32ng0S9vn0tWyqeu0i8V1bg7PZ2sQGtN+V4mn32+3Inhya+e
6Iek34fYCrUZ9wBTFLeCc5Z7lS924Lqt8bX1ax/2uY0kTs8j1ZZXq18uMvmlzGe5uX1QbGBynfmx
qrizPwS4HJjeslVQzEgEFy2kFIhVONMirSbutSVvBOPhB6DHiXCog2EAgeDNOLkN119psAwY7fOU
YH+ypP2p6dUY1IWDQ5EJHaA+8ArvSSobf5XztcLf3oxTsdMJGZLj6YKstOfcfulT3BUcZgN37AiY
UKfyXDbQNQ5ojwQB6m+5DTphr0x7opqBEYR1TFl78CUhcZrWYFi99yXJu8BO6GnVrIpVmppZbWqD
evjstfseVHpNA/KmY4ebZ7UX8lOSwOlz/BEb59GW+Gmkp8v8kaWPlfYFLR8TCARGkv7cXjAHjTe9
GHut0z+GkrO4nwvg+vU6p8+L6516l1LYTA80ku3zaT/57wXPz5Loj2PVfFHEaYfTlKCPKo/+wJE8
D88Nx0WyvuROEjWbHc589vkyXKbJ2rf67YD29/XyezHKr97Poi35cAAmxokMFu9vzpajAYAWYxVV
FJc5q7533PFULASUVhSYxoV4zpa/ovouvY+1nIIk+zN41dnvptggjdYpPnv5CqqhV3KvQKEJg4/A
Fa49FRh9z9pgUI/ha7tiKoHV6v5cpT+q4WYxqgt1uhCA+t4bfX6DtQuyFjbQKpGm+7TieEFCb+5O
y95dp9ix6PLJWelJZF+ZoKW3rI7a9FAaoMiFMx66yjpIrQha23mw62fP/C5HMxBrFiNHf6pKlvrO
0vajmIYARvW+l8U5YW8L8tqMDackdYBAlw2UutXGR2ebf1VW+ge1VErWsnooPQF4Yz3YlX63ceq1
tTyixoCcqLL61OniXRlZ4LR4W641TEgyvxmm3Kn0Z4FPaIuwE+/k/MyDHfjVW7MufLh9aDkbamht
1E+zVR+15amYoCOW3tk7yxCXhXeyCEfTuwZQOI0m80Nuw1Gq+aUUXyUhr/nkPk29tc/JhXCWLDKS
c2p/WtI71Gqi5dB3X0e7mYN1Lu/qPt/Ltjw3w33ij82LITMwJ+3Q5m5gQClXvR+5ybPMkzORRYQ7
a7Cw6w4ZBHXEMyJHlGuWFw71A+L7cNMSLsKn2Xqpxy1AWVVdHBmnw9coTiuA73DUSAR0uyEs5jyc
9BM8j9HdsUtZxrlSl03nowOgzE6Fd+zldtTSU82EnBHOwrAo47p+K7f70ql2tv6lcY3nd6o5LRSL
5swQ2fJiTfllljHNaVwiCc/OyVdmIIs08kiGLnlkbquhpTUHuf1JTOxN+fJYNhXij3fPWsNU9MFU
9hcw5ma+Qc/b1bBZI0ka1+v0QfgiLg1zn5sHksGvXXuxC1ispqBp12JUAl2T2IeIVzi6rX3fMjAl
71wBQeLWsd6e7fpslxdHf+u1QzMAF+1MaQSN+rvUb2YP8RVLwR2o3Ke24l81mksigUQgk8vJ2Wlb
kQWV9tYZeTxIyI6pwopiiRjBzqrMQzOr0CtHCJ5rJ3hu033rz59m/kh8zVprARAL5h91V9d7T44h
EPFgcrBIjimxs2gLtBbjl7F5z5lL32RXPZCwKSAroEBweSGXPmtCa6O0qiACLSh3bKhB5rvvmPXM
uNnGQ8EKxggVo+U9CgN5r21EyLaDjC9RzzCb4cPOK92NMyGLlynzBEvC6LKvMwhlxyQpjaDVvepo
rT0LWnmnDEDbcrzrcfocak3dD1nyPTvNl6mx4A7jO1qF9p3w6fqEXoOx0CjUZfW7z2L52PSNWr6+
/92U8q6rNjxoBWjPGEpStb0sGnRvV2n3RTIEN5CcyPl952qcwk6g1vtE51dev7S6ZRO2wrFt5Cuy
VSCOg2WN2oHU4EVgnyXzPLtBvi8F+0W79XZc5TLGpxNU6m5tGfjruPLfCLlq86spkoARPdi0Nm54
PleEu4m4q8zpweh/z6Z2lE13FN63P8inHBRWyIdEH2BlutjdVmaZdteBJBfNMSuP6xhnyYeYz7X9
DMp97SoMuyj8QnGL97DJnwj6dnjeyjwLtcH89O0ZHd6nN6k75ZgRxoGcEVIGRJ5zlFTHvNwu+mr+
qdNfFuAxaQtN7IulDbLElbvWra/gBSZYlCKP35ruJp2/ZK/LsJ7tA73axX1N8eWnsyXOrljFA+/W
EOfwJPGW7T0QCV/7ZM/mdXJhgfrxk4aDMMO5YJbmY1plKtAd+Tfp26AvxcWf0u0klzoeivTQ9uZN
lMWU4mkqItyDjdAAnQYOjbTVPUyu5kMsY09WnfarIUe3Jq9m0nTrWha+d/bkML1Mm/WNRQR1iL88
YdjeLX73Mw7tcc0TLSC3aYD2AvH3gSfDboATWZZH38/178HWnEO/jd7JYUVxt4H01O8Vqp22RGMB
KgJiSSenOrqkB/aj2caGmzpRnaQLmGDWPmp28kRGmHEc7ezVF6kZgkSqMEuUzvvUp4e8MszHiopp
moQZr+/nrOXZ0uY5qKT57WebBEZNV1bOxbpvOY8CijrmQ0MqJKeWLpN3FkOfR8jfzjmtVntv9rVT
1Y6GHTtrWuxcoPfIqroD6tr3dOHbaGdria3ufZ69g5bZ38RL7goqiAPSXanx3ljBxK4vZxzf270z
tZjYy13q8QT22VEJ/W7w9aubTUGZa07QiGU55ZseKERBd0vR6VG5aQTU8yQ9uM56ptB68oKyTtNj
XdjlTlfuqoIpL8t3MSorJ1bL7fZ9b4ks0kXu0ntbmULjPElfZDEqEbh9BnhZZPzcKF/z/eyUca/M
4aSZthPD4pjn0eJ36mEdwGiHAvUnVkB7lySq2fd6/YQ5oX5qMG4HPjaPe5WKdm/Wt0BGR4pXt1eX
Yq6QZ88TQip3JhlMsdtMSl8iMv2hyzN9eG5BXWIQfeNhLvUsJVvKGQ7kLMJVj0u1oZoQcn1spxaO
/KYE3ynBbkwYsxdUpvFcJOr36I1GQQ0TsXJhmTbm51y57c90A3lTYcyhmkGayqLtfjbaNQI/3ca/
vIMTF4k53m9N58Zm0YGuVDlksNLaS8WfQ8mwTqxVm8Z/AjbGIrDQIOIHKvPPpKjnKLNSPHSO+4ai
cAsslRzI4cMNMtbmJ5Q7xHSjKL4SmxZbusHpUc9GpCu93Nmb9D8ozGDOLYf5C73334xU2uFQO7N9
15K6/d2lkN4peoe/qs7nKkBMfyKtBs3JrB38BP1x4G8tSJuTjXcWr/5h1q36ztEAnZrkwHcxcDYu
9qluu7/DZKh728/YHKEjuW9Jc1ZcTWA92mQx1836MdOYy3RiNen/We2PqfbJ3DL63v/R5WI2gUVv
wl6U3Q7YY7ZjmTdrlLHR7BVRlkaYZG3vBil8FntwuZZ/O8stnschUU8E2/QQKFuD/Gv7GpK62ulU
Tv7180Z2UQ9YBBU7KZrlKlnnj/2YuoG2MbpRuOjzJftsd5NXMBhUIiT9SXwa9SjuWz0RnwN7zVGh
KLvQ/NzuRWeLa8X+wISjmKiaFeN2RMqpgV6mtbgVCXeFoUxah/faaO7ynA47e868vUJMH1te3fG9
kdmxSwrl7Gv9UnirBpO4WN4fZU9VDKOtd5GDuuVeb2r/V9lpxj7fNDeeVGdfElTUO5354ARCzRDF
XXqPn3Z5d6dlDUUnnIfeoLbRIXQTsFLZzrnrTP9KM4cbTWpACWOyUpg+HqNgaeeWdcIhUXJObeKH
NFqm8qTUw87sav3U9Z51t4rUeDKGlPJeRXV5TAy5DFjA1gjjeeOhuhgg+syhvyAJsTBHN2v6MAIA
x6NlTA+Fs/D7DZ4GK224885Hg3mxDdjg1CyIAnXI1wbuH/Z4QO001JT+7iXJRq8KPaUHqyq9r4m+
7ym85UdTF6JL7QkPRkVPlfZHT6oFmGFN/lSdJYKqhnSioNiIJXKqGogi8a9+CmrSlTRzD7nr8bVI
+2j0NuaYln4PSEwZJzgBgTYcg02xcY13q0zMBwAeyvN6R5XG1SmKUQtywjXYDwgFKRCRxJrm5Qbv
rGjuwDbAv3N7ijCQRZ5otMhcc5p3VLrul2TOz3qXTzFefiNMXcc9eKhUn5JykY/4hn9a4VbXnEES
0cec/EjVUY6VtKl3UY18oAlu3ZMYFRp1p+9G14TITTZQYiVEKCeVfsyFa53y2X6fm7q9Jwl0eRBi
2DiuBdYRxxB81klyAEQazm2RGB+3o3Bn++xQQtXrK0J/vgSeiaeUvJA9FTP82UXyFFmdfrSsZn1x
RgfUZakoNSa8O5LgE486+vVHkCqlQb2vcka8PpEynM155wa5ZtkqKofqNYNJSDCpBQg/53NSrMPJ
m/uWN4K+oMUzvL+WzGFpbI9KEgXrewtI3retxeNhMOb/yedsvQDIEYQCY9572Pu2CSZ5KIBjymWr
r27jsz7lPeM9Nd7WkZw6/eAsgkd4Nverj3Km972j6zYg/p7bho3enlr27EdVW+MF0tLaGe2yXsy1
X2NtKHnHaJuPyNp0npakdi7Cm8f7dbKXQ9W0xZvX5CBOyhfWiExhGa80mYEy0T2QMO9MxcMyLHKX
3dDYQWS0GXUmMW9zMgYMJ2YMneQeymx5wylVPpKnPN5Nlpu8N9qqg7gVHwboAqFZvRFty0JoS1Pt
/Mki52nqVJQwNb4S1/7hC92L1XwDR5u1HN886jPdoGlTB1epMwAnbe6gDl272KG9FOKSU21Dklyj
7xh/4JFKWAnPgqjcIEjv8YQjy6pAgWCSz0sxm9e+dbqwK7YvgB7wmWZefiWJScdpuaC9mJ0RCF0Y
8aK6bQoGmHQ2hjURsVoqAE9NT2CLK+IEaJeTsXsLV2FgGLg0GETqole7dZyOFWheiUCY9WVLvohW
MCwObAfRkM8OEqWNX3wbNV9dIhAWmBWVxkEhb/qLdpkVMi80J/hnk791anh3K7Bfi7Ym2kwNJU9e
RkSiu6Guz/qJB7Q4+HgrflWFjzgTUvIeEYfJD+rcPX5HB5aHkJarLjJ+76Y4JMPYgcCki3PU5wkS
aDEJEtjWIbnnaWMvJ/K6ROuUyCeijoG9fG9q4lwJeRiYPwJ+rPdell1/aFHWrXiGJr6WlAbxKep7
kTkBsOByL4pxADJCxXalOAlsfa6XI86mHMnnOG6h5fb5u2JHQPPVShEpI11+cJhIEg7wCDXOxEpW
ZGipk9lfTuhfYXQy/nuS+XibjDvPU+1DYa3Jr35x+egaZ9TvqWVq/6xDs/0UZdmcMKmsReymtHVw
I94Y2CX9QoFh32uc5DsBAHUS0yQbxDF29qitNSLs1BjO8whMPmeDcdgWUjiGdEuj1LeZpomBfPLH
Vl7AsJq4mgVTdLZ8luwPvImNBmA4IPJ4GZNl+ymLvLr4STLtmnLzq0AITbLsEbw06ij/tmbp4nUF
svCFjTq2zNYt6rYWHWs1e939kvqHJS+qUHElHR2vNk6CPGWkSEt9aXtVRzIneX1pkPN00n1K4Cd3
i2vmn5lXtBitWFvPozY2kUbBWadl21ebLOqlH3zkWXkD5UoR1pve81AFi9Q7ALrBPZM7h0BxfjSd
9AMEHjECRfBXUu/M/VCL8X7RE/hpWbj+a+eM6tA45byfKqPFOT/2jybpA3GzTCW3kFtxkg7bhpbN
q5Evbat33WpEV7wz2l1mGtavLuXDzExBCjhVHdDsNTAe5XxGQFvO/Ljlec935+gbAh8nr8OFzJe4
sHPjncPk1wireIQW9gMLaCGeZ23d1XLJL8ma844kac67MNvb/O34q//opZcygfrIzj6tEFVWnZw0
7f5QgMrtlNy1xbYHzw5cZ2AE6JJt5xq323zTzm0KTmkh0veXsz2hOuyGgJwVJLXV2arlEA2db7NO
JhuhhJtnph08UOIeGFDs33AS1ic3R7JHq1hKyBLX/k1YQ/I2VnV2KAEyYM+h6Bc6vnWNwT53IleR
XhaVJaYG3Wq7UHjZvjK6A220bzrw3xh6xMc8eObJtbpDR2r6TnUz5HHTbcfSBbyXaRcpneaxjQzj
0U4DrdjuSIh70xr+iZnx0wRIvr3+/afo/f/MAf/G8CPw6fz/zQHB3zKVY/XfHT+3P/Cf5gDnHwj5
sSs6gorcf8r8/9MbIP6B25l8FB/7nU5N3i3s8b8MP7bxD9IXHFKUfII3yePDVfn/vAH+P4g+vvmA
dPgCDAXW/8Yb8K/OXYp0sR6Qi+3fPN8OXoP/YQzQrXwpCXOw8aFwmSOjYxkd38fSOidTN+zE9u8K
rG4fw3/Lp/qvn0gkJHJuDA4kFPyrFUE29Lfgxba5D8WrZRSIMcGVtfwFmvVZ+MxoalRcDOa7P9q/
dbN7yqX6tVZtH3SauetG+2/GjFwMiC7a/qMxVzZ1ZK2x1Xv/pl2Ur+d//GWJKLT+6Y10CPrTERj+
6192XKFWAXsFd+oMyFfRukjHR4GOBO0B2d5GzdSZ0TroDeKlY/N8LGSx77JuZgvaXldaB4MyxY88
mYkMEVZx3i1QQ7g++2tpZp+2RG+LImoNe7M1v2AmHjFHQDhtiLtHtFsEsKXSG+K2MHf9vNCbObhm
PFE+/1oD1ZDvVbHbJPKAtYyzGaLw1yKGK3Hq7I3UugauZnAeGLXGvpWjcQT0FxxZtHCa7X7zobI7
saR38600SGduDju3+aKRmta4rQR76jOjBNrsvYhQE+OxHSbtMU1SZ+eLWu78GnB4vC3P7eZaYTnq
sa8NV2KBvF1SMTghwF7Nv5iair896oPdmNLVOwh4EHvUEPVrN124fKZVHVVpVb9ng+UfCUX42Cz1
bKMwb7izw35BVVEwee+RRxHH1G7bHZ44/5jPyZuxpBMKdY7ZduED0ilUjEg9hXvppNrpTdsjWNNO
/tS+pmulP22TmolPmOrY0CacCHMpfvnWmO+T1dzz/fmHtmnGexz1Wchial8kQ3qV5X9mqVUPFGjL
O7vWRyOqAdT2kuU/KKqs2ENu7REDmEU0tLp9tP1bHDpVO9bZW0sXweqWPbcC1XmT9F3YwjwM7B2B
FEQ6DOBXvIHWqywq2JXCP/qb+EZ3TrJjY2x0PfoLdri6io3SfAAy6eJx2OqIAC5iurOuudoazNFU
NKC/6rYRFfCWWTkiPVknjDFe8pM7WfoHeO67X4cSWq+s8lA62XBQTtU8bpgQoio1lhB9FeujZzRR
i3AqTA0rj7opS3dYFH9jmpffwtPe5qw0701YrbstM/q9UNRuZWg83a0pP1qn15+LFawz011wmtRO
+kiZqXXpRgZdLM9sAXaezWHtKuisRF19pJAY+7hW2byzoPbSm06OUE1NMgxpq4G1pkPA0SnnPssN
82WQbs6HY1dHGkeBcNomv1K1o3ZFSdyaizcD4TlOW32k99RasgdCLtGw27QH5pXvg5rl6WurL0+o
KXNe0LTcdcOKRyU5yAwhlnK6OeqMoY+STpUxSpJD11VL7LEZPZUWGlN7VPZe1FZz1XR/+1yFO3+S
42U9lutNttVlcCikbSZ7gY4yYAft63484wTuYC/W+QK+ao1QUh7KGTfZDySEM8tq46+SKdYxEDGq
EuPLkDUsE+tFzu6rBYZumb1Ff+zs7vvGG2O7uJERGB6Gx4kAd+qq1M7sPGuvOyhZ59lt24Ce5j7u
pSWjYlzaP9MCpJ12lvOZJP1btQ7ysGY1gnOpfGZYhRqMWpzmzarH701U6moUFOS4nfOemyJ/ZWXr
H3tzTK5Nb6QXjiDCP6feiIvUq+OeOrP7evAbVhKQemxn3teq1ZCBPKuPqlVQBLIuH2gtmkK3ydow
cewViLZAkSdrg5IY9Q3K1++bvBl+wNKMQK5uem9bSoexd0ekmkPz0arsa60WPstxeBpW3dhnvW2d
K5sUiFHT74d0ftGE9b7Y+hu5j5XDqq7SS1G22aGwwJ5C+oINNFv6crJLYRyxlvRRyQH511hqVL+8
wAdlJMhLGNcACWq6ThFc5KlxBFLlSZxGeXZhjdbIRVtxMF3Fe91Xk8Ui0JoH3axBBnJyNKFCCmmz
9rb/wd6ZLceNZFv2V+4PIA2AY3C8xsyI4BSkSEovMImSMM+zf30vUFVdZDAvebOf2tq6zKoeslIC
AnD4cM7ea5fXZWXrIatAVa6Kquy+unhEo03qdxbKwhA18TL3W/2+IAyZJ1vnv62yy3aqpTiiY8WJ
j25gbFuXYAc/Sn9iWyVRopLFwSqHYjd6VkLpy/XdH7YRFBuC2P1V73khAb4ptaOsFfWe4pmxzFOn
XflFYF9KEZe3fp0mnM7SaReMlnYBnVIXi6Azn1UUVePalp1/37hExkdd2BurYiqHK78aw32rmvw2
iDuDVkB9YUgPfjZHZbHQ7XraaDrknS4cTVIpBUfNzHYJx/QoAreh7d0Utc/mt8nSfRcPKwRnNpJe
BBiEO8hNH5rxZYJz6ndVWP1NTU3F2xg5O3C+mo3eaRziSWtG/GvRX0Hc19HlwdXlHSGI/x4oiD0U
deOtNdb4723vFgezsziBV5RTD5C7k/Kq7BxgQWlMfa4wsEWorM+uy9i3fmgTeltfDGo3Wv2dWeX+
Ppzcjm43OKOSCtC69LpfYRakV80IuMxxB2NuaOzx9STrmALLTUP/ZNPY2SNYTHrsDgZ6VoMi3E1R
ri+DlJ5JPsr4MtX1gB5q7zBNTEOOasvTbwvNpHMwaijLwF2gQCmr+R1q41e7oE5u62rZpd7Gy6rr
sFHRVTKgi+sT/yhZgbBEDvg0Rpu6OIj8i7iL42SV1ulwx6mt3GhthF5M9qq58r0EOLCFuas2/aPW
euJRsO/AipDn17asrN3U0YDrEzLh4haM6LrV9JB2sCuPVSqMi8Qy/N+di7FFsmIcCOmud4ZV1rSP
4t9RI8UFTtDiUBHp9RA1DFKmbG0cQqxxU1Xv9bjsxxPHU6T5MtApthGqsJvasQuWvgjTZZo31MNU
GK8Qxo6XVkV91nR+U3u30OcVytuk2Xgz2U0+S3sal9ZrcFmHBlqu1PRWjYPwS8tILbZeiqKljUGP
6BtSyW2a9p1WPqlo9HeVQu3dWIN/IOm0PgZEqj4CJoZ8hv9xmbD8Hep+bJF7eN24kVUd7xEslJhO
Iv8wkFb8SyM9O8N7EhRrMyuGyyGYnC1JVfXJQvjXDl24yvPgbmiM/KKnQLdU4My3npiliFgFqbvb
+gqkfLuTTD/rLmirlRsX8aEwNHGNKcFZylZYRwsW6j73pnarbPeGtg5tnrFAIyCTXzZBzBtbo5zo
hjkdcwQhHS64RdCiPM2JYV/jVi9WHaHVy6Gv8l0fR8aVMaaofuyI7Ag6iXnt3g90XHEe0fm2evMn
AO1i36A7dOxMPJTUEW6DXs0VwYLSZP2zDlqUQCiS/X4gvlkn+dkP41uXbso6KvvulpZUw8KmpLxi
JY0f+o7FE7R5wexYVYfWnaWQQ3DMvdj55QtaZUSVmw9RFHiPsqWXbUNQXeInRe1XxrlzE5o5yBJM
HxFMAGQoCkoyjoyho04XxeXB9igsFFH85NY+m0cTe5egEkXVOK2vjInY00BLY+ZuUGxGdm81OBhN
I9fpMcT2VnT23tSm6I6mx2WVNugOzHrdulp6FAg244Y6GO6h9CI2kDUVtYPnGQSMXbpIlxCJZW7k
rW2XlawP499lDbWbU97PpHO+Z357PxXlreIsdonc5plm+Xe8EOE9gRJotwOTFkt2X7LJRkAcPqXW
CLaJO8MObCQrynPR0oPJ6KLVKH8MTRNskqofLuLIr5aIH8tlSvjqLvJbBHfTlK2KmNQ1txrLa5Wp
O1Kd5AaGR7xImxFfTEBbL7LA3o1zJbS+LIktOVGoRzObsYJaXVkurML/qTlRtCgbXFyzmmKSyEqT
KURuqQfxsmIBQyqHiJq6PRrfvCnvHSsJjwm22K2NLiZArmEHVX+BYiK7TG2UVEFZkFTaVflC4Kdj
MyrNGz1KYeVaobUZ2h69vWp3wdyEictBbijC2adhLH+ixUOXPrUNxyYX907cL0Ybj9VA4nVPZuoV
eLhhQT4OzYTA/eaWWrMb62icI91oO6TtJoilOuQYNVCIanV4nOjD5IPFgaup7WWSapjSXAPpDnNk
4Vh0STTrWNYiuyH5nNiNFgVEHKftnuJkh14sSYvHttH0ZR6pYzKOEq118ajS/IdeqWElKg44C0Hh
dIERq/8RJPPel8bIndkGXbFA6cVAHe0aDVUtO6QXhbUkfqtbTWk7iwQtgT7RDrpdV3k7D33IlMOQ
WLh6R9Msi8lrf0FeKb/9HSS6vSZRnek4KpxoqVqa8SZkjVXd6F+r5vcQjIibM4nCt4zGr8PQe9dj
aHrPlI8Uda6CNiE7JMKOcScb1G03Y1Jk28i2Tk3mtEuqkLd14v2guXOXEiC8t4q5Kqw4RraTexeh
mN6ZNLWextyJthVH8jFzvrSeLKjU4dZNq+lKn2c615vJojGuNtjC3TrLLJktQaZQdWarXxy9zLiQ
hOAuY9OltWEWP5tOZXfkwWOfz219awUJyXm1s2JlUeiSbKxBWecv6og7qzpvzz19daYHGDaUDY3i
msO6eardce7t52qRjdPJJkxhI2O3+VqYCadkGTh0qxJ8ny1dfiuej5qjPevaaNDXivMS99dvdGAg
iCz4YEt0LiszajM+PH7Aug7ifZkl2YYBtHbCONl6I1tgfTwOZhpvGs7hS9c/eVOSXA65z5LlIbyA
jPelcNOdFbS8dN9Rx0hxclW6h9abeZH0GetOFKH2wJ6b5otwpgt86v6ziyVg6aDL2hOfvlJl0jzW
Sbd3E4RoZRFOS9crxKrgfL7S7KHcxw61/qUlSv1LQy9uS/NUu1TUNy5oijcbty7sRcpZ9pcSU/kM
PS3e1DGmwf9fQvyfMINmwMcHJUS4qtH3//qe//yv3a9a/QoKDjtvcCPzn/8XbsT7i9qgIUACQQ4B
VE1d6k9N0bD/cuEFw6UUcEggA/Fn/g0Rsv8ClAyWXUBqo6ciqMz9u6ZIKdIRJmnTpP0Bbyeo9B/w
RtDsvC2bQeEE+MxfSGnTJgHynDENTQHPUG/FLxUvtYAnwsLg0x2/NHTFJE/ViMYLe7xkoWDS4xap
VUdWQhXMFouxHeJNTOET1WDTDd+DdjC+NKHbx5i0VY5LM6vreD2qwcW/1HPQwR/fkmNjm2klL/An
D93K7CkIrfAjIWwZHQouV7Y+5qAgmkn/jQBloIbeO/647npCWhdk9aUPGrtINhuOGahlbs9CMJ9S
7N41W2bVCBHgg0fYxGMdhMmx9jqPfnoq7bthCB1+ns0eeVGoEZwDfnsE+LY78A8Qz+yMqDdjJLwe
TT384vVl62UIKzOzqQ9g0oQG8CJ11oHb1YfISr07PfOgS0w+ZiPqABwXIcdfDcS3X0Xo+iocIj0V
BSX6jB5/h9ajTXRzzd0nAF2C+pBmdKvoqk5NsoySwSaxSU0RfI4KVjHelLg64bVrfzch08ghtXju
qyrRED95JAdGKzGktYSk0Hhip6xG948JKZD9crJ1f21UOttJ36lDqoulF30brDnAFJuFdy3CxEar
2A428s0+DS61uHG+aXUmh0UHPOO5SHT3WbNKNWG/S9j82R6p8D4trl3gx/R6hMwoCfSpH35xEV/V
i8HNR9QgepJcZTJrrxqz0cEryB6Kixv6jLJQtkO/QMJiHp2kpClLhhT+9TwyH8xa0y+SuCxnxSWE
hcxx7RrPlurapUryzlkYmRV9QW7Kosd3UX6JyRT4kWPeQXLlF65cVBBIHjNZswRkIKu1tTtZL5fW
deZvnG1IoXTdvlF9lHEyLl3HpF5K922DwMT0D47TAcLgfIGySvqOcaCvh9aprCNKAmUch5Q3qMLd
ISHk1iq3MxcgM+IL0kuL+KKcKupBcTZcueC5f0SjTnHXcehSk8ZhHBXFSwzatuPftV4dOPSuG4xL
qR9zrqirNBIrI4qyp4FOUL7WMm02Sjs5EL5C3UwuL5Ezx+B+a4JZg63GBpqMlWeTsVSyCe80zxRq
0UWTfI7iXnuUsMQE2sFe+84tTbe5C89yR+QJ+wnN6W2NHJwhOZTohYxLMfRypBzl4+oosCJ5qzFw
jAe7ogW3SPqmvTeHMOuhNqhaLm2tL6DimLR6l5VAQolIDe/SFcytUSwndnU/Mb1h7PQ8Td0kiZc/
RmNqPnt+Vv+iEl4ZNLIzHtuUUGcbhicEwsNTSurwSQwYs7Y9Kj1cwjh/hi1of3xfJtyGk98bAjuA
azQWBf0R5dBIqgy5NKmsPQynekuZQabDrRfp7DwxBxF22TqLWsxWnKZVz2FDOCMm+ajGhmegPcQh
qoJ7b7Q5crQQGPctiGnwBpBFfmL1sr4aba/EqkEQqvi7B9emlgQZLKLuLJZDGITpGtgR9cIGRTxJ
y4MolzXQEgq8tICrrWfgqE4jjms6UxhvBa3BYux90EQakhl3kU5skGEPttV05Gtlv+W55fhLaUN6
q1CspEh4tRaURpg7mN6okLI3nY/WMdL7Z1YJLV/ZlKcm3LjwYzQPXeCST4DEH9OJ03CtcUh9bODu
D7TsI33e/XWFWpTDGKEjY+thI6kVKDm0MdbcJeLNNrvKgjrH9yljHuMwdLe+R9FxWduFfTLdSv/V
jMms1lDKiFcQ3Wd7S6vATHaeUvYqQuGU7F2JcGDpln6sYXctQrHIdUWFTZZo8JYeJSRm9MDRdo07
1gPAuRqtTRgE5oPheRhqQxeI7C4XgbzT0qRGUodmyt5oUtevGFjZnHfbUhCrIlA8K7fhJS2JMTJ+
U6ExU3grGTZzBakh3deT0rQvFMv510OWK2/palVrrF3TbeUBSUFQrobS8LR1x5L9zRvIw8a4RgFz
kbhu6260TjOvdCdRp6JoNGPlaRjkgY04448uz9NHp7OKblcUvnvwLSPFkhk13XMbRsN1z9ubNf8u
/B228IhXcxQyGp8TGo8EUJbfheEnCPqZOvqaDWi45B4A0hfEUZHzcp69aiHFZh5HUOG1oH4zLQgv
WLVdvEaAZcw4t1cUm/LDhEnk/2DH+D/DzX1Im/y/kTknoDz+95vCQ1RHP7630evGsjH/kT/7QM2w
9b8wRyCLoFOJMlayp/vXRtABPWfClzNN/tf1nFfgub/mjDxb16H8W+Cc5lj6f20ENcP4y2LfyD+m
wwy82nb+yU7wJfvgP0OGS0Bjh4FK+5uMYPq980bxFXfOjnCQiaDtbyYLy0tQYLJL+ulnn0bDz6pK
3Aujam0MipReEp0c8thosJt2jnUwkZevXz26f8EuX8Mtz1rP893MTF1HvLTWgXOftZ6NkeM7Io4E
DQYdMrrJe0PP0ofRprSqaTm7AwNjfhcZ2ab0VLsuQyPCeOPtNJV/E/FA2aeR2arCc3xPZmy97WsL
tvUg9Mt29Mdj3ntPY6TVq4/v+yVJ7u1TJDYInbkEK0Z27rynf/0UR3wOndtrpIGUEA5ynWSdFgem
0eADp+B/W9R9cCGVbPet2Xs3uTQCrB94LIfSHg5dE9TPXdY3D2XqX9njPjOMXx/f4XwSeTU1vDxZ
shOg1JM0QHlBnvXJe7BO1phwh5mR6icrK/vf0YxuCevZxkzI6kGXCleNjjHN6GaorXKTjYODDUQq
DJUGjJSVWcNtHhTNFSLoYpt4EeoeDUB3rWf5Brh3ChEi0K+rtguOgFSmNf0tBwum5/8BYMKl/HsK
qv32/AL83uBgRR4EQUqmzUmLb+f1A486QD0JDObrBCctIn29FhYEAdvaSAlcKIjCcVjaoTph7vGN
Q9/qPyom5OuoMUAegU+Ae9gG6dZNS7h0bBKu7JZolYVfdOzwVKk9Z3DFkBs6s7s6xRg02vmNcsPu
Vz41IHuQzbv3pX0nem8xFQ219iqi4Kss0HBzva1d+kok6I/T4jBOgo2oLAULBnabGCtMf4VreDbP
j9Z9WjUEqBYot2jtlWH+zS98POxm+4v3RWuNkplAjBFK78rlcVBraaPyyWpHTjBB73d7+Cj1J+Nl
/tBeDWjXIaVHOKBmdT5/hvbZtKAndtUETVTcEeBHCVIZzqaVpfWJfON89nl3GebN16/REllryyIs
7lrKKVstxiqUqppKcVMEPv4JFMtG+I0RGC5JDMoecl/P7z3R3WeT9vTxFzJred7+5DkUzSIrgzAp
EzfcLIt5NRNa7jDGYnLKE3VYY90JZ7zCPeuyzynksTOMbMkkXm+HMcSW0g/sN7xCO2ZMWYekRmOX
wx3dW5WH8s+dn1k89Cu6ou11GpPCtcR3/XM0wQma1rDLgoFvpXZgLmWJsXOsFvaOkBR38pq6vWqT
x1Dvx8tgnMrrGj3ewg1hEtllo9946WCc+C+CRorzD3CR5e7jR2HMP/XN25fkWVCQImAC2DABCW8f
BZ4W4be0WU4lhJFiUpcxz6GJU/jCsMEGZ++UhHS38SYaijvESctPrv9u9AHnJrdEQLEgqI1SyNvr
o3ZtndZKrJOvrGpv+0Q75+6wd/B+0qidUswjfnQXaeyohsiB6JGgKrFFG6/45/VyMJL0mADi+CS7
7W9vC9cK9RJHp4RzhiePWjCOohkFJqLp0WlNA15FaF18/OPPJmpiL/jtLMQw++WcCjDv8V4NwynE
uBQJJU6IisTWMfF6O9gCu7r95OObX+Lbl0xFiZQJnWQACZv67EKmHsvGEklxUnGGUaIo4KhVNSiT
Jp/GhwxL1yer5PwXvr0gE/UsiUMuh9L9hcv+6pfVYdV3+GfbU2A1CLKRzjb4XDIHmgpsjAhukXSy
T675N0OZ4hbAGrZKJpkAL/qxVxclsCiRHpLRE1GHi0HVd+Ekl6ruttnY/HBjBPGeu+4qsdLj8Dee
5e3Hb/P9b5bswynqWQ4bQDJA3r7NyMmsJrSG8TRoIXbt3JnQn3WUmPt2uG5a8we3ZO4t2fW7jy98
RrknAp4yIlhhHjMWHpK1zmZwhCGIVBNRX1tDrq4Iu0f/bxT7wTUplxs9TIAUk/W69Itio5LMf7TC
gBbZlFS7inbgd5aj4ib2q89ygIx5aX41DJhayIiX86LNxha9zNk8m/QRXzY74mtsB9NtJ3sbp+IA
DDBr/Ds1NAtnTDFj+Mjp0tI7uMQd4xQZfsqkR8Pm5tGuY9OyCQsgHkp3h1WmM44q22F5QFf1SdDD
WWYkz5FjFDtR7nZOMEHq+fYNanQFDFov2nVe9EgA84XWd0fDvvTEtDLzYhO05maglOen6pNXeDZ2
JPI4i0Iwaavs0V3bOpsF/SDP43pop+spp8vQTs7ObJj105kGg4vI3hCPDmcP7uvHQ+dsBnq5rnAM
A8a8YBNwnm1hQH2TVhiqawG+FVcB1BYNzQStChw1H1/qbM2VSB7ZYDAZmKRAY8g4+zy6aTBaN3KS
m4k+x5U7aDCwyIBjYHv03PH+U8j7+vElz/NoOGJ4BjthDMIsLwhKz8ZfxpGLum2tTjoaNzhJhaTA
1kCe10Rt7NxUZYgRg+wCfq17MTXOs6/TTS3oFu/1uYc+DlqPcjKWW7gk0WcRGC/z+38+DznfHjt0
U2eZMWy4TPMi9GrCsscwzlm/phORLV8KskxgydbRlkQVZDO9IHopwHiuw6B7ilGjHH24PldR10Ge
itLh4KZRsVYjgsBoKJ21dKZ06TSGBKVBaPNXq2+SCxPntYwjBPqRU15lZqwu68TCVTdaTx2y9k0i
unEvGsr5nzz7+ebPf5zDwXZe3/gfeTYpRQ1NDyg06kQ1FyuKiLqDGIZkXaoRSEAVWhpiEaPZx/JH
h+PHCjGbe16X3TKIvpiT34hlmKnu+ePbevuh8cjn8y/Cb4ahiXjlZWf46pELu+pJHZ6MU9wm4idK
qnyHv9VdVlmTr8MISY/Minpj+PpnO513z4Mrk5PDNot2kAXh5u3L1t3RKuy8ME6R7yJuDLXZUOwZ
n6z0bz/o+feRsUhOJWPdZit//vtA/jqDUcn6xBTXb2thP1ZN5SI5piny8ZN8+z3/udL8MBFHsNt9
J1YXDpofCzDayW7j4MkuDMSPuXcwjShYzMkMUehRF/34mmcr3XxRyYiyqJYIWJ8vAP/XX4ysyrFn
NehOWP6KjaOF5o1TAX7HNtnexUw+6xBGxUNH4Opab3qACqHihOFY2UpYY7CL0GKtkrnH/MmNvV3p
/n1j8zcsdES059UMhVEIqYzfnUikYQMSmSDaTKs7YHlTFwj0fNyLKchgl6R4E3rgnqUlpnSQ0J6g
WBFyCtuklh3AMo7Nfdq0P4oAd2OuJTBX6HJ/fLvWWyn9n9s1eYYeun+GyXlGmJl7AKdFWZ9qExqU
qoaRNA6HzBCXZDRZl9WejzTbWm5tbTzZjacemzOB8aYKvzmhJpf8nc0FLKfwiEQouOKU1f6wqzbb
2h4aLFozxS8zj7J9UPdimVTQmLySIkFvtVBtS9s7hibqVPCc5VVd6N/oJ1UPTAw10Cq81VciRcfv
qaG+whbtnfq2lJswRlkL5qDZl5VVrUDXOgggs/Di42dztml5eTZMD6xX89zMEDv7UINRE8CKw+rk
6vG9N6FA9qfK2g8QMHdaQSZSkIbarh+6Gxuc96OfSe+rP/VPCQbzDRPvDBnAAmRS7F5OXjJdTbDB
9zm9tZMsx/KTT+Lt1v7P3dLs5E5xpLGWzBPCqwkt7nAOqlArT+mES9+b0nIpIrNcFCNCGixRav3x
43n/2bOjJ0WDB8Tunoyxs+u1KZwG2y9PHDX0J9B2i8Kj+FFHHqWYqXUugGqYn/zG95OapKgqXBJJ
0Z9I72zrkLkgHgB7VadiRLxUm7gYcSZMSz5p/ZNl628ep0uDkE2KNw+Cd9U9re8dC5veSYKSXGhx
HFwVMXb9CBf1PkWO8o+v5yEMoDVPyqvrUOl9+zjdzAlD9iHFSTaedj+UA1JwHw8OhFEYWzQzLj9+
fe/WP/bk5AoTRs9RSXK6fXu9BndrjY+UysdQOztl4FCVUdhv8NJDw3GQ99G3Ky5qve8+2Wq+1JHe
bAjmSsPssXo5FnJieXvpER94GWOlOYFjG76OVTT+KI1SPbQ58M7KFltKt4DhI9280ipgHoldgsXF
vbMuDa1bkF1dIJPNu6fEzHNOyqgYLQ12vhdtHf7a1Th+04zZxiob1FuWIHXI6mrsU33w2LkTRBIi
O/meo42o2jxaUBkcdunQdlD5i0/S2N+N2Pm34quhGCs8W5z/1rL2p2zoGUZ0D5uFBL6zyZhC2eQi
6v74jb77IM8uNb/xVxOA30258g0mAAm9ZKmlzVOZK5JeBojqYfVkTq3xyZh9KX6cvUlOKpzvKSVY
ROOczQFWb8SFM8n0xFDV96MltQ6po1c8OUgaVkMHRFSgeV3Xg0kkq+pXTBHFlZ4V4RLTRrjuMsla
qBFiemGRfKNlZbrVtLbegGGGmjYI51TQ6gP+jI5ksmmhKq39NR8t1k6vkYYx1qqkH1mo+FBJtQJb
Xezhjnz2Q88OhPwwkl7nFYDZjjr6+zKGNgEtll1yQt6+bpkNjwZUzGWv9HqTZ3invNG6C3vRFpBF
ALRa48PHL/fddDTfgEWHiNtgNTqvKaRDT30etcdp1FDxYst2rF/ZgJufDXv7ZRqyZPvxBc+KKH9+
spxtdpwKMTbO7a3Xw0nPaQLFYZieRFQ5e9n79N7Vzi5YmYHEYIoltBvGHZjFkhzjRVThlLDD8bPS
2PudHr+cZEk6aSCrOZefTVRd7bmUS4L0VMdTRCSKF24TyyXxYEZ8LLrml+n74c4MRrn2+4b8Lgqq
DXLoNdUE+7b3a/k9jD97He8/6xeHKM9GUGUhre/tw+kaM2+kZucnSCDyEYc4LoUB8p2daMbtxy/i
rD/28iKoyHM45MxMDeW8GAGSjXoWZ4ZT2aCyROCIrWKi04J9qwkwHUZZsO+ElW8MyRdW4VHY4C8l
qglkDLBfOM22pQmqCbBat4hHMTvipuLJmVTiWpzL7rzhWwJItXe+jxXik0X73XmHLiMezXm9JmP7
nezMMjS/tEJqjkgxHaKX8CdS65SfzEUv2c5v5yIuM5/tTbQCHOzOCrXMBrYE31mcei34RebsDir4
Y1EJxBKRHew6W2sXBSjuW9w3FRlEnbFFxDd9wQNJFItu1p/87L/7gCRzPtHwJH/ZnIHejhEf+6Ue
eQQaaznH7gz/2xpGWryPSufeEYa6zCdIoo12wDd5D4m02/WfHUbOdvcUchimzqy9pv7KIfBsUxFo
wDm1thhuDWoHszWxW1kJCRC2G68zt6m3ge7KDWYHpL6Us7Ks/6R6fnYa4gZwhgiH4Svo7wpx9gwE
GF86enp9QjsPshxd1Lpo4occwhpkZw2+bGitYqeiPCuM/pONxtnA+3Nxz5oLeIwK6mlvX4Cetnbs
OGVzCsboJ9YB60hBPLv/+PO03z3jee87P2N+pIsx/GzcOXbdq3JwuhPlVbkV1hBsFJ3pBa+DdIZJ
mMjwS7w2honzC54KiLBoGNZaGPr3TqmSU1JI9d1BQ3WVS1hVwkj8OXI1+BpA2ttahgg3Zjh2m1xM
3Ua2eAhCgF2bKGuAMFO02bWQK3ZZHlz7gDsObtc3hzF0EUkTqNE7hJmJkZQTfQprIERTwzlz0NYT
5o2DAlZ7GY5VCtrbje9nGdNCb0w8v2aD+qoCHRyGxbeq2pA6009Rs+1dqzoGm4+f4bvAW5r+OkMe
fzkDhjrCPIxebV2y3kgaMQp1qrzoWaDFXJqepu/TzJv9eZky53O9hM4TmcMWM3X5LQibr0lHzRiH
XPSjLLL2ErZVeSvD1l8HYdhstDIkmzKWzqHMO7mycf9c2yGOFa+3kVGZvov2ESvkpSDWcdXUQbpT
JCJ98tPejUE5Z6izs+cQSaHpfHSITHMBi4T6ibMD1Ml41G5zcO03//wB0mZxaN7Rv+XQcvYAnUgH
2eLXxqlLx1UBJQyvxFqjWO6E9UYa7V0onZ02WtuIaS/BztaTtmAQcxc8BM11nmOJFdOlhAbekeYS
tDvSF+6TGcc0gCFEGsXHtijF8GCz4n8yUf7N26cyS3yz8Ehu9nT37DwwTEOgHK+Vp84tZs9fEixr
WbC1t8wxvVCCSBEoQ4QLGX1hA7inVYjzPy6wnTXWwrGo7vRw05dlDA0A381ehfK5R1q3tTvb2wN3
KW57nSaD1PT0Z+LV4YZVCEmW2QcrO7BpdZomZMXYSz9Zu1/6aa8WJRakeb/GGdKmwIIA+2zzYsRk
EYWhoZ3Q0E0bchhb2sPBTar68UbheL9EHOY9NMTAI+7tXFS1EyY4YtvBwtEdxhq8qXSdeLpKmYFY
MKXEdJBGYkxllK4+HkRnexrulaxMFuq5U0Px8KUc8uojdJPCbQavM0+IlA2KzYUHEh4KZQID9pOj
yt9eipohPU+TLZR+vi5Ng0oDdB4nM4vho/YEDnkIIoDM5P3p4191vn/887P4XbDH+A+L0Nu5ZbRJ
wFJtKU6IL+DVWoGxyqagp2ykHzj/LnDpRzCck2CLmvWh9SZzh+m9WsFyUSvT4OvQ4+Kf7eZf7oms
Z0llFp0Y88Lbe7IKjwaeqsUJS/tv9tJlbm6Rvd+mYnA/eatnB4c/l2IR5oVSGKKt9fZSCbZm10aH
cBqN7AtScpjbOSEUjqYjEwfQ+UkQ/N+MeGYgWJFoCVz6O+f98sAqGPEq90A2ieKHo3kwvAMJhjey
4GFLlA9P42C6zSrCC6l8qf2Udg+bMsrnwCKHI8dNCRvRQs71qOmuf4HVubwgPwe3lFnE0ydf6Nmh
mcdD7YPOEp3iuVF9Xv8c+jGjpqgQj4oQnoEyh2dhAM9AJyRouJndRZ1H9ie7ovOt4XxVtGMos2iF
cc2XGfHVp9aXvfKMPqvums50LmIikNdZ7pQb/H3Tdd2iBMm7UXxnWi5XpI3V2ARDkNmo3/68rn/E
Dfp/U8I5L4H/vYITMtD3umteCzjnP/BHvynMv1AD0V4Q9H9RS8w1/H+xgcRfJAnP1XLaKzRvBDWW
f7OBHP6vuXvH5Gm/JAf/b/km2CCKsg7NGEm/E1WA90/Um4TCz6v5f1YVDoM00nWuQrcfGRRHwrff
dA8/Lol80wb0bia4eSFTboyxgj7XKQwbmKPJunJJkIOGUneavLDT4LofKqR7CC3TAwYEd5tb+bdK
5+RueCD/VWGTQDJpAE5wUbDE1iuTH8IpUUf91007qqDpHdQa8hXJMJrDBfdVkuERiinJNTouCiLC
AM42nbay8fLuwZRunUyNX/jGe3jgUIZ9p1nxb9EERMGzav2YRl9KkAaki5ItBt/hInMNOsCund2O
OIt3fVZ+La0GtE0criiBoKCe9yupgh0xWKuastPRMGF6VlgoFhhxw7XutjjBy3LriDLEFUHGXdZj
zik9j44ub2gRVMFwIDHkJ6m8ck2T9z5IR2+ZpcOlqefNDZaKCiNj4GJQrIt9HuTigkRWoswbkewQ
BxYHxkiwqvUKwGKVarvEb0D9wDJd5nrYgT3sRIqaPAw3Ek3Gthh8srtqobQlzAcHu24VPxgSo6Gu
BoUWsHAOkVb6kI4hxyEpxgwqXoI01NGyo+5328ldS0DrKWfCtpy2oiNqQF6SxjGuSHsYC/PIWXDa
x5mfwLOvq3AdDC7BMYn8VUE0TtFSkTnRFWR1Iu8fv1SJ9dNLKK21bkNSUl07e1WSeucr77utqWuy
HHvK6om56YGww7pNQBpgL12jiZxNo4Mi6Qo0eGvUN6Pok0sNPhENW8AMQD8XqUi9i6liu0Mgj7uE
H+PB3+8uBEQNEN44wvsiGlZlkthEpNKqqNoI1bXxzQsrbV1qxEoTME3G2+ztAH2ntFAjpy0mRkZ6
9TdDTxV5lVW6C4eKsIPKJrcHbxIRB7LHJup8j8kTmTPfJkM7BqmxstJqlSRAGkbeI5K6I36OZWU4
R5qI+yDPHh2YPww23gVYKLLo4tr4MjY5pTy2nFUWgguvgJoE1q5Hp02uF8BIozbUzhdZtdZtGLr5
GHVigZjU5rNA+s3naTUPLf0XufBcUv/QV1cHklHqLz1Gp1TBWOHTImuRqDKe/qHGQEcwGMIWBR4w
7tgUALsJG2ixMB/kDquivMahL55jrUWUIsx42QRds7b0rtxY+gBLNqymdllw6j8a+ij2jU2LDFpw
5a7/F0fn1dyosoXRX0QVObwilC1ZTuPwQtkzPjRNamjyr79L9/WcqrEtQYe9v71WA6F8W93B1j0x
WbPAyenW0jq5mndCO2N+kanjP5W9hrMaCf/fRMsqqvot4qN9kztNUpeMQ6jQHhPTkyZqRqbj0NRV
b24D9rYCcYc3KSNurBTRV9tbThOu8U06AsKcuKnui3WAKjAMqIJWr59vPNwPgbaHl5VRENzjBrET
2FfIZPTdPdMfeknSlT4QeIol3YOZQNTThhwkSJV5pyG1sH6ssJfLadoLmAMxDqAeorGE8Rl8B34b
nMexBbyQF8zIQD66dN3Q80xRrAKQDsJosDpw2/5qPOW2Bq06SlYiSAYbMc3ptsv9N18sn6vm3u7Y
4T4iNXXMxmBb1CFs5DB69hsKFzINjA1Q0ToB7xHscIGxwEoAXrk2UFmEKdcQmOSMBWaWd21UCoCY
kAHQRy+9NQrCPMRDvhQURblvIKuM/lMMmVcKWS1JuS+v850Ll4Z4Yf24EIDymKQR9587eg9klim0
G8QVYoYpvdgdh+FxxAr1IL26P4g5xyHYQgeGX5Bgom6vIvTKNysYw41hhVBQ0j6AYqLgpHBr2rad
o/aOo5ljs71gb7LfEBJHZ7YdKyLv8eCiKhOlu3Wlw4j/uAQ6j+umuRtVxhJojkb5SVJ1qraFsB6r
qPpcluEo1vW1YJ/IuuA0K3MLMmJjRSO934AtbNlIUrSyXzbgmNHp+bR4ff1DaS0G3M6vnZN66fjZ
9rWcw1sW5SfPQ4YxDryVzRODRxzZbfSDnoVAEbYpt/vRi51++Kxy47Ef3ydXvEBxwfW2PNEP6v9y
+S+Z8zfQHPMHkhW8ZUHDKBDYFayLjIQxODYw3yYVTIkfSgmXBfoBRe4eTppoc/EUcIl4jBgPe2D0
SN+1wktDR3zok2VGEh3NDc4GADmvKgv/NdVcwUHx3lI1T3uvjbhJexOjQfVkIxAikHIeLeJucpwY
oDXFfzxh4SHyJNEAr1U5Jjyz2gIRkAid3QVUWz8b7zA4wQUXXfpolZRrMs1vrmeIPQ5kT0JkF1uk
vhNbesoOZV/kF7tFqc58m1ftBSXiJJja8FmR4f82/ML644cAbWNsMP3e7aoc3A7gjMtMVeoUMRp/
WR3T+ujRocz94vyIYMk2mZb+T1cAR9fAfvbA0DkzODO4ccKO3sGAWCoZJJmiI6qG5dDWZfs61XV0
XQJTPWotWS2oD0NI8pmBLFTV8szd/xsjv79NR9Q/h57aDRE8lj4U/q2Q+KYMzbi978F+CceTYOLm
sxm0mzQU+8BmCV7OErBVxxV2Sx0tKXDE/aXeFXAJsTvwxGKoHoSlmZNl6d+hmH1pEB2iD+h/0jrD
2FGTja3KYoHUsFrHLFTtLuAsvjV8v/oZRxFdeLC+GmZvY76ijEFVbp/HNi8B5nZe+CyqIbiWBCI3
i179A9TxaxqKzyq1++Os1s/aq+6exI4XYjDjrmM4b1oK83WSs3nsi6g80NGrd7U3N+9V1Xibks2Z
L120F2MaHTp7+cr1aJjCh5lBty0Fr2yjgs7YERHrGXEU2VbV/fqQMZm9n1ZouTReH2VUY4ssMhMt
6cDwjAvrYCOps0kPPlAPafkdNiXkyTvXvo4zDIb5mDafNaaMnavC+ZT2DOcloWZoVQtEV5Lgx2GI
vHJLAeyp6AOx6zQNqcHTYsuxCzNMWdO6sabqT2XZ48br2b3GCS1wPnZpoltV7aOuTPCHc8TrLjpj
5hFE15BMrncx+gVBZM/gsekkJFlf2qb6gmH4UhZmnJuovphkKjXj5sJPb5mV4kwOESyR+0eFhF5u
K8zldV0L731g9LFa8mUflY38G0JMSypvqE+6FuONgY5Hf2mA7BUeKP8q73/kmk7XVVvGtJmYTt96
KqxRhWa3vhuL9wA8+RtZQuvRVxTQGMPB4KnMHthF1ryWfIoPUWZT8fHMFqt2UCTDuEB7tCfoL140
crxEjtaP6fyvSEMUt6Gxc1YASr3AwSHT6m/mzDHDQ8zjRGoXFNO1i2xajajGfEqkuc/oDQ+ppwhh
zOvRLRYEytnRHygZu/gGtR9uMC6fbBl+5PP8PnkKc56JC9HjcDdnsOhGhzcTP2O43KnemNsX0YyH
KhV/JDNCy9oy3NoOT9NAVC/FIuzl0claTDBnU5pM8HMZfxnoON9rN+VOU1hu67/mwOSAMM9FzUgr
v0z3VRnh19CkOGzwpY5h8zaG1X/hYu+gU0MV5G2tp/CKUxQAkzYu9UgdnMEpGhtb0WCeqpsXiVcA
+sK9i2Chebafsymrfsep9Cl4BvOpHQbvQRX0OUBwy7NGf33VE8KRMqTFkCOpxDzCoSkLOCQFQl+M
zM9jYaJfzcxPQ7P/zhU0fNdltrVhreNXyhnYyNz3OsekrumkxSuMeDZk/LVWs8clYIKAWbD0Yjml
VIlNHiN7DS5a6Ix02VJemDl1DqPKrZuCgXSAq1jc5lUA3JyuBiINJ4usT4u21VfvuVcwMHksp9ne
Q0oueI7qaU96Pnuu0F98Tws0zrWQGMvN4dcRKIWYwb8r6rMhsbqBCSWK2o9gKpdtJNt6E62e8wjD
5eqEw9MMDRnxlLS+g7xUOw5Q4lfmOZT92ZQ/NdQxaqKsXwGvzji+m7Ws3yJL7SZipX4t9haqCOA7
MZsCWKwC4UhQqPkKc++fT5dx6zhMK9QrO6ljgqxnAB/wiuf/Cgvq9TLiTDeVt5taEEtLU4YgjFTr
nanDO6e8bn7TAUrYulCPj5zsTdsgF1K3Idelf6QE949fydlaasEwYRUXm6jhdyRDJeIe7yflUgj0
m5RszbZkTPybuWENNLrLd9SWtoWTT1uOnvZmLErBCEKwmwjcGNBYwuqwdO5Be83FD9bpBf/ckx+C
oA/q9olq8wtj3x9B2V+YP0awl+U/YMNbuNn5djIYQZTNie1NxIY55KeOHfiC/VAdWY7ys3AYAw41
A91mZfrxLMuHVHNyi9p63ZOdYPmTofOedoSXKrfxv+vW6T9JUyZOjyrcMRJJFZsbfL9t8NAL5f2p
KmJzXIMO7uQcSpgONf3xQ8f+sy89XuopQgEz3LmDU/Y2tshX5nB5ssv8x3dThGRVWOz9UX2PDVww
mL2hV3z3ExJENTsB0h3b3Hkex2h6czsHM1HsDhh8LUSeD0xE+1hvy5vBOpmmZhDbvXOwjO+xonNI
PNqbXP9A4uw0V8bNg7Xw3c/jPaUly2PoTpxmDd6/LPPATq0w9PPJc15pnwLY8rpw5zv9udNUXeOg
xbakLHPjO/bfIe+OTtBWZxrk8uqu5czkYjGAABjC82R3L1HBtQaQaRQ3gfoKSQkewpFuByiCkqsO
EyCttFhbo/XmGNUbvCE0KK6C4wE+n7/nRL7hDyPdjLwbI+ZikFPQObjUnVeAmluXM34NdNdFXMfr
GUfgd7DRmxWH5cp9Y1i3RCNEmdgqbePY61Kj/gjqByOAZNdphq77oOqferh62JjWFRPmKJiwzO/G
SwL9elNXtrjlChp7a+UNDHyOHD2F8IeGbf43wvgDeY9Zft/Ml4fK89/IjqqDY5fVT9pY3SvmA3vb
rnn921UOSlN3qXdkjItksVNEyA7s9whvQEJDMmXNcYodk73FRwsC/VM51fANgYZmSO79SnsAyxGW
QDjwKu8InVFTCSmbiCoEhiLMO4yvGqAvses0k1AnM1yaXVo6xZYBuvWnEMrYt4Y/bzxQlCnzEcSR
+GrwFJSRItCWo1Zd/HncDEOLnq4egxcQvwAO4DU/4VtxnnsnwLjTGXN16OlHIneYa76ZpSPF4A03
Z2zVjdt4+NDU5gRVGHr+bMBUAjBRbopwGDaLhGTfzpoDSAPn0hAq29Yr2Msy8PNjmBvm6xha+SUt
7TShP1fQ/smTpWJ8M0wlOfQ0o5nUGdX40Y58Df0cLUfXbMzjYnovednSRONpycaehGzmK96diaW1
nl2memv70e4A5TIsOLtbGHqSj/CevFJAx37coFV7jjB1XFvwGgO8fs+DWD8cs7pk09BezVKFW6cp
eDKzOxOr6a1/bdqlU2zRQLz6Hj4vCvhAJzbNrMuXuSQ7VxjrBuRk9lJqB9zbEkRAC7L00zIomJN0
oIZgc7e+3+kxpgjjXmxuFmqEmhIMZpngurgAqewi+7TzMOW4HYx3zWV+iYAIEDNhSAIlj7Q/U1zy
h8zvR1Yoxefm5p9MFWNxSs2f1Fua2ObjOXPeFPHiQiTuVfkCiPXTmLoHpAwWhaORSe0RI1vmLycD
22Ji6sDhKDpa9JpbBHB00YPDGEgcPoUBA8SdLTAmneHOx3YqsyieoC7GqczyxNJWlswLlYt+NMOD
3wzluzNY4kDgGAqQtNZzx8N9Zq4xfywyF6SlFM57WJqPXatc1PCKeD+9NdJloTYpSWZ1TttUpTpW
WPomcx15Ctfl6gWFx52uFk9N01bMhGAUdjPA5wIGGty4SLq8EP0vVZo0Wa15PblE0g/pwNi5RITi
S8fYm61tPS5VcEWHsWlh/jlOgfp0ntNXVTf/geYMAURwTtjIqWASPhLevlttiTc6M2KKiojZTG0c
O4uL7/+r0zHZx3ZjGxmSBp0q3OsWF0mij7DQ8j0uZMjMeR9OD/TGdmnnp8BnIIbSy23NgPN2Ubqb
lokMXgM1v5RWmj3oObV3g5Fmx9Uup53iHvLpS70te2c9dLXozhBmOEa53o3ExbUgtPqqPM19SeWU
T9QUHn2v5OBJlgDhTuucbTdl+5y1eer7BYNwmS+PzcJBkkuovbdVXyXSZvIX+u8BfGy/xMgadoT9
+IKr8Zu8z790oTInck64IAkqs/0Et20cVAQnNpjvw9fCoi6hU4ypckQXXBYluFpXfM02szPpqwEx
IF1P2dQkI0NCmr14tZ7cuTnOrV532DzDuG6jiPAFYV9ttWBlesrS/SOe5Iu5qscp4iS8mPfGVM+R
iFILMgmbdUsNW78a/vBIc3cU3lMFAyROI/ODi9kpmjiEw9ZluRn3DZCO/6hhJAR8X+oqyDi3ttm/
FOlsDmdqVws3ileybvHEEv4OcuDUj+6z6YHtRXT4nxCc/Ki5138QJwaxa9aIhFdY8KQjf6xaprt0
Kp4xEIIcKdPp3e/gefY2oJmNLBGfjfhPmO3/VJRTJuU+3wMVTnVqDMxSBh9kVEZYpJodtZENmSgb
RLcP1lfoc+A7Hdd6NV793mK23wyqk9N1wIi8B5Ta2MjkQMh2WF6W1eq3S7Z8uJ2HV9as6W5qVCxm
us9VUD6Ui012cQr3E+XoQy7r9jyr2tiOSpyWYBkui66mA6hb1hTszeciCj4Df0r/2VQ5p3R9s6ht
v2Z+iQAnB3R7Bkj9w9Wcgfm7gU4XAXvJklu71ls2DeffeuMyewimOOJ/w3YSKnHI7S0PejCLjuKt
xM03TAaYyaDPH818ZcnpFsvRl34xG+KV3TLEJSghCnHFgHFlUaOoflDDFDjZK6A6pEgGx94swGt8
fvga3AvSAFAhDuTrPnU8g1vBlHrpZm1L9c/vI5coeWYUpzSUsIHg0Yef1sjUSMwS2fzFURmFSWvD
IOllPZ9snU2b0bAIg8+DzZ2+qPs/qCgBM67zV59JAekqejcBBt3BoVKcQsMBorjGnJPgfZqaWhu8
oweTq8lLHbTZxp0dc0/wzeRd7aNrlunqZaoLcV7hjPXwkD1YQiI1kzEl/u0YLt2bupDWjsBMcIss
rnmhmYmzqXq5V74k7O9YiSckxgEjd58G9C3MuX0p4ZVUVNYTM+Sg251gvwT/epdXaYZj35vL75DL
6n2gpPwYaHRchsFh3AGzsFOokGJ/QZJNR562zwobfb2T5iOhws2iMnCQevrCIvTUW6M8rqTVSb1M
2TNausSjwxV7BsuQUa/FW5oSM0gVcJ+ULpnNCYzVdZL71dPbIoB0X7jlaSy46VnAV4dWjgmcv2Vr
paXczzZ9DibUGnCqKUEi2T5brU/NTTxZsxn9HUc9f+vFgAK3sv8Ba/LGeFkl+OmaV86e+jUkb5MO
T9Ww3AAVsWw498NK4V+XnlQ7LXPe4qkpJ85y9t7JV3HUmXzjfvPGQ2pvOsyMjWN+CnTBQZi9Mq9H
Wzp6qsXk/EfRq+Ur81DKmy1vkKiLcjsAVxbA77rXcJmDI3n6f9nECGE5hpS7J0ceGjfnr0rxZc2B
umJh/HVXdmOs184j7KfY9XPQ7OiiqN+vOPLihSd6CL31i6o7joYZinrqFEPScBqJtQ2aymdGN7YK
yzsMqKobX+MZIBoMfKx57oz+mOqUXlHEpZnlHkfziD5MzcLF+hDIvTGtOZP+TejfesKQmyqthp0/
ZtknVXDwaHNX4AsI/I/IaHzWGBPANVRYNvHK+DC7BbO3zXa+xOCw6ueiHcoP2m51snKg5YpcQy/O
/1sVpI/S+Isu3Ns6YZ1/Qi9D0ZQOe9XU/0KebrZ1AOZGvLb+sbRzuidF3bSHtOEe3a9ttOfq/wpE
YaDazdGnycN/bH8lTGXIIda6LcO0vkjHW7DR16g4Td29uKjRLvdvsA+wVnt3bknfls9EfnOettWF
qEJZcipTLHtG2WyMHFNZmK6PlVT1Xmmtk2AkXrxm41H7Mo+bqviLS+TNn+vTJNa4NIpD5niUswWk
+b4My11bdX9CukPg/zERIspodw6jOd7SGrfAxVPJC+FWjzYBCK7a+cFDxxhnrrPEaxdOX3oygxfL
6c0/k5Q+rGqGB20uCM91hXN3Lgr3XjqXWxdm+wOtRvHcLhIoFy2qJ9N2EDj3TZA0Y3TXdkQErjJr
U+amQbVnVeWr5qCYVG0Kfa6KjGPYR/Klh/S/47kb+tiRy7wBirnsKtDoCesew/qTX5wzv+0TDrZ/
2S1tQNUT+3tHMzMOFeWPqMHX0OYvTmj4Z6cCIOZ3xYMSI0o2JTjPlvpPtt6rb7ZKUMb82lZ/tEBv
kLzI1VsnwktvagfAMOcXTB02WsIm7WLSRd8DIdBtN4dJhWrgamdm87cmXxYPMIM3OKbQsQTcBXtl
Nkcexvoa+rl3Tpf/G6G62K2yZ6Yz7FOmo81S3HtYGulxYtI75npZu+eo7ASbtNxQpHnvMcvTzArY
v5z+0syGe2r9djoolKbG3NevXAsRx0/2q9GDEldec6st3WxDrJVxFmlvA6XciYeFbpXAU+t2cNsc
J6W2Ww2EPznKssWk3JGM+a8/2DkYs7pPn/wmZdDcgGbUUfMtfOOfMaD8qPnX6GxKbO2yjS523bX/
17279IjbO/+dPq7PvGU/DL/9BFOnqbmj65IrQdN8hCBN2PapxNqlo29inTdzJ05ROm17nW5HbYmk
omS8aVr7tRXVBpDSuW39CHkjmb6nbJX+lU2fIWcb9Yk0VSKKCQmtxfCOxXqadnfScZUh0h7SJGAc
NC56+hFgJtk5HQ1It+RuNjxFo1+cct08kDm7Zq2fX3JICnRFq6KOFRbK3TRVNIID922kWXLIJkM+
pm1tJNhyKd0ygkFVtHbCUz9TU464Hs358lnRssh4Q498QkDhXWsThDWVXdPZ5HYV4YSn9efSpDlM
OnX3lpDDv0UiONdz1j8X0ao4s47oNiTTevFgpz0jtE2wxpMlZzjOwZdHQfBsYVSipOHvNF7DmUeG
wjbD0Tmnj5C5jBeoOpLu9awObt/48QRM4ByKQV7b3Oo5ITHPj6BZUgKvrdhsqf32SFQPqrJuUFC7
87CwXwkP8meEFocvUZthEtQuE51W4R7gwH9O96WuSMss9oOBhoVPv7GqbfztsCS3zCVm5zToTtZa
G/taUKAswk+NkY3fCqImgFTk3umwbXNW2WIxnAtJQNZ/cchE909jtNSM1fRzu5d9+Rz4MPnGMwW2
jbCXV6flFc9p91o+Akv1YfEFgWTm9FlePLwC+II/SkU9OWxfDI8qSk6G0jE09zOqv70P1RGE7WRT
XW3tfQ+s0x+taz+H064Z8T/b0fTO63qaTBTq4dDG2FGPhfYpqI3Ep8ekQk4keY/qlul1dLPzZN5f
f5rBsBfrvlh2ReVQSWAf04pVeoUj3lb2UUX1JjesO3pkY/OmyJDmYIZvpNO8lPi6W2Q89cpvLnrs
TxPWz2hEDuQcuQ5QXjBOwgoC+s8VtX0ahGm5tzhoHtfGtR5tRCs8MxW2+iaYi3jAI7FFxWhuKJTe
Ri7L+6Io5+s9GG1PajhIj+4QZSU+Q9N8WydjL5q5vuFV6KGAhQjs3FA82kPbJCpito7sDdG7fsCG
CgHhUFBWvFiT/RUEpCcNaAVH3g23eMizqr2h2HA3fS7TY98OnPwbdjNT65/Z94w9S+PjCv81MWiK
sm+7b31I40TlovxgtyAkUDcwfmUa7UVXfDaaniCGjXJbmmpNAm3+hrW7POYBuOx81gOXx3xJXGvI
KFkH/vtaDbzAJX09auntYu6xe8QdBi1pOJ8OV5SmqfcRkx4294s6pADhTCoZ2oC++sI4Msvilvn1
Qxq0iev7fBxh/o97y7Zrm33gLNEB7sIJx267DYt5hTg2wDHWqbQpVaZF7FAX+4gW68jgLZ3pKZEN
2Ng1VBEMRq6OXXFr8vu6KH+XNtoJt9hMoy9YavMVrIlzCSYgDdgSKw3llRQKHiPUVCtn6vFCyHzn
MTkdNfZzYDFmBJuJHWAMn4sy/DBcZlPLmaosiMkNbuSBfh5HVsZxb3wTxqPiovDpWJqLds9M1H5A
oQjVWOf2FfYlvwUFLGUOSUDiS/3ncK2jhVjN4WEcTUBWy+IC7MWi6Qkq/3OUY7Xplzc64Wed0cS3
LbY1UFrDVpQhIDijfImmtDoPqYcCwQ+5Kw2wfGWaG5xiBOWL8pxxw29kujGlf/Pn/DHI2+fVyP8o
LN6zzvZh599yN3i288qJSUAaG3NE1JlZ0Utmt7Sr+tHfWhKPcw717VyTGS1jk+8L9YAw/2M4HwuB
ZQTdu9WICk+PQL7OsIh8AzzP0P0oRCZ3NKKHCIYxVe+1dcDgmyTEsuCp0bhOsGBXaqAgY7HroZPI
tpP01gbtps+Un/BMitBB2wggtTaDaXhbqd4DR1391wjEaQJfSRy7MTPfZhSZMuGe70Wg3yWvs9fA
ufXKgjfdJPvp9WvzhGYiY0AoJXoWOfcalsm6NDK09SuClLheGsZLtyZNX9pHLqVlMrZutQ3uhU2L
jAGpcQ5EhjtePR2UG21aj0GDG4IUjsKqYDJ/md79Gfcl1kHB4drZMRBZdxGkHbdBHi3UkeQ72TiR
YCJ6Jz7GlcAZIBd0Vfa0lGzNIV0HGdRbwl2/psb9PRHHd41w2Tq6pci/Ok7sR6MCQyKx22ll4tD0
8GuIm8kyNPfTk+SBw9vZnQDlXc0Za3DRvN3rnzsdWM0RXFu0cSYk9MwOp3GEoR02XB69LfPcJcFs
XLvCZlHwKTEMdPJooHfPxMxoZ67bmXJ73JTZzs3WR1Ldm9W/t4bvZN/Gcp4tgzFTG0+pZ5avRU1c
wfSal8ZIV7rETMkEBlRu22kpcXFl79jDKZhhOTSuSvdiT1p/MFDvYjcRzfLD5KdMVMBQSeuhxnEE
lTXZtw9jwHm1btdim2kyiKT6m2fOkz7DOebA7lMbD8jmvX1p//+VGrOdclt719SSObxofqkXbm+9
SaU5nOdtkJqwxcVIsA++NqezjB74CNi2GUCZlxZo5sAhKVyujr1b8vnEuaQ9K9UY+65o+gc+ETx3
Tll9ZrgLN8Gqwoc658TXqulD+c50kK6pNkaqm8TMJmKCa7fu6daF11y3vyPNBCxb2bQd5zy/GaO2
Y4/1eUv/fauj9G9VD5zpQF3VxLYOxhhNzDjfT64upzIKNOlDZE5fNF71gUwn2ycE8cRwxgj1jpkd
ptWnNr9O2Q16FVkWIKlJMdBvSRvXvBKmQ6Zgq/lVc2o58bPecidHqyAW47FYQqY9qSKlt9Vwu60n
WR86G8W5H4zFKyf9ebNQOkZA5US3TuTdU9tguFjQ+/Ktpu5P1pnTGZryesETDWDeRxa7jcLUO7q+
4mgUDeVeWgNIEyjWT07p2WfGb6aLIqXpxDP5Fp/eedAnoY8zi8rX8lTpov83VZ7i/izT8NUb7RvH
SCYe6x4TIAfGniYpHmYsR8xkzWAiCLaVSQkPKTFoCtOuoAeaGPz2ydhB7lochGONskX7pdJwMTYl
oeD/7LH1WNSIcsUiWsjwKc8lySvEbJ21oxvOR0pful6M+a5f7qkPJDRZiILEyW6F3axPCvxHFDMB
zGGsQX0sNlkrlI7ryCdN69ggyjlvVWZ4X6LJrnbtVjkq2PE+dwn457/KQ3jkrWKMuyogs+HmnNow
b+oDbIgEwcXNrhkmC7iv5MMaPQ2+pROCr+bZ7eiPbd28xrRduJMVcZskD2JQ30uiYj6njv2qmqh8
FBPHoWUsHiY3Uk/WaA87WQ7fTes+ugY3HIlaHnK83Z4QfBgHROu8r43NWS+jbCZc/mWfIiKCauti
9fkxA3oHGcC6OXJeDmPTbJ06eKxDSu/B+CE406bRsHVQ++p+PJt8O7lsv5soe5eAx00myxIqAQ+p
Hx3nodwy9sUGtlDIkDP8dGs0it3A7gh9wHeyU5sN2PRmL+eSsxjnFaBEInvh7jkFhVuUCM45kx4/
kwTvvWc0ftl62anGZLR5nYKdJVCN+XfyOGop8zTOmffcChqgjLKm1rcOJFbWUaXjnxWg911eIr97
wPqJWDBOJ52TltvOMYdNz+FWEBnp0gerVP0HB7An5EuAeciBhAcj0+O+4OYSy6qRd9Kp/PWrHGea
r54bx525Ai+PwjZ/Gw9VtTKOGH4eGIzZ8ZBeW8iQeupI8bkPRtO9pLX3AymILbp2uTd2kePuRJga
u1ka6s236Q3HZLivhcwxPLU4XrD+IBGtvK1C8TXGhOzB9Q/hXIbfZRfQGHBQ5G26tXa+O7QFn3PP
yU4wH+XQXx4xFRnl0Zlqb2vb9XxrautxmLphSiIqkA/+ROk55nKffYr1/pSWjf8H/cIaF3NdHqmY
NJxBHc7D7InB1D9WwrTfGNjlYC9ywj4t9upARC7NBYsxeMOwPymzPpv0gk5ByevBBcH4VzFiTPI5
b6K3SvGYFM1SnWwVygMYWcwMlbN+iNym7EHP+JcEBQNs1SJfc+KytCUM41jbLZ+Hsr5Hz/6rIk6/
YV7LRzutP4dycC9cV5Z307YB0RhD98TMm95rUiw/PneE46Da9tE0lXsjXW+fIcLLB82H+8iqTO+i
K7GLFnyTRVdPx0AWxQ8CbRLBJDOiGba7O1Dlc5ZueKih+1wZRQGKVnXJ4mdy23UAl5s+Mt/lHPxI
MfZnwDcWITtS3TMf+FV6SwT2132q+qyYDgUeuq+s1nMSwIN/4X3d0CWFY5v75pF09ENRTf/V3nRc
+6w/L+aYkioZJabPQaEj99z5d6pJgOUlhgTXXnag4brEG5Z/BhxFrJmqeYoGRaS/6FFtr1b5FIwL
tUUztHZpg62Pa9riv8iGf3gidMCMd6MTOyhwQGnvC9RosSRKy0T34fAvYIFroUs0mqs0rxdFfopU
erXUPg9s+6qwzG4tR0JjMmgkTG548oX+1Yjm+gMFqGrXGEPwwg3M3lo+UMUG+SJNdfUlR1qMk5Hz
2jAOl6hqeWtwKxB2zKHxe97RNsLmSj3IPTvcfIgW8O4vcv0MgDzcm8cRg4t2/YKwla1Al/5y0JP/
JSAhPFT3Nkc41/VbVfpuvGYMDawjX2pdED0Jgoz1Ox9/G58p+NGuEKU0FIHX2rR3VPaIYg0LyRG4
r3lSO8a6m7RJ6r4SZXDoGwBO8exAQyMtVh2ccfRoqFt0p4I1+OTuQccYyo/lDOe+tclZqdQdDr7p
pWeraN190BvFEfbXSPXDSo9LhRJkuKvZ2kiePcZsrnYDkD8UqtrgutjrOkQXa1LW8YqCSTApwlu6
9hYxk8DY80astKDW9NVG9fu3DiOkhIJYJccFBnfXUG6mgNC1yYHrmwwgSUibWm9AVZ1zn4VvgbzU
1kP+ivnZ+h9z59Ukt5Jd679yQ8/CRMImECHNQ6FMezabbLoXBC28yYTHr78feEZ3uqr7dIlvVwqN
pEOeQMEldu691rc+DpEXH2wrQM070mVk3RbxF3omFEaeFu9KhvdhbMRB2Hpe+1C0wRWAjJoosem2
lsn3dCELnmFkdsMwFINbPtq7DLVEs6EfomCegNTx0wHSJrKIcJjy724xfmhS9sGk6yCTU/1lS8TK
RWc4PZE5rrmv2/k9zLj5A6jhNyiwaUjL4LFPLVzPtfg8kPVA/LYbh1h9D65SwaVXVXdV4byDKt+i
Z2oJCc/LloyWHjfd4BKBYMeAxSKxG1T9YPGZfju2eXsoDYe0mERkF7bhwVDxkUJtc9wvj1bVvEVt
4IYZHURUs+sEdqYbK/CKb2I7v2OEsBtV4bxXvx+OqnIfbFQbhBvMy65OqNQsiw5UkNFp3HS+b4TL
3I5boUVoCLavKcFg+AIlGWaiu0TDmV5Qa7PseIv/ASeWw7dM0c6rDYCk8BvCwMurNVIVH4lhuBeu
ztybpOOZ9GPsBShuu569pLar7+hn5AVg+89x2bJlqvNbYaTiru8NM0yUE3FdrJlsn4qIbKIpwtql
okEWwra861lvkOBOtsq3MZkWPKXscb1WEIVmNvejpew3LcxS1HrzGp7RTf0HZOPjhR6a6YbSSzNR
M74vEOlYdEwb2ByJsq2i1pmzkr7SWmvFJaFqiz3eeG02/wX7+yMb36sZC0DWv5NkivA06f75t4a/
9Xj/76+1//yvfx1/+7X7evT/0MtKu/lt/1PPDz/bvuj+J5Zq/Zv/2z/8Pz//N+lcHt62v7fxXWp8
fNWPpza+9V/4VwyD+w/4Vng7AXi5HjItBxvyXz4+wxREdfkQi0xsUavR74mRz/0HBGbXhmVoEtCA
m++pkQ8Oi80/xStN+4A/+p8zv//Ln8dF+1ue/bEzFxsgmC8ErCs4aWWiP0Oush9q21njfbKszwA0
l33Q1NYuW0ryGSuSdp5cmX8d/mnOwmlewe/j8ctXxyCeU0+emK5zi8xn9BtN2PJ1YE4b8bForBiH
F5nx+84bugMrdU1rhuo+QVH/KXMVBWHn1JdNW81XHUjjyW1ooBcYC43eojwsVovU6z/02Bz++7q4
67bFc1cggEvWxREMIuBtWaoMT1gq9ReFzOwqsRUI8lmpM2bl53cAE2XgcTRIaBKQ5PGRzL4l+Kzl
MzFgOwPyPgFqz3zkgZlff5ETKvjXz+zYbLyeGblwkgcHahBUI+fEt5laRVpqi8weKx8RDGQLUQy4
sekb5PNtP1aaXbpxDozzwkmSRsbRQCzggrBP0BBAV8u2cCCkVzYeJaMo+VK3OfBtFIkXdm38ev0c
rfUx+rc59a+T5BGxeLGkg70Z8+xTlkcHScMu0lyhTqgSIrfTfHhMzBwrQY258lMGBZqmRW8a72xJ
DA+Tfe29UyS2/ZCCso3hdMMOIJ41U2aP8l3uEgMDCUmO6TJto8zx3heoJb4nYyW+gIcj66ixFv8d
GxdTXbx+Mi9dOx4Q0MMEpeBqXx/VJz5tnRKQ7CaNCif0ZTeV1vmhJG/1pozzelfh3d69frznjz4M
BsqO9QHBzfA7OuHJ8dysbqRImBa4IlXXmN0k1olM7DTs1vD1Q6234fg2+QR82M6Kted/Tsk8VE2T
35Z1g+ckIwU4CLIL30dH9vpRzJWxc3QYllhglLZjQRpk8Tx5+rDAA9PWHEZ4wUQUGF1Tk6bIt2mw
CaavUyxQeTRtqwQ+pVvU3aFvEK50VuSd4eE+e/dATfBoObx8DjiqZygk6Wmjd0kENQa0B/7AA9pQ
v1wXk2YUnE72dpXiX75++usLfXL2lm0BXeC/VnTZCRtIjnpQqTYoHAs7A8eJeDNCNhY6bJHQTFCD
DqLzt0WKS/L1I7904SHOsIhC3gI7c0pdNudyFR5xvolDvUVGPe35jESdyCitG20wjR8D9jUZKrHr
fqinLYGrMZqDswkAL114njGIEFx0MIEnFCazj4wur7MmzEt2+ygbbsoM9RbhMrSb4sBAGwS+6PWz
f37diZCAOsVyu3IXT/FsXuULuyLMJJRu0RzmwVJk7gr3iv4qG3H5e5NnL/hE4+rMHX/hursORInV
lS8sU5xSVDpyKxTJk2RwexLKZKmb6643k4NdxekH3F7IsnNk8GyOkl3qadxfPUziHsLd4fVr8Gwt
IUfKWhEBkkqH4ufkzZsyPy81rn3usyatp8LW6A70F7LRL898156tJRzKNr2VXQ8/BnDC8TJZAKyx
Olfixa38/EIVRbRzbUZVr5/Q86PwFPE60bKTlF+n8T+zmSROPzEhg4ijDwyFUmCICLFeP8rzy4Zs
ldhCCKwOpeFpVdZh//TjBRdl00hsqAk+NuZ080YMlXXmhJ6/GXxTQMA4EsxiQEF5fNmiTA1JzwY7
JO5a9Ds0mQaAMN/blZk3YN7poyEs4jb/I/IrH+jfhC2ARKQosRb6J1VPqrTRVhZzpVbSrJxRd18T
vlDdDOaILLKzUNjWbPqQep55N4g+O10PJZ81yu01MAvE0GnOyeJ6nY0GEt8g4QJXUZytMidl9fdp
Khr0otgxDzUjEgRl/YSRzS7sT4NXB9c1jVTugVPaeEDw+NP0XzIUMo5f0Xu0SEK/MrLYm3ep9Cg6
VFDNP7FwuJ9U7xjkmjtxcpu0ZYzyN7ecFhW8zq9yRHZIemaz+sD7143M8/xkOtCm8VH0OK57W+Ua
R7qsOuuqsXX8lv4Mho6WcRvTDT9BWFaTVsmySSbow9SjE27aQXxVuOmoSsxCQw0ISDlHidAGDx1y
VGtng/FedvQ+avpxDL/8zeR06kOQVlhB6ybHuGzWKW0Svick4OqGJsVCJod74fREVEXp5H6gYgd7
SimlEDws7X3eY2AipJS4VhIbnbdLBgtgh49YYBMHInKTTmXxGYd2QyRjKtS3iCDZR2dFa27LhAjQ
0cavi+wFY/F26t0J5+UYie8jkgsU/qjT7pWV2JK2cjuVSBWRbjCsn5gElREZqpu4RFqLYVcLNxwY
KCBtIGJoxLfE5HRnNoliZ9yMya0km/RRl8zM1qE2piB6/GYaupWdzzuI7YiACH73bw2L9vwGm1Ai
12men170Q2NIJr1AKzCeo0kgDV32j6PVsDlI6Jo0m75Lnc8I11ChDo2YW4y3zYBeBxHvl5Lxbwsz
gjTTFNpHtksGWUf7RTroMKC08zVaEtXcNZXfciWsKnNCVnIUHnG1OM6+tbuO0PuuBSoR+DLG7NrY
DCAN00vLUFGtfhhTSL98R7Os3HpMjqJNOdY2/zdS7Y9B05A6rwNtfIY/TNeCBxwfg131C5pWmds3
Xdn3sAdENn3UDdMOsswD1W/sWYyfx2HhKdJBNn2VjSubzVh16j5x29lrNkHXAFBCFBpj+3TUcjcn
IvB2osMms836qTgkPbK5UEU9cSZDV7f91pvj6MKbl9nb99kIbaFxcf6FDllp93TYsLflQ5fBAIRB
He/6JB1v07HIf8E6RD8Mq7H4yPx1vPcW0WOmZrzqg4/J4zusvj2+eZ7rcU+cLRwAF6njm6a07Ecx
UsrvZt9qLhN8STluddGTmDvihQ08jO3bsZPet0S4kAIaBxkt1ui2hfxbpT/k0JvLJjbb7jM2H0Rz
STHV3d7WNgnI9FKRqwpDwQtpfTVd9jFSTd5LWu+ry470FHTS4heXnFKr6xp3wWy45nnR4RehtlHt
77q+oIW9yEXXgFxtr6c9axrXSeebFU7kCB3cRKzpEpZJijvaGire8sRNnRts6APaPRRm7dZwyLIJ
u7JggtnH5LluS0Y3MdHVpObtKqNwkb50zfwts92R8QWI6/vOICl70/Utypy0LTE2eX7t4XEfco0d
udDVtqqtcScLRR8d7Vrwg1YqPzZKUuP9qjx6WzLkEIehYViEbLe8aISIHtb32TmsKmpss+0wfCbi
OfjYLrxEG5MQMRRZMy7XULKuAVhuygC4cpcsbA4Zi6rJBF+fYNNdMZAKCcEI978M2ziu36V0zXCN
YbEyeESt9iYHt4k2sRdYL2ZPe2vcL6sBClWE8rpN6kerI3Nok5HK/AOxQ/elYy9cH8ahddEG80pv
TTRRbtgxGUbNJ2cChrO87h+8Kq0wj3UVEMxxyCqLWaEc4nAcJzFcJq2K3uROiqtjaOgGh65M8Fsj
DmB5NhNU3kgn7G47FbH90Rq1/76ZI8HYcrb6L8EiFZOjbkTRhardYSBbWx40gtLVu9JCxraJk17h
BdASxsXS5ggxcP7zJjZfkmGuv3uZRYfTJXS3Z8WXI3NcC0XtNIzGfE1HIHkjfFXkO+FVODtYkt0f
i2voDEFYY33pSSePw6QN8OV3yu7RicdzFSLvEbdosQrASWzf8/3gucSgrBHX/i9u51g9ILJ0zW1E
amhH89aZZx6q2PqBeY30Ytzp+jeJ5LE1jOLLkkix0EE1pzyciGEXVyRoOxBouiTIUflk4yf2fjlo
Fbm4KLQ0moWqkWV9EQ2pv5rs56EI+ad0RFWgJ2zW/liGZhO53wcf+d2O2AMkibnyQGmmjQVYZGQs
MfJul7G8XJNUXD5iBuTiSQCZUkMNv2JU04ITyazprDNSBDsRZUt1k3mMIXYm6iCCfWWCTWuQCxrn
FtmEgXi/zt+ofIrmrdJpgattjqLHmb5LG06VWrnQrl185KOFr8jD8b5raIEgWWmi5RvdZJAEPKHz
u7JfUy+nUvP5ns2BQdLi1djtVS0cRtddEWj+1ANqMpS5IrqC0DK1nSuZXpb4jDBXkA3xzZdEVvEN
GHFKRs7Ism4may4g99a6qb3E0ohg11OgJ6I/gOKpEyZakvkGENCJzF5j5qXESuhvurbGCOgRQ4lz
qRDoRWdp/yoHXPehlWDyo3+ysJz2uGg/C88yspAgEf+7GYA7JXEc8+tg9gpWUjw7D86yqgK71M5u
qK00YAIStb9LJcVPD9vdVgoKqI1oh+hXjB8fl6pvoXIgoT76qNlJQ6m17cbdAhaPblK/t3/Yy9jt
CjJAv2BjcN9EyRQwMCNs7L7AtXBr1FOm+dQV+HWM6d5PCbGGvBx1qzVedDsWmHxfZpoPiwBPgGm3
vkzxFK5kJFz/CggxVkOGaD/rJl0+u27ivIcwPl5bErEoPdJWo7FEnYYEdS7xz4HX2Ja4a7xbx66c
9gLbxfhxJKS6AVhqCzTT0gLRlPn9x4Ei6evUB615mSDKeR/VFSLAzNJ+GiIzmneRU6DaUWCRPzlu
RLcCi3a7ZzKNSrvDT5FuYsJU500fp7xYIi/6K93IJkaBQ+9p669/J+SjO//CaIuyvjRtmE0Z0B16
GQyN3y3gi+ytKuflI7Avo962kzvfZTXJkRudI3YLex6hgGYr7p8HnKQV7Fpy7t+rsWFltqbWWz1/
iQs5H9NjG+yzKuqmLT2x6Gtv2Whnme28X1OwAB6YPbkfDOfbxzJZGztRq91PPLTyPSnrzRXfuVhu
ghIl1dacfIaylIMq2Doi9UhJL+pUbeXoM3oTluoSGA1NE+0ys0BmGSRYr65E4deXimFhejDQVqYb
i7z7T8Ys+SB6eAntUEEMk6uANrmxEmHrjXRz6xsNAkBvpkCVuEuDMvum/KnFHqdnmxrKc02avqVK
r51ZTAgXiBJ4ED068AuntWqSVITbvusi/sUQDPz4aC5udtGLAT5I62RQhhAnPLDjCX40JcgPU3bz
sh2yVEzEkac55Vcjl5nNh4g+R8UALocPAapEuzCs+CINxuotrFhgMYWEPMyXKrHfqKRFzh3hDGa0
PBLhSfREPD6mlYe4dyKrLAi7rMfRZFEIKMZKgXGvs5gSzUO6eTnUMUsSkoH8hwMCB9NtNzdvZ8B9
xMHDQrlqdDOLDdBmOExUBGlwmNDaU6aVY6QgFzg+MqmgWe4zjLwF1YFsfghsfGw9TCvCnJO2y7xp
4sG8xIzsYYIt2sOU+9bO4UuSIx4kQ66mBcGd6fvhfpoTqnNI+Ux/sRBjExdWO78xvHEYwtmiIfPW
cU3m09GSjEy6Yd/8xKLNXCUxtNxA/0Lm4sSKrvmERafapM6Yt1t3rBMQuvk47VqnSye0LQWjBtmr
/rPWEpm6GATXNGIx/an8WG4HBzfdpsnyhQmfBKWzq0sz9bD89IncxvgYV8xEhfG7s/KKZwlDwteB
Ygjmc5SzNQ5sVuaw0uaoQ6wT8jZTLfmBclhJJwsV4UZLgZrcMPW0GsjWFpwxC/HWSaPZ3aA2rW0s
jD0DjGLuZmc7KtXdIvNd+jAONJ/RvB02OQEW61Cev43NwF1N7UjXfno4ZTBaIOWoqIZLbiFRFPpi
qkc4Ngm6mxQ1gzTFZvCG6f0q+L7xdZ0jGaPWv8zNBoHVwEb5UgHdwJxaYMjshwnLKDORj4MpEM/0
vJo21b2avkSkVG4s2lqKjCbqQYYHjbUH7tZpNnB8qncNBum3UMgQTHZeLt/Pngd2cap9EGl+3cMd
MBmltKFbrmm1BnUBwuxsmB7wmrKyLalj3sdk3/7szI6yXq0pE9ouy1+B3bXf8wTN413WLs1nt8p6
6kGZ4cDjNDsd1qpuyrd9W9qfej3DuidJ0DFA4JkduncNs2WT4NXDml6LPt8lfHMT9AaZUNuobZaP
baed6drSE7MoCNn2nVlU+AaFTTs8LNCVXSx6Zjc38dh7KCAk8+uWmhdQTlqWe+jnOHqCiVzljTHN
+oMxWxAHuPnmm0KbUIoAgQzboocTsm1E6161NVnmoZUNWCpB1SY3QRvXJopOb6Sq9FmQMV7U1fvc
TTz8Ph3ze1WYwe2UVagpm3rEc6u0B3Uka4rPo9TT2zGOjJ+Zr1D9z0hI8yt7QNQQgveysMBQud4u
8bqmjFE2mjvqpHWjkvsO2j3V+AdLkUQWkAnWXoi5Si87u51+BKj65oOPIsfbkjaRxtulMWkpkMoU
f3N6W3DDwGSHHtWRHU5qBTcMhUm0nozQZVsK7TNbZYXjw8m7Cl3CkMf2ni9iALxPEPa57wLXv0gc
FdUUzE7+deEtxuhuwMbCWsfVTpjR32GYdH5lenZ+IhfX134q5XBB8cYObhqD9IO1SBfxQMx6gUUg
ikICrbM3M8UCVqe5RaZeqQoddJfiSsEt6vxSeZuRRSC7Kf48V4h9tr5F6sl2aDWYRE1zdaPreIH3
ZpaUjhMsnctaTfkKOENish8yRUpgnaKBP/BlxXzVjflQgxnFTIulUxvXE2JEzipOMtaedGCfbPh8
Linhmu+dhR1u69ZAeHI7X75MXdfdtOlsfFHAS74UdJZ9Rvq1xVcd5aR9FStlUxXw5exCY2y0usqz
fo737BibrxrjFJpzveAhaLo6LsK+KWP/zjEr8Q5Drpx32DCAxND/Fz/wmzhY9IJ1m1zbSYS6hOBr
cuMLMOu5NrNHtxudTy0v8XRZdsr5OacjZHz44nEYFKgr2U3FYCfqzHTxH7oRlnUImFhJgJUZ1zmL
MP+YVIFHW7hlcEgdB7OtXfcsKQlvAdoak4OFuMyH/HK0B/8mqPKUK44g/tLWgJKR7iaKkrTq7W/S
yxhbWLXTVpeS7u+wlY3Ortq8wpZT6RpWQlUXkjF2hP0AjSspOns50nLbtFnGQKcIvDLsMw8Eica7
f8fwK0HCivbNPahuaT9EJFG8AU5Lc1rkTRLRAfIqZ18qOjQrHUX/SGcKzc1CsZdtykngpF1iI9l6
cZ5/YuLDzjQdu8BeTbF0/6LaErQ/+iZXV2hRKSWxv7G/3LitiTpn5mMzbvlTv3uDeMX9lpqMaTZN
Nxt8DKs++4g9pAKytCBS3XplBIwrjmcs4hpAJREqNPp+MTXzbxZKexhxQVp+4xM33bQmKV7btSWJ
8lGMK55HZRF6Ev5jFwvXq7YYs/CDsSxFMkxh8twrXVDZxJnlqyv6JxnxgPbcboyeDWUI395bbgw8
T3Y4D/QUsEOhQw+DBj5BsZmGwMzfTZxbtR97wwnNQUKF7WyPzRHMpzVffEjGnTdbwze+v323D6SV
3E55FLuXCD1lBXy6cKmApIchNonXhzLzoAXDR5s+/adLlJKoOoObSxfxvhnU8jD6cXf3n1WUz4tX
jox5i8oqtoKP9gXYgbjcv96Pf9YkJ1TSJGFjbRcTGHaaU4aquo2WsYZ4mxsOzYIetI5h9ySTy/xO
lUb0DoRYe2ag8XyKw1EJpYAWT4KKLeRJjxyvbYx1Nl1deaNdb9zZRF+WFfqgHZXthFFEl6al0t9I
mS3ocvR0BcaBuHadP51H8EsYWWIFth1mBZ59PCQwXL9Fr+024YIJ9ipV5DfMuALeeaJbzoxInw1Y
1kMRjB1gJmMKfToxsnrtYb9nncMJ7l87OWomlfTNmSnAi0ch646p+iq7sNcb/mTG3bpJaypJpW/H
q1u6q4Fh1Lk+I+14fhQKUQItGXBw91iWjo9C75Au7Dp5xV5dE50SWeheGDpYf3x7mH2tVwza/Qr0
X9UQT86mSorIHpOuDif+ElZnTgRiHC3Cbk7PHOqFN4GSxXYZabrM237nRD051JxHdD3UOrcWXny1
LO0YGnGRXZs4pIGrdsGul1qemSO/NLGxaVCbDJGZuTkn52eXUJ5MPgZ0uNnE9QMF+pgp76Dd6puK
zHkL3gTEQy6LM8Oxl15BLiqKGRsMjIlO4fjKCiNa24rZWrVYI5asglwB2qKNe202wr4xJosWmZdh
8Gs0yX0MZQTcZL+BFR03Z67CSarBb1HLGjdp8ga60rdOB1duWzKu0VwGAfTuIW+xyFoDPbVxWn4i
FhxuSsOGWLxAe1qMbrgcHF1cBA4EhDxZN3AETeybuLFIN5HqHg2OdRnFJtMPskvPLJjPnvzf4z3e
K2TJTNxXPdzTJ9IsRlxiXV+H0pqm90WAVWm2RX7x+rL80lGQ8PN2EWIhGCUeH8WNpraBelmHTmn5
t3iVP63a/jPhDC8eRJrrWay0e3my9g2ktxBchYPUt7Efj6Yq7oel9s89aeuTdKzSQM+HVonBqBOQ
3HtyLr096aGEYsFAtIeVOA70W1lcbiixjU3LJGBjBqulqIVR1guY20vbwwC0IHlskyyrLkrXSq/9
djIea3fwv75+pU8CTP6a1xJcYllr4oCAV3V8qS1cV0ASszpsSveXgHr+GaX/gzcu9bUdUIkVLdDh
BWV8tpGj7G99mPM7U/bgwuI52QBSp2uKj/7j67/r2crAc0YcItQDKRD5iBNtiw762aHVjvmmMct9
XIOuawd4XEGJxX5Rw8+4qMq9OQc/Xj/uC3eLSKV1UXBt2pz+ybrABsS3fJOHIvcoPYfIp3aMaLmO
Ahnz64c6iX38fenX+CYUey6AHIZmx5ee5u5gLCpltJqXzFMbDFplMdu7smBw3AHrDYc4De7qtpJ3
bkCcfBEsxpn3+XcYzMnj6SDlISEe6eBaDR3/iALkaE9xCnfUsaIQ1aW1K5D3bKRoNbvaObs05ym4
oqUzfW2MzvqCeemX7jwTmQ8dI2UZyZvcX1PNlZL3aE6hV1ul8t4lMy2sGCbzmhLRTFYIwcOlhZEK
n+aVOCdAfeGBISvUIiLNFwhFTm8cvdRZNGaPfsN0+p9unPoPEaXzzgV2+AA1yfhoMl8BNc3e5vX7
uN6mkyvoSnMtBhBAuvapJidxRNcImilhyZG/jfjPDgLh6wNiHQG2BNv/68d7Yd0iP8RbU2XQDSIA
O75jFcNWSyRWCfBEmQ9o2fo3Mzm0Z87qhRdBcj0J1nMhoWCYOD4KOo40MwOmr3AW1DtR2YoVK04x
vTbmucCadaU9uYJ8T2xuHopBhNQnz+AEnJYVBmy27swkNO2yYA8y99f43RhfYS0HwypMGvoQ7BUM
0IOG9Wym0Q1VSnRtDeqPr7A0WXIoDH4XXadxqE2h4rwfShBYhpkdSDBYmG+W53Lpnj83KHMQq1A/
sgwgCjq+woEVz3DmNGKQYko/Vpqt3AA3CrygbdzBPao3rz83z+8oxyOniYXGRnhunSypDkAuNF0c
zyEyfd86zCDowkf7BBDHHz88HEqugUf8Lx7Vk1NLaYcWamqKUPa9vnRXFRKgpOnSTXHSvH5Wz98G
jhEQJMsbSD65OHl2AthawAZ5Yga8cXu39JxDMpjGmaO8eK8IGOUxRUrF2PP4XvkYWvJp5IQihour
bVZfV/SCwg4SKl7MfLh4/axevFdPjnfyGZKTEqmvFWel++Wd8jBmoybP9slUnpPqvnQom28dH1ob
Y5R3spzooI1Gw+TUWKv9jeNIM4TCoq8h85xL233pUHzoCJlFZEdjdr3KT/YYMYCQyQSSzLi0cy5B
4ET4Q0vzrhadsX39AprP7xgaeHYU5J3TUnLEut95cqzSrZgad+gJKtMyvymvRg3rZP5941l2BjlE
Qw4rnf4xtxZG3C0A17Xcv/cSFYWZ2yiQqwoeW4fAnLlI16gtbgrzzCv5/OFdfyQPlYlwLSDA+/hH
io66selZZL0ph0NlRtE+pr28f/1aPL/svkUh7VkUVIhWT6WNNOwRaA8QG/DREcsQlcWlUt6ydXJX
nTnUelWPV3LcLnD4KaipeemoHJ9QnfZegf2gYDa7VPmWcYr8MPmMHmezA4MqCmnG4eDP56rYF+62
w3yO7yKh0ugqT44bBWiNHIpp4kJGL9pUMAfp7ZvdBZbaay48ub0O8F0e9eUOR+9wPeeyPmC3Bngo
EYbDnBjSxwmkjWCw8t5UJBD96U1A8Ox5/Ep6E3SbT35hHHRTIzpEBxqK1Dvy8erbXtBBSGLSQF4/
1POLEbAx45lC689NOM07VWUu2MyneViQj/fFsnIAgQytp63u5vpezcl85mV7/hgHa7HOR4wFUtBN
Or7rWcOERjUIkvHhto/+aM8Pvl48fea8Vk3x8cNFYWcTrCAkD5l56jVp3MitIeMgdafVerVMJfK1
no4nujIfdHbXMEEc4PdeGnRoN0HBePz1C/vCedKNoVJ2pCvYAK9//mRNyTHsBlZJs44yOgCV0xO+
g4X+3etHef66EgBHH4C6C1zMb4fY06OwRmr0CF1Gy9seHrp5eIv/ofzkFnxqXj/SS+cTYD4x8e3w
kfZO1shZQWUajQGphwjguzbl8E2KoHn/+lHMl04owKaASp8ujyVPHo+lbjDkFH0Wkk3V7zKrY3KS
dz7e7TnKwATjKPaAuW0dkO8oiKD8TN74vXNb/9CgbtozHkcqCKY/xPB4rs596aHisVo3YL6zbh6O
7ylCloiiq2V4mybtmxbFVFhhnt8uLSguWv0QGi0vqvaNR8pbjyHizEP97B5wXXhqWJU9aXMnTtYF
FkcNKh9Da5YN+WNiBPmtbCGrn7kHLxzGoT6iC7H6NSg4j08zN8ai5YMMIB0Vw4z8OkkO2QjhHVQC
XX0vzwkDynxEMibytF2ZLF8dM4HagBJvZwBN3GmjkI8J85ft75/2R+7Sv/WMPrWM/vNVD+r/h+7S
9UH/e3cpQ+S6SvnQ/eVUvfzx3/+x/gt/uUst/x98xgSpA/gUaTGvdst/hUSa/yDznXw3/pi2DR3o
f4dEBv9Yvag8xbQUKHpWDybD5i757/9w5T9cwe4qoLvISs2E8U+8pSdNI2oVdmv+enymJhgMgtOX
xoJPt+4PtxUdq2u5tJ+a2GsPBpKZm26Zg6vULKvr9aNxoJkiD7aemeZKBKZwNRYJyQHewlVVgaF9
cgnv//oYPLWhHn/6fv8wnxYbP4zykl3ByQ+TBHVlY+GILbsPdV11PaFOKCj5obxmoWsg2nz9gMfv
1XpAljXJpooEXMxQqwn46WLtiFGn9GtpvTZRHwrt6yttG92H149y3NygMBcuyyaFs8u+7XmffGVn
gKHW/ja1e3EzRYsNcFGl8F1J6XusLCt+jHtl3TdEbp1bOWzO4N9f3fXYbHs8/AjMbNYzPTnDyLfZ
8sgp3tmLl3+JSXAi0IgsTYcpCGSewq4OQCNHJNZZuSG9o8JQQIT8oXSEd8fa4r3p7Mr//PoFOfmm
/PWrqNtot9AdpKpaf/WTT7GErx/YURxto8k29i635gKpZwt4z6gQLBE6+pBN4xsmWu11M4PcSHD4
XHjeID7mVc4DaAZv0SEgFdG2ZAJ95uetq/bpRWObTTHMm8IGY/3zJz/PXyR6eV1FW7hH/p64LQCz
maO/TnU/Xcg5N5GQGnW68ehpHEwzY+gK0vwQTV593bQgS17/PaevBfdw7RUFuMGRXFA6Hf8cb/EQ
Zq0SRxetEEow1I27BmTNTjbC+JS4wfxnLZ3f94emGIuQL/m48SwcHxFZZYEPT0G7Aom1Z7oorU1e
A7/QegacREp9GFfj+EtxC+AgtN3d3Lj5DsNLc2VEiYGafzpXvh1vTn7/Jh7ltTR2WRloNx3/pqlF
0WQVgI4j6cm3uotWfjJxk04cTXRdhjaUugzOXPrTBcI2Bdshy2VVWi2+pyM8q2/sPojSjCTYCOig
DQlpwYp65nq/cBRnXfcIxqb9Scvl+NQqRqtByghvN+UtF5Sga4g0vV0+vP4cPbuCmLqgIzEqYLaK
tf2kYCRl23XzLAPo4ZE+VVuJc1l5UYGyhDLqsPQpCQlG6d2/ftRnicS8QesshlOjy2PTIzw+OwJM
A5eGCPF75WJEF0biGr8cc0qqfT2rZF+OgCch5Beu2I6GnvUuqmp0zXoZrTGEEwIv3ODbCK4x0N27
3FAUP7WNgGp1Vrlh61qQ7rQzNw8aB5HaSGeZHrLMjW/WEv1NRvLpW0UXC4BUx7hio+aovYkX25zC
rHdJIUMQGt3CoKqnQ8/JHFqRWfUdl9Fd066SaddVdrPHm0vGpob4/hui3KNnSszuQ9JM3p0wyrHa
D4lVX/GcZCjZJVVpmDvQCcI8zetxY/WyeNf6aQFUxVSxta3GvhmgiA9e9XZC2n/RIM/0D7ZJ/AXB
pUNB6peLNC+w5+LDFFhpFBJ6YgwoRpI1skJ06GJtY5Tf8ENpvQWhTA5Qry7bBpDjmEbqQ+GQr4uw
qGr/qvr+Fk/x0pPEcmSjf6BaYXE6vqUFajk614RMS6uEgp0W0QHnp7fz1JoltBTDHaTPavf6g7S+
4Eer8vocYby0qPd9zz9tt4wRgbh2jO68tLUH7bkk8aICjwVe3jvzBXjh/KgJOJht8t80ko/PDyZW
TukUcCjeimtzZsIXJUkeQrhzrnjO5z0KyuLMt/qlg5owR8Sa6u0xPD0+aBHHpP0tubc166C7zecJ
HT1BLI4ZISuX1CdeR8byH19T2msOhSCVIHP8k0W1dpBbYQngRNPU2TPkxguU+tXeJmLo4vVDPfuK
0V6gYc42ZW0CUAgdn16bOUAY+tqFrU7WKV8tfSkgTRI/ESy3ZllOZ463Ftmnz4vP5IOOoOlQV7sn
n80CiGDd4xHclh7uvKD0g1/+Mhbf0mRJ3/d5aX3CIdqPB1ET1bwtoZY/iEhOUD9z15aELvv1wVuV
g7DttbhXMVbFLX33+bKt8GSdeaVeeLr9dX5CkUgzFz3j8eUhCKsZjRWLjxwyuOn71ThIZEHoNWDS
Xr8TLx2KehSNremxKtsnT/dAKAUeBmTWZoJGe0Q9epkZho/szjx3E166B4izeGNXsQYj6uOzIpG4
BbQLZRlfWXSD0rjdwDLGh+C3KeSzDomK7dh/1n+nVACoy1CWCQZtkf/L3nl0N45t4fW/eH7fQgbu
FCTATEolKtUEq6SSkHPGr/dGPw/c3Xb38tzjDpJI4IZzzrf3OoLw559aIgQm87nY295OC4o8Bv42
BtmJaGBP/OfP8u9PNTcI5nuoPmD9YELqzz8qmhY7I0NqMbO8qiTRGXn10jc7I6EfrKZd9i8B7fVX
//MiSMGB2Qpmz6C26MpfHuog0tOcmUm8llZt+q2Yu7Nkh/2XJ+T/9FcxV2fwk1jdaaP9+a+qY8b6
mFAxt7EFwgxDUr9DFddfdUuWGyut/41Dw//y738XK4PF8sf3pXHa/fNPzFIpuYcVyhbWEATYJJ7Q
mBWqMUif2rNEirbOw1LFRyzXTvUSuv24UtuDVp0H13GqhEAj+nevhaKSbSc8vHeS0knBwDL47c3I
JOOmbCeOEUq+BHumKYcXTu114SKQyj7joJx30PLH7zaPy1tIQkrza7tn5870aOz9cmRvJT9qhqFn
p3V8ZcS5+TklCscWYRv5Q1lBTET52WbvdQIuyDWUcAWyK03/FZUrzYQgGWmhUdfGj6Dk+LWRpHg6
rtRJfeKSpnwaTTVNG776/Lnt+/o55dv+xhcaXEFvMCA+DAskcaeB/uvGtSiA49U2PjWnVY3ENZWp
/DBLowuO0s7M9UMM5gdTxCtul8hF4LdpTLRgzqPmaohmQkcDl5BJ+XTJuPx1sX3Se0aEXTmF05fW
1QRVohBjplV1de5N5JnuXBaGV2aJUTun2aiGZ9SbYEjlPE8fwdAA72wrx2A40EIKTj236F4JUxeV
3y069zjGpvPMT2PMWhukRUu6iyfb5Og0AfGEFN2wIE1Nln/ChhM/SD3BxS7rYA01r+FulwwBqPOA
jBKOUDmYn2te4NvShpG/K43D3kcDFP4AlxtU0EPH6sbcYvXC0a3DgxPEcD1B7xUOgPkaDiwzouAv
x1ToIehbYuVE+4kvAxBoO6SG3QSZyNILxT5nyxT0h95yuuesZJJ3Q2y6GFwdGPSx0wgsuOmC8F2C
FpG7mgroCSdwUZD2MhAQVpjV+VjjFhk6YqvgxDc4qRtOnyCPZ2blCdiGwh7X75Z/EfYR0Pck0Psr
vs6OrDHxmnuiFKLaxmXqOBc4HeUBV1X0Wys1me7weaB77kYoByl210OsF8z0D7oSPg7Wot35Qai+
prYpX8apWH7wXMdkVqJq+KpLxnV2KZh/smQ5m5xrOkF9s5r4X+f2/lytXddlDhBrydqheuCQTvrz
Sw6dQM0gUWnbmhj3ri6scssWrF16S4wexw4Qo8o4bu1gbChN/Fv/8o978l/WzhUPAl8C1hBX279U
UQuQCLUG/3eLVSwqXCjbWDizNaM3M3Kad2bl90YVckBBWFS1jbxJo7RvGl/41jH78VxBCP+Xk+bf
9+J1iphrLacUTmLmX7aqTuTOKHLEabXD7YJp/PRBOKTTAflmj/+8Vf2t7sfHv9bv+ePXKV77r0cM
mZZ6T6wChY1mjYBZh3k7Q9k4rx3zE+bN9hdELXymCeE3tSF0xQWk3MzkWHmdg4hxgJmFigky/59/
sb8fEujLMMTE9ZdB5r+1HeOMUK+aFDYsSIjkSj/K0WXQR/ilg0QpSK3ihbnJ0fvnn/pHFefPjwMQ
F8Y2mexbGSt/3eSWpFJwA4xYU4IhvFYxCz5lwOpQgIogq2L1/qKzt1gitR/suLMP4GzbnFhg3P4U
wDvf/vn3oV3/1z2QgjHYQbpTurqOla2f0/9WdiKKNhEf00NOEEN/NKJsMf3U4lro1noAmoDAWqzt
GqYysLIlXEe0iseHMJ5CCIVn+PcwUzMFDlPYhykl7bnJ/1A+6YtpKF7dcL7cBGbaVAeuzKx1hQym
Y1g5st82zE8iKw118yXtFWWvWSkUukKtB0zvrdrstSQKSVIAzy0xtahso4HGIrkZZ9N6jcywgLAw
zxC8iXLqyK66Pr6S+8QFO2gqIQbkwqgiKJtZn1Uxsch0eT1OB93KGov8ZzM+O2TgdNSg6zRbhaL4
oPI9vOmVTqxGH2FzbJs6d2b+ZSgIn3VYGshh5l5xjtlM24nUtHBUhmrtiQFAw9djW7uZetU+W8uI
xEld9PrWs+7qGxz1Kg6AZGZIN56s5t7alBK8XmOaYT86mli2nalcCKZbxQMsMiArE8ZKuKCRkr3U
fYhXZwIytaMpTsELKjp81ZoEkY7xqwOBMc1rClnv6+4BDIX5OykdlDfsi1n+lQ+z0t3R9ij684LF
U9vX6A/yFWoHzE0nWt8f2bjbw0LG87pO0g7n2k6ksUn1YIEQBdnCOCRjVzf42PEQ+cRuGvWRPnHv
C4BeNcAoOMGg5J0GeArzoMSBsja6rWgIiyhLMt6VcCJFZUU0HPg2wzW83je4Kcu4UmviXwEQ4EZX
2s8oCMZHNurwk/S/AR44jc0PDr0W2UM4OhoTpJDqGUxhoywI8r1zn+wpXiVNkGwiwsLBwZnHGGJQ
Ow7U6kiM70yJA8aN01YYAGOj7t62yPCYJZmzHS1uB5kjBsx7WY829LUmm/wqJg2+KW0dBorSBmnq
dWLqFX8peEyJvaZYMCNmJG7oHR1cLWaSzwRBu2h0C61rIfjMreKKREK4L5s4n7fYKW3Vb2AuPndw
DnMvGEeT450Yqi+ovWW0r4yqHzdkXIjaxFaKGCDrG0IedQY1PFka3NHM2zoa+aj159izaPdofrHV
m+VMjw7BgbWroCcja1iIpmx5CKfqjIpVAXmIS9DnDiM+rHHVfRQyx3DeLMxAIN9Lo7fQnMa9yKUT
enEgcYCjD9PflmK23vuunwU8kGCNKaY0E7ZzS+jV7RAwKOutVRBjmpUZEflcTD9HpH3UZJABvy1i
AXYWSp40hNFGuaubaT3ZhChiSoFdnvwXPmsGNEHLDFWrPPdwIwDj8FAdp8VIvky7FY9hS6rarbJ4
+ADXCL53hHP+ntZS3BlHBoXBqVJA+tYhmGA9zJ941YNuO1pD9p4mjvU2aLK/m0iLvzHcDJcmrIj6
i7YC+5Ab7fKsySr8yDrbFi68J+ZrkrQzIJQ1kYYHWzh9jmYLeLOX1So9TypwGNC5WHeN61gT5IQg
mG0TFvUEMnJtNHmaQRpsqwUrTkjvM/WWcaiGIEFwN0dFFes/hzxKbdyw9Xx0hhEUUm+SuzoIgebZ
68nw04liZOyTbD6yizHt8BDYpE0Hf+Fm+RBM9fg25YWFTgLC3HOKdujY1rUKCDsDW89+voQXdQjg
Kaqprc6bOhudbFuNrUY0K83tmr7MrJt7Nhaa2GM5EhBntFCJD1Vv1wLkTh5fc9xqI3OWa2pOdzJH
9RoLrve2UK3gsarK8gUQGtMTsSTN6Gna0P7WhWA9c8JE3BiyTUNK+gXegY4PlgxZkxBKFVOKya8T
EuQQb2UDihjG8ybWjOhFCTQUdnIhPYdVupp3TACX9XZUUtpXoVOm6c02usLaAt2e5t0iZfitz3Vq
7ceyF69804ghSk2HLFpjpCS2HWYAzBjyi9eQsyrfYJt2LuCgBGKsg77NzUCcRZ5Me+t5CAr2rLAv
s9+xuijEqVFyv3ZKWD/WhECiLSPDxbmeYzKuMDwMEzaYMQUbyDZRvFWMTjTeqBc5nS6nnD5CSysH
V+Pc/Bao9fLRRCIY9lFZsIt2gw5Omi+zP0+gOOgxEV5RXCJIs+0F9BmI8gIzcLr1dIbVVX3LG2ZW
9lGho7NQ4LqgJwni0QCjiiHZnXKaB/+tEP7/Zvv/WDNY//dm+2b5+oz+0mznP/hvs111/kPMhEQa
/EhJ7WCllf632a5q/6ECREedxcyW9h/5uKJEakJHXf0P3Rz6sTY993WWnwrH/2q2G85/TCraTFkw
Ubn2vvT/l2Y7Nc6/HvGh3TK5RxKMsy3byt9qYGGKcdKSa9y9dJ7w+NzAxMo9CbXnpBDtgSFzdHIJ
1fuG89Wm6e1fvC7OQ5wrtscQWLJtnA/FSB9jGnLhxKW/MtrzUHFaEp1xWUqzuJqGPNl5UmyYc2Vx
J3Jg95FCqLU8MAqzMQa9Ih09nbKm3VeRCnCHDKuZZFgxWX/LiwB0kETlRZr5TytXPssx2Btd890K
yUCLflQq+0ekDX5v4PB6ieRXOZ0G+dItyt4McGdDz4zPKuselqw2QbRaG4T06eUG805Ck6h181NW
H/x2pCIuCqwdNyDhhw3voZMTr0/qOaxEMT2LoTjM6eRxmqFDfGpN+nrGvEmWpyW74CihWoHx3hSf
SYqgzloOo1yujqzcqc73Qt5H6iF0Jm5J874U5oZYhluxFy6sAWF0DKfygvivseIdMDGD+FP/EuYV
/SR3BfTImIjBVeuOtbJsOgfQSmt+iRCMVttrmxz0VGY8zAIalWjvTfiL/J+rBoyAPwXAVzA27dV6
8mduuDTWHpCvemakgTBRLpFR7RclRB/JBP3FpvAhzOYzmMJjSwzXHaZVIT+ebWW8RXPj0vDdD3H8
kTb+lP6C/Kejd1/xd8hRRLxFUxiHoEIKdS8Hwap4MzrYNoTsuwN9zOQx5MdGnFNTHdjAQ6O9JJSP
KDdsqvEh6474CNxiGHyOzwVaWBkdor48D6nK4YmhfTNoflCq2tjqA7oWL7L1bdY0D6E1PDVO2ru1
Oe9aHbsjhI7exQXyPoEycW1rfgxL56QPSgZCw3ELZ/GJosrNBOC/GpUfrcmHvBDM5rDXbTRul8ai
fqvKl6F2KGTL4TInL0qb70KYUq1NpGB4rbhAHzq4kIlJBDvhwFfP2nOLihRRA8meVVkJAWQ5yG5w
za5AXFcnm6Etb9Z8AdT2ndjTtZUoWBtoMl25C6D0mel7XjXbAQ1M6+SnuG9dozjN0RP767bWum1v
/pr77LkJ8fqRDs/oa5nK8NCCu3FLBxRmT/BMZfItJmLxO1IX31Cz107rn4K4AMw8uANSp3nurnK+
l1BYjNh8hM8CGCs7ZIbYj/p4mUvlU2bmO9MNn0nzJpd9S4UnwIgJGxZr5guZzeMAAiUv8C7bTz2e
LneSEZp7HkNr2Dtp8BgM+XcUmnwrxEo3xqiqPOU9O5l57Zeh+2VrzadsymP0x5fRoZJXYInDQ8Ab
u/Yw66MzJ+/shK/S4SURpv7dSuVL1RQQbs4gCRSxTASxR53ypAn80U24TcL8gSkNT5mcx6kXtZ+b
CzFkpO4+kNQnACDv0kyxINapfROzzvlucQ5RSfp19WBtZ0eE/hRlNxql5VYdmmewNxsoHxdFyfbK
KgIr3pfKi03zLQ2KPRbmlkUEstynGsyAk/JlayE/nKroQ3XqawQzUuOUTVluiV3sPCUMNTp0SmAs
t6w3px+so+NWteezWvBa0/L7DQvSc0pQLjZCnMyun8pInGNDMbiV4vOp5+ceRs5iaAO9H5sTQ167
OPyeUoYh7IXOldHBgHHAI7lK0D7NYHdy0vQ4vopbXaU76Iebwpqco5NRP7bCatkHDTSWUhWWv0S8
muTwEs6S8c9Ua08QHb2+DG54AgUu2bNTGvPdzJXXJpsfaNufEtu8qkW7CYxTL0JwJUP8BcbxBxdF
gxOf9dUE5A/BYTiUyZNojxudC1bmJMfGyCfMQtPD0JviXe8kJU4rckAxmpDp2lXjMTQ4oC2IufbM
22SI4MywdXON65pD+QAbtTKys20GyK67GVRRRanhCoACSW4eMByCF8uJMdwpuhgOmgP2U6n0ZzBY
+SEJFGuVOFtPojGRSDbYFE2hXALgbG9dT5DFwvD4wmlq9E3q+488IAnzd2F8hsYwnUKDRmzYGuXe
ytB3FE5Ve1mIkYf8MQbC2QrYFZOU6NhysRvp1wu3tBm8peijXaiLDcvap6mMwKXglLh9rKRPISVO
r+Gi7IVRVR5UtNNgLH4jwnxShdjrtSj9WfsB8Uk/BxC5t1pT9V7DivUA7I/XZpBWccXVDWQy6oYP
Jj8ZnMoM/J7MaofuOsnDeqsVV2BZRIGXob4RRAJwad2FOVWHKbFZH7l1byYOzOv2F2o/jUJRtpGj
beWo58e06qZd5mz5kCsuRnXgzqi1Dx3SXc/qOfVHc/reTZHimyN1MltGr1mIv44AdDhV/QFG3FOc
zsXFQOj02VE9disxJseASjWScNPZ0KeotjOEIteoOfz3cabuRhhkPp87xwJL+8hROkN0UnlgLWZ5
USA9mIZAiVJkwcYgUbi67zpwHOv/jek24FFNfisK7ZcORH5n4pDArx7t89q50/i4mYozbvTSrM+9
wkHBfmFeTu6g0umbJpmWDQ6iDy1BoINRntgsSKWN0jrzPufctQNoGmxEfZmnnQLHMF6+wy5WtxTH
lU1mNa9LUfwerPCRYITiRU7OaqBlF6aOn/W4PbThfIly9XERtq/rxb4z+7vW5FsVLhkh0c/JTn+W
9SrjJaHGxx7H2Y4J752FzT2e/MA409ShN7+emUw80eZOpg2CZQay1JHZlmAzttFxyR0M7E2/y9Bx
1nN9Kc30KKf8Fsp+k423ujX3RUFCrKp2gW55UDyBknBwgyTmiZRXw1CrK589J4gnYSQSD2Zhv0NS
GU7LsIRgXiKe/0gZuMQKgS82H5MFOi/VNZjekgqAYgQHYAGofUNt8ptimLZdhFaKGB5eV6+rF+Kb
yygzz1jaCr5HO5j70KZLBIA9Trhnq/JYV7p9WvEJH6ngABkpQXmivZOSeOiUXVkhDGKElZ2RmZfM
bwfGQMRCdtIKM+lrOSqxYehMT281AkkLG1Mh6+U0wH76oUYy2fXjYu77KFXPQ1MmP7nB1T9KpL4I
HRZOSS3suifIQ2Ai9ZnbGeRb3YCYMg03E03Xoa5MZZ9kU/3aGEyaGaO+6rAGaK+zKAoAp9V8T5ZZ
BcZp9keoY+Z3rpJHLhGQP0pF/DKh6HGaq5Pu6nQMDU1hudqquVVeE0oBfu8U8Z1StHLQ+dPdIVLs
R4Z10QUP4FEy1a72MA652oqh2SyBhggJw+fWGnEAjeqYHxvsTOnGrvXZZ/3Q9T2VzP2UQWcYZPym
te1k0NlUzFc10+LNMqA5b+0+eYB1S62BehDATwueqJtUTvBsDb08GKJY+FLXYG4TcEyhCLJR81ac
ihRY8pJI/VVP8uAt19vsqOsjOPQ8XzgqMkL5a6HC4YpahZxm2G2/G+28v0yFSN4oZTmHSTVp42lj
Tl2ryKrh9wJ1bD8NgGNE1P0Ezq2wIOq4zgWyOa10fsTS3JmUN+Hf4NW0HL9u0PIpAq/hsNIdpxxp
XwSwMhQXJrquTjO9GFgrx3m8atQweZSGaTpxfG+3FFnod80CUnEa/NSN0c8Y2qUaUZxjRT3LiB1w
drKD0pd36KLPeraAW0ZWYkwsT+WdffWot46nAIrcTnQ2Pao376JXkdAJ1acqVXm1Ui4YetsHDcTh
BrvhxjbhJkrWS6b3g0umlZdKjQ6SNohYSmpBY+VJK3wpU6z3eXBrmQDjAKi0h7KMoiMMfemm2gCv
Cbz4Jg+N12VUNK8fND58hNVIdT7kZA3sA3SbrDmOj8lsVHdNqxVXpZ52X7K43xAxR0PJMP/GSFQ8
r4mKZTtpnpdskT+wnTEUGy5kFTPrmDN73cd26AcBM4g1lha3SnnwVz6ry4hQ5U2VOIa24WuV/DGr
P0s0cnrVrZCzXUD5hB3Fs5mtMwok71YyKS6wcLcX024ChcasS7cdkGiaJf31mnHckLK1kbfhVarD
bzjiK0C1K6ArK42f0c7bqKYiRt6quOEv5A/mDjCmJ2Xph+0E3pC5pbTf9pxD2SdEzkh3eCRFcQ1F
ywC50j9U0YgJzzadXQZLjlJutKsEKr/WoNdPGYgGP5pALxtyGsPYHguf3cG+pIPJ+UoL470Z6/qr
0rAktJFF91lNW8s3csW8ZlSlkGVn9S2CAu2BtYrp9ITOiascLwGUxdzXYKT4pZIZe8Cw0VHEWfE8
CSE9NMPRQ4ZfZdOBNn/VidLvLKVpdh2NGOFOyyRfa1wADxYVzOeEecon2+y1Pfmzzu8pPccbJ5Pm
q2YyARINdXLJCiGfikxEG0ZqjZVETdNPScb6oCpx/joi6LqvVIRfk511HwPni2O39OKoMGXY+n2t
ds/w5ftbj1nuKOAX/4RwBUx6SIdhZxQNJVlT5vIqR6t760wNlzOoyR9qH7MRDVQ7sZ4GcX7v9Vn/
uVhGlKKltVXa7VodbHVZTfs+AfOLJNO+m2SYfKdA35malXJa1JgrmM2Dadm5+hRo9Tr014hLAUfy
kDd2fQ1oDOAusSqW+iTTOwY5lto6s+gvJxDp3Nocsyleu5R9UjVnlINKs+rpzOgN6iHjizr4+Nde
mp3mM7+pwcPNpkMTJobHzDNSbTOhv82k0hTG2Mdl12g/JhWQKPfY3txqxZzy0QxszA6ycUq10UuW
GIZXW0X4ILUh+u6ZJVHdNsTtCAVsQYQX2BFjr2aNJCDQVH/pbW6GtqjmE6Em9gSZOsyaDLRSysJD
GYLHbyzOEU9tLKeDukbZ2oWWNV0v6Duja3TWPRfNA/ts60IKaei2kQzqjSclj7jCpME2C8Z4r06C
8m0tIgjvi/pb5oPl6k2wrVM93lAszr/mPu6uQ5Yc4iAfvIILutebcG4CAcBOpm9loGU7zY78URpe
orNm22n8mJitdCMHBWCVvhflZHI1196aPL9W65xLT2zx7gCfcfEwUnIokH/nNjO2VbEMp4wh2jz6
XqiVkJ+DV6689lFwwHHsjYbauxqIcLfRFsYfg2DbZfoRojJNt3Hhv8vGc6ll/gBcz5VcwPQq33Ib
Xe+Pj46dEuejBbK3gl5uCcRZy3PCIMacUW2gnuTAGS376K7EHcUBvSy3nFAPil3uzaaBQs6UCRc+
tbpo1Ven3ZaSkxbtETdL8itVD5vyuWXSkQMvIEYqGXYNX9XZSnmKa1/X6ox3iA5Uq4RfiVr4SW5/
VVOcPRe5uLQTalp7tcHIPDD2qtZyyta4T+HJvXGTOvBR/hY44cgqBgJjd+en4fTL0qwHFjnWeDLK
/LW/QVx7SvUWCBCyJMWoBGMJZGQpdLt6vZQlUK+dLDV3MPH59SlbszGJF7orHpMo3ElldeqbpT8p
qaX664Rzi0XYa5xw2gJGH8B4UyQ0A767htalc9YzP0yS99pSb2FafeIeH7fEdzESiHQmOkr4OS9K
Ax4YdZgmK1KvKfPejyKKKPVcgSkpczyKvEKbXCvbxxA4Mku+w9KSwypv7wyEnIPe4VSZli8NamJZ
Ob8wo9A6KIp4pyrpZUj3sqcqQTPO1VKGOBukiHAXokRewkDRiWh3KF8SOqJVwPh1q1eUW+SMYUI5
M1ZvXVmzRw8R7MlgKoeZg1J6hdTQQEHORa51VqgDeeBUk1/hkvAQWnX5upTTtzp2pr+sF0+lyRKP
NtyVFtFRYqugmPEroxN2NkLr3LeioHCmqre+sGB0jvp0Iy1u78aSueFoPpXAi/sYeBrx2G8w7Gwy
trxYPAfknZ5kU5Uv+rhAysyo39I/X63BIP+mIWlcJapoG2STeRZUnJ50nc8mxO+z6chDNOmyAxT3
mBcc6fVBe5m5a9PYl1ddC/m8inxRKMmgGgflgBIdWG0ZPjOhke2gP1onC6wPjMXo0IIocxiI8Zpo
elCz3LznlBdjh9xMmOMbMLLI3iEbtn2tnPEkF+iMOcc7jyKCTIo4XVuMI7/JC3viZZ12ym3nl0Qz
sSerzlKYsDcGYQzcgXaiyqTkVBWKZwqixgHUMohwKEzSeEfzjAlkzBLebDgnyYmnLqb5J5uVytk+
9gZKQec+VSmiagqyBmVuHoZYrW4cDZBrtydrfS+G0WD8ZEweUylsAt3hlzpEqceM0icQa82lMe88
TdnCa5+Wj0JvWCQb0P4hnrBHBg9Tzh5lv/KNB4dxtkU7VmZlnmesFLdSaPG+VWXsxyOjerBS4Y1A
VmHjesgs5sHiynphwG03zkzvanZVPbDx7IpakXuVhvCtM2nWFqzBtpncVCt/ckwa44P+e6iWP3Yl
vpFgrkEuw5SFW5Fui6R+Nu0p3YcGK+rc+QotqBz0U9fXL7r1MwbpcQsnRb9F/QHjxdbWHpEHe5ny
S1CHe3JKE6OLBd5RhRDscvMynmgepzunW4Z7EcDtXJypvyUYeGH0poeGYY+LGfXIbBLnvXdqDoYx
8HhKYpTZWXjph3FlGrMQ3BADHcTF+UvpOycKnGMZ8A97LUpPURVsC+U2aOZ0TERZAxq3kb0OnjYI
CqU1SoLSYHKWFyKxdMkRd844qFCUJWCQyuCgqOIyhowkQkCsHBDy8fOqOYN4wUBDIxLPNDsomVyI
Kbu+Ms/f4tiJTNfIbSIbkApXgPKuYc1N0ajCx3fqjcZtX8/3DdjgqbLoV7yldVe4jHGbp2IVkwRx
b+wLQ0ZUDDh2lV3bwt3NTZRtM/tgUn1Hot5OZVozTaZENEqWxLc04L4UuYV5pGlJR8K0Fb/t8k8t
tE9pXZwnK8Qz36dvzRwqp6G3mmOajoc8D6t9ouS22we4Zty8yrb0LIBJ9a365ShZtxu1/pytHzud
+pB7dH0c4qzz1Bmoq6bzWTYfUg1w4IqApiRC6/Po8JDHgX2kTdP4uWMMWx291zFX28+euN09Cayv
qIAlExrHngryGBXCh3rNjhTKEVQqgVG36BR1OyH0/agd81daIblJ5aDfK2e88xg89LkVbys9/OL0
o52RBB310TJPkylO4ZDkGyWkBCyZy/AItkB0mAK8Bynzygnw5l6Mh7DSi422cIEsc/2SJtODZqs3
KwxfRQ8jPTfynbmEya5OtGMexoXb1JwFshygezIejdwCP6gxtAsaO0eYwVV2IvptZKaX5wlupVG6
enKJ+qOd7+30XqQXWqk3rqmMptk+3XuLvd/KfBszDWGgTWEL260bRvdybr/UDH3ylBfsPLfBUB97
QT0TaZPXNYvgcCNvIEsnd0Ha6cvsSzgurNIRRUIp6GHDBYcNvNeV7mHqkiezy8MDw303FXBvM5Yz
gJ352qe0jWrld2DFrPRxzLRi3IWbhH/hZvdomFKrQ6dtArLN9Bkm/E88xt8ctfe2cNaZY2ZxZudJ
1sm5mONbF/S/CyPWz05rSCZN88rTQnO8zSI8MdGKUtxeXrvQJBtUlWzc11xkjzLEQD2xbC3yKPR5
X3RGsl1ku7Mgeo2ylVs+/nijjhix6vlxcJQbOd7zqDwje+J4h9ciH3d52jpbM8Pl3rRPfK0uB6V8
EwwcktpAPszp+gITcBwgcWN0T29GuZz6mUgs32YYUhDDbBK6dsCoacQIA/FLWPsaBeCsPISmfLXZ
Nl0wXVe7UZgzeLDW+rwqXnszBrQ7J7ehhK3t6Lz8fVIuN8LFNkPQZbBNe9s8UFN5I2X4WA78LdMk
Gb+jGRXu6gVpUwSeLjflO9x1t+eZHvWUnmf/e2CuDJnVtjH9zLpKCWPOilZ+7aUO6o1Fqizj1lj1
vPfqe6aR9MqtjzEKkM4rnlWN3lIwHaHe5+ZiFeJiTP2RfvDGUQQqKfsWx8GpDJyarThJOALGmxw6
gtdQa3sipNXtjFJztlFdU36zuCpnyvIkaezea8ZDnvBXwSOAYHrXyzGJaCGGweBSsCpPXJaPBh48
rmpAAkIE1EfCN+OWbM5jwv2DCrWBh75m+FhdxAHlRUgw1vmSBUsjyjBwytqCRaaM2LiBpbhJ3TCP
n6sbDVH5UCUO+AMuQVVfQInJk60c+htz05yoFDTdSBNa7j7iMe2bo8jCxyaBl+AYt0hk6RH/+Q7K
FAR/2Z00zYmO0hCjj/LuFfLybW7SgxpCsK+yyfYo39kuluJ+k7TZwOcznbC52M9oK74VhZLqzDj+
KmKLOJTLJ5sVkNHljiIXWvIdeb7qJLRunxgo2IflR64hH+Om8jgga3iMuogGmhT8TXjRu6smxbmK
Wj9Pu9tSa6SBE844C9Ninx2jyor5oyiDfZ8PEOyJq3KQvjpZ6WuttjPm4ofTVK7WSe5zv1uUFRzr
952TsrKwdB3iJPEZiNkBbPNjym11WNPlRgTOpE6pNrhuiCUy8aUOG7s8dUW1jYy7lbY3DE3nMKqv
sSa2E8BlWx+r9Vsz3hkCbz1mqYxN16cas6sWViwr5C6DOA2289Lz10HB8WPrHoXzJm1ejGz2Gc28
ooPxw+aQgKSfzhAUd0b4KbmGY1UB+MxGAv6ZLdY1s29S/Oy2kFNSiZEqfrO6yde7z8jwFb16YwLv
VzCLB2VcZwv0bTisDjMqQOAhmu6cpRrg818gajcV182EZbjufGDJXgemlEimm1nveY6MEsY7IEtJ
9jA+MhGzrWziFTXylnv1P5k7j+a4kTBN/5e9owNAwkbMzqEKKEdvRIq6IMgWCe89fv08YPfEsoq1
VaM97UEdUlCtBBJpPvMa6FV08ancxZpiLo02kbeTRaq98ApDvo8S03+o/Lq8BX/DwMg+butKstdA
OdSlKqrwDd0SbY3JWUKrhnNoWdXo39Oph4JQUlqg/4jc4EVsedqMJeBVEb+5KooWe0CR9eumw8En
TzPtKQtVkreh5qiPgKU6dqVBpsVoHfVr5UU32cF6MTYUbhP/o9ZMfyvHHNGRJufPrdIAhO5leJ5V
ZBX3+B0ayymJbhJfsRZxGM2Ua80ad3hv4FCl4qhHOPA4ENRDgk4codQ08nATtL0NtkgPUSX9MBsQ
QJRSX+CWuAXOBo6ZcIgi231Xy5rFZfVEwzxf5yNUCa/PcIMjTchCaYkOKYQElvMOJ+DSib3kbzUy
bmnWPaF8tFWD4AMmBCkGkvENanANwreELPeNZe1sj7puMeg3NoR/epLiBmcKKk1gsuCLs5e8n5zy
oYNvFjVh4QAyWXQ6bUAA95gbyeyWHuAjXQxNzXvECZq7sYfIYuXpbdU3m8kW136i3eCF80tS9XvR
S7tINEidV+tIB7OPVkPMp5ykjR9Htwkup8SF/sMgR7tUND81blesOiZucC0A6ZZIK+qj/cLWgody
ELepjEC6RFU6F2LZD/QbW9o0SnzleTlGU2b7pscfldJKS5ngfkmWCpKEEq/AJGdBJvrRAKxkOrna
sFQCvVCASuM340BwmuALGUjBtSbaO6sB4e1N3loM8a/WjiM8Uor31gvehJwTXuMYCc83w5dV2qCG
3iz6AIq5pKyFVq7Myd/ZBm0f9IzoaPsXGD8+ERheCwXbJUyMbgcZFfdgvEazZjF6Og6PaXoZCa7T
XFjsvsqnRjCfyQouVIDYvH4cFxkA2Q1uGfICIvjPYjLXVtDtFG2YG4reoshsR0aKZ13opCxe82ss
0pvIq7n7reBBDgxpWaLKb3TefYvgoZyovzJt3GpNe9Nk0cqnVgHb40PVJHnlq/bj7LbQ1+WqwQYC
Gr3saG25tjJLbMwxG1dNOgh3ilTcE+FyLhDluB6IFJtU3HZpvTWitMInxH+FQWgtZEP6heMcdJ9a
+YgUGGNZ9Nn1pohstbfBoNyAYb1WZf9G6j3HqBvc6+qbrKtWkjnem/ab3a4gRl/TLsQWpoldPKlD
EhjbSfrZ8w30o9xtkCR412mHYkNfKuxJGZs3FVa4pFzhhLrQakosqbqFwr4EAn4/tg+WuQUxv4FY
cjekD2osOU1jzFAA3adNpldA1ivSNi/e+vZwUSI04Qa9iqVEgC0AFqKzNkrilop3E4W4keKpMC0m
LC2XOZktFWWCW7mpwSeX5joyMQUD93hh2DiKybNHvZ8av6UpvQT68aC3oStNSrrI204sZKp1TS1o
yEQjqoDUzbEbiZaK3+DZOe7Alf72q2aHJMQ9rTXHjKwrahw70tWRfhh9TfLLRW5U+dLvUgRaytEx
s3yNCMMaJyuMhKJKcaIGHY9ZPw9kfFew5OhAEoah+pp3l60l/9YiLCU18aMs0jfPTC9Gu3tvk/K3
JHlrufV8jCC5vtW2+ruxojtJx4mDu/Xe0om2O2MbFtgGqf6lHdW0oWAXtRguBR8yXA1XM99xMPmB
uc41BL254pWq11VSXmKmcRP0k7xMsV0pOjtd2jnnaItgMfYiKBIPQFyKKPlJkLuVy+o1aYOffe0J
+hDmxdArT2NXfmQ0crG8SSXK39KjzNZWKECtp/F90mv0DHJOSV+1lq1lvFI+RhMg1FoXRYtb7uKd
ao23lgX9DtOAGZVhJsqKpn4PPB1xtamNJ4xnzdkE8DLK0htKdiYOAyje231xKeHYOPsNoP2mjB9h
S9+qIlJteqt1EpnObFIXji/5l1VdQOalYrao1WaktQGj12yp4OWY3FllJ+OqwkilMuxCdFlQ8KVy
CzZFWRWGfYPwoHzpxUGwZI6gAxrJMlelt6lpAEQFj61krpWw41/sosAVsRVchMHI9BV0xXxV5KxH
5SKj8bCsoEosmwrNF4+9yvUAEwFsz7oyOm3pqeGHHtkPIyI1ThKp1O3Ste13vxqjdSztMitowYwV
Ex1EoWPilZph8aeRJwSrQhu9hVYAyTD0JzD9Dk1SnSpH3bljJ+F1kwWvmBn+0EHFX2QoGDixmuhv
QpI/8DvkTFVe+548Ky2KFzXEiw4aB90If25IvTW1+pLL5VKncxo1+lJiL4Amwrux+znZwCT6hCBK
qOkl0GuADOEWD5RbPteFZANFo6V0GyWaU+CVV6j0JBIwD3ACF2Nw09ZXdnA9NE+hGWlOYxjbSC12
Pg5NZdndW0lSbOWCraUr3qPeGIAjWkAwI4rspd3vDDH81KMSzYdBhUHdyA9TMS58O71Qhu4aDuUj
HLM17gMrM6hWGhWxRZ8a0rqRiHJ88eLldxVetTTophXMVHTpW/pZaXBfUpumJLfQAvtOAdfY+MOz
byS/yikQ66aPHmop/rsDcOiZ74KwoabJ2+uYMRLvq81a6tdFvB11PNRCuq5xcjVviyhfJcG0RKmp
pa9nt/ch9YDejTVnrMhrZZocRbSAjLISI1DDkZpRk4bqLtMxgrT6+DIwgYRZsvsjsJfKjT532AGj
+fFdiVXYY1jiUVPJvCiQVHmnjk34DuV62qStkN4R/o/dJOiyhwn444cILG4YFSpOzE2U9mFwHaZ6
PzoqVtS0WsfmGb5nfw2KFlC+JWMYOrXRxSg11nacSrGygqy+HAmBLlM9Dt68LKi40slbhQeJSKGd
uUo9udpIqPMtenqiP3vDf0VH+qrSo1ezpJekNnlNrwV20kIyVRc4YHHZBVN1lcCnujZFKm+VuntC
IgmmiUcV1BVS9mQWMWanqtqKnZJYPg3N+HflV0vOXHxRpNWkzM7IhhNkyk1eB8+YUANiM57qEISp
EmblnETdmig9OVLG+YZCRvFYRoZ019oUPsVrTmCB8IKJEot8FRXxbRnrC79FLIUCxIY6krSmo5y6
Je4bm7BrbsvQvK8CK7zvjcKBQA5eSs2GXQVQGjPTOliYSXudG8rPMGwucvXvqJWxhiUDoTMDGadv
6MdH8ToeAarTo4LT9tOSr3qU+rr+UjH8lUnPxTduc7Pb0BRflAR2pvIu9fQWA2kTtRLGAeUvEb2B
+KeG/MS+XVIPtgELTb9wbx5XrUS1z8cvedYA4KIZp1dhzsxXIKe6kRsYQ/QF0aK5w+8RVkJ07Ucz
M40m7ugDGFTD58r2mjl7KTlVMLiKaleDSgFVEDiWdJtbZAwcfGroaOoWN+HbcuZjWGHrikT2fuIJ
k65ETmCNPc+AQ4QzTPlzkK27IrzIw/EumotJ+HZ5bi9Z9XasbTLcAcvnqntIWvvS6yx74ePGBF0o
HLbqFPmuj5yMUyGyt8zAzd56smQ9URkMVmKyifsLWHl2L6+6bO4DgFuLixgoqCZMB2aqq8RzzFJh
R1xaXK3JYJiLJIHRoQdXfjytukF5nprqom7A5mb6Ohx9wMqR/dtWOSIpr0gvpgJxeIRxdxUZOAta
0nQh5f0absc6liDESyGCoWE0dMRZKvwneMtAw7zfgUoHsAHnKtndVdkGl2bzHtYywByNEEnTx2mJ
G/QrVy5bpwf9lg8/MfR08wyIq8WVTqs8XvR2XizgkTlJimNo9HdV1KDQVfuqN4n/W/6gAxld6ATZ
SVE1SyzVqLgmScRB0ltuKIrgGiTdgrMZYiHMJwnfade3/cex8XPXwvXuPa0KSEjU2xzIyDva/1dV
KD/R4Q6WrZb0IK71FJpzUqc8BW3aT2bBH3EsTkoV7oka/l+lD/8/FDREzOEUyeKyHd7Ttxz07ldR
w8//6R+ihfGXjlC3IcuoSFkm4m0QHf4hWuh/mRgQwb6wUQ+m3ifzk/8mWsh/KWhjgHc0TB2lb5tn
+G+ihf2X9imVipo0KT+s8D8hWsDNOKDPzjo2kCwM7B9M2UJgcZ8+S/AL4h3Za9JQyP6iHUaX2m4G
XC+p/i6LAhh60aebIAIEONr0g/RSoqUv48geKNiGdvGUurVX0bbGRmJtKLb1ZKvJm15PzXpSIKZT
LIf36DevYWq8Fqb3lFfaC0q2y6AU5srSww/cSh7JTQmMA2onSgAuU61wTWqyyybQ7Z05+vdUiH9r
WgjwVivK7TCVOGcGyNQY1mAAv0jAc0HRgy7lvZWD3b80SjUuhykIH4Y+BMHvE7ZPvmxeIf8uFoYx
YgDuE+d0MI7crMlxLi5qIp2snlaWr4AozVPtBk6nvfHAp13aFdJUflBHTt1kazwtf1gZldG0a3ax
Gt8FWOZRPeApsTjvSjL7Md61RFXUQkxjmbbKL5ST7nDJG9ZdVv5tBkOys1FygSicu6hgX1jBUC08
X1gravdvetiLddhAKMtoI6/IKT0yTwNmwCQQzsvxWC0L1Num3G9pN1ADNwzrtW+M2RGbQwAUULMb
hhQuSGP9Kmqy58Gs1LdcjtARAvmlbxDYrS4CRBuoxObqwu/NH5lMeJgRrF/h3yktiXjJzcHZYp9N
4DMm0za1pMs+rJVVUlblNaUJxSHN8ZfhONLlVbP7QBvgk1FwRy/AwGEzVK8SHanZCb0g0KcB9tRD
nVJYqp7EqJoLrxwhY5cNAZhd/hARymLAY8al3OpPGMKSpnhkqPowOcRET0XRgCVQxisd8vuyL4b2
GnwOjbhmtJAMM+HBQQsgdRs34Wx3qiEiuQiU7rnpc4sLr3zAKguwQt1dNVoLdZfUwZWrlNVbjKsi
Eyt9foLISl69At9PT7nUy0YjiU1DSgXB9dR5iVN76ps8+obblhGzV+QEcvJLa+DxGqsUodMA7qgu
LhI0QmajO8BotvJWdSFF72y6kfzsx2QZqxg7a4yIYRDX+nNSSt6q8QyIMLpVuk2n1su8GCo0eDLV
TUVbPfaFvCEVNSHpkun2uESB9Hw2ak1bRrksbYN6GDBy58K3Kzxihf9YBIP3oMPG3IQ+/ioChATy
jYYzauqO+GKjCCvjMikMrCBNdeDJQ2VFwTlz7USrFnUx1MhNKbi1htVLbSYaukeWQmpjekQzqJlU
TbeTO/Qdu0Zs5chCUHcUVFuyaN2xvp7lpnprDDl2lCxvnXz+CH4g+pUhleMq7Kxfcuv/bXXlj05g
8kxPcXSsBMhdzTNRCpzsNeJXxjIwec6kS64LzJcgFzDR2FNdxK1ibzu1mC4HePZQQVGlyJCRdSI9
p1c2BB3F6PAXZwLKIxbflaIB/Tojfq6sKlmFWqw4Zt0/CD16CcPebaaCnovaCUrtlOwp/cC2VOjh
cjZS5qtzc5nr1gTqpQyIFGhBryypudaryR0xFFk2k0VskQFZ1cM2XJUFUasPZZ1Zi7X70az1RzPL
LCeeTY8p4CrdYuL0dxRlvKDUt60x0GarodYYkX+ADsFiBoOwO1kVF2rWc6pIIbiBV61Hq6/0k60n
KGejUVw5Hv6N4IVkqk4q7Bl/fAPsCl2qmQwLZhKRjB8Kjgx+heYPLKxx5AV1sVB9gkXycVgb5hvO
6JdJB/CozH1jkUdkD55XPie9TdOeIiddLDpipfw2Q8/XiWmUeLFHqGjTqkqqZlhgNj7CuJBwOe8J
aBqP50GIyN94ofkeVy2Gz5CFF5borgZ1+E1OPxAGJ7TeodwJPzTxWYUm8eexyWOOcFH6H3vxxX/+
x/8sKNn7W+v3/Po1fa8P/6m9f7n+z88f+++589q87v2BqyRsxrv2vRrv32vMTT+f4t+/+T/94b/y
yY9j8f6//9ffeZs187/mU037GoSYJwOXVZglr9nvw//hn6BFKH8h8GEieYIMM5Ycs+bMP0GLKv+F
nifeGTL2DRYMTXij/wYtpgxxVIXnrqmcG4Y5mwL9G7To9l9YBiLCjISNECpKHX8StBxSQ2XMy+hF
z5rPsiYQjt8PWYRAZdXO9MCFANOC/0isfkeFKvhh52yiL9Hc7T/CJl/FlWfNrq9yJ7iDGXgQ2rPI
DPPwqY7zRV0EPcwkpu4dumiQaG/Q6muDjr2BtXWqmECEJeAy0wSxaQG5Iz4jW3Z0cMMwdKZZMRCC
239RWfObKEOcnAxWCi8yKYZjYZfC0TCyx/mVoRvLS3eoIQxnBHa+ybx8vreF8A0iLxpPwFr6qqoC
u0GCzSMCtxBETxFiZu5YjRKSSUV/jSsMBQ5jgPxX+2WwHlMIin5sqls1j2ePkR485OnvcGBeiPDe
/CFsxJgJpBFBMtX9B5KAycXAnAKXzLO7TLQckEykNxuW5LTypjL/SG0VMxdLbmtgtnG8UvXYvrPo
dVyeeZR52g/WhInwtWrJSPQRgh+sv8lTqpR6NqSQUYquogyQ3JIqqb015ACUVQsY8Fbq6TCsgLjl
L3aCu20jQo5U0gh4iCYF9EsAyjIXFWjZ7NxUzSH74fNZNg6TKPXMO+4gpB8QpIT0AxustPrwXpO7
gfbgDLGsLN2tsqBeY3BXXYikylbA80OHWmd9xvn02PfC7kbB4klDLZHDYv97WQjWIoNiRW6gVcNN
GRYaEqdVcg1pVNqaSWk6o+6jrDL6VXwZBzG1pQFtsFfTgEV0+oN9Py9M0xboKeI7y8o5dGGF/t7a
GeKkbsYF+xuJrHgFkaxZNxBC1qeHOsymWKVfh9IP3rrwAs+nzRu7qlxCcxzhfewI7LxfJN/jLRoa
5ur0gEfW4jy7HNUGLjfmoaZsqNiRlBR1RGwHi6kWZXahaZk4cwrOu/1gRbFRNOQohaCXemiMlump
KsmNzIrqgcA1MbnZNOnUeOm5LNAQeTVjzTzz1ZQjn41B7bmxzRGEauP+CoqkUQqR1ItcI03SVZvG
421UcximidT8QmwlWOnFAKYJl0FaFhPd6t5nM1EcN29jBMvWCorQFCCBx/+YugEcwOmp//58HAD4
B2IzpAgUE+bT+8vVwDmFHD0iG26dEx1mZWFRRAx7+kqad2ao78tqloHm4BNcBBi5HJw4CDY3fZVr
81fWu6WEsg8QAlN+9MukcybT9M9Iax97NeQyNYGuNu+ozz//8mrpkCOqY9hYvWhAP7LS0OF/y8PW
KGTb/fNZRGdf4924aAkc9odqY1I3CYd3lwoYiOEKvKCIgmQ19MM5591v2rYyRzaXB8BzJLWJzg8u
tVirzVAOSnZnbEPDSTVp3OUd5LOFDfFwGfXFSMkVpaprJa9GcLlaceVLwG88QF8fZaq0z2ApberI
Y/8zqVVwFFIzGK5G4f6M2/L3HcfalxXcnbj5VA6v/Wkxe1WxoQzErlco+Yq8nkC69ZMVxxuy+jOv
rMkgIZz+FscHZYIQaZb59ARwXz87kHlPyeGEuGGdA7wQaWzd6WyqTSVN2QdAw+A6FkJ6Oz3qscVm
YETz76iH/hWlpU6UpVq6yGiyXszkhyRIjI00Df9mAgToBNC3/xxYX4O574clk4qNJKsM1WZhH6w1
y8CEwOM/rsgjjUvQ1q4ibbLOqN8fObj2hzmYxh7oW6VYICtjDxpFUEK69kluNooPHM4SgFGXpZnD
1rXQ+pkdnpDXpFTTLkxErHZyEJd30oCPQo7W+SWtHvP29IQfO02wj+CiQsFFh2mz/5k7RCbGLsgB
kBPcbij5AXRpLOOhDez8ue9Vb3N6vG8SivO+M3RcXaCkofYrDhZzLheIzmZK7EIbMt8a5Gfex86c
kVhDoxswgO3+Z9MF2W3W6xY4E60dtqi1A2RL7HgC0Kh68mvfTRA1jFDTz+myH5sPHIIogM5HA/HK
/nz0vs1SCzp8U9umfxinXpKQIyulJw7b+CIzxvyPr1MKrcSzGBAj3oh64/6AaPAKszeH1I18BWBx
qnB/hBB0nxuT3zWRTdkn6jL7jJTlvO72b3ELi0+E2TWscvh1sC7jQFH6MW1SN2bR0QMZPbdEmH+F
g0t+oytQXiZVSZaK8MnkfVM5swyO7HOGJ5f4PNa0wyBChded1hBoXNXKAgfF0wosFQolQIGHMwfZ
saFQbGHFKQJ3iEOtbj0nLk6anqvZzCWnzrv6Impqk6Z53/hn7uYjh6YiNBTaWdeahf3i/scEnGDk
LVJ3ru2BK7QyxVrFCdrwE5kDbUwPe4QWPM7pLXXkBXUyX1PTdcgRCGvsD9pBofNoyPluULXBfe2Z
ngOnbLwAgV2tTg81r/6DVYNqNnOJr56Fmd/BaRFbuq/0cD9dr40EjGdQql6ito4eBBjykOWgBtmk
W6Q5Pv58YH0ekLiHKpj+fbn2Hke55KiGP/xMlKD+mQVqsBYzKBqlZxXlMyv+MUe/51KoIycCkQKa
onRFZE07lEJPNK3SUHX0XQnaxA3WuB8TyusrKp7gmXDRcE+/6bHhGI2iBqcBofzBFJNmk6N4iuQg
A0BLUxnN53iaiqcyyJJ7DDLVMzN7dDxEv2QFvyw0NQ4i65Lqq1ClXnKKoakvMy4ruipEl343i9Ok
zZlc8PsKsvmOlpAZbP6e8+N8iSZRYAFH23aBOyGEOme/za6JgYhNidyupaC6jSH1ZIFenpnWTy3a
/aXLwJhU0VlRMYo5lH0PUYgeWlsOXIRy0aIzkhRcNySZYW1Gg32XC9Sb3cFnV6OFDv1riY7fGF8U
8CC2ZkQIuKx1mVa5PPjtokIB6HeSexir9CKyn0wYpDetP+NYTF3rQe74DYjEoMxksHCxLt+O0A1Q
EUPRWnJCX8i/lMIDa14GIz3twqbndnoZHQk8IJYZWBPos3cWhfz9ia60Fu2UCYJK2UA6SoqhcBVT
K0BFD5ETW2gFdRM9afRSEqeb8c1orCFhjibsSkUVcinF6XgxY0NcSZXOOVkeqQjwbKxxDNwAkGLK
uv90athHYW8HoYsMhrps9Em9x9pChvGv6BtZoTOEtxK21wmqrWrft+uxHSSQ+VAQT8/T98PTNqjn
UUyChEXv9WD5p0IZETrUcWBU8MNBGy5bNnD3t2mHeMPpoY59EkOdq6G8stCpyey/dE2Lr1E6xXdr
0F31QhlFtUNWzsQCMtQVWH8NUK96xr6WKED8LUkBhP5+6C3HMCZrZ5RNCQorBRth6uYKASkMtE4/
4vf7a/ZcNrhLDA35VlPsP2GHiA8NVz9wAfOouJmqMZC0sLqEImi5quQHCxRSzsUCRwedZ4Vo3KSK
djCoX1sddAfPd9uBvUnJrAg2GHKCD67w0P0J4YuyKsINZ7789wRgLmb/n2EPrk1DkvsBhieHHICU
bWKJWRsf4O6fzyjcE2I7hRuTRG1/Rn1w4Kgbc+yEuTC2+gSlvY37zrW8QAeXgjbcMKDYeXpQZV61
B4cdy3m2v8UKix12uL2mgIZSrgWukiXocGR+vBR+mziGLk33NhS7lTWH9nEGHwqaMlJTJMjnlvv8
3b4/BOV5YdIiwIJt/9XtwiNxmR8iD1Nxo2m0fkxYqNdG0jR3fNru2az6YKdz0mwbAJzbPNHzyz7O
JCCCqnql6zTgz8zM97DX5tJBzJKAG/jF4e2qGGSYlUnhiEC8cOuhykA7mv0qHCwwBFHRXDZRmq6b
EKhNS1nWOfNh1CNzgiXSbEXJJUjten9OWmXwO8lj/Noo61VHgr1KkXAAURD0y0lSh4scwoC89JUk
eqvxubmCO0ZLb/ICjQJDIc5cx8eOP41LkQdC/JOK+v7zIMxddmWFMR5aYeNGQc1vNfjWk+Wj63L6
1Y/OPJaAn5VJXFcOVgMZXipGeWAjxLG+GStNe+mopK0Le6wH2LEIZyAWJDYIOwfXXjeoL6fHPxJ4
0CXCpFm1eWGoaQdvKuAuw4niaKN3uxhL7x2Dh/ZxqPp2A+gs2qoQFZd9hSbl6YGPnTM6PrmklPTD
SXn2B06nYDARgmNguZjhyXZygc6MdmZlzdN3uNnoxaHEP3fpcDndH8XIaVdZSo3KxUw+D2WEjYJa
rxw7N/1HUYHqPf1Wxw5t7HMIiDGjQklo/vmXOE6a6hk8zXhTqI47farobGdeiQRrgYz1D2KbZCWn
UXLOWfLYuDTTDQFESqf8fDCbaPNNchRIIVzuMVx3qolw3CjfGD3IIRrim9IQH6ff9NjC4ZbQLLJH
XvbTnO/LmwYSNDyfkN+tNDl07AlJ+jgYzRadH8V4hg3U0eRK7Ns6rc5ummPb05gDZmqiwtIP7+MQ
qENs2nGItGuWOm2aCyfPq2CDPaF25iQ4toC+DnVwHWZZMqRdm8KxmDUsLaPSl7NwP2DmrFnVimmc
WbBHPySpjG1TfaK9fPghLT6iraDH6yXEwdWEJUuBUjYQShjLIQ7ui3RM+vXpb3lsPhmK3gihJ0vo
4PjV6rruUS0K3Qlc0Uw7CJeArMSKHL0/c94d2/Ycq5ypOCsqyNjub5AYKSCbsInGICW2lerTmRwB
nrmnX+izp3O473FbpzaMzB8FvIP4AhV1IElMIaJUYbUb1cpb0bmewdlhWWyAWl92MkK+igkvz9Sg
Rthl0XygYNeu1bosNwSBoPI65ExiSaE/BYLK0UTau6aqF2eO4GOfnD4gnXpTxXJdPwj0TFx6sPMq
I3eC1Y4MIST9otIF7KnQWqLGPMFQMcTDmRk6EgsBDVBnQ0C8AbXDBHcczBzz4yp0U/j0l0DQn0UT
Tk8jSjNLaWSFK22ZbCpsv5fW1Gw7Q+3PNImPvDetakADmgDyQCN0fylIdZP4GGAGrhpmravJ4Ne0
oQo3tpA0xBPNEDHGfDgz2cdSLIo0KhU2wArorcxP9eXcqtGI9IOKbKPorGoNfCnNnc4MoJlOGRJv
YHtm1H2KskjTXUtKNgvglWG0CmnVijOb4ci+41l0G5s30KXfMp8W+BfwQ813M8OXVxpn943Z+cIR
2MOcaVfNC/5gQ9CjAhULnUXIUDz3X9v3E9X+VOlXmljRdikeFi8iNVIFIStZWWd+EL9HwqzXgQ/r
fdlnVbU9veKOfW5KgHw4QjxcaQ9PNgyQmqHNA5fWk3aRtbnY9kYbbmHDfpSIA8NU69rV6TGPnN5U
xXhtEn1V/QbRUAbSY/gXdGtwBViLyO+2mNZbW6DGyaYt4uDp9HhHLkWb219GTIKbEdOh/Vk2B80r
Mh1NpBD8guvnYbYyGpSQAgcVDjQFL2O8Bs7cGEcWEXcFG4iymAHY4mBB4/UxRENGK4XLGPcHrdfX
iZDDlRj0+O70632bThIWmQufDrduqp+Q6697p6TPNpHF46cgwXojQ6vxuOS0zDQJlU5PLs+82vfN
ylLlYlIIEG2oDIfhG7owalom0CsDrYUcqvS660loDC0KOS7RoFXGbYPdqotoi7KK2yx/hFEOmwWC
+Zn9c+TVaWSrMtejptJwPDisakxcOrmhSpXL6FFrMrBDZGthlVt5la5OT/O3O3J+a7DwNpcxpSDr
YKdEJaeWj6qug30wbD4Eg0ZjORbQ886cP0dfCvzS50AY7s4//3IW+ojmkZQ1khPFENxHH4kLKdNx
YFJAJgbIhyxPv9j3a5kMh6XKIsWszaTcuD9gLit4zMwyb1pbFWu9sgqn6qvwCmRc8F7WdHAjNdIu
BnkYXsCNNTcafkgvqVzoK7/uYL5lNpKZfoh4RWllL2VmVpdxLuXvXVe1Zxb7t708PysBEe1wOkHq
4Xll+5i8zJqMiAMN2U6VRPA2dXL7osS+Py0LJORe8jErXNQlpDPz9G1Lz0MLjK3n05ok6SBr0dMS
f0Pc0Ry5acZtF5XqI34J+qqyo3P34ZG1BtqQiAxTIIv+3sESwC8iNnpUuemkjv6uTXDvosoePp3+
8MdGoZv12csz54xh/7tPXp+DuIkkx/LUfEuy0F60RXGuN39kFJpMNGAwxmAD2fMd+GU5R7AWcgrM
njOkmrgosbtdqJ1+roBzbJTPqhVZu8zNffAuIV5PfBvo5vA1rE1WStHKQvLwTN5xZAmQWpEfw2Ch
CX3oIYfRUUsNq5l7VmG69YNGrFBUSJyqaJUzp8C3oSiHg1+cuxw6iIbZseTrtBmFaaXUhJBCH4fK
HTQRPsfBlFGGS/2/T6+Db3tqNkxhP8lUUQUts4Oheg3aVgIs3/GrSNkhSua5VawHBOT4Q9foeN0g
a/CY9o3qnB74yDtiykKCQ7rPpp4JS1/fsUIvpYmARTp9bIU3SQbrTytaCyEx1ToT5xwZCqdtG3fb
GcdLXL8/VOHLvuXXCj4/CNcto6ZDEVAnM75o7Sge3dPvdWRC6e/R+AO6Z+mcGvuDdQZUPawGUSfE
1haZgMgaLioPDA+2V7X5igZ+8ayjmTET3PxzvuLH3pSyERprMkibb1iRGK2UIlUQH63gz4QeRcvU
xwLN8sCn/PlrGjqVYo4qZbbO2X/NSURIfGCf5kSDasBvwhHKoUgX3GstJmNLNE40xMHs7Nn3iujl
9NjH3tKg2AjQSygkKwdjh3qHv1sHYyJJSQDQpDVd0TU68ixQq04P9e1oMWRSftU26OzTl7cPwkcP
4KlA/9520DFTtoM8dfCjjPrMC3279ecWE7BTQYVBg+12MIo1KH6fAvZAyDTNdkYCR2UYRXYNWkvd
+ENt/OltxngE/aCI0YafDeH3P54OoqDKK3St0hBtGRN+mEu3XNrA+NTP3DPHXg3EPSg5usTfkXJx
H6qBLLU4NFBr3jU58kMI7aGhlKvE7I7WN124Of3NPuHte5kVr2cTH/DZuEL5/f7rof9Jbse56pgN
5aBFN+bptMAnWHHz0e/uU8Xoocsn4+SMpbDgr6USYqj2pOChg0qtbeTCNeDL/jj9XEeWLY9lA10i
KaDZeXAMdVIlat7f4mIPsl8yV3zn+H43rkdrmG7/eCwwAPO8U0tWGXN/CvRc88YhQyM1jHNwBzmk
5DRLkfCHsbQ6PdSRA+8T9UdECKoUb9v9oarA9Py0QYS2Qr9kFczarZzhSo7EGqr4gai6J6ud7mo7
zd9Pj3xkQhmZW0vlEJjP2v2RW1ycC2vkJaeoURZlh2NJAegXx5+uPLemvhVnqMHJxON8OhJm/H72
x0JITNNVf9YaTgFZllqtbLFa6dcxislbVD3T1Sg6b11qgDFVE6kX39ayP7/HZqLbjIHgVMLMbP8Z
ognHv6JRZq8hYE/d1Gu7JFMUR8867efpqT32UYHPUKcjzzMAa+8P5ePLi6gz5u+qZuImGEJUbOk+
Y40RofQeRTq5LSxzLUIy+M+DHyC1oO+gr7BNDokyldoANLMrC3ZY8Z5OZo+xCyPTaJnOlLuOrR9i
eaqsAIWAjs6H/5fotNTscsT9HYplYSeLCR3eTRfnb0bf22e+3PdTEBQAhtTEOvQ+DOsgKOgB5qFT
hFtPlAIgzLFpd/S+0nAUyo3LZuySM+N9fzPG00ywMuTGOEDPn/fLm7VGHo/FrD3S9PV75VnJpmvD
m6HUhvXpdXJsIAoroOzBcEArOThqMVEx9abQMUsBCbORfc7UbHa2Kc1zF8nRkci9Pje7TKdh/5Wy
0RYIOyCkbyQKsoChjpFJmQ5zXUz6f3gp7ixSfpNwEQft/aEQqY1GFBgR+UBqYUuvIQbeiAAPzOb2
vzg7jx25jXYNXxEB5rDtZocZjUZjW7ItbQjJlplTMfPqz1P6gYNpTqEJybC1EeDqKlb4wht++iWm
zUeCxE7nPaaIczsUpCxZF23c0IqyJMw7OzliStABZjDd009/KkgFZGMmwTDtsM2eaLSWsvNauKHT
0k84DENkXBuzqj8gODh9uz+WYr/LohsdfTktIGm30xrQU0ETCqvQZvT+Bjo7fxhjA6MyTWqnAzm5
3h/ubZQGOhSsH/OSrcsfcgGvtnvhVYiXGth7B14XQfPHySzzivRnC05c/Hyq/yGzOFmbSQWksAsl
aJfyA03LEnNiPpPoHqKsr6/AAell3J+WTIFu45jbATdbHkoMCoI2+9DI0XsybBwBKHK0yKKu9jNU
+/TUBVWzs5byxG4HBQLhwc7hbYUaefvp0BCJZoGzRDhUpfs+CGa84e2luPpzkp6RVaqO7Tp7D7CQ
7IeyWqY/789ZtXMgalL3IJSAIry5k0kDoaenthtq8yq1xHL44nZfnku+6hXMr7EDrpEf7c10cYSn
30E1BKD97XSneuTkWQsHUBfO5yzqNRfrnMl59Eu/3qvuKQcLIIK6cCNgdW12UEuCmlsdk5urgp7O
FM8P2NctV2CU2c+2vdmsnAmPHhoMRAiut/OqvAF3zBWTtwmvBdhHFhIL69SFeuGL33nA0WzE+Xbn
2VF9POg38uHh3aFcejtoH2tj52eckHbp8iu9oj4M5hiNzlkYx7HP9J+/Pcn+qJLQUKQss41ybZ+7
2UyZZNOXzXl0Pajdjq09BHqd/HZ/X74tfMsFlcQpCsBUZ7Z3TGXh4ixSNopra8F8HI2hQK9nXKNH
G0jzs4dx86dZEBjpwDausyH6E+I/uDKQYexMW3XdsXn4OYDffIKK22UmX82jcbSYdrNkdGxRFa69
xNqJjlS3D+ovP3CPpC3B5mRobZeAlhgdFK9jPySjyg95Yo2YZy7j2Y2cMezSytt5euUjtD2OlE6o
XBBtU9nf7CC7RcDXiVxy+QZTKTszQaijS3rGEkI79gumEjEmOA9BgpXa/Q+s2rsyk/BA2oFK3PZ8
l5K3UbSWEzp+UuIHUrWIXC7S45wu84iQFlXGfGdM1YckRaXpS67mssFuPySujxrmX4sTgjiKz4uJ
aDkmC/oOK0t167weZXPrRCCzUxz0KPFhw3TCvH489GOwHtN43AP3qIaiPA+QgEDDpL93O6HJanV/
TQ2HMrkFFkyPVkzkAPxXjZOe7n+vt9BB1gtGM1kn9xvUFLl/Xz3664zAr4+rWijcZNDDeZaeVLET
+X/jrVNlD1memBckbIICG02qwQjigNyYpM3K/V+i+oo0wuDbS6EAQoTbH5JW1lAbBiVUx4IyMfa9
h/mgv/51fxS587cnQ4aINE+BSROa3o4iyiiKAz12w7pvTBtdETd6B80ONYypn7Casttk+IZPT1Fh
oBx1jzPuAPVOBCTHePMbSJYg9UOxR3rx9jfwLhZNvuZuWAQaSkT9vJ5db5wEWiBuc8H/D4VJt7LK
nWOiOprghP4naQAeebPAFsIofexTDp9n1EQFjaUjxoItlavRQpHVjBDkuL/YqhGBpoErRl2KW2Fz
w1a1OacuHjthVevuS6dr+gEVGHGM0c489SnUz50BVXtIwophkTlcPj82+6vNrGljNIi0d0PS3Oy4
2HH9PAVz9OX+tFTHE4Uul1oG+GW+4e33a4vY9tDyc0NAjdaxsGP/NBa4+Ph1Hny8P5RqBalYBoDW
oQwRx94OZZm4SYwTF7mbRDByHc2Eh6thKteA4Bdzuey8iW+1H7gOXg9o3g5Ym2i0wj5zwr7Nx3cY
BQehNdjl0R38AhEkfDPsYMrPutH577Hs/eJPwj25QYRAMxKRl/uzV/0a3mcK8SBpqEa6m9PqCk2g
6UOytbZV+yUFJYuIsmgw0Es1p/xeT+hCnhJs3aBc5UapsYvT8gnZCo1CRKXh0LasqAbv7DLF90c2
Tco/yBjUsLdrhNGk4c/E9gvUxtPcUwvthfu0zLW3czsr9vPNSJsDhP6mGbmCkZBs/qsReXWZV83d
SVXU0yFEke1gJrR5bRAbXnULYUWUwZziaouFcBPXtbDDN25neymHAt9oQjImizY3J2d1qnocBp3v
WWX9IafL8tjk7cfVwm/n/tZRHBwueFornkzVSRNu9/GUBTXMeSoCnsBxuJgwSdGBvV19Hy9gNJ+y
nfEUdzpwHFoc3HO01u3NlxoyzW+skptn8iDdpJ1nHRej0tHO81tkK+s8/+TpCcj7X5gmzDHUBUmN
IXjeTtOYgt6bK8JpDCixOLNcdJoNg+QyX6NnWzjrzolUPJ+0G2ndy4oOzLzNB8zaRWAzsJJ6GdlE
jQWDUEcMCPFwIqqjXw3lRcSL/35K7e6YoH6yM75ymV+NLzfYqws+G4e+WbkQw8m21yv65PmpK0z/
sReA+i2w5EdnQZbt/iIromnaurAqiE5oO2xjBl+P58qeC5xs6665Jh6mTXmtgydog+TaRV3xYBl5
c0Srydw5/6rpEhMRx3PV8ADIv3813SVrROFxrYSQw3G28BCXsIbUQnGvFs9rPrRYeLQ/jbuif03Z
goIZ/U8+9uZ6A8CR80hzSDOfwiDJAs6ERZU9cZHuKZio7gNKJBBG2MIm6fzt/MpFFNa4UPdc3RgG
8uj0xwX9nvNIF2FnKVUXwuuhNrfcMrrG6CBbFtarVMJrM+NaGBF6do2NBCuB0Pn+pnnL/pIwABbr
x3NKFXRzA3lxonXU7kgvo0j73k4ubnu5CPBOjKjGRGtSNkdd4GB8zJZxfFdb+K+7+ZLG4ZhhXqel
tvgrjx3saIds/QPnCO/v+79Q8biwrXSLWjAFG3iKt4vvW0tbIL/ghXEZDU9Exv9Mcds+3B9E8YV5
VnjCf1ShqNnfDmLr7dB40+Bh2QC/D33o7DLnDeY+qbdHVn4rNUCh9PVYm6w3Xfo5GCLUhVxECutj
IFbPCDW3Wv4xk6D7nrZzb3yANOCVJzD2+Wd36myMFuM2x/EePwj/4NFe8E7lPGBT2Giu+OmXVuoQ
0QyiTs0DuL1IvEDDJABUTOhmWv84aWI+FgJfhGRq/Z1s9e3HJbvgRYLyRFWHmP923bEUyXU/K7BF
0xzzecqQR0c/vf/pm5EqM1GDzPZloLIJTzW3t5JVy0hUCdLO/tzg7+HiDHHMC7Rku6WpPnbTZIUm
HYefxRGRPpHBEX7RmqWVuDleooenQifPCaOel6AzzAZtohYFzb7Iw5/dwwxFs4zrn6yN5OJ2LaM2
KqysaJ3QC6rifZ5k+nWNhhIfQe3PXxiJjEJSlnw56O1IEo89o7/CVwu0HvA0FgOwpQlrZ8PaCcXe
Pi38/4mPiBmIWN4QCfS6BkZeRHboRVV2jbv0M/dZf/bmLCPiz6dD0eZ77IW3d/DNmPbmm7WLhqZH
x5iTo42h7seY97pme0znJjmn+VTuzFF1CF7Ncbs9sZzuJ3o5jIee3Wn1zPaMAmmwc6qVs+KVlpV2
8s6tOt0qvNWqIgdo/zhhCR7gMIkdPBqa+TpfNdePL/c3iXI8ajVw24hrYdjdbpJpKlxUhJEhTPBM
+d1YOpRITXSMWqwBwtjp9uoG8oq+LVfw1WhLUpMhxgSNfTve0JdFSp2UnZL75Vl3OgSokmX+AMcc
rxNz8I+a5mKuLKxs5/FQzVTSN4m56IC9yUxc0WVTlwV26OR9fBWoFx9dra+uYtbFg7Fon+8vrKIW
BneVljlPNjcKydDtTFsx4n1sUQszEy16AG5TP0ZOv2J2j2ar5RTDKULzEB+kRPvmW9XfRq7vlf5U
Uwa0KgkzrlQ/29zbvKSLMLyZ/LvBW6d1Mi/GE1pzHjoEKB4WLd+D+bx9oJmzAQDMo6NOgrCZ89AE
WDW1aJYMHScfEVtcstxmOYmo/np/eZVTYzCqQVJ+aJsitUXqDm1DLQNhseakj5hgjh5CX4M7F+9q
w4x3do+i18Bo5Ok+lU0cMbbRs2WKeaqRUeHeltCseMTtonQzaqmDeTCDtHkotNg9Gstkf0DwrLuU
QaIfLTcPdh4Q1V3LS0XHGC4UAC15T70K403AoT3dRoeIGvFk34/5o8eQdGwlwKeF1X2FvaP1O8Oq
97Ms7vogpghGN5upyIcij03M3gfRBxSSRWf+PjlW8dBTJvnHGjTtX2dBZ6HA7OfF9KLhMk/auFeU
U+4w0A2SGofiwpaJ66adNa9xQ90xyIdrWefJZ5yR/4jxLD7f32HKkWR5Afk0HzbD5qaCoUo1ICIc
KXvf+j1acKQYbK17WClw7KytaiiCenlCKTfSLb/9pK2OXLWmM5S52OiNIyeAVREGtUta7L3UyqHk
7QtIlEB9y6uPG83uppRbKSMLQw67Mf9e8zwLI3dM/7m/gHIjbq96CUAh9gD4gtTv7ayKovfFirdM
CFdKfDWHlPfFTvaooIqLAFkd0K7AQSVGabN2YjV6Y6AnH2ZTIk7uILzP/izGJ801f++HeNmZlGL9
kIOSSF4IaVRsN8OZxTSPhmbbYbE0EMJyF89cOL5ftXpAueX+AirHggQCoJch3whCQTid7LJK2Rbw
QOAsm95j79jfrGDNP90fSfEq8x6TvpGgS2Ti5lNhKY+MmkcsVQyNZZ8Hx4p/wwsc0XkkZ4WFRrGf
AlsMtEe4vdPO7lfdLDbwbFmV5TPSzL3dKJ2Tm023EBNMupedp8wW77u0t0MNTfSPRV4gqeBlmEjH
3EuPVTZiVlSjcXZ/CVSLLQ8FuwjdJERWbn/EXEeLL2ai5V6ze2yhzLR5zHxIJqAQmm7nblFtWqm1
+r/qHnXS28FoTJuTHpWkOnlAmJXRWzhMztSfxTCOeeisrbb8wmZ6PaTcAq+ejTlZRr9fOicM7BGB
eKOcT72R+B8iI92Tx1TuJhh+SOXiU0L4czuUNdd6UrSki3NdIaZKutVeZnhK+KT6noZPu5t/imZP
/Km5k7ETdqnGRsnAlw0i+WBvpkmHY6pbLoywxoHgKQhQS4lNA5s7V1gnapvTaYjLr2ncFDufVLV/
2Dw8TfRZqa4Ft5Oe134dqc/a2Ld7+sVLMfobC8u+1POynn5+q0Ishxr2g5Lsbta3slE9WV3K0W7d
/1t5ufNSukV3gfji7ExKtU9tg+I6oXqAcOwmx9KobaOAV7thyeUajt1ov4yzgMW46FJxx/t2f2Kq
IAuEDI1+eN60brcFnhnocFZIhIzfRgneg6J5SNoM6/TIrL4FFGs/LrD0Qq2GcJZqk/NbudA6zjEU
3+mqKso/sG+5DmXJX05+cx2kwWgOriC+xKk4PmhCW56aGvj6KozPTbM2lObd9F1ri/ihigB1Bnqp
s8nchhpnjkJYXNAQxYfpeH+F5MWweVOlaQ91nx9CelsiWlQ7zhBNPN/4507nAAphqOu44nQxMcM4
Q05DgnJPglvxkN8MurmtmgLZw4gar+TqjMfaM7tLBPJ85xlQ7TWJ4rGwxCTE3FYQyyiI0mlK3TBt
zD8HD8/3tQcn4OjZkxHp1W/3F1Iex+1CUq+QlXAGpLxze1wXzZygyBluqEe1cdDT2DyI0p2eU2Ms
r7HezNJqTD9YCbW/KSrTl/vDq24Lx2EDgBmC67EFAztBNnrgZ0BlpUhYRl3aHQaBh5uTYpD2K0MB
gwAyTtyyzRdWlL46W4J0mxobXcTUqxMZf/shM+y94Fz5CWGVUHEKfvAybxfVifKmRHOUXvaU0tCp
YvNDO0xGiFAf8lENvtK/MLVX4202JvKNTTehUB8GjYbxOOyTIyncegrwk9sZSjk1OudSdomO4zb7
8f0lnTsKemGMCMg76hQFhiP4skgjnnZ879jpT0uPonVAMQ0mHtcQlBm5hV492G5JwS7pKfnD7faO
5ZCahzbCYS7Iop+mUm+GkpN/NVTbBenAlEA6rJN7SI1hCLu2GneqyKojR4GJ7jtVZKoi8pp5NUrX
jYbAhtkLLS3opMw8toR5ZASPhRnrFychACyaIMIbcG2+msHcrTvfUPkDuNXBQLOysAs2PyCKlg5x
ezdESMSfDlkO4MIax+B7WdsadhCcd9catbOmxUVo+OmeMIDq0GPBQTOMpxRNns2bUtvoIhPgyRtu
qBasP5tyOviJb/0xr2kW7TwVytlKphGrjZrFFhwJdbSonIjRzM6YD9jhDB9WpDXDpEe0yk3TEqlG
fHK9xnDfr86816tRBWJ0Cih107eiILTZU7QDjWpwuM6NICmzgz5Vnwc90/4wnKg/mxMfNx+b/ijK
rtu58JT5hJT7p/JF8gT+/PY7z1436EIaggbGsP4z2nN/phBfX/16DK4tKmpPnlaLgyx1gE2F8kE1
pdnrZqgeTWlywJfmm7tbYpCldRDjF5rL1LA+tEWEPmaM0/ienYnqXqLliearFLWAXno71yJDKyTT
waM7evefXeCnljRYys6F3Z+oVOxx7pWz+vGQAI+kV7PdwlXhp1EPOrKzBVZsWI49uuuyV3pRbV0Z
AVBrg9hNMHg7KS3GCnQeSHxbM56to9aL5b0o0Lk8L4ihpXjvYlN84qCjt0qKbGAJ6xXzL6AZeZ7B
u9OkQQIISY/bn4EoMLYnBpU27OXjv3VeGizxpupRq70irOPZw2hkaM66X1sHuyzqq9UM0Q4WXvV9
X/+G7aWpZ22ad6A304VOs7Ym4snoSvOKY1l+0AHEX+8/qaoPzA2FXyTgE7bUZundYbZdL6ZkbNf1
dK2d3rwGmBT8cX8U1U1IqQEtX2g2jLM5oVNC1ZKGI+5euG38E/WtXR78shjTQzBG4x6uRXUV+bas
xcOyQdVos4bG4PVLheF8qFmZgGWKS+9jk+JIe/QTCxum3kihFVRun8WHXppohr8wW+IG5Em5DNAw
vN1HtpjGQusEpQVn8s9N2S3XFcwSdIZ52slb5MJtw1q2paQToYsBoux2qHxa3GqldxOujo5hoZH3
wdHTsKjswXKeUpRZw3wp9zgUylF/dIZN+itvNk1bIVpUys5t7hb1Q+3mH2tYZxcdUYZ32oR8YBVz
Un9+USnCUQj+ATDZtr9rm2T0R3EsqefhvYj19ZMxpv0VxunuJas6FDKgpexu4fy+9f2htjlPsYfi
WCFw9K6R1Xk/GXW8c/RU21RmbGChpLjsdkZjIewBQWEHw1DT+s+pumoKBeLzlyWt7BBeYfrYo70G
XKiYdpgpqvPIVQvInv84eJvH2h5iM3EgvoXzkIwPXVKYh4jVeIxFvCc/oh4KCgMREBpbWz+wwGjB
7cWUgdGSK0+L13/t5mg8IYzQ7wRAipHIJ7GNQrufl3h7yYhpxlMqB+/pDal9RCsmehwn38EW1B2s
y0/vRnTX6X7DBKZ4uL1iutgYZ7xA3LBf4jTsbUNDpNVf3ic52eX9oRQvAkOBcWKL0GfbcnFdG0KU
lVEjietB+57h9nCwTDP5MojWA1Rb7gFUFY8x7S55f6J5S1i1eRE8Y8pT3eVKMWq/0j5MpaZ/bCJk
0g7F1DXTY5Y2hY/DurBhLa5ecdDmafn7/pwVB/CHNRKVcNAhZGC315pfxBbBMpWfwXazT2MwrKcO
mub3+6OoNgyFfeidlJ5oKWzee7GSvaKBSHBjRLjk9VP6TztgXh4RhuzkQqqh4AlRdyBX5g7bLGpR
Bx3mg7Md+kEirpbfui9VTGTj4oF6/vlZ8fYgJ/fDJ2RbyVp0qsszBLHQG5sVr+8oecgHqNyDF6c7
wYriM8k+RYBkPAcB9NTtZ3JdMUAnxVdotNL5nKSFd0k9qhr3J6Q4AARjXP10sKTqzyaNswcfSIl8
bUiR+5NhDs1f/jiV/wRa98030/7b/eEUn0pqcnDvo4XPpDafSvheEdWUVlE26ZoPeCWhwxsM08k0
pr1ARbV+SI7IVhaeWcYWhsTj0zvGSnMpFaZx9dtxOLVxbu+sn3oUG2ZuwL4gH739SlGb9w0tXJtI
oK6uhCTmkw9z7voLy8bLCMQDygFp4O0oedDjttbST4lxWTtr6YizazPq70cv+/rzI0F84ZLneUYc
fzOfShd1j+oMlffOtp/1ajGv85Kkx9ylw3l/KMVd6CLohy4ByugkXZuhyqqil9MRSVZGYRysuLEO
RqQlVy3x/ra0IrEP+KnoVzHMyAs7HfHs/fFVexF1QQiW3MWyNX27qMRYEK8qonN4wPoFCuen2q4p
XSbWuvx5fyjVLmEMLFghClE93BRI9ajKyxLJgNBuRSfF5hekJVoM2XempFrS1+OYt1PKG3NqIcJx
mpdu+Oxhb/mwLn4LwzErzq2H9/tYNs4p0eroME/dnrWHckVlrgNCmbrz9jLps8ad+o47f52q4snE
x+IPT1+XgxMZH+8vqGokLDRlGAn35I1c3byudE1SkwbckOdXrHCD35OOLB3RXHdnTRXxOPNBJoRY
UkL/5Ld9VWmbg9mvi45eH4oTxb/BYOuPTq/nX2MADY+om5XPzmyNv3DgaUrQvw1oUDjbBlgHTKLI
kNMMlyy3DklPU2Ssov4agDQI7y+lvHI3WY58X2RlBeFHtuhmfpbRiNWCKdn2M8lMHg39Ja3r4l1i
edFZ9E7zgmK89l+g53tlHdXjw+tGYwhQFdTjzdDCNJtRSxJ6m7kJlbGm4VN5a37gjbBOnV6JncBS
NVXCPGoZkoQGu/h2qlrq9otLcA5o33QeRpR9MHqPRFhZcSd7i+YBk3VxSpN+ON1fZNUFALmRLojU
aUN/93bkET5Cu3L0QsZrj8E8J+VBD6p25/ZWDUMsK2t1FNzeqHm1pZ2lZSP77nlpf63xV7g0hbHs
RCaqE0HIIDVZ6U4wo9vJiAQiCQblHHO7fanL3Lk0XaldvEarQGs7zTGLtHrnQChnxnPEPkWs5421
Vt9YnWmnzIyuYBFOJuzzcQ3+vf+VVBPjMULvDY136nHbr1RrSUAnCVUZU6flUk/9AZHO7kh83h3S
omwOQ50OO/eLYmby8ZNoX4j3bwR8Eb7Wa33RoD84wzAevExv3ok5nXdQ2ephJJyYkB9E4WZuaRJj
HV1Qr8ebQPveLE7xyWi8vW66chS6xuC+uU7ALNxujaS0aErkMPe9xtWubqwt2aEdBntnByreOXS8
pVsfVTXgZJvJ2OVY69lAG87xMvu5MrRvEVq+yNZbjwWIrA+9GL/oM/4O5ujv1WcUTw+ajvSSpGw9
UoSbKRoNoIgyiqX4Why8q7oWRVk7d+eDMGbb29kcysGQ45W8Lt6gbWe1Ra1a2Kls85RL8KJHvXcy
nZJ2sT409Xy6v/2Vg7GafD2YukSAtx9v7OJ4AWPphXXbfOdybP/AexSzgzXdYxeptglsVuZDQAtQ
aDOS3WkV0ggR/YyyFWc0Sab1sODZtdfTVCjlAaGlyCSJulwcW7JFMenU7lo+li5QrGwWM3kam6o7
pYs3Xosa/l5YTKsVtm6Kx+I8xubLiED/OaU2Hx/FVLSQIV1UvMP7S63cwGCJKaRg9UJJ4XapDRT/
tXWA4WPytH7JRTI8kiI3w6Gdh+jMevgB0jRo0R1aS8/To5uXTbsTf6s+NyVGUDaykgvd/fY31FkL
3T0XwC1IBN5D7R+eMuHOZzGZu7G24mYFh49uCrhM6mLbWNtInWiwKGhQtU38h7qvtcviDOLosuX+
Qi1wPppx2v3CfkZiVoLQiOTfaG3omdt5WgmoMO/c5U9zwrk2MIrhS0lC8wvnlHo0FTgf7zagUrdr
KQA5F6hHcymYqHMfIjPy/svNoqwuQyt0+3x/96iODwK9EFqlgQ5ghNvRRiwzsjhm9ySAs/OXwm9Q
q7Zbb/kFmgYJJ1oMAIjYINsbYUD+RSODgiO2Nh88Yfj/tMj7/Hd/NvLXbgJQXM7gKaE9KOvPm9nE
vRuIKOKO06kFv0PK3niJoAMek9QcMA6f070sSbXxbeqKsv5ArWarc4V/cxwAGkT8IBDu2SqB0WV5
P5yHKtqTH1cORQmHwJoGKPWB2y9Fa3o0cNKAwa1hOtb1Vn4VYzueaj/ZQzOprhQa1P8/1OY4W8L2
atEGiLpZ8BN6lz6FO/efe9w0UXSeg8O0GuspsUV/KDOv2emVqLYkYD200MADcuFukum6zxzTod0V
2p3t/JbDODmXU9nvRIGq5SQXI1SidMknlNfM61ysIIeeMrAV+RKL6xIt2K4DUXxCTnw639+VyqcD
UrEk0f1IaTefLotrMPNtDKqoNSLnQRRksUdTH0Vw0BDlRHa1jbmf55jy8bO7xjinYK1Rtwd3cY3P
IPrni1m1079Tb2v1zo9TrTacdsAA8JrIoDbfuoPEVBiWrPvbZfNpqcF4APL9BdAMBh6U0IA6yfzQ
ul3tOGkiPzdgzg/CiE6e3X2t9Va7xsb6K9enpEQSOIJAojx+OxIR+exMJtBI9IexsnBLgcBBoRsY
k+bUkHYUAZS7iFKdYSCsRVYm//7VLjLHam6MXMrOOW3yJaBMeM0K3fyYR4W7U5pWvXtS7oTKAQIE
SKveDqXDq0j6UqJkYJKeTDLesPIn6tPmEh8mb5ofNTfRPt3fuvJ/ur1QpcwTjiDS7G9bkzSWKrEh
0nAWRZ88zU7jHbham+rQBp0eNt24h4pTDkg0QuL0AyKyWdAIgwW/rGc07TBTRwDECL61HsSesbOS
v5La2msQKVf1h/IxO0OOe7uqCORowaLTYYsxMHwurN75ZGjlcB5Xq0DzpE31Y4/o3V40qTx1r4bd
3AgOzNYezyZu2Ek3jyItGhphzR6pT72YvE3AXWhqbOv+peVqZiKFHCoSDTJOx8C/1kFj+gi1BYsz
ckP0z+/vGNWJkGrZxo+cjRvldkFzkXcjKB9alontPndLaZ3iyfbe576f7kSdqkUECwotgECJ3uxm
qFjHYGSm/RQ6Q5onh1IHx3VAK2E3T1NtEupamC4Rv0IG2gy00G2qjBJ+ezfWuHzUbr+eI2Nqm9Ns
VhitF4F/Coa2//v+UqqeYQ8MLCENgCky1NulHMD0xDm5VZhAZblkft9/XUUGFiNJrXeOpblnF9zE
EU15Ae/VDnYuHBXqm64zdxu8TOolbzLwujCmFQQOHcYWWTsINvWLk2DVd8Bl3RChWMfpqbcbXNHt
YQJ4OQGNnw7N4NvIhPhtvdejVn0HQOhcRzLIw2budkFQyubjFjLaqgvrCTx3fCZlzsOg16vssHqt
EaIKVO+sg3JUsBv8ww0IyPR2VFj24zT0BJWZpcuKYm19z/I5e4eA4/pcp5TfoFfuSYsqF593RUrd
6ZLYuPn4dKJwlUJTL0xAfJ1RaeuOXSWSF9RfvGMCdvhzAEbvqeKxwwdCd4kVovQvv0N+6/4uVJ0y
ST9iJwC5srcBgukl7ojLDos+JtGFXAGJOt3ayyDVo0C9R0OYcuqW6aTNBdDdgTTendbswTKn4snN
HG3ncpLX6vY5k4I27CEa5mA6bj/lnGmWJWR+EExFR9XFdS/ZnM+XKTPXh37w6kMdIX3vZo1+ub+K
CpUr2SKHREVuAkRvm7Z6g4ESbZP7jJoPL6av6ceoKJc/0YOfhpMG23u45LllNofR8acnnE1zNNzk
By9n58VujWwPdqtcDDoeiJzpSGNuBQjrqEXWofM8Ypdo+WbNupkC9vJxaDEbpG0fbSNGA0dY9hOS
pHsaQ6qniTyQ0ihVbHr7m6OMU7Bhxav0OojKIXvWmq4Ik8rUPsR23o6f9SS29+arOscyqzB1KjjS
LvL24xNbpU43Md8pigLnvdl73m8mfoX6b+bcmi/50otT57TWTjqjmCkAfy4sQLeSoCt3/qsQketx
yeCUoZzuGdmHwuT4GmtZ/tsJ7a/VGaud4RSPBm4GpKP4YxhSGfh2uCWv85YCFPtssNyXYhEYCkEs
/eJGlbUclzGw36FYY3wMKukRv2p7+tKq6VKa+UE0YJtvdTqXQsSaWdi+bMVGzUEbkS045BRQv6xi
CGRI5a//7pwtmRFujjXZNxIXUt7MeXO2RLkguCJ6L5y7Jvmza0fz4k15/AL7xv03zYfysLh9Ux9S
R/tmLVYfIs1v7lyTitPEbwCMg5gv6O5tt7tzM9wV5oWKp1etF+E2aAvAR7tGq1ceXBfqHWx0rzzn
osx2bjVFyEX6Rk8f3gxJ1lYBYygdF6A0Qy9luvze9o3/J8xV/8FYA/+/naWWu/XNUoOdpqMh+zVb
gExpUfJIEDcJx6DJngkDgu8e3qvzMUhMLGajzDBrooFcPHtTrDWHRa9085zG/L5DpWddfUppKiGo
2JUJV50wm70Pof6F7ARKBzyc286xqw1JOeQpMryRtxRY3vTlE9Vj63p/JVTDUC6TiBD+xavg9py1
Tl3qdcqeM6IkqcMlrUHLtcVa/HF/HNV5YrVBeIEuIM3cRB/OUGd9YKFLBtwrj4/GkLUf9c6MDj3J
Crou8e/3x1POC2oLCg7YWnNf3s7LsPJq8X2C6tRfqr9BG+j/eu6wh3VRzkoCnwAbM6et+nXXVLa+
eKg4les6Pdt1Rs8DCe6w1bz+N+Qq9o6I4u5Hm8DmXFLmADaxuftrn55fls1e2EyDVhx1NDeqs+Uk
fXxM1qGML7UBeP2EGXTy1/31VI5MnZp81pN/bB46t/GdJejIHXwtzz4udhR/5K1gY5qNy7tfGlQM
a20J74+qegXo80jpGPqAb4qFY0sQrmUE7c0YWAPAqLV73+Rm/AECH6xbI7O09pymVvI9EWmQHGm9
Lr9QiUGWGtiBlOFFDGSz5u5qVAh9UzO3O6Ol2aRX8eegyoPlYM/tHqtGtaEoYwEBAimLicLmmHSB
MxDEEV71RZKf8dvMD5G7tE9VHH1bSeh31lf1VVH3otBM6ET3afPK+tY0mTR1fTiu1tMaWeJaDfoH
Z6naS7AAWhdDu4f3VA9JroscAPnAlrgSFZpbUiDEOwh5MfBNUwsbvvcXVBrX4EvtZuU7HJKcHQSy
alSpCgSkgmXlrN5eB2bhY/uW6HSXLMoTpZZoJ82J+4d4zYJvLm4mR3yhdkVdVF/z1ajbYNlFUhgx
M7oS2tLpLwEKYOe51JcvS2U3+pHQZzIPw2BSx3BT91kzB/vcotsYGv20uggzgXJ0E936xDJ2f8RZ
vTxjItC/3D9jqpsSbS3pdIQdIG/+7dJY2hJ3NU2IMJnj9VIHVfTcDXNzuT+K6nFHt1seZp+nZpsY
iSXSc4ceUIgDAgjmsrKPeu7qITFcf/75oWBjUGGkvUZdXH6VV5GqoePSFPREqkYwYiatZfYhowJ2
QXwq3Tk/qrUDoiCRjgiavnHOKF2CtCr3gfRmRX7Gjko7F6Y37mxe1dpJAtYP4CYIAvkrXk1oznIM
sS1ZZSuX7wDy4qsp1i/UgvcgJaqBSCeJqkxpMbx12Wt0Y2iKFrSaJmicRbk1He0KPac8Jtr/6Y+E
SRFsBFp2pE3bFle15lkxSqhjDSn0HYr4+ckEd36Eqih2QlrFrIjxCG9YQjKXrZ6BbeY2HHbA82ua
RujSD/m5prT+bUU//heGIiMHE0cTgjbB5kvFI6oBE0ReohyvuVDYT05eiqpBlxl7FV9VN4b8T/Jw
JHYFIZzbXUEelBh51nhhken1xTBb7ZhiL3laxng4VNSYj3PutafOH5dDtMTQ6UqjvSTrXB0SfVge
usopdhA1ivuOhhcuplICnObv5jlZ/KoQZsX09SFtw94dYWDVBvGx6aZHZxr2JGeV46EBQo/UhRy9
DV55sjFIa4FnJJOmgR81nPW0iNn6c7Ei6xolwtyJYlVbKaDGYONmDkt7a5AxdBayhyNRkDY10/cs
q+OHiUjgNJVBuwPo+dHh2aQoFJFsWRQ2ZCa8Wcx8KiJAezxZmlGP7rHuWdpnzRAdKlz01n/DLtr9
LzU7MYQa12l0WImsUXtBs6qFL5jN42FxSBhD/FKgHk+d1/xOLGx4p2QVpX7onGB9aSYwjsdmNcdP
GSyI6rDGBQx3+DqJOBTE8smxtLXqOSuk4oiuD715iGNsQv6tjVl3DjjaD+45IaiPIdy2IzW9thW/
FWszfDdnUWiHvnGRMVuWSm+Puujr5Wglbf7btNZDc0FKz9JPWdOZWuiKUvzxf5ydyY7cRrOFn4gA
52FLFqu6utWSWpNlbwjJspPzPD/9/VI/LqBiE0XINmAvZDgqk5mRMZxzIk116++1qewPcSG8D20c
teupQ27sqKfwOrKUPTwmcTFXgb73lg1lDoiPWNoIPMHV669dszAxJ7H6S2NZ5cVz0OWsPaLbPo00
nkP1033v9/rgSuu8ToRAUmhl80QNjDyK6kze3S4Sz8xt6DufdNR6tq2xM4Mp1t0f/8EiyCKGgKFe
zAt86y2yhXOjOZCWXRzyWxsUSLDYRvVec+I67OrePfCErwMu6qwkKqjHslKKGrf2Ks+K9WWkzdcz
3w0Nk7g/G7rbBxWzAcigteWcwps62NbX1xOjdIhQGIfeC0zj1qiXpaIw8Honu7PzL/2a6NQiR+tt
BHL44E2Wnvz2dmIK/R8KjxSTQX7emhLpoExLRH4ZcxmDIlGidyJVrYOa/d45+dWK/BW/vPzJYsxJ
aVM9r1fFecybcnjjZEYexKNqpb6B/tF/+Wz0oIDzQbTh2bw1GLlarkx4eDLYvg8rfc0DgOXzJU9b
8J6wXK8pkyh/OxZgLyUIU4LfZI/o1ijsTcOC0kNfqo+7D7aZRP4QjcX7qTkkp+ydEKTA4FggSUo1
YpPMVc3Qd4rFtR/MErUSc2wCtCRtH3WYI1XjvRvApGQpjIKSEk/17arILKTwBQAv0TMzuRwtL6Ap
F31Gor1+ttfJ8m23OKK27x2Yn6xyqqZ0B7ZhVbI2RrvqbGUCeHC6zFrSvoy5q4doBTR90BglegT3
PcvuOqWKCK8iilyu/PNfzqiKnkffuQAKmybRr0yAHU9wFZs3xQLpx2AAxwVdguryX4ySkkuCLrXS
zfUzezdBAwnYS5erFeT9/q/BI+6OFaUPlCWbgqzUjha63VtYz5IYQ2gH0xu3vTk7iMzAUMyyNaQS
W566TDC+PCrjoC7q+aQX3npQmts+UT/tEbRCBcB/ErvebmyUdZ66jMkaTlnfvsie0yXNpuGvLFqa
R7CD7qVOhfriNVUU6FqDxs/9Pd5bL0vmdZSKO6+8qVMPdDLsmfU68V9O2s4vCbRy3zana2HE0z/3
re2tliIP8zDx34CJN7tbk5quMc2lUEQ6s46WJn5M61Itz3W3NB9VpYaLpy3tn9Ew52/62dX/um9/
d7X0iOHXQo0jgr/dbUb/KWPbjWtIgcJFesLKTmbc58/2oGm+sgxHFM1XMiLy8yIIiB4ZhTza8vIH
/XJvJsYsjpEJZzLrS+1hnVbnh0zKLt3Qa6G5FNNJqRU9HJZGfTK1LP4Yg1k7iAq27pDfwN1xAAQg
cwsMdfNgznQ1Oj7yGpq5t5wmYBRBaqV5kMJRCu/v764pThL5AQgt6va3y10nUegVTZMQbZThrRnn
6rkv1frzOJdHPMcdU1wXLin5JR3nLZpx7RPL7TrGfQBrtD/YRkFqMGXpU5EpB/u39X3sHxUTFKl4
S8AVbcfGjiJVgG8INdRzOz4p6or+37wo3wVh/dsUqUnDL82iO4gK9tZnk6QTmvIXz+btVhpUQPWS
cWOh06lOEKFC40d0Qa9Nejh3cO+UgijiXoCegJO4XWHUs0RLU9Zw9CTbY3bmhcJAaj8UND7+XIws
/3t1FwcxXks/a2vtqojhoMh44It2NlrqoUpaLhiZV1wNJn8Mbtsrathn0xdFmMqjRQ0NUdZyOcfr
SIOmh7N1YHRnn4lfZREJIUT4KPLPf7mha2HlupoLLSQ90S6aEMo5tubkw0zme/Ce7Xg/kin6CEAG
qP1uKXVFSeVdszMtjLTGDV3+cXE1RKeTQl/CxqiHN56LRCKDOMpTNczZQeL+eqVSWAPWIBPNpR/Y
XE5DqWZVsUotbJltcpoLEX8VXt6eFrGu1/t+4LWflWxnki45VYK6xcbtJUWbtswQ0cICOFLgFPnw
OKj6+ljXXu0bbdd/vm/v9c5qKgMKwITjDyRH5fYjum4LmxCh9HCGB+a36jQ+dE7/tzHU2XtLq+on
pfO0R5Uv7a91mZ/uW9/ZWClvSbQJF59y9+ZV06M8EpU5TiHK8OWTksT/FlYj3jtdpp7vW9pZJ9EJ
alRUOTTZQrhd52IPi7u4uKK51eew8vTsA+L7y1VYJQXvpe+eKsFkS0VPq5OZTt5BueInP+PXhIgG
GL4WcRZOKpjVLSZlaOjMd+W4hHamx8bFsKNM9cn4dETLbRE/dxQjvIAxXfrfbq1101m2BNMgUfv0
JSd1Kt61TONM/VgXXh30VsI8H8k2WZ56YvX6abCLnhoWYlXJNe/SqPWbxqXSlTlDdMmLqawPPt1r
l0Nzgg4xbSzWRrfidkPpjjea6Ctuf+RWF7N151CrVbl51E1yUSd4w6iy/7n/GfetcgN1Kaf4aqBR
0eZoWqtYTYpBv8Cymy79MsxvvaXs/21n0vZiLONv943unFKwxq7U/ERJm8LE7VLtSSm9hWkKoZVH
vc9ADePqWOUczp1rHxzTXVMOrTQX2UGVyuWtKfB9Rmv3jhomXW1eahDQAT5YCdCRLA4+oHRa2xNJ
9ExOgh2wORtTCC0XZRVnaljYbhYYSbpc7MhNfFVx7Xde5CmhnbRP1O/b8Pe3k3iO6A6cHeiCTVQ1
MUVtqcH9heoMndDW+Zpa7DDUTbPEwbXbeZ+5bTzQ8omif7OdwVDj0QHPpEQgkGquwOv+XFavPRcl
vY5MnZuHvu3bx9kAFe+XbdoE4C37g/XuuHRuPNk7mHjyoq2LTRxhQ6NsOT4qM67ToRgekzGN/26B
hL2pGsRdDh7mHYNSRUUK+QIQAiR/e4gMVwjdaJolHMy5+iSqlAq3EOU1YRJcqJCCHth7fSkls5GG
EpELvdLtrI3Mph5H510NXTsRT0rpDsDZjAg5htjuzlU+j5+WztE/3T9Gr88vwY4clucQ99C5lB7/
l/DDHHrDjSu2dQBwFMjCFhPolfJLXLblE6SS72UlgWeWctAQfH1F8QV0mdhcPifp561dIyOoW1pe
TN3qvJesz2jQZkn+mGR5fHBFdzb2xtTmiop5MNOswht4bloAaEOlMheW+05tjem8RnUdaMbaH0Qg
u+sDZqTC1paCYhtoiFoxDzWu+ZpaZaZfQV4XPxyL92SKC+/gZrw2RT6Jk5O6cHCZt9HzVNvC6rul
DQfivmChUPS86vEHs3aU3/ar4CM4LiC7uYYoG95+NAQ0ErtrV6B/UZsHBcqc56pzTd9JFOXD/XP5
OtKQUAx8DXdeylpsXos6QRIR3hqmHH241tPY+4rTFmdtTimGcB79pWQ4Hpo5kN+X3x+0itaQaqJZ
S+UHGAxsvNulTkOxVoy07kJ1TZprX872l3h0DJ9ikfa20vsyIEjqHsq8Hl54RNdzD5HyNAI3yAMx
0/E48A57HxlsuybjWgnr3ngjF2HnNkIhPSzqdUKwpVA/0xyh66W5R0PZXt8XV+PdJKXFKVAy3Rxd
mwnQhbFGZSgsowwQsvwx2bX3mI59F1ajsX6Il/4Irf7aDUmbRJYyfpXx5e12q7kTNTnBXZgpkZBj
oHXfVsblecny4ZTISYDNsuhnr4uPJsq+dvPoYCCzz9eG2kYD99byCsZRFKVehVUeW0SumnatU3e+
KAOzEFcCpZf7B3tvd0kv8fWEDBLnemsvT8uo6jWzCq1icsNEdbIAKbAkdNfOfEjb7A+qmUct9701
UlSEXC4lMXG8tzYzgnZCPrUKo2rWg9RpYnBGMZdJndNAVK79286Pm/OLvY2fmCyn86pEq8LZrBNf
b2rnuVr68qK6tX0Qm+wujSIXMxp4OMkNbpdWKVlXR91UhWZjjj6inxQRylp5lyGWgTqx9/sVPJZG
+oMoL4EIdKFbe0vV5TE5Cls5Z+LBzap/xqxiCnGLNGU7WN7BTu7di5+oAkZBEDdvPW6n262RuUMZ
InRmfRF0/APPSZJTxeyvU9dozrPVtVmQpUZx8KrIhdwGtjTp0OhnMQi80Vq4XagJzznPoeyEcRR3
7+CmL2/sYswOqkyvAAb42V/MgAi5NSPq2li0xSpD2voJas69OBlm271xI/ESMZr4MXaKOIwBSQet
gJcVp+y2OQ3TG+bI9YT1s3lAU9w7UfSHCP3ovSGtv/nCrVuTa/cOCvPrMoVN2jfh2jHMXG3W6ezG
/VHNcteeR4gAMVqWSjcnuBtsRplCyglb3c1+FOrofK11fVKDcemKzI+Tavz7vgvat0jSwgsuC4sb
F2SnXU+azqedm870W2p74ZBEzVkzFwEU3T2is++8XYgMWbKshmwIae7tN+4XE/yvbZahVrj6iSHI
buCuXnmt66Y/OE973lWWSXlMaBbBt7o15Q7VjBCJy8dzY+/ZnJbp1JSV8zHqiukN8l/4vGUA/HZ/
Q3esortFWwplVSnmtNnQkWKkM49GFaKS212reVQeihG4bEXAHwyVrQUp3aoDo/ICbi6o1LFAp/Bn
h2qr9JiCzk1XL2/CXnNGKhpm9JyV5g9rNIYTY1Smx9jSxc9BNU/dpOUHt2RnyQg5UXDiNSGj36pZ
dqgRrZOBlJk2RUNQNvAGJk8giK6P2SfHbrUgMfWjQY+viF680qgQUQQypIbtq40uSyprtlG7J4DC
tR3SSVmRBW5G6zuxsXkVvREtYcHouHfFDG74aUn76KtXiaQ+zbaiHLw92z2Qv0Z6R+SlgAAyyO32
sC0m7c4i0105Y3K5pt0whGvbpKHVtx39NFRMo6o4omVt/TJGib2ZiErlBkjAVj4ENVjFirM8Ojlx
XH5ht8s/lvaQGb49XD+tAEACsUsJ9RVIT4s8amBjESGAUxhvdEUx/yw8rztFhhiuczvm586oLb9P
kuqpHN0DB7V1GNI6FU1ZIzal7oDc+F+SUmMYLEbDm95JDPX6Ji6NR0Oo42M9Uay+f3P3LBERUbcB
iCAJMbeW5rYyJkQpwH6T9Uy+VVKS8qFjNn+q5VoewDl2jYHFkeTpnySnjbHGs6Z11YG3W2vWBWZk
t8FEZzQNDH1dPt1f2d45kfTb/ze2eb87bx0WZQBR3vZ1DeTZbS8OMJnLf7Ais0GaI4RF25ZCaS+G
Fo0ScQuz5qwnnfUQu73z4b6V3Y0DEEKHmneC83+7cc5UM18V3PwJmcPiJZrEZ/Bww3lhIu/Bel6V
uuTRk+KYYHtIQF+1olC6cPS0NiCwglKlIGrkfzVm6QU8IsNT3cZa0ESoZiND212MdnTfEyj9Lnr9
52/4iecA20TNdBMRTHVTJG4HPh+9yORx1jPNV7XGviJsvZw0oayPSm9OBy/nNijAKNEXhA8A7Lj0
LYG6t1MzVpMUZ2bXw6lQ224K0hJPGkV6e1FIaQ8+6p5BQmjZXKRwikrD7UeF1hIlGapPdKAj+E4N
1FK2Wz+5q608aunhzNGdQ4Q1YFQIgRJqbeUZRpHX6WB6iAb3WvXg1MX4GJuLfXaI2g/2ctcULxTV
H1wLkzdvl1ZGY+6Vk+ueIn0qT5pRq35DOfrcmLD8fvtqUA+Vgt2SZwZU89ZUN9tkAfnIqtJmusa1
+F5DBnjROhKh+5Z2ngSIzSjdoCaFWtA2yOlTZdSY/YKCQJvbL8uot3/QD04gs1nlJ9JY+6mMVhGo
YoqoeU/iwPzenjLimfcISCNo7o0PiNqlAbYNUrWgsnbWura5TG7Wndpl/n5/oTuek2IaJVjqTmjY
b0EiMbOJnHnGp3kF/ObGVLw/9cyrDx6DveMPFI07B6VXootuP1xtl7bVIsly6tup+Ni3RXxNRDoG
Zje4Dxqtu+D+qvY+HyhQ2aWAV416x629gQGjzmrReM27cbgstVB+FIudv6haaaZM8Im7iz265XNk
D80fpdOJo7Err1I96WGkPqbku3IBX5Wak8mzKfR6Jyj4qjhPVhsFUTPk34GWq5/buC7PqSam7tTX
tjkz0KbrQ4Ydeh9p5xZM//ES50viifE/HCyH1JrBATIfeiWUENHg68vVQ/N1Nc7wZxbfNVAeaugI
HlzWnYBRinrBrJO636/ATqZQ3RRVCu+0NmgP4Olq72WJB1fzLWENb+u0M8KhsY4O9O7OA3cC5yxb
/yA6br89ftZwO0jXp7yKk89po8cPiFbV75pY2Bcyo2ryjVmXs9JrVfhCtcrPSc+0dlD/40p5Vx2q
76pVREcYmp394KJR1AQfxOuzrW7kwsyHIWq8k9tqld+zbw9rh8F4odBZa32V+C1TXc/3b8KOJ8E3
M2FEFjhlFed2N6y6yURGN/8Eq3IlWzD6cLKskUHC83q6b2rn0lE8Ad1hMyeG8y9/yi+B7GSBVtcK
3rgpUdqQMdvgHuyuhlyd9UFPmnC18/Kz2RR5WKxoWd63vuPIOGbQKPFjJKbbDlYluj61vdg7AVg0
HlpmuJMrTvGBY9nbToZ4IvYh1WXIC27XaI72akQZ7yrU+W+lVYrPgjP4xJjUIyLUjssEcCVhglID
l0Dt1lKTNGIuC/ZwBLkWVA0KNhXqqoGzdnKWd5M+3N+/PXsQ5XnASTWho27eVjVpilY1Og+sSl/A
Vc8+dUy7vyhNVQZ1nh+1kn92+H7N6DkgjHuVHUBk+ik8bdbXjSLjI7XeaSjj8pzEyYgks9MFja7X
j0unrA9x445+yzhJX4759RNEc59zg2PrTZ39MFj2DwT29GC2KaIze2862JC9T437cLg7fAH6Mrcf
QB/Apnpe7kGrTAyOs7Bf2sLMfYCLUXh/749MbfYi59XsihJTU64W11RzCpp2RvLeQori4JLuXBNi
fUJeaIP0e7deKBbxkE4of5waMxMXcy1p+a5KdXBNdg4TORLKkcgPoNa1VdQQQH77mgGhqLwqfNdy
dYXviE4La3OCt9S79r/3d3BbOpbuBvzDz4KbChRikwDSeV0j20azKmLS7mfNpR7lRPmzUifL14Xy
31vEFnq/XJP8YKU7n44ojTLfT4QOtKLNKansQvcmi5XKCQYuWge+RzP9rSma4qAKtbtGqbeEQTkg
UG76L/41XhZKp7qITiOiO/9AwEBtLVbUskFFukm/LpbQ3zqtEl3bpm/P9/d3d5kMFJbUOFAmW7KL
HG5jOGiEEOSn+pdmAWe0uFaU+141HhGJ9mzh9yT4Au1jsLy366xSx1js2cYzuIXuMwnVfUyz7NFd
oTf9/qoovMhMkJ4yodqtJQYzzOSadYQMWtIoIeUeoInDWFRDEGdjshw8UXv5NqAHOScExR+p4HRr
T7USBhG7cXSaxopypVdY/Z+2ng5M/HJVX1kzKD2R/WXtm5xhLIUZlGVXHxzYHQfAb5CQCyjqshB/
+xviSJgQwUrWzMycP1B+bj435BcHS90Jdqju0x6mePeT23drhYdTqezKoXA3FmoaukVcwayDYdMM
2slEXMg6K1qn/e5cVNwARRPOKCUNIs6t6qKqV1mWmGp0WrXW+tNSJ/tTOolPv31qboxsvqKXxuVa
axiZjS6CcsJl06tYnItmmv69b2ovmMWW5Nii3I7w4ca9ZF0RZY4xRIiQL8VjJmav9Qenzz/rerZ+
0xQ7eVyUObs0k5F+EXo6B0Ds6vixc9uq8HsVMPw4LtXRIZJL3DzeBApUTygEgwnfNjmUKTYGc9Wi
0xBr6YUS7nxmSJ4cvBQ1ft4cSarsnSapMEaOKjv126zFXbTRYsQA5nQRR5nfQjkafMpk63ilY+a+
n0eqVW+BUHRHccqOMwLAR+DOfaFy86qbXJqzB1NDObmRCTAJ6fuPSZM3DM3KFvP3I46ffXIkxCXu
ZFv5UxQnnyajZ1p7rlVBlzUq5eCkCSetSK73D9beB5Qt+f83tfECGuR6t+omBWmtwjjlszeckScd
z54y9EFJknZgb28bLRTOwJkgjgH+8NYfaF4TTY21KMjhNHTKI838oSfzH4U22F/ur2z3yshSOqK6
PPuvMOajE4te0/lii1ct31YDfVDfUNtvQ4M08azb+keZtqPpm8c+whnOFc0T029U0LEdlSTqkGZz
uv+b9nZbAl6pxRnQVLfDw42oV3JHUZVT53hQuGAeju8aprP5JfoOV2i7w+/OZpeO0JGYHrJN8v0t
0GPJ60ZRl0qhIJ71RNJO990cxjpkGtbb1bOK/+ASqXagQkQRl2rS5vMmQ0RDQUvZc7csHtJiYJ6M
C/8lkfOv7+/l3klyYPlwJ0ERv2p6EpJn2ZTiESGNR5/ztPoKgMU7a474L2cWDCbkCLpwxFsb36t5
6Vok9qyc1ll3vi5j/NKa7XRKEv2IvCz/T1t3CroCMD2oILCncs2/RHaLE2f14nE+slnvTnVmdn6k
zEc7t3cKKQVDTWLj3Ff68aSYK1Ue7qBpL+3F7abpD+CBka/kfXYWGYTp+19qd1XUhKFgABp2thm5
ojrDMkmpxiGr1NPspM3LsKQA0u+beX0gSGRAEwBpgsz1qq6irqgVlkgahVZsV3/kLQDioC6X6iWL
17o7iJ52jBE1QYTiMeJf2zMx9/rM2M1KhKtWrIHRe95FtSInGB19Ogj3ZfB5eyiQKGP6AuAMqbe+
BYvUyA3AwDC5U5PhfIe9Ji5lPamdz9zI4RqD433QGmuw/NUyvdmPjGU6uNWvPyC/QJJn4LD8ZLXd
HktGnujx1HjKSZun/GnuC+0xLRHNv//9Xh9LaUVSbCW3/RWv3Rj7pUvbXIC9EQhQKUnxJ7KieRrG
Ta18UrQy0U/3Le5+ROJS5I8lJmRbqIqWmrFMWS8oQ7XeNV2TCC2Ixgxjehy//aSzuF9MycX/crOH
RUyVZ7YibKssP/VW2b+pI9ImXdjRh/ur2v1aNpL1HBqdOGJTRGDEgO6m8SDCbnYZPK113UdVeMV/
WBCdJenrZVFky2saGtMr7Rip1yppvUts1X+LQoznxGEg9P317H0lCsi0WWXs+wp00UbGahhzJOBr
JuJqa5H6oayTovLVhBLu79sC6S8pubyavGG3n0lzk1Sde0U5NbY6nGJAdQ/d0s2hDbLvt9tlKKvI
pJNvhBzAVg7SLIw6XpQ+lqWQ4mEVhnhotYZxU9Z8BJrZOxE8yIB6fxYotgNgVHsSWjXocQgltQ/7
btakml1z/v29k/IGss4PYHpLQzVF6ZhR0sTh1GYOtH+7921mGlyNRhx53x1XIWGklJipMUum6O1n
GmcvnujwJyHtfvGmZ6rO2VAmJ2yKIr+ASrLf31/azgZCBKGSRRMQLsYWqAsAPdPsxooBuZjTO8bo
iLfMcjYOHODr7EZykxhpAZVOArk2hUZTUURjtF4SVlpkBENrjIENaBjCfaq811ORhAnh88HrsrOV
N0Y33kJkRSPG2ElCu60qwAXl+D6bs/bJKdbpu1vP/QEfcmcr0VeGd8FzRjt6O7tjmPRO1wVeveg6
I+BLelfEHY9GHu1UWKTqnhzdgSodx35zQtJKyk6gwR2u6qqEked2wey0UVjhTQI7VfTrWJbi0sMO
feSDMzVbz6bw/qnZcVyQv8k9HHRX5XzT21Pq/W88nsjCxarjU75W48XtlYiOY+l9/X1TZNf4Yt5n
4Aybr5h3tN/gB6RhpBbttZ6VxF+1eg261nUPTqnLr96EI3JkF7VOWKZ0DuWf//KSQerTiyrOGZwx
ussjx6R9YRBJdul5Td81qiw9jFWeEOcVqCfcX+bOYcU24CD+ZvDR9qsinutowiqyUBGKHRrrXPnI
ymuB0fCI6/V0JAq69wV/tSdv7C9rbURULJaJPQjDXeCmUxW4wmyf9MHIDxLjnctPdUfCUIA2Es7p
t6bcqejV3PDSUF9j9dtc0OSfzTx9aRLTKf2cSuBfZHfF5f6G7i6QBJG2IE7nFYl24M5bKdIbYWOB
neS/yx8AjGiPXjPEBwvcM4X7lJpFdJxJo24XqHYyGWk8vt2UTKdIpMkXXQHP0CK/fGBqby+JfWBd
UxwHpyV90C+frWqLvO3oNoYMeihhyjbVWaiMRImX0Xy3Tll1sSErHIRde2fzV6Ny/b8YdXrLUJgI
wr1w1PrR7oUW1ElePVbDkDy6Y/+7IjjcdInnkfkUBHqo+7f2zBhJnyyK8xCi3nNRTLzpQ3wh/LIv
ERzloPLcozhib195nminyyeDbO7W5Kgvqt14UxIuoI0Zp0E2xiBXKzrBw7Ziv8IFXZLW/f1eK0LN
cIAAUsiZPdtbb2eqUDx9ScK+7IZwbBnqoHhO/6YfrB+/fx0AYUpuoNRs3k6JVtIKXGKkJiG0eesh
Rcg6SGZjCOpK6f7DzUPdHiAY0JDXGEx9iNrRabokzNtEvLNEmV/Bki8Py2gctf5fP7nkj8BKickk
hsnefLYhdemJr04aAkgr3wN9rd6YfXM02vf1+WfXDKp6gOlMibe4PRzoS4zRIAlUBjNvEQMYzrY7
QEuv1O/Nkhin+19KBuK3rxANY5TUSUEoPaPjfWut09bSS2qQ2E4ZF5dmzd0z4J531pA1vhOP00Pn
9Tkaen10Mcz5qIHz+iKACKMIj0qgJFluq/HxMBWDNsMMy6LIQsxvXB6ZRVF9NL2hR1W46UBOeu3L
/SW/dqBoUuqUvMAno3y1bZS7WeqYpet1ISnQGGRZ110Yk6wETJP73RHw9Nsgg5AEYQ98/1Zga468
eFS8sQghRTImNh0EcuKiK73K120nPUCUv44osPaTCyIVAfDXm2/p4cjsNkNfMzKaxwnY2WlF2yHQ
HUBDhVt+KCLDuAJUebi/oXt2AT/LqQCQ4JjPdWu3bOFy9jooFCMtnOdRzdN3k80sJDEpH+NC7y9l
ilS9vnCU7xve+ZIgryT3BZEtmjkbw4nKXBw2Ng9F205XbczWq+4MA4A0N1ePprPsrtKlsAKREr32
rQRcb8yNPXRzHnbwJuhWDFrnO12hnrNheZc1U/Op9IolyEb7CPu2t0w6Jf+bpMJDtfmu5jzqlN+V
LKwtlXiwGI1LE63ztWzV4uAI7ZqCmAExBP/FFbn9lAwExIsmndxR16ATBnfMUlrxzmzq8uAa7u0n
4CKIwMAkwRlsPU+TenmqVHmYuXAloRF2l1oZK9jBuvZlNGr9sujWcIIScjSnXWabrOPW7fHoS0Is
lTJiqa1ecTdOnciimdEFzBYaDZ/cQ2O2W800Ob+LtQKxtkiN4iAy5gUnxGloToNoKvOkzKl+EszC
mn2jX2fbb1Kl+ajRj4jQcDaayp+mybwWoOeboISXWvsOTJ5/W4X3NywXU3xfHDhGgePNXuF3ldc0
UFaZUeLXptMzhpSJllOwJAsvi17ECXaSeJ4eIDOUNfFlb/w15llTXOcxcqeT3g9GHww1/yWGMjRm
4wKksj+1dfagWlnRBUUt9K8Jst3tqe/j5S2aEiK9DGJQ/rIWy3sobZF1vjYniXsRrDrUhwTGXF/N
gx5QjYq70JS+5eQxcfNUK2kHObJrNSBDbOFV7SpR+CidIIo4eWim+B2qYc9dEpv/pqiutkGfMroB
8t1YNxxaXYt9t1GU1M8TdX0ak1gxUNlJU/WqgKUB7zGS8flLRenyEi1u/nEUGiqIiRDOJTN75n12
bu39MHWl+xuQVSaLgX3+OKS9Yz7VjZvE/qTb4xREpjJes9potLfuYqtvMludjKd4XsUXsgH9ZVyT
6VtZJPmfSFa334DS1KOvdK7q0W0xsjdeRU8rjDoLyFZkKfY3zSGpCFrHncRZbckvOk1d3vHMtPWF
xzl5UTsYyEEWjc2DiQ4V4tR9YufBqI9FcxoblKp9FUmE2F+LVvm7Ucp08OO+jnQwftN6bWojb30P
aYM6UAZVf98bYIse1jXKp6DPB8MJZ8Mp6QAwUJNxBuYM7K9DO8j1UdLpv2hxF73VlqxPTm1t9l/T
WJkl9jVzRODOY/7ckKf8o6dEgX5SwxJ4GIF3fleHKc6CppoN41kfRMroLZEj3Gm5WTmctKQq/mCC
ZlQFi7eOj20n+vqEJkF1HY3SNn1FjSDq1utQfs5HgbBW10RzH0R9w5cQecOkMoAT5j9UtnIwQ3CJ
W98exPyHHTVZ9Fhg7G94NEYRMB8CoBG5MtEAyJvl+4S801NWNvYP5LV4xTIvWuuwKFAZDDNUk7LQ
cIbqfecZiuN3qteqvrD7+NxR5nb8NLKGf3Wqnj9i1ZseJyvK8ouqrPqn3ikYuaRUpd2xJ5FKZMoo
tTOHGHWZ1BTJEjh17gm075WkO4t4nNvTVBRacl7UsayQHNazIkDirFpe1iRd7TCfhF0g91XZb9p8
GlyfOpT6TUxqSX8deO11MvSMZ7DOsr/Hhhmd/lIUylNsjOI7Si/LR6vXqamY6bxoQU5p/03XAQEI
YPAm5t+qk3jO+yVD/a+mBj+eTKfpofKb9dwEa7QaaXmas6qOz0uKMjJfg5Q7KMUIBGYYbGZFA5Tx
/jRrRTNfIn02GAPS9aAE/d6Zpvw66lqNfp/SNXHvw1axvhUDY5vOtWPn1b9AhoD2tghdqGFNbP9u
0NJBLQMzjyMz4EdE1aNA+DnzE6ePp7ci09bRBxUzvXHaTDGRWK6AGE5K26ZfLcUEYDFrZTlxlRTn
iq5OO/qDpnZd4ORR1H0aZ9NYLlUrhsyflNX6h3mf4hlFPjs2EHfWlvciIwQKmqlThO/W0ywIV/Mi
++ZBKmt99KSH9F3PIAy39avGibUPmUspIFjtNPlcD5ri+Y6ZjBkT/rQR5APKQugZ1coEQLKb++oU
i9wwfHeJl+TiGePwh2WJyPadTLj6w7wqRHC8+U58LpZk1s7rirrGeUHvXn+zoONT/DOumog+Gm1c
dh+qqDI/rsDTGezgmX311kp1PXnuXbQyf+RKpJVPCBx48VtHnXP9K4J2uvvsjnWmnaiwKR/qOq5z
HIIwbYCdHeq6hj3rRmAuWZpcOtXO/vFyZ3hjTdnUPzQa7ubs1GjIPnhO1RDWJ0PcIFXVVGtQ2qnN
R0yUjskW9tRfjDia0rOV1ShQFJEz/BNriWo8T3ZR/DsnlbVCsbH7BqdWDvpzWqz551qZ++jRFnCd
T7WduB+cQdWKkF5a0Z4Xc6j+tQentAFgxctnpR/+j7nzao7cWNP0Xzmhe2jgzcboXACFYtHbtjeI
NhRcwmbC/vp90NLsNIvcrtVc7Yk4UiiKJExlfvmZ14wiGkgG86tM5bO7D7gfa7cOAf5z9mK06YXu
JqMfzqLT8oPQbOT2Bx/FHiSXpLy07NxJvyxqbIpdXzvrurOFaNtQV7I0H2SX19kdC7ArI1dZQuui
Sme53XhkYojO5x5UE7EIMzhz29LtwqK3LQVvOfW8B3ANmt5FrhyqZN+oXJt3I0qwiJDJsl/kXvAw
3XUrUxCxej6UqorQsZisMO8H95J26VgdgnH1gn2uVwthU5sHumgJDnt27Kddrr7n1pp+UpZTyCit
O9+Lm8Gx3glPn/qrIjX9HMgfBk6PQLzdYlfbLlYxyBgPFvwF38yGdUauKJAr2YmfcZpej15baVAN
8NwOUsT4sjn407BEpt8KYejjByPR0iwuxAone2bc6Fh7t65Wf99LdxIbONXtY6RZEcmQKgVcsZ8q
Y+k+6ikCn1qYAUUq95rURiS9ahu7+TNVFGUb2uDti2eSRrRPOZ/pancY6nVnDKMn9eRqer9Esu0y
oiKSocZu8uoGlHy2lpx51jIEbHmjsfaFP3gdUL2+b8MGPNYUeqvX6p+D3C+acNOrslAXn9uAPiE0
84joVU9h6ltzG834IdCAxm/Ki3SzJAIoHU+urYWilitoMEj0LGOS3Q6jWy1xNiRLdm3ObXPZa0IU
u7zvxJURlFp1qND21iNjEunXseA7RObNLwXYegBRUZF3Jm0SoYYgBADqLLtsqIL5QtkEuXA102mN
ZjHLjwuSJrdjvQQgpntvTqKhzgc9TOAxnc9pOtmI8OaK4Daa6sMwZsGAnYibWmExq+W2HpWjUXzq
ZhothNT3wdTjz4SvjrhF9ZyQW4GPynYGoaAMncE287tcV5Q2hl1WVVimKg92UCQGpyOGKdOOettc
q72SelPulDbV5n5JBMV0iYaY2FnWstzKue6tyKCdlodN5s42YudKjBE9Z9dkMa5jepNClcm+y6pQ
s4iaMSnBrNOVqyNH+CTERoG2ZsiG8Iu9aGZnuWp9R9rn0s4s8yDqOZ8PjjRUe5ZqieLegZZUC9YZ
fRW4T127uF1JCjTIJACk3nlpaBdOHVx3diPUdVtk9sC9tdBbQ9NbF9sPF9vTuo+kq137wevaJrlN
qiAlBurk8VMaak45tJfjZK60ss1ZqYORuNVNCnQj3XldmalzO/Fl2u/4h5Y/91laOXS+aznuRiQl
69jVcGAMi8InOyM4VHaY9gYDdERBZB4uQYWS3zwOfnOgMdNqO7T3rekBC2X7ncFfW89WsBlpOGtm
38cV+6Ddm/rif2nctU1CHLkb79DJFI8CSslcxlaQJOPlZAfyyVtpc8a2N3mwaOoU54PCkaq/bZXQ
9HB2vR9ofYUXjUeAyMJCOJJIpKHafT2TPiNJyNEy7ow+yb85s+cv7JfC+WxOidNFkxek95KcxNyB
wrAPmqujRraIgMEb5U2mcB0xEhObM1tesf4S7cwqYLGGAQOKW2kFzXxWSz6r/cwudyWY6T/xRsHD
smVW+pDb0/xJTVVx0wmLNnFewp2/Klthk390SerQz5yG7pDpMoVM0sBMNZMsGXeuUVpZjCqZLeKg
HY13Tpl5fajsBUQbJPH6FqsOeKSasPsggsBg3nUzDIcQplWgzijBuu/rqqrLYPD99jBXYvqISmBw
XSwBhjrDCIad7MHgN9wxWOQhL729LC3ttrbrgRCcWf75gB/p9xJH1/renwbzloVp9RQOqfYI3sHL
SPFEeQHkIXlnV1olw5Jq4iEpk1Tf2XnfPPFYdnbpZXXKZXJfv521JTCiWjPUdeDOuknCK9fk0m1m
+4PUyWJ5lGRRh2JxG2snLQexDqq39QOOGex4KxgW+0z22Emed34nvHCu+H52fpP0t8XS9V5YDkWK
akIz8rZ1zrpLfTL1b7Wdlpyz6DF+xZPL/K41KaKQiwqK61l1nGz+MOp5KEbCT8xWsD8WolN13EGO
96NKOY6IcioeJ1zyAo6f7as1NNLcOPd7c+siTX6K4JklZBTM+mhGlq0GLy6t0bhqctYosttOUoWF
FGsV0ZRN6kMw2XaN1gDK2bFjFtoF9YSW7t2md79lgwbOZx37KqeeXkXJCdNyhqxWHcgbMrGhDtNa
OsZecgLAsWcI8ayWZsZpcEQI6ax0yuSrWoeCWmEoLCcGr++6YWMCVbKoc1OYPpm5lVOauzxa0jfI
NxHbuGxNyd8G9aYLtI/r2o3KdRFn65BMc1jnlVU8DKOhf8OU0R2itPPKel85M/u/p5Qu2L8ImXEu
uMa30gtEumscgyS/TNzaoKB3QFM09C3nSLnCFLsCR+0yNCDPTWE216MdiQacMc2jkSarO00A1LXa
hobTSffLmA39HHNsp5KDWXRGaAR6Z581hWOWcT13xRgPjof+Sd6oINLqMVn4gmmzHLLCbYrQ6PvB
j1w7zfqbORHtTYU+lgrRygn864Ri9zCKyvoAKCsZwmaSjcRRJbAeiwx0M92efN1lYjsbrMHEx1TX
e9J6s6AvFs2DNzy4tjSzcHAzu7ioOwaMIeRv+wlXRrkcZFsEHyDaWldFnxqfdSlqcbXmqI9xpq5d
G021sO7NGr/0u6J22y+FrYl6v5LVPs8rh3EkuMU/Gwg1RJJl9a6niolTSJao8sNiNgPv09LyJgTU
bCrUO5o8CKW/SRWYuU3GUq/u57aex/RCyBobR3fy7TGCZ+cwLLOdykPXaZYsU0y/OcJcKYKboZ4W
j3YO7ZZb5FvLIYRqIO/NtErW/aTPzXNVzssY+c4ckE3NiUNPyLCzr1tFwuFGxJ72lLvjdw4CI0fw
sM6RmBMDL8T153zvdDOO4vQD1l2VNlpwaavMvAX8bDzWbaBnkT4uwzkTzYyqyfOK+9p2ljFsTWTM
QhfdaDv0HSHfGYmdfzWt3n5WswqYTSdtczYrNMgiSjZKcZvq12ELBt1F6a+jDFXto6iZN61IiOfG
8kzs9xvMhofps9XomuDdDylDX1X6t9WmLQmUKqu+NfakpjO7CmS3453iiOKmrvmQrI1phPO8WlWo
Nei+n1mCXCDkHfdfWr2oh7AY3WEOgWU0T57fqCsHwkAT1qyE274pxIccKbbnPHOSA5msNqFQWxXk
HtI9L6e1+ziNEEXCtgtoEtRWV9EvxwmVya2ntIqEsTQuVC7y/MyqzJTeWk+LO8TccUZGK0gJc8XU
T/m5i3t5GzEXAkfTKJ1KQK8a80ZV3oLhTzaMPQ9uGwdeRp1i32PZbczfGB9xs2MEV1RWV+7SZWpY
9UHWz6QBqv1Kw8XTyUXS+aEgea+xFUKdKCwmV//uMNpOw6wthA9jScivFYwwN2z7npp17mf/pu/7
Bi3ZqjAeLU03Pgcim4xoVr35TYmguS9Y8GvkdOZ44S9p60WaIgM5dwcUielNOs0FHnWBH2mFsvfZ
Ql2L6avuTWFp+LMbe20yaSRoU7UQnNr8Iwo+4kMXGOVHWei0HqS+pM5eJe30VY5Z8xAUDf1LGbjS
3Dmt435Kslnw0mg2rQyWLf1rbpfW1QQMbor0TMMma/XG9Ls/NeSDA7UTccB09E+ulbW0tNIxJXWa
OnnlIt+mUaiX6xUuzGsWjcEKLssMGvfJkIV9bpZj+bF2EOWKM+m4z6RbC7tR69xH6aFMuMv0pfxA
C7f4aghnGWCDNeMXA5arSVthJQdy8aPPIGQMoLxwMm++LgYI7VCpYH4PgLNSEdosLqsUHyEzTtvG
IHtKKmq3Vs7jWZXgpYtqn2MfOi9P9VCUzUJPxB+0bFcm/Rax8dK97YQxp/TKHP/bnHXyeYQZJsPa
9/F9sRTN8shDqegBEqsnokV23TddEnVjlpXzvBCW3wMTb97njjTpPuQOGUSiNQRQIbq2j7y81KZ4
tQzcoxqv4K7LXuo+TQimdegJBqO2mwO3245Cvz1vx4lQMA1WfhtoKVqWrqemXTmiHBmNds4hNFEQ
PRuKJApWZ+2cV0OF7y9ljv1eFQB3bpySwjDiwFYe20NVKKirTMyIt6JQea7n+Wze1bbHGlpHDCej
bJqcW8aeaFFZQ5b7h55uL9Vd49rZhUWTUcQqK8RFa83juK90TQWhUenOHA3u2BqRjy8Gk4vZdsfQ
lK73BfBFz9eyJINJy6ZGBs+gxXwWFMZkRSlzDYR0yqy8FBikaddWQZW/G61Aa0NfWfRtgtSxQTuU
lkFWPvoNPXFZdI/TqJf5bmjsWYWqCobslt59+lmZqHXDoCnVnaocAyjdWru3Vd2K9Fxwyj80TTbC
VshI/mOo7c0QSlhsEjb7TLpaG43dR9gHGGdKDoWIu2WsHnvlUaoOs0cyn5B19CB13OC6QQEbPVGl
phsIffSJAvjGa2gOLueaIxyvI3m21jKs5NS1oUG38dGsJy07BLIoPpEPUQdqSeshKB7QlIHhWUkC
EjPp+7S2mk+5byfvhmWe3K2LjDC8Yi7hR1NBRROtUjoXXl22Y1SlHUOxAMXsJpxJ0KqzuXL8+byh
U/cJnyT7PtW8Mo86TvsgTNn7YqdPhjHgJ50M16k1e6hf0XwxQjRH6LDVvqN9mikvbrPVUU/duJR3
TdmSXNV+4z+xrfiSWj8pL5spobqHIeWbD3qgafk5XrgW+FzV1ltd4Y78jDZeypR5y2IIpBqksqkJ
bYqIYiSLWxyqyl3ijyD2cAlui4g5kXNmp6OJyVNd2g1HpNvcEz3qu6YWc8GpAIFq1yeOEVtOV1v0
sUbjmvRtZCtBqHL8q76lR3rVU7OhCYik18GZ5vHemYzl81APKr8IlCQMpoM0D7JyMy+aNuuTqEkc
/1nrHOM2JdSwhdtUlbHw5uAdQjsGfdi89j4tSQfIcAqUzwJLBu+xlH1d4ELhwtCrq771wjxAryb0
y9bLzvLJHIy97tMP4HTrUgCXtagS+nlOWoZW7w1yS2P9M9HQvtvNRWc8DbYt3jnpYN9gR7vgrNXr
dH6bdF7OwCXYzKGsumhRA9UClLWCLPvYqyGRB/CwKa44gfi25JAiwm71KIjgEujV3u8TocduHTi3
tRrYHNlcMMRxU3umsUmuqe9GN2vvPcZif9pmNxYoEJMIEdnps4Z+WgFMEGvqfBW2Kr5iZNelWBQU
wyHFw7G8auqBStPkCKB0cb35gtYbStt96sn8vrY2gptT980JkOlrAEUAVHGjRZH0MgY/Akgletd3
SHozjh5sUq8g0/etLg3MJTPnqUjl/O7XU+g3MJJc0MbAwd9kNtEeezk0lUIhOoANB0aa9XJjJXKO
SknoTCWuWolR0k6jqDivhJx2mTYG+6EqTokrvyFux02AjdwA65vw2hE4hcWu4PdnFejupL9cWSOP
Q6DK7/naeipGV51MMktRyQ7HNeP8ge/VpTsHAb4LFFXo0P76pbzGyjBgBVCFjxkdQfi5L9+JMo2m
yjq8PuFX11eU8M1TZ1X5CdDt6zEuYyFg8/7GIUFX+vjNL7ZkLrJWsZ4iJcfUciIAuM5lWq/Z2T99
IJA/sPxtwDlkwcerKmM42ok0qONAjEE4ZO10yZRDPzF/fwMQs7FS0ScAjIP14ra2fwK/NZVaLX+u
eCDZEwMqTzw3a9c/OYkLE3XF167Xuvnx14/21ltkwOEYgHw3L4Lt858uSj96AjflV/GadVPU+LN1
sIMm2cusqU8gCt/cK8DtNiI6yI1XJAQNQ7QVBH0d21n6vh2A8lrjKCMmefUVRhzJwUQwcY/opXzf
WGsfCWE2pxRFX69NFuVP93C0NlNTS61JBTzvjHgQ6ZSorzJNmP8c4LB5saPWDNAAEZWjOKR7WCIv
9EJirkVbQurFV/rEmM6uo/2VYQzpQFGO2ScwNacklN8KgbzgTcEP42eEaF9+o5AiV+JRUce1sIer
3OvAUC5ZD6oANT+lMUD+9Qp683rI8LjgppFXMTesx08rKG/h5muiR4VWF0tMp36KHK1096PDMG7Y
ZHl/fb03OKl8hWjSbN6oHqF3+4p/uiAMzVRfHFHHSSXa7LxcuFLUmE5ytUxucdPPlnqQkvFcjbcN
vs0TU2Or1FY3NO3Rj9Omci6qoTQ//Pq+3lxZqJsh64kYuXssgzfUjpUn6EzGGCyXn7UBSrmG1HP4
66u8+bYx2Qa9DXCGmvzlw2fDrKgATVBlKz2APNCa29KYmExT5V33ZBUnYvkbQQmnFwItIk80iI9B
8Znbdc5ISRBjihqcm8Og9ow1HbpmYL70RDn3q9c34z99ys33AHU/9HrQUTaPpUrXrjRsstY6lnWb
PHtOUb6HFLXctMa8ni82hNwTj/k6Nv24Ipxq3JAABh6zRrMKMYB8yZrYc1SBEK9jP9kioHXmr16U
g/GOasHyXhZF287wgFBU4GF+/d2+QkVt94Biqgt6FlzkMeRa9aNdFIvGwtY9Fymr1b8o7Y3pNtJv
r0Vq7n299aOiE8M/lZTjyjA0eOXoPHADR6uKMZqlkkKiTY7r9mFQXRoDRJFhu0x4Q432KYnwV6t4
ux6ELWzpiVOvsiZO0CVd1qrB+8YsvviZ24qdRxn1dUVvtYvMtT/lqvFqHXPFjXq8WaSA5zoWWZir
gCEgKG9oLCN+dJ4rb8cMcEqODc8l0AbvBvyEdyIkvDpct4sCg/fQZQJne+zHnQ9j7SMG18RD69dh
EKxwI5lcghMUp1KUt55vO765yoZXeC26rpk2U5I6zj1ddKGjVV11QDbM8ENr1dUZhUP5ueblnv16
zf7YGC/QdDwjksJA6NmoyAYdLZ1mBEgCHKiNNShjD4oylp5YgCO4KCYLkTT0at/T6yvirk39D+CR
a6ZNY5JeZWCxGEkA7Ioz8ByPWWYkfihMBp7/g2gCVWrLERlDvCL/kntaY+YmTey3TX3QaKbF4I7b
Mz+g95Oty3j763fy1uqmnwrWnnRuO4Zfxug06FRlU+XH7dQtkbOIbD9rmX2JZl2J9lVxihf7Y/Ee
fwechhvhDUID/3p5wdatmIRWqo2TyabtrCfrHclFOl8mGFjdeou7qrhfMuuT0kzvptDr6s41xz4J
q36171sJ6P2fv3KUNgnfnFQBwjXbcv3pjB5V242yTtoYF9wqDmTTHui7ZDHCXMbeA+1wIn6/sdMM
5DcwqcAQCFbTUb5Ft8KqU33ilRdWfhh69dVZ3DT2UczZ//rLfXXMk87Bi6fMQtgNKsDRlVY7yezU
ZFpSkCzL0NVz6xmlvFMCh6/Pgm39oMLFV7rBm4+qm3TCtwXvry4u61bfg/BBXNqytAt/FUguOuAz
usSzzqkYTqlTva4mN5oI4FwiCfQwZD9ffnc4oAeNN1ldbDGJpHwuwWR4XrZT6FmNcTvY7rlqpiE2
M/IcWwXtbdYN8iMV0inT3dffKuaIFoB2wzHYScca2+VEGamDx0AgwE8O2jzNfwYwdu4m5XTDiRX7
5rXIKyniafij8PjyqZk5+uCfuZbf6SoUs4XorlGs4bwsZfzrJfTWpSBVBpiJG0CQj/XV6sFpm9V3
ulhfpL1jiYlzM6nelUZXnIjOrxfrtguhXqIljGDlcSRiVGKBcw34KudylSFdYSChmUzb9MTbe0Ul
Yc2gKW/w+nAD4zx4+fZgi3WTPRQ4SfXLe6ncJw32w24dCxk7Lv7Tq0X7yduwB53WlSe25Fvvk0ek
9bFp8HDgvry4bHRryVaectJEsO+Z0JwDRsoPZb+2Jy71+pj94QqIczn7n1zi6DlhHRgt6Jg+9gpH
7UWru3cLmVOse0kLroYayWHUFvQneh1v7kmPudl/XfeIBmC6XaaXWKyCICMmTN2YnleVb+zNupX7
GjfKHUKH/XlVBAEnjOofV7v3v9R4Vp+K7G+8bAo9OkTkhDRDjhk0q50iOFzWPRYggxuBSNcvvApq
btcHp6hyb6xelizLF91ml6/26GVXmCNk1Od9vDBU3dFtUpcN7e3P/3g3buoLG3GUC9F3ebl60CA1
OB+7Psazqz5rxyWLca4zw7k25hOn1OvEAHIxFQ3VGwwyQuzLSzUo56V+Z7JLOtHHvsCjM5VW/Tyz
qUJ/RiHnxLZ884JYQOs8gwnh+OgYzvzZAA/i9UyZkHOcYFPvROl8B00A+8ApxYnd8dbaIHiiKoZ8
DLDmo7MRN+YMD5hGopGQWlFeO3qIrKEeLbzUEzvirbXhYOMK05DTAQ3gl68SuLQ3iwC3jJ63fW9M
OIDtAreA1PXr1fHWdciqqRtQbXHREnt5Hfzh2qwsUyR4le/HQaJuIIKc8k176739cMlkW3kQDI8u
MlDQamky9fGUBcjFMizYp96w7pyaff7r53kjgGHltXlWkFrwYEeBRBqOGvu5xQ3OtjbbX6T2klyC
cRnz+RrteTca8vEfS0Oy7OEV0V/cOrDesXMZVltZOxaTjI2Kyj3op/4ATeWuXaRx4sB7400SB3R/
s1ImfzqWCzBgFdZTUMvYL7D9mEos7gpow9HkM3T79Zt8Y2XwGlEG8jZtAgiFL1eG3Cjf5E8yFpi5
3DGF8kJbOeOJdf7GDuZYM0hM6JoGzrG3p1sj+jWvNutclEtcZE12qJm94bXA2I9W8v8gDYIQSjsY
VVmC4TED1UykZYhlUHGTwfgesIgNu5o0sKiy+a+mw398m/9X+tzc/VWgyH//J//9rWkX5uGZOvrP
f9+2z/Wj6p+f1fWX9j+3X/0/P/ryF/99nX/rG9n8qY5/6sUv8ff/vv7ui/ry4j/iWuVquR+e++Xh
WdJ4/HEB7nT7yf/XD//1/OOvPC3t8x+/fWuGWm1/jQFD/dvfH51//+M3n131Hz//+b8/u/lS8Wv7
L33z/K9zKb7U3+Xxrz1/keqP3zT3d5Nog3q0iZyqj8L8b/+ann984v1OPN82MORqWI9b97NuepX9
8Ztr/s7cAAEAdCUIViR8v/1LNsOPjww+stG+JONETZxC6bf/ur0X39N/f2//qofqrslrJf/47Yfe
/n/Xm9SMiBHT66WPvvFbOVdeLn2M1FDMGmo7yr1c3ssiMM6RZXoChZzHKGQm5/TSOASGlXk3ihpn
gEjymyIR5kVegKczEH7Dzy97TPUSglOe3fgTVHTgA+X9bHh3P73cv+/+57u1Xuamf90t74VtCjcb
OfXt859q0clvk6LRaitCKVG+T6hAPSg/vf/UWo0LXM/GBpWWxbmJ+AUTAVD/DxnIRHwEvMI4h1OC
lydSDNW+ADR6sGBcgdIWqqGhMxRZ6OSwGUL6ds9IpagbHWT8TdHBCGwXu8zoORfrfeaa8Laa1Xlk
UA4pzg7AAkBRwm090szku0x9d8sAgmeVJPNDhhRZAUtYK+9A6ulRLrzWjGomtp+DskLb/tdvyHhZ
bG5viP+bpFi4Rmxs2qNDQU1iBR3XQfhrgMjBOLjKyma8GkGAykM2gVHL2tyzIGpivZ2nJiBl2WcT
3BSPAU1a58Ak+IFY6EtmxED7zPu8gxELMtsBlG9bpxRxf4gJv1yB8DYRsmK4qnu0F47umImsxJfA
MaLeAq2r6kSc642zYan8ug/73MkudLNN3gHpdxSVc5IexJD+aeOgaUX4Xxt9VIj+2oOVDQUk7Twt
nCx9ea93lnqfVG2bR0NSTmDoEpk9jMCG7sF/D3i+rwsYOBKaNmJCAVVtsubi81pAvgbNLtDJR8HP
Dx01QRZgwWTfh9Utx4gmKv5Q+lT70bCoRezkPLf366RUnGjt0KFavJQzxInsyaun5ONgGUXEAL56
ULnXfhl0HqNwVvina9AOh3pOM3Bpla99ysyhPyyGL79L0ogQ0D7a2UNT9ctuXEGm0DXU7qDYtbdN
tYg8DJSR3/96AW3x7SdK7Y8FRDJmuZSZDD54wJdbTIOJ2Se6ZkS0DfKz3kuw2/IKXokl/CSP5rRH
02MC+h1qtevHtZEGuOcM9gM9QuFEmuaGrsS30O7Hu9wrPAg0lm6ANUkRbhS+1d1CvQoYFYLtdUIY
mMV1sLS0b7s16RHLMtrlekiaQ5vV/RT2CJUboW6TDM5ySKPJGK+WRCJE4YjB5pc0Bf5lQfYjg23x
pa614b0Ym1XtyxId0Qag/nWN7SkERrcsHhUGDRCUkqWPLB09CyiuaVPyUAtsCHvSlis4BqHR2i3k
82RpEG/AndrSJe6a0qwuNZA81zAVHReXSrO9WbVZp6c/ZRfNNIFgyWclyt0q7O4qqzbk4gAP6C43
3VvoqPOuBqOSHbry3hw6HQ7Zmu112ud7JiPeB3epHAmm2skee3+G5eHl2qXepAPif057WyAU+cnt
xHyFVJp4MNfAP1XTvBE7tml/QM5P+e0ej2qEucKsNZQJ+pzFlS89VFuSwZsOqwJoEZaLZxmAyIZK
9MS8/Mc85DgI0O2mr8GkE2O0o+oGLKAP+qgwI2m2uOJq7fypoKV12TvmpfRHcQ5IvTvDoKNi42UR
3sAtQOEhu9YCBAqDlqUySf2UV9sPF5Cj20KPfLO9p2ql3jvK5o3ZbmZfQORE5QWvA9sbz4pWQu7O
vSFci01nrbXcyAAdGtb0vUJPS8W7tElU1GQw81xr1M8GJPt2oKf0Cy1HJRKVmvQKzPpcYQBgfSM9
6KJOOqd8P3709o7vnTun37iZf1AWv9zIy2DDqc7gMCSaXVy5dbHM0MzMpT4kJXjlhAwvKoo++KiL
SlNRUfa3Zdv+Ce0cEknpZPTuvWnwoHcD0eafVaXf2ltjC+R0m9IzNfObRe+6C0YGZrabJk6YMKnR
FYImO8RLvsobeMUdcO0FQDrv8QPYuSUyUMSNJzTd2C6t3l42/bJ8N3WYyeCWoAzKXrstkul2dXsN
vKrr5U+mchlF6GXQ31bs60+TYaxFlBftfD2sgoO+GuZLq7CTBwe72puqzlm5+gKMumdiD4L9EuoA
pDhtCvxL2s52EZEh5HuJE8+hL4lUNiimj6bys0eRFMbHKke6O8zNbBwjjbbCg13KJvJ6Zz4X6+Je
6Sp/17mV+uLBv9kZi3R3yY9zg+o4W0/UrW+d6aBJCMfIyGzZz1F5MhR2XRr8DyhsnjyBObPhZsHo
7msxxlJhDgK3CVYWx+hlV6wYY+n0isp07c7yYWj2otLhXRrFPusyrF4rG1q5AB3dtsupuae13cvR
qkNijuN6G2LoKLS+XHUyHRfwpTrHx1iVH7rO8i81AN9Wahv7unDdPavJOgPIjaFA5qZR33WfurGc
LgJ/Ks5MOpysN9uKlAYstkY8+hzeaXdJ1xjseVrsDchL77pldTbNaISjEbR/aLNCixGAdz6VkEsB
h7vZGbzA6gDI5pSIx+tItc1UgWLQACRnBizx8gG1PE98OqQ8oFGad01r+FHTrNMHyGrBVV+VXmw0
3cyRtQMuOQYzSoIupFg6xXDaB/e7zrF2aq8f9RQ5tLmpgB4/MQolDmSNXt5U61dJrbuVEW0+Xnco
pI2xtvRDZHgIJ/iGOOR9HYTK/+gCbyPhv5iHKfhHHaMf9wB8blMBQrtmAxm8vIc8h2SICiosqHb6
5uS2exiD0dgD719PjLh/mK+9WGQ2C8sDk8NJEWyFy8tLzXIpNKEjdCfTWdyNlRe858HIv+FcnCEl
pX3O8Q8sI+QM2ztp1vJz41npe2bKEAeT2ZTh6DjaJaLkuQqh/hhfy2Y4BKtK87AT9uiG68LkAFzE
elag+lGH8EPL4qwiZl6bLhlRb0m7DfslwGukbPovNbwGERq4BV14aTD7sW0VJ0aRzsv+wY8XzEyW
ySwjDZhWxy05ijiIX3WnRxNZz66esT9ibFlfTZm/Aie27XhKvemhb4R/vhZpoUI52bfNBvnYYVnE
jztFf10x23Z2tV8vj53Q8jR0F0P7mk65RP0EDhr4iKeqr6UMRTtCWFwqv//S2av/nrzB2Y9a2qjQ
ECXJtgPlfmLSa8QwJ+xw44PvbJrqUQFH6taq1vb7hODNdz2o8k8p7qMfBW2cS4vJ5ddJ2WTVLeCg
q7Iz3QYaClRs2C8NuhNZeW6sitl3VXtooJj+p8ocxccWsQHw0M07qrTROGsz2ZzZRsGV9ASVa2nm
fy3pf9TW+L82K140OH7Z/Pj/sa1BJvOLtgYL9tvzi34GP/9XPyP43bG3jgXj92Azyts239/9DOd3
oIck74yN6HIzICE2/t3QcIzft64/pn8UqKgQbufC3w0Nm4YGOFcUvFwLMflNxfIfNDSON4kH3ga4
Kr2BbayLSdXL0FB2TtInba2HbtbN5WFm7vfeLjH3RN5KXpXloJ/yVHx1RbxZEVb8oUVG/Du2FNAr
rVWw7zY7p76OIBVDoVynydCjZu77du+Y+XqiSHt1CG3Vsk/nhq/ifzN3XjtyY22WfaFhg+7Q3NKF
z8xIK+mGSKOk9/bw6WdF9aCnVJjuv/tugEKhjKSIjCAPP7P32re//rm5bjqBT0/F4LZaEGjwakkM
VhhWcgNXOyqnFdtRaNkW66wyK5MfCFegd8jE/F6NvvxYWn1u/ASM9JsLmsb599vmj2Hg38c0fw6m
+dQFGR03uzsDCPb3f7WYf5vSGNzJ7A+MnpNRsqqc68GSQbwN1r3AT4TdrVycoBYNfqC/XaX/j/nQ
P/SEvDLUAq4hDbkZAyIUfH9++9kEjS3tlQZHiSC8qwGMv4MAsnHSNOmkHrJGRZOfWXp/P+FS1U4c
WZTfOKZpePukwwUouykrH4VWjMq/ms38OdH+693dyI1o77hJbp3On+/OpJuoFqtpPDAXq+4pbHoe
enNYKVEBgHg9ib/2XukVpw6E1Utrh3G5+YZow7VUVMrwaxJjdq2mulAu6ZAlIPAtxf1Xw3CCY/8c
s91WzOjcacIYMZLxxiTgzzdaOZnlroIPIxdkYGZJDGnC0PNTUZTq3lb7r6bMt5BAhf41BY7w0dU5
tmmTZ+B97+AUlXkifsLvMTNPq+fhqqy24eeyLHRvcnpCjJkGiB8GPrE0aLNUk8EwC+196l1JI7Kg
YncLWaS7LsFbF6yOMm4Pi3TL9Wq6mfaxxbiW9i3GVzBf7dTXxQPTlBr/oNsYxjV3q00PjR5/b+1V
jZPrnp6lALq8MenXOSpv3cNDai3Zukvsus7hBBAtEYwcbtjc5xE31hO1fqvxRa3Ohw3CqQx6krCG
w1QqYzRLUdW7cW7zAjqSYrMn1uybVhYOmq9sY9Mf+gkpzr2c61geNtiCMU6fUeGZSguR+5Y9kwRZ
j8v6ntgp7jbojdwM8OPN7CwzsaEL2YoipCnlT9zaWzEyqzMVR9xW+rUfMEUTTiEqP8eCcTE32+wv
dcb23NOxuRKZtZY3D1JhJQuDwAJyg9oD+QnGBtfYrnPXMfGaTW9A7MxZvu6koqofiSViZkr6xi+E
Kjwh2m77yRNL0h3bONHMaNzqtHyeh3E4EZNhMGgr0lzeTwyYMSw3XfmKjHpwAhdew1eJ7RcPWG+k
PnE2K9Y0d7M/VLSIpWe3uQOO0izXB8scOae3WBUnZR5vTbGS6qBGHCKeuGsd9dMhlKCIWIfHFydx
zMiSzEywD86GGbJNdgLga5u/Tcs4h6skmt7clIRrUJ8olca1RiOYT+l1Q6HzBSJ/wdKbWV6/DaBt
hkrTrgxFxv5IA7dQ2eTCXXHpzM0NlNSkbkSOkubjGOgeBMmTvdfpY/2mcLLM+9hIracWCch6EMrs
oJarkuWKp5CItHnFV+Bp8MsFto25OXSibXdKMWpHJmnvMKMYS1twFN43cCT6Z2vFfTSoRf4lczwd
Hpw5jqrekKsWiqnuwqyqJ9xc1mlpx+1LK+GTdNM47IxMnz9Fo+cXtc/VZxvnIAkcrl7zHrZ13I9L
b9yNsagOCeDDN9ED7UEiipsu09hQriYj4WFsIraJ/Pxy1SVfvJOEyZB2sEmUhvSjgqkAoTwm167Z
jlpEFiYDQNpnzvFl0D63xOlBUGWx/qbVKaNUraixATZz3u97ISbQTDwn6Evt3yAy8mclN91v5CNC
+iO/HyzEUFbPTcvy20M5kR21flV8SXxoYNYG04NtaJ/wmMvSg3WQvxGcUkCBceYEAYUO50fj69YZ
0xeJiokE6xQ4dc6vbZHb0ZaTeDK3XHxkq8S9vOqrjxYaR/JU2wfgPs25aSwLcJ8qmlMrdE4VjEc4
wZqxyMfIyvGoRYwb20h2mvK7cdz+0pETG05a264QHOL0iFovBTSFpuO7GTZsfDENgy9vPiGvWJj+
r33iwM6xGzrXrN8eVUhNvpY75qlIbs17PijpRY7K5J7gJxW+NpcawJlxtZiJqT0CxGwggV7lyaWq
233hKjZPNUyKP1oDJxyY1cS4EGgAG2Pqkgen1rId8YBq4YFuGcJZjPqVkcAY3EDze3twsOUxyHzt
3LbJ/ExibPPSRtkit9dnjdmHzs6wy519niZ24U+LSaTa1Mmd2pViPDdJaR6MWsW2ljZ669UAGP20
rKcnnvzlh8Pc85JrPVbSao3j66htWPsM14EQ1m1691hhOer3yjZNV2lg1vZVMpFOYnad4jSPdRrO
ct0elJqhKnF12eY5Kuw8GIbM+Kdh+2Ukgzl5dQNKa3Pt29MHh4BzLZiWK9eKK709EDW9uXseyEQ/
ztwKVbAMGOI6rlju7cK8G2y9YLJnLeGsq0uQW6ni60U+BcoghuNaiofZWQ4APZ+b2NHPxSxlRNTk
Ti/0XWdrn7SHj7Czfg9a+6g1bmgV+odMkvt+WyJzg/GjjOZB9EN3bxo9tMQSwAE4BgAUItWeyta6
jHSM0ZDNnljhja9Vxz8VAPQ6uzbwbDIo07ibX+LFXaOONSOTYjffzyzbA/aNxoEnnR0oSZb/jlst
DU0SE3Zcg+A8rGX8mM1uPc28hM3Tp7HC3uFzBODbvTY5M/5gVJU90vR1AILoWKUnjLHOjj0+ben3
JWHnUw6M1cMM0vp9o0+lZxbTe95tERZ7NbtYVTEtgabgzLOzpS8BqeoMN98VsU6T78SO8tRCe4w4
n9PkkOU3PXhpVKXYx3BXnAvR7QIhBp3bc6NyqOp5q/EJF1httm6KH+vOABIGN2Bh/ZK07Mi1ODlW
9QDyah3FeQafGtmwyIYdpcaCGmEVqW9ky3pHFJa7eI47gecyZLuG2axuLUsHNZ8BdMzdECLan/ea
0wvm2x3lu4QdYDPLYXrky9WWqqeO2/aYx3zmHIPC0HwSIsXPbrJTN4QxkfrY8zYNjE9yA7VRR71w
z3bnXKoQI2uF4A2vn2sryGXVPmwcQBHMC1mH85CUX07C+orPyA5lz6QpQFUnMDA3Wf5sU9szrVmq
wfSlga5+5yyKebUVAnnK3C2+Wy1RXrqpzaawKLP6MJDCS/SSWfR+YTMOdJNCf1lZdfxIdbOajh0o
8trPx8xsWIIaMU+OWS67VG3gW9YzyMH5ZpLOup7FUlWne54m5b2juOvPSa/aR6hO/VFWqnOd+d+s
obS32cmHo12Y+qUxyuQVKnCFm04ftV+YMsQJ8Ia7T+JS+ybO3H5Jppu8p4mnTz5Z8XMktObEF8cV
w48X90HV64ygs1L0b1bXaIVngaZAKwYmRNb9x6o3Ky4v1miFMRFBo0N184q2QoyIsdAMS1MxIKsm
pfarBZrpOX3hHrWusTGbo1s8FotR11FhzgDjCiCgW5OufN/rerSqYd5N3VIES9vMiK7b7C23qfy2
1nKOKhI1DYLkyjc5uYaMTEVMFFdasZxnyzhlST4fq5ghc7yBrInVhUAqFTQQ6nQrxIN9iI2cNGFn
kyLk7FruGs04LbJsHqdSAB+TiTEflnVNwk5pnYdFjNpzkYr6VI1adyftVj7ItjIZRZW1GxVLg6FE
Y1iyqetBkTOaXUNP/cFd1qvLU2OHplKJQygM231q1KOntjk7Mkj8DU800X3VuhmfsTtrp75XhheD
Xh2AkckMHzDsRV+a5AFzwSnJh3sbdvm5ldBLAxqAY2Irhzrvix+I75d3EU/NC5TPZVeW1hXH/o4i
Tnpq2gw7ExSfh1q7PPeTGPxWhZWQommLtE6bLptS2YHY9JwHWrlETVmJqOzdMcxVhYaxq9pnY6FH
bxyj3Mma3azuwMHMskLbLbI922WrhW4yTnduYdc+eMP0pNslcNrOcTzNWId7oyjiw2JNxBtOizzJ
oR2PEBeUZ0ouLehFrQAYS1kJYs5v+d67Pg+6NLUDCXXtVSYdmTlGu50WyJas7MQHVIyKOmRCrelW
c1gV2bwrYuN3Z/YNLmD8U2EWm/GpUzYQXungenUq9Xulks0zKNf6UjGcXXlCsVdfU5jeLdmk3jYV
S+TY6XiSLWsheFNyX9iKCFplkqfKrIdnoHvf7sI6uFpcMCakwzQeHATWTNnN7zIt8Q6QUbkr1VGh
3E9rKHJ1c67S6kvGOD+pveuTacFSswHDADzqjF+FEUsfilDCuTMMd/YqFK8pb/Qg1cr81MjhX9VU
HvFGpz5bOV9xVuwGs9iukzPqz7aZ5vu1m+uoXDos6G3duZcpHzZG3D0JK3nHdWD0eYSSt/10qQx/
2yxgPSANPGfiWD9UQ6xcmHEWOzTTzosLmwAqLqlFJ6VspzCdy1cHlBE7KFF5cVlnYEeAP2rNGCgI
dI8jUQ4zy3qL1kqbefSXLFNpXJbkrPSzuFXFaph163aOW0uLljF54jtBLG2A3QdZNkSTu7zCpq19
KdfysEr1YSAEMDSAjNHG1JKNib0DGQq8PxsrUCotlwgYShlgTOJ4qeQc1UvGcVTQxmg8W54z9Nn4
UZrs4FBf0NCx2istzPnVtDwaYyuAucxu+qZmykOZZFuk6M5vlMn6kW9bCx0eLQcXHA6KABn23Xgn
y3U5cRbQui1K9US9tu2hJpd+qus8S9fsrE9CSrAEplP5sWtPoduVcjfD4vZUl8d7wu29Z/QV31iy
Pyt7gc4BQfatym0QfRIKgIAbiHV/myI2fZwjhfsxuM6TPgP8QGnTM8rXWCJoZRNZutwr3EBevZjG
eYXt8IWLbnlbKiDt3pqs68FZEAnIrX4oc5aFGA0K+4lMuTaaR7uaPJwtFDUijfewP38g69iiwTQm
mjExAbpLkirsZvio+CCs6QAJB6JhNU2Ic4px5ivstrTxmGVzI8HfvGELKD7Usv6IR+IN19X56uSY
n/iN1b09sFw6xN0kLtDIcmDafW/+SMCKHK25me8UYDTvBRDIB/QGWD/iRXZQtsW7iQx89C2nby8z
4q330lTbBytX82NnKual12vjwRxIoFYb2osFxOqVhlIcCVdCcFxP7REPBHjYREk1GNnldFRqZ7mM
Wb9eSQnq77rM5V8r1EkgiY2nsVpRdEhz+dWbs/ZRLWMVIJ6a+p2oF2LDiqGQexfqo+ENTLwOwrIH
/kYnMBjdEsKBtl5ae1O/WPJuoTs58gsQ7LBb4IREvd0skMxSrTyxH2JLqEztDt4lJYgbFyDOGaZq
Y3CzyaPmWNesA1hTGS+o1/GExI2g6NxG963ZSi0D7a2K37MyEIQ7xV13HdoyfzU2XinI23m6xshe
jmtvMwgtiv4z7lZ3z9rS+NE0C1jhWnwpWVkfTYn4Q8FT8UzZ/lRi+D13OR0tu/LturDiekstStm0
Xae9qqrpR2E6xe+2haSd6hZlVj/umlIdjnO1ubBCka7JsWifnblzrqqNeTnnotm7uaoGS15Acmzz
mejeUd81MlEe9aW+rhKVuymm6wQG67Mc1sQ3qma5FPPyU1MBKvLAgs/pNavSfmCYY4nPidT7TdEk
Y0CXxPJUzdZ4X01K+2PtRQdIp1BOiQVZ/faBt96kJpdKG+zAKpW687I8t45GvS4wpKqKQQ5VrBnF
Tsn1Pq4IW0iRc/ajhAz12JaygOgNHFGJtn5dd60uQSuRxRB22pJf2qR5qox4bT7TcTVntoy6qLVr
UtmzZKoz1PdzUYo4XMRtTbn2qnbUpr6jOsdO7qA+XRczTLRiTV9BKiOb06xW/dDc1pIRzKjpF6S9
qYjmvnN38ThB5C7sTT/htDWvc9EzXnJkxeyMjRM5NBDpIPQnni2BxO+N3k7SiAke1TESJSh9opvh
4Ot9IR1AOrE7HuqNgcu51RNGaY0Sz3CNOqiCAbIBJchHhy7rxnPd8eST4EMXd3rgOK2L925k/w3S
18py73bRih9LSit0RyZ9aX0zgSvanvcxj0iG2EZyeJLhCgonMipKbg9dV6vdm1YZGxws85BHbCyL
rxk94LNOQ4AOpJwe2cOv8ck2l/J1rPryle6JVGtyxMxfW19Y0y6DorPdqSTVZ7uMJLNQiMW8m7jL
aM9zXeCfWAmpv4UCbZcEGtVwqJglYpdBgPbQ61DQjraOMRe6oA5kzqyrc43cS4IbS2/lZlMCQQPS
mVFqzskVxJoNbHRiRsyllYHPrcEefSNYZJlJSp8lXljGj+WO5EnO9FTTS3If9JbJIaG3YxcSaLvE
3qiYRnOnqWtd8n32gAs3BpPF3kDHgMxO1/n19bbxvQ6Vy/5kG7r1Yd5mbm+Qceb8mGb6qN+vA3Bo
z6bsBJHEKO85brk8I21W5ea1y4DyvdhGbYT5nALss+OeMV469xQTROxu3qxolho1yW06kuvKerHy
wd78RLOnNxYey34u0lI8WtD1EOEJMNAG0Ax2+ym31ZOoDedCVZ5eQNdQJRrTWqWo7Fk9+egBBPpK
qk/bz5NiKWDpIdj0NKdADVEuOVP02a3qmCi4YpuCch2z1h+pwALSLBf7uhnZLVsMlZt1MObMYKjR
GstDIhKFT6buRq+yNohpVj6SNrtStDFxyuv1Gc6tTZW8AWsEUSp5gADxWq3DhvpvDCCUcWasTfuV
mr0GHJ+G++fSx+nDYBj112iX06ulLy4z8Ha4NwdVGzy9sVFgiW0ljKKu1mU3Gfg/98JC9noAVkhc
Q9P3zGnT3gRTOS9iOA8wzryUsuqBjGgpfBzL5atB/f4m9XW7wwjoVn7bta7BA7URL0KVaun37oqU
iWLZft86NAEKk3Ke0mvtWADZ8Vy+ZUgyKegrEC3fbPQZ2WupPRV7lsuU/Myf6ypiDDO454Tn7c4V
fdp6Geq5NeKdG+/z7CJ4NJTY4YqXIgsBbnH1GYW+HHt8wz9g/fbPTmKMd5DnE/b3MJSY/0LICUbq
x2Q/jmIrTpssVLAmbZI5QQMqsQwykyQcMLKVoe+qVaWwUhRNfxCdXRknohvJYBgtoZcHRYfE7Stz
B4tKjZM1xqE+KtInIcQ9rey69XtHKhxsYzGUfilHcZyy0aiOAM1FHdKrcXEvOfV+YIlJ/ZWJW9kJ
K3x5ggCJHDltJu4Klcade26qlIMcZo76pbQpKSTAeafJgES1tOBWOKQWJGI3hqK831CM3A3O6Or3
aL1VnYGERmkFWbmCFA9Sl1uTu5Lky1ahDdT/ut5VJ0l/r6B7LfArRn2HS0k3gnZmy+kMWpMA+Oyb
X4NYjMHrFktrvHgYyyfmuc571o3FL6l36YqSzShfdYrOlpu1MF43lVmAN9WrynDdrtB7j+t873D7
QY2s7fWNRArQR4PLcAXC3FLTWA/gQjy7wgkfpjCfYVYmcV6BjUzUOxPK+0c8M3iuxo4bdEpGvrpU
W1Vy2RbRQumeKbt5RbdSAsOMaybd0mijwiEXO8k7pTqzw5Rt4CLZujPdjh9tKlV1t4y9wn4zJvQQ
3kViBBmRyClXvBaPB1XXh2UH8c1Yd6rYAGYicGa7MoNsLUOiQJB6VjP68LDkxyHTQm6lHU6V3t1D
HebM4yE8Bcw51jiiwanqM2kmy3lAAkGfaI/29sMyq+aT8EUxBDzGdXkCml2s1wF6MOVptegdDMFN
LkHvNN3LMtpt43dVw55DKrkzP/61xZKVVlUHFXylAa021T6aYXHv5tzBojGsOpQBlWckW1u3TZ6K
fNb1/e3wDC1uNttT0sl9LUwyaOhHnfHRzZibgPhd6oZY1OT34OqZb0BI46bLTPeQzoyLvA2y2asQ
0PmCfiIHAuRaJZhz43JHwNiZyznudLeNWrKtdkJxGPKPTPnr/Yy4Yt2lEPAaEIb1GSFhHZ8Kx62s
r8keUvmQu6Am7npr5OYV1bphAljnjjuQQQkazsJGagdhgFUi/TM2WeGO8RZ0EC4HvqCq/+4bJRlZ
nynFa2t0qjwta6HHP/XN2jrX06ExHoxB68d3NVOL7VWPb9WBoy22E4pidm1A/bDFn8w4B0GZasAK
tdGdfKtBMRYwAcoCUkKY+8xxxzODJUqWHpCiZrSXS0smgF/ZPCk+zC3NNrzCS19ND0zl8+FadZmO
5mRr7HDoXGONVHTFwnduKeP3k6JAMq6TLHBmlYwTTX+ckrqIekaDb3ZZbJ9JpsYXsTWg4mIhTphr
tjdTNBkV9jA82smG2Fk6whMJ2UnGaDn7gnLpHnR9H+itprZBHW/2mWKOV9JbgpjZytpPpmGNn0Vl
J1w+bmbv1DTtHthjl7+Ro87fRA2sGXeVjNEjz90jasncPS1T5ZystrP6QCmWJcOy4Lr+ksTyzVbX
bD/kLbJ3qHABKfH2r9V0458DJuEXhdI3sEcuBbtIIR4pifhdZZWD7Mew9css8/Fgz7V6n97QVPsU
7YJ+XGLQgF7ZtH2QNfm45zAQe9oqIgMYlTQf5GFYHODToqzksRg1z6EufTc2M98r5coEwFncE+lW
61Gg3vAt8j6OEmG1l6yFfZe6rR5acsQTBls7LgIT1IvCIiTWdlWZbk9pBiOdPVat3iDwDLiczVz3
JRPCd30cUtRxbnHPHQQFHgQkRaWdDtPnYriEPTmsolh6z/kZRI+l++SUbPjdigwdXUKnG83uLbyz
sW+sYeatN7jowGpVJLL2EEHNiad3cfW0iTL9ZpfNYafNdGxppaq5z0gZjzHuW91P53RcYNEWZkhd
Wx+XsTWGAMBbihRtgnfLpYzlIIsP0l1KD6799NPatDKYuqk/69uWHLSmZDmmxW+4iWqePSJWct8m
xESEaJT7N7lo34TP5HftNL/YQpM8ChtieJlondmfyvsVY+TqK2afPTbjIgIbfirISZt1Xx+DoxxX
RBKWoUzPqTSdd1kuzVlDYvHAMJULf1u6OlJFrwarIAUrd5NMJ5kD3YvPWyNTwW30+EBWBrrOeFaW
yLZaqwncSu3Sj8oYlCOLN9+Ze0iqSp71u3RbhhF9hIKeDFmo5YFLJeJvFU/q6lRnlCToxZCwA85l
k7jX+czYVtPoP5iTlIvXiqW5AFV2DzTI5SsbhyoYC1KwVqVO2dPHTkbqyuK6J0jHza81m3mKLSCD
XpbWse+yLZc/3bbTQ9SOkJAZ0L/VGoDXKR55pGZNz8DCKNQsjaaFQRaS2vIEpqW4k7VuJYSr4upb
lPZbsfV5L2r4/8FNIuT/L0DBkq8a6TPRM8xFJ3PUQz52ZNEgtqjZEhJ48oyh1EDAtV86Sx3+1xKZ
P7U5SDtICUfSTr4g+lwDHeGf0o6e81KF3sGZm9+gzIAoxGmLp/lzETr7NrWy7/NFp7L8r1/2T5HU
Xy+Liw1ZMBJVKre/tI1/kwTVU0b+ghxZaNcKnpqKRJY4KJl5c6TifIGiXs/Ov3hNTb3Jff6vTpRX
vYnf8cYSEgnZxvwntKcfLHesSrbP42zeppl5o7KHUjm8PBREYx8RyDY9r/HIElejpkYM4eR7lv50
fHNxQ62k5I19yHJwZxooMjsOtT2s7ZvQR6EcLIWJOUFzAJjFB+tmauhWmPl3VZSEZDSzg0pFqDX1
gcy18dN2gb9HE0pelNwNUNm9KJv6mjPWUPyu3Iy7WWunF4cud/EhCFbGFcC+hgxIndpxT3TJPIVj
vkgZFjc8a6DhUUWjQ2PUfbjSvClIgPRyinLTMSqDLfTsZhMb1C4flYMaywJP0bKAb7eteTsI1PmP
q5GTGVLQK3ws68KzLl0dZrCUVkTIU1z6XWIaZgCadqMsVKp4YAaHdSggNk0TBydT5zSQQy0PVqnS
s62QJTg9+649aoWFEJqizHjDiUkMHrQe5XdVO8DkgFfY9o6NVfbTKmtd7LJ8dsbQjDX5WYJaV32l
X6fOK+Z1UMFWrQgDupQwyrFlEk2j2ZB1rTAdU3w1N6buUMLMKehmCgbHrt33J3creMw4pHmUKIh6
BC+J3Ujwtq3b048pWb3DzINgrgGOUIW5hc6cYUNaMhbQCpfjG9kM8tdy6o8mkQ5u1K1yO7SuVNfd
XzfH/0hm+tygb6j+aYj9Q2P631Oi7n43N2/q8M8/6v9DEeoNLfKfi1B32Uf/Xo7v/d91qLff8n98
teLfDMP+ixug2ixf/1KB/4cQFX00WQAWYAtOAfSg/yFENax/0wRsK9XgaONQuIkTh3931t7+1y35
G482QEvs4Nr/RIgKS+gfej/r5iXnT4RsYAHzInT4z7M2ZgSSIw761ujLD1w6z9Wj9uNmNh19Z/Xa
wAq/imN1ZI98JoSx85rdsiv29sk9yd9st7/GA+r1u/qZBva+/Mq/tEDsy+ctDe3P5XWMve6dLbZf
H6Tfhe5e99tDsscMddoO81dKHpPudT75CUF37Y7We/pgfmf75iLO+jthRITksuXRX/vn8TwclYj5
1/0YlFEdYK86FK/6tT0vYXzND0bUPOq+HpYPMuyuPcHWpB89s/Pam8wto/q+uS4vC35KFEHX7ezs
1vP0Oh66R+Xe+NSPps9AcDeerV1xJ6JuFwfjvghBjURwz7/zh+bIu7wzTvY+fq0eb2TwT+ebhWVC
rzj7yX6yUBZ6nYV8InCO3ZFgRmB+/b0bib36kqz37NPch4/pkh3hrR6Tu/RBHt17+cpHeOZn+NbD
OooPm5cdLV8Nxam+tz3ba6PyCTPNAQm5z+rDfyZ7IazC9qwejXMazL4aYWZ+jo8sjsPGNwPGP7vl
d81WjfPxh9g3Ry1iXhKO++kSX3tI4sop/mXvix0hcZw5V2o+GuI4ysii9FvW21Zwiw7l16cXHjDJ
R6mdOGCXkzjQpvh1hIeJ97XCvvQr3/k5PklQKSY7Tk/82M7VPru2p24H7yM/dHsRWH7OzwXgiI8l
P6QHO6r2zS456cf6efil3FUX54FXeHMjjXlKmB5wRDl87MUu21mB/WjsmQnnXwnpI2+Ibu6XnfMt
Lz1Swzf3kbn5m3Ean/p76hst3W2zZ6r7Wz/FUHWv3mWRFqpBu2M9FE3vzlEex9oH2xFWJ+1eeeL6
nP0sre+zam9Hmtdc+P1B5jMujqxTiZkrsvlGdmXQ/iSz1OuuuEU7MjQ9tGqot5iyBSuPPMQngcYT
OkrrSKkiNfPb8xwtJEx61YcI1qDboWrM/eTyUPme6TePeYTNNLL35Vc0PicM5F71mmECYhM+pl94
C0ktDQn48nG1h4o/g/Tedb+qy3aqo/EeIRVOM54w3G9cRqq/HlZgEBqBQgyQ6/PNK+r1U6RZPyab
TJrxGzMDLfp3GZ/YVlqCVLP9alxG7+FziBBir2F5Mj3bZwSD3sY3XuarfBIvyOlo8NvqxH9jxVdK
vyn94XMKUm99IXZA8wH0I3nwpe5bXIvlmeDRGr8FWPxaYFv1FvdYMrCSe/VzNQefMUCohvHO7D35
3h23N0a4uXtEWBBo2PyO8WfzTD9beDB7gbf765EM17Cw38tjdi+eu29MqnvJwu6OlUU4RvJYn83d
GBnqb/HSQYEJhvvpiVbU9jUjgrh4QV6IwO4iXs1I8zO/DFhxFxxHEY1ubWNxZjHLoiMja9ekSiGY
JT0kJYpMfuCLtT2jtgnmnfHcH7mFPetF1X1t8ubmOs80mmyRSlQEXn5pHswvh3SacI0IltSPXUbZ
drDLS/mePVGE7Vw9qj2l263fCKJ9tQvfmsZ3EX16xVUJuakPCAjEEI7GO5+v+mOgrTbfrMCN/ep3
278pYcGAYId4kBmft+1NKyS30SjD+gOtaGbtbejoLB76E+rU4SdebQ+F0mPnO0GiIdo9GRreoZBQ
Jq6IkY9vJsnjDTevXzS/UuzETMqXoIw/46yMjMh4mrZ9lT6sGmXpUQ+LVzaJ2k/zRBtdvxAIXL1N
b9kmPMhezp7VuEpvslMhwlr+L9va3VINX4s0sqzXsYhc9Y3VRrNf2EiNiOjCgQyAOth+TC4yi10D
oZLG8Z3PWj4ZBX/g8rQ82a9cU37N1X03PqqzP9CP08Ucx2sRPNkHjUaEDTYajEguX+n/pu7MmuJG
1m79i7RDc6ZuS6oqCijAGAz4RmHA1jxLqeHXn0fu/UWYwh+cvjgXZ1907Ah3WyUplcP7rvUseRl5
JA0E40P3oH/RUUjvdHM7aDsilPaD5p9ZQ1Deazfytjt79QJCLgo9YFtcHzX7hzjq2uAPj801AYOb
bueE49GIbsudhQKfNJZN+V0MSEmQMzRib0ITrJTmTy9oJ/clEQEbcQB05PdBcjtuZ2p+JLoeqcMx
kO/4ex7ph3+JUWBX446Pwwi0+BwmU300vaP7XGz4a4N0q0j6jg/MGxsqTKX7YCXUn/eNq7ZGs61m
lLAb1GiFHTC/FSSQqkD7lrub4smzie3ZmMUxedTLR+O67b+T5CLogEaX3S+rnzZN/eK09961k10M
qGgubX0fNNthw0dFyXHy79V2O74UpNSnxP356WZqNvZDtLyqo0GKLs2TIGKi3NJvJgd1n6G95eDN
xJrxB1+GXY96HaGPiwJGv2HFYnf/0snNIstvdoIWOisetCAej9hBs69h6ms1ucvbck8iT3o+HMYA
9cKzvJVXGHmToD8Sr9mVG/OZf/TH/Hy+DK8dvwiaZ6TaBy7FS0Umt80vJeZ4AgbO6oPL6mJ/jw/D
c91siPR8tm7GM/sCtRoxq5O7IUPiUjYBmT/OjXHmBkNg7rjXkbSmnZj2/B9cpzo+201IZ0CrdgjM
GKvIX+lwifEMDaDI9k19SJNzSoJDddY7DyMEi1f0U20wLQAVtmVxTrpyNu0qsT+PzxlkjGZ1tIsN
0vPhLAl+yDOKewZKBbkb3fOwv9GrcySjUx+86q2v2/9vNu3/P23H2Z9+sB2HtlN2P+c3u3H+i//u
xk221TCNoCjp0oDYJfCU/Hc3boK5sejAsa+Ghow9lP/qv7Yw2/uPwOViczZf3Ux/cm74I3vtePBf
eWzvsbT+C1fYO4OsgNxr2+BFbNAornFqCwN00U+LiBggbUxJUQuzb1ozpFei0uKLwSqsoE8c4YdR
Tdyf3nWoYDnyV04iPvFGGW8LMJiA+CV0ygXnFZ4E1Zi3h4I+LEoyZcqJ1TmrkkAl30PXShCp6urX
nNfMedKMv8vZiXHbw//bkBbu7FtcGE99pznsG2lPfbGXzj7rlUL31LhGcqvV8/KJ3/QvPxTzz2qi
In9DYNx4+0OV2yG8tXhkjRrSnZZq1r7F3cr2e2V5+oUM6098vacHpvXZSJfzF7Av5LLmb1jRH1Ui
2CNShaYNyAfsSbHEeI2q+Ktm6Br9/rnaRe5sBVo4PCY4W4IKpgJpbxPSGJkQOyhnZBcjWsQxc9p/
akn/6oj+f3f+/v/NCerhkPzgq4fn9dYJuv77/3zzpvcfTKBQLcC58rJsyQj555M3vP/wAm1eIfQq
CsoeJ+P/+eKN/wibPJc1GUPHubgezf/n/G3/R65Hb2ylcI+pr1v/6pN/SyLAoC/BZ0EvFLQ/BbC6
U1ZUrpJSc1E3hoSOnYc4Ja9JYIxhz6I2BUs+XNliVF/qyNL2PSm6Zwl257M/HtZfDIlvKwD//AYB
1JCZEWvsO1jA5CajVbTNGgtMSF216M2VMLT2Ap7UZ9XO01rnerv8j7tlJoV9v37Of3w7E/5ARxHV
hKulKgIX/83a0esQjXx8S79heH8WVXF2SqBMmBj1FYJ6ar7P+lCOUueeKgIUyaGupjNpS1hBOa2+
q1EUqQ0qsqGy1pSJZE86F652aMQwvzjOnB7beXTuQkK058BCkcM2enG9u2w2JuNsVCUgqGbsaU1G
lUGZug9VB1FIKOxwutaQwDHTymPWy9z6aUpMZ1vVoky2U25Y3TZCIvRKZDlV5WmMSiq+K7cjRi6I
M24m4Hi7yCFUGyNy64u27O1l12oAT7C3xCLe0rOr7XNBqPpn2Qvv3g7iPBZHR2CMBRZ6atidLDNH
H6dHPijvF8qioBqVlp1//GpO5k+CbNeKt5SrwVp3dAKE3o6BphlGM9FIyxRRZ5xpkT1ezOGEQI6P
5d5TVrs1NGcGoqVV6ZkXGcb1KAu2n20B8cXo6XpbhoEkBv37qBhMnwyd0yaACUhdpyKH/VVQjv9N
AvtjiLZm1mMp5OctHYaHmoq5DlNOV7umaalP5Kl29/EDMU/nAK4IAm0N8nB/c27XP//jilMxOdgd
iIo0K5XcG3TKUz/Wl+IsqvLmBddnjWzZRuQizLgmtVyq4Rkmv5tsjRSRh49MIT43SXErdiorON3n
rU1vLc3r+YcMFzPe1yZO1Q07BuQdel038t8/M6qHOtsFi3VYWCef9bCUCNmWkoGjF/dLm/f7BB15
MPT2sTa914+f1+l0xePyWILZkVEhBQJ1Mn40KCG0IYSGz8cKj6G92Hso7wSca6H1CQyTYurb3sx6
LZdUG1gCFiFJp72ZuAwzzSUrb1OqRCc9Iq+9ZKf4wOnmG9p81kgS2DahZ3TpBmdM9HNxWu8GUpcU
Pvx5A4toHunNbnKRVBwM8F/3iLzFjZuK2KHE0FgmJ2KVOYFuE2gd6AR9X5HwKge/dxJP+UiJk8kf
E6VuKqdu7Y2yJjhi6Cx6rIdhp89sdFSDOj4qzRvC7ULvmj90v4y4OZ4nRwIesnutPq9KODNIZnAc
ojeqIBNFSaxfdQyS+EzB3Bn3H7+mEyzV+p3TwROCzSzIPPaRJ+8J2UWDLKLlPcUVKZCGWSPfkOZE
nUNOyrkvq7x9JBjdw8fS9S7FOwOdIkZJ7xqLdfo65R0Eu2Sw2mccDOFjV5Tujduk7g2NIbvkSDVm
JuEwvfetBWHbb5pGZj8+vomTjfA/N8EIEOtmgBXrlNLe5y2yTYdIRUKW02LnzKUCDRJWQeR18FDL
GNWj45pyDyG+DxDoT5vcwTbduk3oL6pMKQpHyj0HiDPcW25t0XJl2QmKPkPG//GPXR/on2ve+sDp
mXounArWcX39cP6YR0LZMs+sE2uaWTje4F/6TifS7cdXWdkUb69C2hB43XWzzbp6ym6s0QxG4Spy
MuDBUZ4R06XRJNhKCxiXnJGxWNWonfgj6bY3H1/beD9VcnFEGTrzDJ+kczLRkA+gVJzXkd8X8fyM
/TUJHLJdrmwnju6h0OVExbI8sPzmBBbSm0ddArp0+OR3vF8j+AUSmLGFtAu0xfrnfzxp0aD5HGBq
InDClhDTpb4ECVNv7Lmks6mXhut/fON/uyAU1pXOAOmaXenbC05LqZRFpr1vzjFUnblyz3oX3VI1
ddAhe1HcfXy990PJBLW+wppc+vDvgmR6hk0MNpJTVN6ooDZU6Xds5/71gOUqbANBuwNKZcPx9q4Q
z3htjs/Vj1vPRqqptwHtYPHJ9vav9wIkwoUGDX/MWuf4P17WKEshZ497gWGHgkHLmgBZxn/PXv8r
TuRvV0Gs4PDdAT7C/v32KkXIFI2gNvIzDFaBDSdy6/REEv779yKkgJjMft3WT1OFnKigHLEml4t6
yLHh9lZ+NvbDdPvxZd5/4yggOI+YK90XaMzJI9PNKXEwHfL6kV/t0Chau5p/dZ+BjzvwWc/fvNSm
qZKV1ic3eBotw6rBkUpYrO3swsDHnByIasS4TRsyic1kq24xt1Z3faMNuzzGEFItHj2IrAek0A/l
brBfSFS/YxMU+mGYVJ98dOt8+Xamg0lNMpe7Hhupyqx//sfAcUBwJbE9YCqph/pHhFPzt/0Ws/b8
XzT1/zp6fg/1t9fisMJJlGdtsIE6hZm4SdROOkphigqL942v3SP4OR0UXt+ampHvloi/dwmmQ1Rm
GV5pmaeYJK0KbbERDfG3uh9FeF3wt9xO9oDAE7q8o2HsgjgaDO2ABXhe8Inh4eiwGtlqVhROjQyp
REfWbETNSVeUjO2K54h/1913eks2o1TjZ9kd758r9m16zTY9b7YFpzWbqa3jcQ5NJGrgQgjNw7OM
qHI4Wyy3CD4eyO/nTbYPCIhMCjZw2KyTeZPTQj7ZBl1oraj1n2M195daH2UB6sFfVVP2n+x53t8Z
6BwbQDVnB9Kf5MmI8ZyiwGvE5Way1DYpgFAK2H1q0FuFKvHJ7HlSLlz3JtwU53XWYBPP7O/F8o/x
WSgRQnxMQzKsWtQmuijPe9nV50udh7twKfXdmFsCYZlE7dl57UFHDhZkhpMdPn7K76cLl4Azjo6/
4yxQFLz9UCwl0UivQi28PfWDGY3dPplQFW+atsE7hy1gOeS57myNpHA+2aK/f+TrvL4SnFaa07sz
azbbCJQHHjnKGttPF871kCsaPwbn88kDP53i0UlAMeLYseZsOShG397mEJJD0mkp3Zd0eIFhqAWh
MKNPhtDvpfzPmYCDBtysNTWMG8PafDKG0gxKSlHptV8vhcLxBvR5P4cWJSJgE+SVu1bmWGcqn/Xk
oLnlyI7HKrUZd/xkOPSQpZf46P3djiZvpg9+3ZbNJXp6EEwxMdTiC5MBXR9y9zCi9KWWPChiGIhS
bpexuomGJkN0UBXosD8eJKcvivviiEvxFEUL5OZ3nyJySqMZVAMNaMmuoiVVu3mKtUtlOdUnz/D9
i0LRQjmfw7uBOXVVz/w5cae2XUfFomHG64r+bNI0L6gUGt+Pb+jdAYftr70i3m2W4vWMcPKm5pga
zpC3tIpL1TyBwU6BNAFBSDnuOeO1Sp1C+rqnoI10Jd7lUmlMBXEed49F1w8UkK0evRqoRhPVmqo0
hKVxgnkWiXvhBFpZYO2uh7DFo4EJBwhkGfUYCJY0/Gx/+W5jzb3Q2aBogCCVeJPTLGDIwf3SANr1
+zy9M7yi/dGNq6ZlTsS53dksvZNj3k51kdyFsWouXbO2Pinlv39rfGAssxKVlHA4OL59a0ORY8cP
rdofQ5XvkpAwNyNZPktz/ctV2Ab+jqolgJIW0NurRKpPUwgFvW80nFlqoikOKlT69uOx8buI9fYr
hv6JklnoOltoekNvLxP3VZIMZb7q9aewXcXY3UzbPWu/2or0eTF2CgrZ1N3WIpmuyjSb7mtYGOO+
RXSdbdiYSdq9dICQ+El9POuUrOu9IgDqV6OW9hguYe7usnzRo12bquJ72CrUTXFuQnXywODD5uFw
fk/PSvXBXIf1lR7pyMJV24RHjBz9Q5Uji96gfs870sOn6YgW0ZY++CGIt92o8qe0AxV+cCZ9wrtd
Nuq5qK3lJa+mpNoYg+3GG9zi5X0eZWVg4Oz8LJPu3QqHaNNFmIZ5lcaYZ5gnQyJbFAcfY2p9tmLj
A44p79eQCECxTSjvhsTKgtbsoG54iRc/hwUFlJIloiFSYBk+Jc6tr+ztK133EKAjWXJ5qadCudWG
tQBZmnzLvM3CjY8bWKF+Zqf6ycTyl4+RStraauQ74JgpTgqC9YyjLdJQvCLGdYbLxXYWVDukG/Fe
WkLw/DFWUem3wi7nbW0Obhq4QyHMG32IzLuPRzL9jJPbZh5FkM1pAB02WaYnP2bq4jCchVn65gg3
2w8dOhaMF3TpGzdKhl+dcLppzwKV10GiJ+YF7QuDipdNVYQlSE+w8kjcQ32tDZ+s/e/HB78NrCVn
R6YLAjdPzuGFgd0EDBWUyMme0DvNSbidUjn8cuqsyg9J4+Um7iEdAMYyo3UBtCL7YYsLQbuoRw+D
38cP658d3ttBIlgPeFYMW8dkeXj73Q/FYPRAAjBMm2lHBydcHIqHXr6AI8tHfIUAfOQXq4RbADpJ
jk9pXwK9yGBqPBXJrN/3uL0f7NJNvxbZTOiZV+b3+QDuLvC0YXww9G66o04V3mG1LLLAamfjiBLe
wj7H80k2k21pd3bYadFNhS0/BzuuuRi7QP3Kc2ecnKPJJup7lhjarwLMZuNjzB4A1sow/NbP2L9w
70Ac6/AlvbB7lrjAmbHgyuNLkejOgBf60ouFDaqCds/G9Yr0ecUBn4c0R+bNbEJN3wiqYD8Tsxm/
LsRHh1tbjxZzMzZOVW8sZpXHERLGggQrLr83DrMNdWkDOSgQQ6rdptsKBYpldl4ayMdMYFImQ5BS
ToQu5cw6nYDKy5E7komJqdYp+vFyUnoO2KKYne9OPOJCcdwY/QkdDOapyCWeyYvyrMGIjqUIGmkf
1ntTxWjp08bTy82EbdzzCzxtIsC65N13JWZgNN9pfTtYVXsfkt2BmIz+HKIxIj0AsIVDdpVNSf/N
YhGpAyU7KAA4Pb7LeE4vK7I8wIHpg4wDt1jKF31yS6BMczEfoL4nERNV5XZBmzZIwa3Sm3ysINrP
ptcalKpJuXyjo80QtlSkmYcOQT8CGnjq4cbscpnsekIktA3bBfFc4cP9Mo+h98URAyHKcmbmp0I8
DD96g/GzqYDMQhDo2/xHgdtj3qTpshzLrOiWvRr0/oqCUvkYk2j+0NRVNvgRjhLgGhhFux2KCZPz
PiTAeFNalJUviGtK/V5YYXEkjNGbgmky3YECdoipaB6K4sormk5ul9Ji96Dn1dBeDWgYZgLhcigF
2hymEEQFOG7sQk3TryYeblV3F8/YmhX5gxhogUoERTeIn0TZaFTDK3MsKMVm7YSDanBdH6KNZ1wL
axa06KwSIoqSJZSjadYyvMlNi2VupjuAFivFstxDcjA2Qu9te5PlmaVIyIDevoZxrw+vXLZVb/R6
kDr6Ao9sTmAuwbjpLrTKsxvEnZmY4AqG/V2daIqOTZHGj1Vb98IfMcB+L8K8lb4rpgbXjSvC4xha
lnkZLml8r8w+br8NeNA137HqMd16mT10eC4zFKBWLMthS+5OOqKd5PxNBINBtUNNrtdeUOuu75ME
nizIPdPim1zM+ksuoGise7T556SkuMjqzsz3xLmou6woWwgWNVt9fk5RPvXKiCPCWkR3GUmJC8FQ
OICNxBFPeRQPj1MtLSSD7MF0Ohlpz4eNcwNl2+Jld4M+uyAAMY1jJu9leYkZ0Yv3ecZelIQD5l68
YVg7/L7TEWEa0zA9EREC+EXUar5JJgAlGI/bwT6v69zUz03iHPoLPYoceq7pgHh7khZSSJWVt4kp
w+ow1trkolssPevCKz2B9UoHk7UJwR8ZQdP13r7XMqK1iymvx13nTvngx42lwA3UcXWETEOHZBpT
b+b0PcBUStJQ3xOIaKDpTutx9qWc49cpapZoW0qAO5rbiHO39LRL06Jg6M9aWD9ztkKUFqIrgIij
ai+g48M2OZOF+QI8wBa+VWsahMmWncmKdoqPI0SJ7YwpxPKZJlJvaxETM9HpLNNwN2Dlrw963Ico
K6UqavghRXLf96Ydk79X0OIRUBnxoHXamG3ga6w2H29a6CkXCZpkCI7Qruw+K5sdbFtMZqHZWPSW
66F7TTw9gqhgjlYLNdTtdSBIGWLTxnLKW7E088+8FAg8Rd9bj3Y/I5EZICwTTtElXurj6PUKsHxZ
F+RVuygMxjOGc06NJfakJVFZQLyjvdyU4E6fB4H169LxWPTOeql3ynf6kR5P4nF0hTKaDmGQDnqF
oJxldxMPyfJrIQHr6wRSYdyYMAuw4rh0qIx5CSJN7lU6NF8XHQMSjIkjlSisLaG6EG1HLaHQrwqC
CjQRPWu1eC4cbV9GdIzScAoKPnfUodO2xlsJ8O+uTMTN1Jd3UjFm6E+iFL3Gf/2U2xmmXqI9suyn
nqQ7Ul4PjtJ9SZuZwJyr0NVpW3qo1cGOFoxl6VSQByZvD4TkK260h47F3a67i5lskK8VOWPjrC4c
N39OhbFxWix9xlM13GWQgqT1YvQo8g1xsPkbujnZ5X0MI9XasbIKeIQSQCi8BZ6qS6SV1TqIy7kN
3Muh9T2KWbnw5UVgjnQsvDlpPDGJg7dhKdh7U6KYzug1XFBJ5d8l80rANYeY2unFTRSKKSD3ZJ+I
7m4glFpfORxDUR3DMWfaBVZG8+6LjYkP5gZcm6n42rftA/uNu06D6SP7ePyul6I902exB5H93Y2d
bdN5x8jEnSDbW8ss7uFXnzkJRJesN29lHX1JXXFwsnsZwd8r2mAwXI/Q7yS6YJT10NR+ZU2EPAvL
QoF0rYj6e6OOjnZs1pt0Gpe9tcSHbrIk3cnxa0Fc44idfFPb4tDq1n3YpT8M+OVNTzpArup9OZq7
kCYPcLByR0bj46SZN0ZM7S2mO6NX+lcz6QOgvKVfS4f6NSZabtPF2Wvue2RbFur9mBCfAIhJuili
6DUaVBdruXEL51EZ44PWPFoQaiItfUn7/LULaXBN4NLMdLqM0mzrkfSDw/w6zCfsnZpxSCPD+i4T
XjwMI9/SxunciFH3h5jF0crHSxqMpv5aMYC2GOpeE+v7SI9+dObrMXIecr6nDYlMweLqZ9HgNLcj
SkFFQctdAarmuNVl9Wob2PQndUVJYO80jUN2SUqxoG+fTK2r1kjPmzxpzyqHUZFGgEuX4ZkP/7qS
c36oZvz3g2CKa6rpdmjHZhNa2LSHDO1+oq14IKNo2SRNovVVVR6xruqXrR6KHQuzfIgZOvZBH50j
MoozOXdneoijQNbtZaZoMgt52Th2tekrMIe5pV1BHIJv7Fq0UZPpLGQfs4+77JVjL7aiov2ZmsXd
KI0n0RIy1nU/lMIjiDa7FvphxEaNWb+39RCIbRVeAgOYvrmlpX03UYe8FmYezT4haPOw0dmDAF3u
UtQBOZlfXzxZkwrkcFRkD8kGy8PiOje3kxc33oFkb7PydX2eBXBh08C7TSIkgNkux3mbmf3yCLbD
CAHkQlkLFFbdDv+Qyq6ERM+4nRuKZ7m1ri2dSZySX+Kx+umNoQsoM61GBeuz0vd9Gtk0LGrNCOzO
SK5Dj9wRv+CrgACA3kb4g1wlSB6zwfNET/tZB3lpA8LrFnLJClAP6JHTlu1mbYwgIQlD1PzRtBrF
yaJozmcdjslWX9reAIgH8m2ryQw+Cndt/CjgZXxpzHi6td1Rpbssiin8gyduR5+AjBDTTbdgO2la
KV9j8gW/97YKGbtW1XwRio8raPJMJn4rIQHmfa85/lhbs9wo6kL4aSb8OaG1lJhkgCsNfhb3LSpu
yIzgHMOsavwuzymB2G3TFP7E4nIrsSEtrIOxjxmz2y5ZMhob6GHEZQ3o3ZH+jIMDd9ie2IY4k9G+
1J2NE6EspHvrOU1ZbFA6oHlvWU7wqM1VBq1bgS/axWM9QmQDA/VrDm0Lmq7ZQtsDl6hsZDwA6AJr
BATOMkJgHk8xK2bm3DxVF41YkIPNhrJurRy1x1XDBJuhyR46iIiITC+8tE2MwNLHrgARNDi/0rLh
9VXNED3YCp3qxhF5/Gx4mlHD2e3bb1pPFFw1dyhk0T3NtB9D4AF8jZ0Ogsvs0qOQBUs7tB4NsGQk
ltivUmAL/rgSzf1aNHCySeDrbhaamPC1J2O5z1MEUQG6i/CbaLry2dEAIZN9WBo/iLyDdgULvr6G
qdofs9kyMGuopWBbZuWIg5JmbezF5eClOzabKjqvmsKbAzlEHk72rkGXQAFXv6QW0sszSh4AWyPX
S26z0SBcrsmrB5HV6gq4FTc/ayBooNLn2lpNHke5AfAObE+a2iqSW2hNOVXJ7nzIQvM7k7fp+aGx
sLLLAd7xBsAZbAeb2L5y04R1dEjxNz/CMLfwN6SJUL4sXKR0k2kNzzr85BsA4hYfNhnGG9dMi29j
llcpfNu1u4vWhoyyPORr3ORRKR9TD6EOQTkSs1Ze1uNhjZtdd0h6cZH0LhZei0IWnsU0TL5oUYch
hYoYfdvEHdLr0IXOTITa7FrwAFt11VqFjDD6l+Mz5wwswtJa+n5Xq6w6GqKJG1CxWvwMGcd6dEnr
hZPXSBPbAa12SvFFJdlDdPgGBU+7vzEAR/5YvJxmnxo080cFt/SIDGkgy01p1NM0Nt4vMLSHL2DQ
F04GojDkHuRuChQpJIDPZ9tZD+R6mb9zCjmKwb8fDLFpbT23dlpFlCsRfsrotvWygi2iGvnijWXX
bR2IcRleKM7ofSALy/sKiL+84a9VT7lRcZTPkCN9jYmf56DNQRJjTtf0v4ymDG+bKu2eeozfEDq7
dW5KKRpwCKrt2N1QKfLUMR37+KxtgfHDGpijGrSuzY7WDTPaGp6XUPYg0BBwzpjYkEZTc+nTLbHp
yYMRxflDCOOfWUNM/NlcZy19LJiJrQbPka8/Z0Op1RFej5JSAYbEYoG2a8EsvExaLc62apam46ue
I7uPPpzvRbENOAA0JpBA6quEnSa9/gppIMHi5ejtQ1XbVU/NDQaE7wKbOl+yEHDfpI29DARhmNRx
ARAaQWYW7r4QzkXaFdRPWkUK2IiO90LnlEp/w5HHXB+SgQ/XGF6SSZUlwXsOsniGYHfR6Rp2kHzQ
hoghn/KBw/DXmMzbdHoh8oi5HzxnyM42m4Zv7Gg1gqwJl4Q/uTgTq0rs4B6dy+gu0t3uvurqmAUs
KgDmUbFgTOCkZ+H2JuodAQQp0e9ieCaWPxqTd2DMZTD9i6l2Nu2YzR0GAkjfe4cUg3OjR2IUTJ3A
D5O6seyCEW7ITSxmwBAmmbN0ofps9vD2OZxFOg9+wGaxtf4C2cPKOC44jAR1rHBU2akWbQ2jEU9N
Saz0BmkwCW/MZ+ZO1a3+NLjt8tOcVf0cRqHdHZapEcd+dGNMeLBevsxx4pn7fG77rxo7CajcXcIQ
A2Rc50FqCyjiHKLXChe87J9EDRgMhrhJZgjqVJ82Frqf55yJC7RAXs0J5JXGSwiZGjpi4vuh31u5
aklf6JaB/G53WHBuDUVNcKLmwhSqwjL9QjnA1s9nlq6WTzlaun0jsiXIOju67ql5V1uph2xuYoIe
tC35zbnDuGL9Cqohim6ctmYwuB010U3mJVZCwMgyEDCiLfBu49bIH4t+cF4NnUWG9WmAyTFYNSu4
Rhl7Imlu2duLW31PM6+wtmJShT/n2tKcDcWcvVB/dI/WlPVXVecypjL2xC6Fxnb8IcesOarIo8iE
nPC3HsDWin8prWGJoWUEEgWx0NqDPmm0meliVGGawKfvyhTj4TgdORx/Yrh417HhIhjkpY0yxITO
sf75H21uQ3l0kUtOpxw9E8CQPCgyieNPetjvZMkE3ljANxwaDXgCsAe9vYypWWDqyg6IfBrVx9lw
BStBZz+UE5UoM8YGDZrIurZKytrU2sutRhgEqDPqBOyOzxtkYiAmOo56Npuqj+vK73qnv38b4Z7o
s/H8n1aVp7KSZcF22IdMZ2zMso13TgV6XqbTJ42rkxjHVa2JrA41ojQBf4C4PCn3o5BIzRaHEdPH
SFjc3LXil1fZ7FyKKkU8oqoAJkm6qWBR7FxheX4/ZNET0YckB6KYxngpev2yi6wZhl5WnksA/r6T
UnSowEref/xgfsuB3tTb+bkca1GSW8jKacK+fWsTvfDcIEsXLlCM9zyFf4jrq9tNbWcehiSGnkJ+
HOzXVj93+fFbNhPDOayrB6+AJp+xfbmlRBVxsLH0o+wik3Cqwo4R7EPqziej8T/+xX8ZzajKGT0u
Gkb6BOur/mM0syssNWNGhwOWtPnZlbkHuRsS5b++iomdzaKr6wF+8k4Gs261RZ0mYAL7PkwuKexC
eFSd2n18lfcdcNr4lNtW4wpdMUxrb2+GgwfARrLqfZmZGMWl6e3QE7evTmGadEBi71hOeLGXFgR3
WFfusZnW2nthFpit0cpqOxeoP4ZJo9oTHyQkiSTackHRLz7Pc9Htu0k6X213HrfkdbjBxz///VfF
r3cw3iDVwf1zOtSTyuxkqTfADRL2DrwvjXIl6sDOwbv68aVOdUjrV8XhjzBgHdETCKm3DwqKvDH2
Iy6PGj7briJvgrCeiu/ZdF+qAUP0x5f7S2MMCyMaK5xFqEXJJ3x7vUHXOMwbU+WTlqSuUhbnbWXb
oOELpz0gzQFxMSz67ShMQK2JqAJLqHZPj7r4l0pZbhx5BI4SQVw3ev2T71M35mKCy0t4uTH0P7W0
CzG3jOXOpcZG2b10P5F+vH+neCeRl+gUe2ienqqTJxKa4nbm/OSRuHXt2l35WLhKXIIBTT9Zl/52
KVaLdWpeX+2pykRqMXWFkcI0ZezKJosGu3AWUgcHlOh9llv6ftrgQMtjhBQFOJGbe/tCOSVNFikN
NTYYzFKSeNwgLlgGPhk3a3vyZDrF2cYIZQnwkM2dzBsV0EyZWrA2tYkwJr/0nPBBIjMLt6aCiLwd
MgvWOovI1N0YC7ysjeEgDAFuryEzFNmksQesVXNlLtTKybEo3Gtzlu4dIONOY+9fLAPE1iz6tijd
HT+Z9f7yRrB9mcgFePdIKU8eklYnCcWLuEb6QPSuOU3aVVIaKwdycL99/KTef9D89ThkiajiG5Pm
yaYEXHRrzHKBVTtm6ixus+WgGUV9aCz6kZlVp5/MVX+73u/dFtM665x78mJSghLqgTMgVPPZ2Y9r
PA8tgXZLaqm8ThZMQ5/MWO9HgsOyQXedTRfCIPtkBlG9MQqjY53K0WZzCjDDr6kpm6NoDbEHaUVZ
DVTq19mQxEkUZZZ/1tt/L4RzEeqg63PW/QgO35PNpc0JvEcMW/huXxavcWoAwqtKj9Jwozl2EM0k
ViGDnVqCdspMf229yO4ui1riBrb4DGPfiaJp3hJ9KR9cAwYynZW2o+hZCFoiUq9C0rSK2aCqntq0
CMI2j19EQnwOEsLSrreEGnZQlick3xtnbrIni80EoJUkm6djloSUqenW25RYk7qdwEj3EJMEUHcR
DFmtJWjBp/4Y94L0d9KjxVdjWBBwoYIjTc8Cw6fDjfTWAyqKJWfTmzo1QsQO0bdh8MxfyxhSUIfb
/NAlTULYBQEWv7py6Z4LLjKcIQuZpqAEPY/RuS3cnzg3jRTUpZyawOYQ7D2otq9QRQKCE76nV44Z
TCVcfFrjY/LUm2XzRPWjv4k4FOoBq3z/LR5AkvtzldZIhSn5mTuIr0l/uVgzuz5Qr/iW2HAZcRCW
Tg9zJLfzxzbJkKFWrSNSalscuc9Gqssadr0Y9EayqP7Q1dJ7tUVb3UYzEjC4p+XyNKXo/TcEJ5Zg
R0GRxxtTdE2IL1IlFMxXxPIsaX1vZiyYD2Qhjffm/+HsPHbc1rI1/EQEmMNUJKVSZVfyKU8I22Vv
5pyfvj/6TixKKMK3G+0zOA1vcccV/qAv0ht6EdNzrHpTqTwLKANKMyBlEL0Z8aXcpVKTshx5pNzr
OHMEiEjOo/CAjKex23dh/owbCniskCLlLV8X/47KnjpgO2W95DedHv2Wuqw6AqyvqZWKMXyJhTYr
u2SwxQ06jA2+PjXt1DrQabi0DprLCARb6Q+09Gc3ao3+5fPr5vz6xzOUB1SRwfzCO16dxmpUIyeL
Qgg9xtj4tPbRFB3gjn0+yp/r/fT6J1YkjAMkxUCmvdxCfwWnwukz0Bz0dLOpqr0Gd7/vE/ODASON
xSPpeOS3c1r6oxQgRlgh/doD/AVhiXQwZULrJrab8a4l1HJLGqk43jVCvoUCBzSidkoPAd/2mkS9
9CqpqLysp1zy+SdcuCfJ4riyCHxsrLJXE1Xig6VzyjI3i3LjXhti4eVqVV8LDb0ZfIy2xjvjK0DK
gW/FiOxUhv1jgvvXlA2ikENbJ5RD1eVpvjL+S/fZIbiaf6fXA0aF2cYSXUh4GI8NADvH5t6xVw9B
EaOvpHZ56Xrfjk+/no7Hw853r4ad92XYbQQ455vudKjVc0r3LJOxBivdsfk6FvRFnC0mgHJhuU6+
ZvkJf83eJLhF5eVrbvYvez7lcDj8fr75svEhF/b18iVgWyHz27xqK1RWMcgCwC3D4DPwOt4ifP2I
5OlNusfv0y3cxkOE2yuONPqFh77o3nn/fFeeByaMDb+cXIyfcMaZozRTQ+5GS0anELkbg94+cpbK
fd3O9sa3ni/a/w2hsUHIztbE9zLoNKmu2gj+jCq+It4vE/Q7/0p0IBiV+R/pvLnQDddUQ7XK6NFO
NcrMY5S+VPimPE16TD9z0RD+fO7O0ZCMhRQi+x0CBxWFVZI5m8OoT0YVuQBTO+wH4QbVPe2MCggK
nheaLL6lmYQzIkyQfZyrYedFamneff4zLi0h1HgUV03ib/1P3eSvnUr7jp4BC0nBXWl9mo3DUY/z
NweF0Y0U5tIK0g5gl1BUw6J8tVkhjcWFGfGSxlI0HIEpI8o4ztrGRXnGbGX5FPYkdQjkcGCQrC4S
gD622ltN4vIW9t3BmgUyRVPotGB50DT28bZQXvAWFQrZfSa/R6VsP2dZGT6HQldv6ffMlBcMqwGp
hH03Ekf01dCKCvBnEGi1/3tJA80I+HsW1x5F6LVsQBPTPgOHtJQBG+rKC7/TKspqY/KXfHT1AkKS
RWkHOg2rvaaydLLTKBNtJdr0fXYbmLn1JdT6xYfRjF9r9ufiSzE2G5vrwpJDT2Q5yF7IXNYURbuy
JPx8KHEaYWccncoqvckKso1vu3SSlmKNA5OUiiqaw6e3baSkNOg0gVJ3rsdIV+HOMLpCr2Jysmyx
a5rUMlT9AN8KWGXFDMbYRnj3xiknudk41hfOkwqJGKyS4xDdrhMaKUoaVI7AMpMsx56tUkQGojod
bLUOvX8+uhQHoRISV1LU/FMs+evoaoBMRyXEHEptLGuf1yAOQUbd0O37d+Q2rBNkKnCPtGBnGn/e
u7+HAgRlEO9zV2kzyfrcA8yCJl0+SNR8vsS9Lo7qHNZfkno2j+DM6TNKuXP/+ff+ST5Xm3gp/JEE
c1dRD1mFcaU5grhBrxpZscRsUAcuUUAsJh34eNCUnmSHv2ss/nwhEvmAPHT0haOlf4z2mCyoE4U/
Kpxeigzqb4GDbj3D/VSAnqCL2mu8YGBCxh5qEq3lOE0jv5cXfF9WxW/jpOQbO+XCkdRsGBQ2fTPe
Nmv1NYFSwQnG1YOgX5ve6HPYz/Qs+51G+dtX5MF5RQAh3JjDC9sTVrJig8bmgTtjwKZFC+R44NFB
eAPcRqfEt01XAaSzQ3kj0yWpPr90aKLQerDRHuFVXX7MX7uG1jPW1WEsIbsHvmZnKMjPY9FIPtNj
Upe62DjRUW90GXAboO/kJUpmx5eFVn3JMQ0EIKB5k9NJeFnmEcF7lMmBl+Mf/zKbCyrRaFNQnd2C
6vWreEgbJAypbeAyU2jGtUDG4buaFMr30py1HwUsncyX2km970G5S2SMBmKRRkDHETJZk6HroRQI
LIbjmL1OUZYR1pSFZu7gE0uPbYj7l6t0TnoPn9X8T0py66ZISvRDsU/H87aawev3dqXcAw/HqEzv
VVxRrLYqf3VmV6Don6kFAOvJamrgvRIOLGUXmy9dayhfezGW/2nAxauFF1tOT5JlI3arcp11npVV
0nU7lLQk6RjE144TTmTrNHyfUlmY+g7GvhaA4BkWf+duloyHIkFExBd6q6LTZwiAJjB3runOAcOs
xFTdhdSUKg8kThl402Q3nCZ7GByI/zK/eim82FBhNAlZ2yAD2+dkIKdcnl2ge6aT07IxVIGoogzq
GyVPwJcPtjAMsWumBp9Cpxmm+86cEm0/ST3g9BQ5cmx3UhG/1UEmJo+mdP3dLDDyxWZdJLFvYT0f
7dAj52918nFWPWjp9S2AKVvy0rmWwx0+em3pdlKrRnu8xchs2V0lRF+9ROzRHtu5Pcy1AFgIuH0u
PIVuwTWuocGE8Ljdv6K/AthKok+GZdwYl0eM2qzsNht7JKoy+sK4lOnNBzWCeXarRo5SL2nN8K7v
IhPtWphjd2nlTOqhAZoFBG7EudkFkmr/Cqm0sLZ82q1Vymrp62nnsFfHpDEALiIV51O8kFGXHKQC
KINejro/yYn9QaVoTK5rdapV18AU3jM6DEo9sOSj4dvSML+Xo+hGt5X7IfIi2kKAB3JCRrRkIyC0
6gheE5CBTRVjMBzxILeTxibWAxw92BETYBuVLqZfyGb6kxuFCltVJLm0m4dlqgtT6duDFIk285VE
Hcv9DJ0SEU0MNaqrAEqZDRK7WUzSKwfz6cwcdJTe8qI3r2ZYWZRrGgU7jd4OAa+zETEIwctBu5l7
PJM8DG2nb3WtBP21oZYtPlCJuRj+/OkN5UFalrtZc0KIzFWuU2TC+dpwq1Ak82Hqx9qEEKoU5b3d
5WAmHXDV8VWSBQPwllLC9ivBvSE/ziXWYr7g+E5+XNvDM2LzQr/ildIRGK6j4bYAU/+158H6HkKr
wSWNRxIgVuZUGHGDrVJ8SZid9uB0CVpa0agKyBOR+IhaOX9Z3AUHz2oUo7jVm4GLspY7NktsUubx
7V7vAHHXQfBDn6b2rbES1QbpNVi/KuIO2G59kwx+Djb1FsvKQn7vbVqvO3T19BBGQeC8A2QMQPT0
8aMBwOZV0kb1KcwGMm4ZNb0FTZrnrmSnM0ALo1Wu4y6rNT+RTfExQaZ/BRdRvH3+1l6I3AjVoUfB
16Vubq6SEwOmrZHNZHag9G03JXy6zyQ5+fh8FO18GP5uGEWUA8mGoJ+dvhCmLWCUtwyD3I8/ey2C
qemddkQKxNO8fF/dOffKQXpKrpCj3iMMtHcOxT71Fb/YGz4Ek11+N13hqujJG+/khbb56S9bfvlf
b1ddWl0tFH5Zglx56v1CEs3/BZZl95zsIw9Cz0Y0cKG1dTrg6rEsaDgM0TJgtvvxtDu+u/6XL5/P
9vnbfzrCKuCIJgFmcGQEyUJWt7oVCFtV8f7zQS6tKK0czVyE/3gPVp+htFpLr4jXuqQF6VtVz4Wi
OVsMuQufQq5EnE2FyqHbufqUGEPeNEQTyE2wQDsarSHvzXjMHpuyKLzPP+i8YYCSoLx0tLGgdQib
TjdCYuTg6tFzAThbAC0SNXXtEjviHwO249dZP0ImQRyheamkWqCni1nH1tZQGeI07oUDCEeT9MZA
q+vPKfprL4IzpE/WDKnb93UsP8FGxBa56RS85UjtAyg/kggfB4Am77iGmNdSDwX/4Oii8ku4WqSW
Yo62DsiFhaY7+EdOldmBR3k6L0Vod/WIpBx4qkZ/xb07B2bFHN6YRY5cOza9+s+hS0sNRFhPmGYK
PDp3ajQA5OpkLftuhPL0n25G2oQTdJh//3zZLrRZ0L5cCopkoEvVYXWDwU+eLKUHVK8kRpzf0vMA
m9k0CuyxfAInDYI2MkBv2wHC4dXUtB/GiCWsn5eS0QLWbrA8zezose+becF+q/gBjMQf8MSVeT6k
aqJlUGYNSGtWVaGALjlhcjTtxWkxLCsoJVVXlc3GbrxQ3kCZyaATaFAnNaFgn047doSigysJbTVJ
aOcnbaLd5UHTf9RTPTwSVpeB22cqWtr6YgGeN9yuKAuW+rMUjmYLwksbfW1wbOloKEn3FJpUlHd2
hR6gm0OQ0P3P1+FCcm7xK2kooupjs4lXFwKVs6obHTp86YKaQc5vfra1rHMrK0+emx4zJ+RIlZ9z
MkffsC+L9zCM1GzjVrr0KxbhHYcsFnlbhFNPp60rkd8R6MdQIhgcCac4gFnu0M/RW6oRe7mJk07f
xrZYtL7LeRz8jBrM92bOkx8b87Hsu9VhBoMEh5aEk4dvraXSp+j5JTT8XKNu0eMs22Knoo96I1Sc
1mKtRAHermQ/yaPpsY3D8RXIDcwcJZEerDwIvIEKiE/7droik0KCXgnMA01tHZtrVd7Ybcs1uv6t
6BGCzeKiRUNhdcZlxMComXGGQASIfYelGpI7krZHAkC4ARb2G5Nz4U5xkFyhUOTQGGTZT1ep74bY
yoIxdU3aQvcAdsurqp3Gq40lWLBeq89yrKXkhgoJ4Mx1k3uuRObEIkrdKEpp+ARjgzSBIgycqapR
mvGn4jjkO8ts4ZGlcp9PO4MW/LuYZXPjGj2fYUyy2A5gDJGIoNty+sWzhSG4Y1OXazsHZWWlsPEQ
aKc3Yza0a0Ca0evn334B2kQGDKhMofYACcxY4eAcHEYlwN244NV2gzmziucszquS/Du2B9xtstox
f5pamaskjm39aEBZ+I3QfQ2jy+zoEltaod8h+DDUNIY15D9mkKLcrMVCvgK4U30XaS3QyJ6sH/Vg
yqPfwfLdrJ6fRwB8BzIoi8AaujXrA10FdaEhmY7PcO9Iv9IGHQWeaeVLFVMjqMJUvyPorGA56D0W
JUZ8DGxr8LQUfutOmqTsERe/6QqRJkpDc2BtFD4v3Dc8PVTMWFY2Mmpbp+s6xbWjipDGZpMUwFO1
IJQw7SjE2PLiWNrvaJKap6YbxFtNORIAfC2pd85UF+NG8HBhnlSKrwsqT+WmWK93o8pNPE4qJe3R
Ma5a2FaQsFr9hsr7FprzwtsEMg/ULDrIgLPO0FmqFmF2WCPP2MyxuZdHu73OZzN9NqwkelYQlel2
HH+8xZWsw15SaR5SzRA3jWKWV1Ze90fwuPl94rSYT+KoepQkbEsV8q5ko0lwfgdTAKMmTftFJkhY
94PbEHRCi/ylO2mD/K6NTQuPUG5vihghLauRQki1fXkEsapvqQSfV/0YekF92MQGdH9WYUknB1o9
awUAG6vuJy5ylHH2CXhPOHAjZp1eZUfjQyuL6CaI55b+u1U5P/q4H14duceOrQdNbcNmy5tbjGtz
3EaazMKfqce1mCCrVrSNR+D8UgbeZlF2pRFkoM61uqKspp9xZeW21BI7vaWKITxTqaf/x5LYWCVj
T7iIKqw7b9gLUyXr4SXZouifcVaFe8vD9DEStTy22KGTDGOkvMsJxzcEei5Igdi8xCZ9LvYCl8Q6
CwXwnkqDnbgBXaIrAyGgm8aMe7eFh/UbaGHsj04RjHvoyNND6gCG28WBVr1CYTAPUdYEX6pkrrfq
w5d+Fn13TWe7OJzgdeYhVKemO4c1Uam0se5l0H+ei5n6ipU4GtBtNf6h13h3qjhAe4yvvHSJnIw+
8kzWMaiyEjaeaLaw8RcuFOr/yEGi6wcweR33SyPYyiSEpzPH3fycUX/xqRMax8Smz/b5Y3VhKJJI
uhso5SCuvm5amZOiIc0SNG7hIEJRI9ng4Ric3BWDuYV3sJYL+TQmWCB2JmJRy4UAxPj0wg6Drgmq
UG/dsUx1TFk5or5DKxFvL0WU97DBccxJwhLillS0YD5qM4BA2jja1ySuqc8UWCa8VAAIFbzJu/BR
swsBvMriX3q6JS3sv3jGwsGKp6+zqiF47RDrGPByMtm6t/tWM/ct0JRv4FmVr6isNF9T6JlviqT8
xBVafoNyJ3+rzeaaDl+6n/sq6f3ZwTQTVvWMWEiQVMNOGppaHIrYauR9gIv6l8ZpZByFChksUVvx
6btWi6AewT9CZkVKQWu7UtnTmeulLMRSpnSCX8oAQfKQpM6oYPdEkW+HyD5aN0WeYeYjBiQ3qKul
mJdNVmL8coC/vkVBreKug83Hj8Fk9nbxMGLRk0f9/NWYcLqEewtFa1fIkUS40JoVUL9BG3+nKtfJ
QQfSMkEsNdMXTZgY1H6+lc6vXbpk6A4tMqbL/bIqGMB2h56lUwxlOoMjubPu6bUz7MvEUK/QLRFQ
Gsdm4067AAPhHZRp8CyqbUtr8nRTJcPYzU1NGOJglLw3gH/dGrDkH+dYNqnLjpbpNRA5AeFJ/dVA
b8ujl9kdUi1Tv9SyM+8BjelHAUeLdE6unNsc+dSNCPQPVHm18xenBhrDCwaA0HD1I8tBVqNwwdoZ
caF41Pr63MOMm77FUJbkxpVu4MU6ytrTBBXmZbKLSAWg6UhIk8ijgUHWaIwo+nEKnF3hVFCNdWde
osFGHvJdh0sBgRhUvTtN6WMLxHwtSZ5iIGWBnrRNTAkzPxp9veoi5wpymniy4iT/gAM6Ra4dOdpH
NJOr7eYkiR/qyQx+Nm3edXvhmNMDCi7VNS8hNkdqoEm/2hY+y9arvZz+1RwtJcpF6W8JG9bhnGYE
mdTRanAt5Ap8S3YSj3Jt7OcAO75FwurvQQvbQDJpzGiE7g8FMeZt2pvjYc7U0E2UgvbJP29pumvA
zxeNKJDBqxATQKOwA7NqXH3GqrlCdO+DMpDi1ZkIdjHNNrpa4RZe9+xKtoBuAK6g8gNqW1/f/kET
wUVBh8StUyk7BlbcXMPTI5opra3I9TycZCxbRbMP12Igb+tWOi8sbRUDAzc7R0fKD0ap+qBxobxE
QRh/k/SOeNIQCMPTYx2eQc3iM0G52rgL1Vn5qFXlt1l3KBBO2vxiVNb0C/HI9ktc2/PXz1fiDxju
ZHuAqwAIhWEP2tnEdus8WbFaqymx9tUkbAQOs2grXBIHvDb2ulJN0Z0SQyjxSqXEPpD4LxgQPBgH
2px2F1IqRcpxdgsq/NOui6OueMj6UttISf5IHa5/JN17+veOSTFmTWrJORisngbpGRPs7yPlqt+T
kYHPdTI1+GoZM6K81mhOP7Hyjt/6WUbwCCo3wU4Oel53hQJtz02ttAISqwyZOMp9CQNi6BBOPKJD
SSTv/EkhW9ggB74P7RKhl6CGUZhJeg8dJLv0VX0xJrQl0IsHRytmfeOmPy+kW7jiUKtdJObg+K5J
ZbrV5taQAKNp+kw/9rFC30Wr9L0dWj31ltT2EATs/Y5CkRt21C4daLTw72g2b2yLs5hi+SWLmibW
I8SWaxJXyyOqpfBeGSZ7t2mG7lSjOYSqdC0ioRzUftyDVTlaE3qY1ZzRVku3bq4/t/dq1fkNJugi
Q9f55yrfD7g+i8ZafoPaDPeDADGIMLJqvptCt4NdIzLFBT5CEGHJNJwEEjGDrOCQAurhcYGXeE2Y
z8chD6yrRoTynaPThww6ObytB6PbR3lQIaozjoe0wi51Cijt0VCTofEnqW8Wer3ndAs/q2pI9U1b
7e0cPYRCbpErL2z1xq7r9u3ziT+/pFQgkUgXkfQC8ZdXGUscI1DZOAaBTeMEL7M89n5bdNYebdnq
6d+HYmIXXiGgRBAyp48nSjZJ3Uaw6Tp9oOGcmuO+bOGBA2EvNspWf9BSp0tJAgb8kSOMEQKreTpW
a0mTqKqYtzSf0cWthomYDQpLSh3CU5IQNViMzam3I7e068lzPAjcI+Y8lHUGZREMk8ZpJ1uVHPNw
m9/kMu2Oc5FCIR+K6quqgfWPbJbTFor+mIWZ9EDxW3kUjoX3ShyVV3rVi/2YZF2KFEMuHzVzwsgU
N5HbairKLfzIWZmOxgvKqRpTCxqZxsfp9ypTOVko+WduYk3mLznM09xDfUl6TALwJHve6l46pGPT
wTimiBZdkSAjWynoDyMhNQrxQWBS6S5zqlyNbSdC3EANo/TGQZevSsWGZVANVpghQJIab2pbaj8/
3x1nUSdfgB8QbxjHj4rI6okmJKzncE4Q9on76F7pgvGh7Kzh6MxqAtbSoUgyR1vXzsVBqZ1yABZ+
yVqQGB+ONtIxVgJXOrSPpHE5coKIiKH9Z/43J+P8orf2pnvcshirzUmpSwbyBscKGdFVXSMq0D2k
zgfpUEuKK+wPlKuyJqbfgVhxroNEL9yZP0gwJHQIp0XPZpBDBC46pYa8EOMv/PncL6dh/YPYHRSU
AP0TJK0uAU1HgHJI0fc0IsaqaPUfFtDoxqG8EKSoCL4vn81Lc67TbYiozB0dFY4RYf9nJEUxF5aD
2Da9mH7X9RQOQBaysZn6fVjMITq0fTiA3umq8ZWAosl99G660Je6EoDMLOwp2FFOBEBINgqiIgxL
Ci6fT805uJ8yDiG/6UCGMPn9q31JrSFJ6FyCEZ9q+7aJMvE6qVXqQuYMj63TGF6QZPp9gbDa46QD
mkRHZrw1677ZIzU1vX/+cy5c15R9KPtTpPxjf3R6zrs5GgaE3DJXibr43YwzhMGFGXyThUNI9flY
54VZPp3XkJWif0YXYIn0/+qlTkgJcDa4VIQTjH4Ymddw6/ZUqwc0K/BllabonW2JtJONgkSWHjbG
v3BOVBOovM61tvjwraZeSxPgoYjPuNUUZ8+xUYW+jgoN0G9exXKOh68Tze0HHGA6X2lK/TBHeY1I
Vqa+NIMxbQSFFw4JuQMIDP7gmKwrLFLdV0quhXgkK6ByhCkZVwbq6luHZJnU1Vkk7l20f2kZ46e1
usktfQ7VEB9gNyblxfDIbp7USa3/UxxB81GR2szay62EvAulA3y7B7nBzl5LUv5vOo9ZkssipqCc
pZX/+XpcmADebUx3bHrExPCr5Qg7WwZHy3IIg+Jii/jqjZlUxvHzUS7scMZgfhEgAB28ZgvDz5ks
PcLEZ7JRfpr7CCu8NAaMjSjCxtm+9EGAdsjMdHwDQAef7m+7cOgQO1x7+CQ4N2TgwFptyHXPn3/R
pWFsmBgOpQ3IlOt5w38C1bYWPlIxg5O1G925QZlmy2vrwrxR/KRQzqZZoLKrvKoIC9XGGrZwY0Xk
KMDJja9JOibRkjUrG0fhHPEDnpAMn7eCgQB6rCLl2kDwJ6R/DtppID2QUFvNaiV/yDNkTNNCQRlw
1mbPzgvrTtXwUkyKXMK0Vnce6ChKXif3hMO1034ZAX5tVSAuTAUId34gXWxad+vnTCnBLMDTytEC
rQMMwgGd/lJnYf5YEBr23RQQMx5jqMv3Zazphd+mef/E30R/02LDBQg4yVmzs60R5RRN5cXa1QCQ
t7AqF/YFROUFkQ72YhEVP91+hYioGQI7dKlZ1MdOhYs/a1tP+3llnAYTNVrub52SPX/V6Sh4uThA
RLsam64aaf9+RBi3nLG+xiEQVG0UeRZSXvdx0YT3BVq5qYfGefiOVO7XWZE0z6SGvXXHLQdrdcdh
LqktwgRYKptrg5+8L2rQrDq6SYU1fCn1dpGgq5LfaDjPe32YuitARL4UZ78wR+h9fXTKw0BZaONC
OyfSwT0g+112CdjRszRfbgMJTKhMeXGA2Ukz6bczVMUBuarUp70VP9ZUh59yMbeo8qJNGvfTBCZ+
+Ehs9Ys6oNFj173+u5YrNEbAxvhmVczHsQ2RSikta+M9XFbqdNagfSM1RJmf/3LET1cSqVvHKHMW
UZKAwbZNYd+hp+rcpNqIDxLcsoOUDvZGw+fCoAjvc9KhTeCxoq826VzmfWN0KC81wcyljwzWHWo8
7aEai8mtAin3CjqE7uc35nkxGFNeNgj2NhxfKK+rCLkPzUTVu6Zyxzpr3kM20XMBSO4/uxz0e9Qe
kUVDAc75bpohArNUW1TFzQ2Er2AnB+mbGbbhjwaFl3tQBOqCObOm907Nza8bv/PC7CzoFFA34HUI
kpZ//1eEVAGDqGKjrFy9B/vMRY+tX6ro83+2WouMN0vNfpR6PD0qkhi/TgjRLdRzPbO9oGwNPwKq
r14VRZbFfk30el0HcfILRcYMfaN4RNj589+7TNtqB7HbQfQQOuIgtv65VjFV5ZDzc6NUq71YhhCd
QufaS2GmvQ55o32z2gg16RAk2ucjn1/J6HGYCrwqCE54Qa4mKoVCtpAil56CPBBCivBetFQ5OlC1
G6/6paGQclkaYSTCkPVO1wR1b+qCGlWcHpq7j5CisyvtuN9N6NtufNWF5eeRQWKFKHVBiqx6FiFG
h0KS6VlYBfKggNcL+8esqeJacuQJJWCUsMGCa7W85Ypx4Rs5FgsDjsCFGupqOpH0ShE8lBFuUerK
F03veLmeJztH78VGPHYODrQAgQFGAUYHsJNQ6XQ+7TwG4YN4t4sRam67JYjsX3kNUW/xPEXhNhk1
EmgVfqKzH63AGHyLu2m+KlMTRX1JQghzR0SH7SyMIgl924wupZnZoXBRxavVo8DaELlt0VW+I9Qq
8CT0U7+VZpzXux5ovYNLAtH3xh1zYe1oFS+87cVrjf1y+lll5YCiyILSTUYjfCMi7W4WAuqtgRnh
E+gS2cvmOP7y+TE4f/IJl8D6kvST04CVPR3UFlT28GtBwqUqAr+kGrnT4kH+9/CMYegIACmGBIbk
0Okwo4K7fKM4sLajSYXCMJlfzHGGnQ5ZhW4kTdoj4pqwDPWyui5lo2LDxlgJL0VgFCWRKCK02k1R
ExyUQaUE/fksLMfi9BrSgVRRqAL2sugZrE6oneqkL6UMtQd/g29mGkJIQJrIm0x0XXdtaoaHzwe8
EK9Co5UXBTlyIlZ8VeCQcOCYcDmoXTW05R5laNPx8HQwHCR7lNlx43CAYBDiLivvdKFZ+07pqhkt
vSpNURgNLLHLm9T6FspZ8hAFTYdgZZdulGIvhGpsswUIjszDoiOwmheufdG3EraqWVFpPipz5l6V
wVbEKI58I1oOY6i1tY3ls15dG+k47OsGC0ZE5sUTQFfzhtb0FgjuXAyOfhkrxSoR6ZH+rq6aTMoV
9IdVhHsw9ynhT9rWz6QM4/fQKOdfRUJDeO9Qogn8pISE4vdF1z1TuMqKfRDYOCiktFJQj0C38qtU
t9oHkPdG9+xmVmR3nMESKzQgfm4s+HmESVxJ3YB9hl8bUIXTEzBUgNzkWpYQTOlxG+mblCbTZIxH
tZoSH7ivDq0xHPdKbQ73lWO1htfLpfaBJLK5UVw7v6uXexM82Z8IgQbd6U8pkeQlBkeMshHld0i+
yo3TaT+HsWr/lfbPaWcQUDkgQmGnL5fPX8GIFFpRhm0oA9VD4CpKEtP1pW/x+dSeX2GkfACq4UXj
qkhMeDpKowZxWLUkQ0kTsin63PbHAv3nz0c5nzSY6TQL4B2y93jJT0dR+wJNCFNJ3CgsancBTO5R
whTXjWp8fD7S+ffQHzA1LofFtpyo6HSkirx5kZ7HGjbJ8xtHN6jp44Tgfz7KhRsIQLVOHXGJgghr
Vzd/ix2VplQBfNwhce6ichx+CYAiXt0g2zSwNb+KtI13cHJxTe7m3k2VrvdQX61ckdd0PFHXuUlF
hC580lkbb/z5bAPqUohk0TBB8WXdBKKvoARBmkI+1auPIElVBDAb7Sm2k/bbxjycH0w0MBb1Oxp9
YJfXB1ND/YcrJJF2SBO2HL9ZSXaxojbXgD9jf4hH3Okl3jQXNKzqBWbYvHTAdN4IndV/Vlmg0wf5
HNCJgk4euLHTpY9zEsOBRhHPXYTPnTyPR1MVyVa2e96bITp0SMOB9i9+yqu9LKRuAm+EEGOu1smr
QxCwi2z6M0gvA2LR5ZgKBZL5Sdt3HxrZpYcMRv/j83k/X2GQ0ZBv6ITR10bh5/RToTHDd+TJgu9g
RvtwIlmkuNGh0V9tzeqFZ4xvJCPiJYN2waCnY+Hgx52b4WFohwV2QEaRLtX6KG2Vm74wcsR6Q8P4
nRazFe2WIOZumnie3UDWAU/pONPi1yX3tEPmxo6tjbDv0q9jGpao+Q9Sf73o+aQFg9JkGVWXjvCr
R5HxoML9fWlBW74g615fx3IvR67QYC/ZaSQO6HQ/2bkNhWQikTgKDdGCjZ91fguBAQZjT4OBkIiT
cTpnGE+kodQmGfYrXQq2Tc+OJnLc//oUgbEG1gySnT+XDXE6ijLGrUx7K3fpS0k/yjQqbmilz7T7
DXmjCHf2QQy1cCKXS5yS+fqD0L/Sy9wGkOIMWPL1sSYOZO3/XMGlOQEO1lxkJFB8XEs95YGEVeGA
mDsMhfIKxBXa3bVteZ8fnuVwnMSrxOuLsgubhhN8VviOUmseA7Rv3dTOx9cqibRXDU2yN0tr5CM4
aHMnTLm+GpFnR+NyLv591XTNBIfH3fEn2zxdtSjonSI3ybEAqyzFVic/lHaHQUyBkdPnX3qWFAEG
IZNl2XCwW5xuT4eiYpCFUoMOh6oWCFdlu1xVsKi6DomUtXZLERVg0vnMknxBTOQ/hEhrMJA9cMnb
FZ4g5Ob4Rgwdonsu1TQZCEquDo5rJCMeEmOmiQezyzCxm0B3f09rKmQ7u9D0j0gACjyEhhi+z602
3dBD7g4VcqiqmymmCnY+y3liRGlMkP/pf89AdJy55TJOAXXOQumegD6YLQySSjaesZTo9B3kA4Ba
1EVx3wqVqX4JA7U1XF0MiE4E7YDSnVUPU3atWyo4zZwLz4WNjRqbLCSMmNuhV+Axt3oSeaFZqPeN
5AQxWiB9c9Ohl4QEfh7av7Jw6q/MckwlzI7iGTF8cKWQpXuzvl90nWJUDQcMF52600KXTr70Pbai
4cYJccSBCB9p7AchsMzuBkv6VqCS+FVYgUoTu57+66xG+xBxIX0r5cjIkfQxwmLXqYnlcO920j0O
uRL+6vpQohhIRFLd9ovajVf2LQqfxDNI8iXyjIwPWJdYOs5yGB1GHQGeQybMcN5VaokGpF2UkP3x
kJM9qVGdbxl+A3wgZLH/Skxv9Z3cyZhZSRMsroc21LkUFHQSAeNlI7ZIXTqZpt8ZFV5TaTyj44xy
Lcs04pQe7+mmlu99VmQqoufNjExXG48vbVqpumchKvCKD0OWe53TYlgC+ra2dgVY9MqD9ELLwVAm
xIsaaNvlbpjK7m3G3vAFNXS6y3FZtfk+ZZcIgIDlWPgOHorF9VwiXYRKb57RD+jQl8WjgOK616O8
3e/YZabhoatMdwoXIVyuxrxEWI7kUR09c6GreYk1px/x3IwcInTt1Z0YbeVdU4Cc7IRj4DIEhKp7
65xsltEW7InqKP0mNkZmQ/EBPKIbnx25q94S3dDB9AGDYoeQ9d1SoJcVt1UaUNURAUsIIkrrH+UW
yUU3D616IcvbCHFkU1gulucJIhKcp3AngsF6ReEjLlwtdOz7cq77W43Z5K+zxGIqp/X67M9wHPHE
reYBKHm6mBSwEa0Fa5dgaFYUWGtQl+XK+/ziOb9ieZgUZYnCl9Ld+mXSAQHMXUqwq1QQYlz6uOHe
ASZ4W0WR/mUejel1SEuESnAb3GVUVjYi4HNY4qK7tNDLqAYpS3pzevM1SD05ZU+5LkPRAjqbk3uc
2+xYmYMNDmM2PTX5H3vnsSQ3kq3pV7lWe9RAi2u3ewEgdESKSM0NLElmQcOhHcDTz4fq7pkiWVac
2k9v2liZGQJwuJ/zn19k4w6zXyMwXFLDEC8D3rhQszQoKj51fLphixqvf31h/uQcBQI10D/+yy/8
u8IAItPClN7Edl2t3VtRFdND16neTy7/j1URX58eANhoFZZAzPz26wPE6KWaZGWgSEYfctlGpkco
svpoxdbWqaxnuETnzF1whST0dTahZTSxetuW40+wqx8KVbjVSMehgsM81yiav/0gml67vdRRMUXG
HH32CIUIK7F0p8Ym3+jvXloeBeYLpApQoIMLfftW0mxkQf25JhfUzq42iui3unP+dnQB4711uASG
ikCF1fXtu5jebDkdEyWSM/t8K83YfEzTLv5J7/8nlw1qzerh5gBxMU387l3siR63Bp9pozEnq6Nd
tsSbra6nzk86uB8XJCStdXIHk+dP+DCtwYTcIZg7sFweijx15m1UQ8n963vzI+2GO0IsJsNB3AVX
uv23X2iwuqTLUvLbPTxISEuqwG2CRc0XdzNEVVT7opmGBmMWcgl8JZvlS2PYUgSTJbPVaL4ZDoMx
FONPHpQ/+fY8JfABQXTYp76foHRJU5jtKLEYaSt7gyjR3eQazj8/+fY/1kWcOlRFoKOApD8sGp3h
YaqLNfxJpkQaTEn+gK8MUvu+brYMcq0bwELvXpsMYrgrC4mcrvQJ2RO1dedoRfbEtSE9DbzeezQK
z/YB2uXfvxQYuzMX9FY/Esr9b+9QtExZm+UMk7yYqBNV7anCPdQyf30p/uSC8+q/Q7fUpTRJ375L
rjcd4Zwgt06hESnnDfJGLQrtJ8vtTx4fKEakKvG/FXz97iG1htweZabVa+BNizsOXDurTJt9EZnV
z+7tDwjIqtFfby7ECYiOP+QAREJwnjd0E86o3iUkxzxnizc/DamV7HUy3e+GQcvv4yhOibDQ7Rdz
zK3HZqRb/utL+3ur+21fwycB9YIXsKa3fH8HkxrX7yiFj2fjLZYe52hRX5N86D/Ti6SwvtDMd75s
ZOWecAUznjXZZMlxtNO5CEq3Nx8iJjVPWi4IAKzyQfULXQyHuXemZFPg1vkFQ1Y4pTog76nw5rrb
LotUv+a9JBaVuhVUPavL8jc3kq0eilgAKKbmYj/99ff88eYyaIHcyKRBW2Xc3y2hPrOnWoNsGGA1
m4Uc7Sa+xZn+qqEY+clb/dg/oUvHC5XmCfYSDiTfrlYLCBlJS89bGUaqH1tVX1y/zoR54xoMzvYO
/wc3XFrNzzJF/uSdUZowWAXlAT/4ngBst82MPRDhQpMu++cqw/yacI1uaziN8UlP8mlrRk3+/NdX
9sdtCviMRAfuI/uV+vvo8A+IM3bYHSsIQ1R36SCORtKyXnD0si5dlC6UEvnPxMg/2uStVrP4fwJg
MPXktn57gXN6HrUwUVLkudY8lO5CSLKGztPYNrE7GIc5NuKWnDZDuSa6h2TQzeviwfGqgUiyvkju
UhnR7YhawdVLg0f6kGPrHRqEiXaQDXCSPTD5ab6IrmqvCacLY0ArSd9IbPKw/SSN665D/kzOY8Ug
iTgsZfCNQcmKTR2LPD9PUW4rPnGQDdqtoW6RhLlKqYW2CZkmpA0zf1Ocuav2GXnQpk+1i4ds0xJU
mi75/NoqrZOs1MZo2E8xZYJf0awPf3e3g1PBY78CJ2s61PfFXmsRSkqAIdlkS9edAfoH5AoEKJso
FcK/XiE/MA6ALNyVrcpNw3/AW7f3P6yQGKmVq6bjAKbtFJdcRxi2enS1e7JJmj0dd4yEwtFvIpHj
DvjX7/3D0cF7s5tTPYD3Mbf+bq2g91JiFJXYp6AIO8JAQIOne8a/Oof/9WX67/hD3P1rv+z++T/8
+4sguCaNk/67f/7ztv6oHvr246O/vNf/s/7p//nVb//wn5f0C/mh4rf++9/65o94/X+/f/jev3/z
D0CDtJ/vh492vn50Q9H//gZ80vU3/19/+F8fv7/K41x//OMXwmWqfn21mJSeX/79o8PXf/wCI+MP
F3x9/X//8Oa95O/2GJe8t/MPf/Hx3vX/+EXXf6W0ZgfFOoNJN0vtl/+SH+tPNPtXChv+Oxvtaq1h
s5VVQALJP34x3V+hL7KjmDDW+MFK2OrE8PuPrF/hIax0HUgkKKkha/7nm39zj/7vPfuvaijvRFr1
He8JG5CV94fDj80K9TKb/UpmheTsflcxC8ILB8JgITa5yqdo2mlN8ZDAcdp3orD2hr4yUPtS3eJm
H6p6dIOpq7p3SpCFzEmMLVimFeSEcoVZXj5F+mxvwfNNInWzEmWxVP2oEsZ2yhaJfCo2LrWh9/va
st/X7vHOyZz6aOMoCY9WIH0u7DcUcF9HZ1cO0XtLhvuaPjWcCLFc7qhcmqM7RkagE6V40lNF2dQp
ObJ+7E7eUTec+G6KxRQY2O7v2DwOfY3IFL3FnaV4nzLSYv26Xs74SZ0VbSIlW++VHZ5g9SYaNGU7
KopxmewVC1KaFkumCkPI1expS2pruUvULr9OdqxOAYGh7mOciGaj9l2+IY/bfSZ2PtoTp2oSi9ql
o/RbfKr0kIwt9RFNPvYVvVAea9egpJhaopZMPR5f8m6q/SIFSyOF2iI4eGjRVblOjO9jM6j4XTue
8jjwG+vlrHu5gaZhbAYV/7INlpdEhZamjE6pguyK5lBLAk0latiJ7RiXzlSWYdxZ2CQqSSVeAcx2
lSOUTSLm+hPCjnhLAhfyLoLrlY4pppM/mPFogpiIhSTAgWh3MnWz2MMFtSNtZ4lS5cxMi5zbsShn
eKJpuol6bh0ZJbkKGgjvLBg0GL6wjXBwmgdHfxnnaThkyQyMkDfzHrn8F2M2PkSx4EC02JuC5uW3
AuDQzxNlwM80y5qLXJaTVt9r2CpqfRlid5ERL1uQ/kxuGIfKwGTESYb5ddaS7jThMPJO1utJw1tt
qYmi49gwdktDAq47mw9zLKpDN1pfmgZ+oKK8EcV00J3os8jjWyyId9Wk7jEsvbaewxcoeu5qPNt3
AxXsRwfzzm/F0h5btNiBvaaATr06EbmihUzKSLhtxpOeucVu0ErvzixJEcXQDKHzZo72XuoM57g2
yp2rKU1YWe1nwOD9Uhnq++QpJkmISRsvPsLwdJuOanUgYdC7sZdqIsB10OfnWR94OUPN8ePXq+KM
ZqzdqHlz3zVFHbiydh/npivvp3mwg2q0MGIdpbIHdx1vvNYpfSrw1dvVSYLKTma8rIg1n3BVceAd
gbXFm4yCYlNQLj21Tcwo0urT81BD8IfxGx1s3EsPelS4r6MijIschQI8O9RjoPb1EwSlNwfkEUIt
5U9AyHPkDyOhgQwWlaCB65eZ2WstS4GQtcGTMzPcsDSxhi4t8TQubXOjVnEM9RchGS6mRSB6vfUn
w0rPTjN+mQuiBck94XNF2ZxAYFhDaDp1dANhkk6p8Vz3KTRer1AxohUaIYUFCWtGH8fXpauns9Up
6r4YrOqM5M1+I8MIazPdYaCePWCIclRqg8g+WrzA8OB2Gf2YXGVhqaGD/PaAOzKIEzaSCd8672c/
yvWg7i+LkaShgTzh5A6yuZRTzDP8INrS22SmTT52FPu2CZ13yXRfVySA6KirWwu7ktuoUc+DKu0d
VlPTAWKmc00NDfIt2/SxZu9nDZrxxsLV5NL0XeGn5BXnMX6WVb6Rkg5tdPcgcxdCYneNW+0YYrFD
2OPBrYxL1PO8dfILk24jAGnczjLDkA5Pv4hYuTHEBvxs1fcJgmh8d9sNVV2+YaiOjsLN7XPUWqEx
ax+NS6wQX+dI7jYROJVE9pcUNVgzs1uINteyLtN7jzQs4OO8ONYQXbYTTg744sUr4yWXd/SP2R4/
rPqRXFmYnlOY5nYaJC1I+FA+o9VY/HYkT8ayjtVYbMi/eZs1la3CdU59oWDNLODN6GbnHSZaG5+h
ePqYlFMRYeyi9ofGKo8TSTdWlbkbXUIqU/MqYgDmmnOoj87TVFW8vJsqG/o57sHq9C6GLuH6E11P
pgtFdBGtEUJ2YMxfOy2TO3Woyx0P3bRPjeVlJGeE08GiSJub4cXyynA0xEi+o+wki9gb77IWd8J4
iLez6OtNNvZrPIyFRIfI+ySqyEUiFmD2auK6F/1mnrV9b8TKnUbq713UMGkiBOi2XNwHN0pOSP/5
YGoeOl16p0T1mzQmzNPhU29svUlfrVgUbLglX5LdJ3AQIOgOog0mue7R6Prx1la6HoUj2UeL2ORc
7BtkDMZulsZy8TJteh7jpt8XxXJwZZbvLMxZWB7qEEIBGY5GopIqoPr5cMbn2fbJ9gZMStxa20Wz
p/tJ0wm/5ghmqrJPmBf7WVm/jh0kO6WvHyCYucdqdoiC1Tg343aKDrJNu50Yyog9vJUMOKr7CiEb
DJ6eQJpqV4qu2MNyVI/9vJiPvXYDCC1DGCB2aBUQzxMzUzEkds1zl70tCILDWY0cx89EfzVIYt9H
M2ur7ZWXpMuTkEWo7ZGtendDDiWVYhKuH/JfoIxsDgRGOVu1qtMk4CvYO1vKCOlvq+KrocQZfz0S
Z+2W4WINF7Xk1jBQeTKydGfY/aYxGYHT2iACTW69uMQ3wAkhNnBuJNGXgmvhD27/RtQPv5tNMoAj
EG3tJY1eG2WU1xhbXsJh8VixidzaLV4ynXu17n11tJtPEH3whyTDOdo4FGLpJmO7CRe0quUSIz+X
tfQ9wWrC43nLtv4im34799puTpXTUmfnKX+NSw7M7NXrixvbKm6xqkQ8IHYWFtd+mxhXm9lTZ5Bk
Mz9UmXUf55+9EhQfj5jYY3DVYrWRX7wITYRxyMXwqg8crmMXjr24NQdj36x2+LmLM3szuRsGYeyL
Rn+V0aQem8qGiT615N63BzuLX0x8ZBjS2NdmTPp9Ij1BaJ9xJyYmNaSQKiO5LD0TwU1a7wwSM4Rd
HM30dW6s7aB6RDGW1Xs+Fbdqp+M0oj8AtrzWanK0zOGm683bVjR3PQtmkSlx2K0nws5Yuk3npO0G
M2rJJMg6KJStsISJPo7GyMNXXotviiTeL9gRkO7EPcI5MCjK6pOLD7qfpO4nhcSvDS7Wc+D2HA8Y
z7t+w7M2EQbulFtOMuGPOSmOhERYh6yx9b3Mqx3Cs7elqZn4MwPHKDC6axwl3Zt2pYWDEjEtnMyH
oeBW5uo8bBwjba51y2vZTR1/SZX2U5KM2UbXC07sNrdO1iCqnTcwdnaqOQCYi5AMJZdyVj4Sz7m0
lmRxIUAwmvYroSUXZJm+NyWh1yfbfMVgENlvjLTtAmP9WE7TvlKw8RpqENdNmLpUTMqUzK+F1nMf
s7F8ZaGVRIfVL0UubwbX/lIN6kNJG3OjqMUH1Vl9JClbfzVa475Uez5VoUNnweddeTBL7d6FaLiN
9TG61Tp5bRLtCli9w+p814l5vYjGdrCmajfzRntVjcX7DPXjAa/36ZBmHwNBbXrpbqO5ry5LQdXT
FjZy+W7+pJJte3HHnElTXXu3ZZHnPCtlc+WZunPL4itGQ+R7wsvDQ089jDPmVrC5MRMckYyHLSDO
2Yg6zJjhem/ou08C29bFL5BW9KRBEIedz/OTm9bOZ8wQ3SARMj9HAH4hCXqIgnEv4k65fYjlDZu5
aIZQA8fDtckofOqpyvfyNA2Ebd+qMzHaUR5TYsTJYRR6fRYi18kgLQfcBfK3IYqu8NDSt6hNzg4n
fV+P3gbDqPzBTormVKLm3HIit4GZ8xk1wfRbyMF8N0St70ssrYjx05WDcBW23lUY72fxyH/MZHMC
hH5UmJiR8KGZ5Un3SC9Joc9tNGfFyVtrOApZtw9TsnS3Y5Tavmo65aMyazlip6bs/bjkclQMRQ+c
ls1JJVVwm4JG+dqseBsDFt4AKcL75NY4ffaxTnoUe/pukQi3xzJjsN25I9ZP+CvnnhiOEG0KvzH1
d62W3teZ52P08zi7VgXmpVmDuHEiL3nVeL8lLjEACv6/Bww7qmMpBoRJsTO0hxaL7adJs5dwMAmu
x4yq/aJHY7PNu/lU1XFb+FWueU/twDmMz6ONC1LvHA0ieEPhlvPGdZfZd8pxDgY+1bMCUCoCeGHO
Lb5xcaBLzdnnTmfuB1viiQBkquwJq4gC2c8vcp60MHZqEzo0tku3mVfP+zif3hLAtypsPDfDb64h
LQFb9ui2zXMdmxBn3s3slJueAdElHzov1BbieuZuMT55Uujbwe7lUcsoBgIs0UwyRHUVtkOc+lAA
An20ZUgw4LjF0r45dtgoHfEZG056tzw5Wq6+yFHXAosxzPNCuU3yCMN+uQx4nWdWudNIzN47cTUE
IkmLK/5LGCPhC6GeomboQq2qMFVyou5SQNALpyHTbhvMYtd11P42Gr0MGi/XL63R71Ktuk7eS1El
JBH25bPjCPGuJSWsZ4fEidiI9L2uFJW/VM0Xr+rMnZxjr/ajGf+aOk7qnaNOxjmD6RbYHZYRaWq9
IYewnsSotfCgocURMhi/YINPY2PZJJbG5bSLElylVq3xBW/gx6y1Rr+VpnVA7leyWsu3vmR9Re0U
Es3YHe0CuwkiDNwAAYN70tcncsq951yr8/vBUKctMjstrM30zoi736qpp7QzSiyfHWu60J1Pdw1u
GBuC0l5HC/o/aTXJuR5zXOZ1psL4mMmTo3JuZzLKxk2ZW1HqiyV7UsW83BQzKQltQq3fKbXccYIs
iUfaxKibN6vb5as7iGaPV6q9ScfI2hIqnvuqdJz9yhIKHCfRUDUjFLGww1Q0vks0wswZkaYcmGva
90bszfvGGcudIBGiCqtmsV51cibuITboVwo167Phtv3NpA7pQBFoyNuGPZ2dKDG/KqjDbaNcGXw1
MS5RVN6X9pek2WNMcAen+UssvZDMR725JqIPXHtv9NXnmTP9SGZtEniiLvee0zVbD6NJyk7JUNxD
BHbP4AO78zwfnw2To1YhDe0LKxI/V7dV9qU7xmdlSAnkzJZrBpnplQufnSbDyT/MyJxwG2mtnYux
8mNhzWysGfSrRl0e9b6iXcB49zkpNe+1kj19i9SbN8Ixq8McGdmn1hxcSqlIY9sZWwzDFacU+3nQ
wlwwYBmHpvgqUHekAZQ8IpxiqS150A4EaW2URDgMS/G4Td5KI4MDa8f9CcvPmGxJV1G1XY/CgNSd
yVSuE0Utfd3Yxq+mGeMnX1rF8BZPDfLYRJ3EtbIrcZfzHXeFoGwkenXOz7MBV2BjVY12W1P6HVKj
JIljdptydcBNtIs+1caLnWblzVToeHVD3lQ8n0jRBMmqjOTDMFVyCQ3ekkT2xr5R8X17VmrNPJSa
slzLrqMz1ZyiPjCbFl44JU30mEhS75hdCefOXLDdi4ZkCgtKYg4xlxB72a2pSKOVOSd0culO6MNM
NGCTuCGNqP7ZKiCYqVOkbHN4Dnv2pXpjNchhZ21xaBYELVPmYefmiP6oYlSS+iAaTY4iXgoFzZfl
fY695a6EtPVE9M1wLKumO+ltBGRDa+VzzHlOCDcoJjvNtdswbWa6aq1YSOaJXBzfxWEcPMhQ+BGy
21ekxQMEHBOk04GB+ekF66npYA3jccpomDLlVCXGI/EhgdnoM2KDZtvTjgwxlpsDaR57k9oraCrR
BRCq6dyXiY/ctuHsLrvWvNSlCtu+4ISM9Hu+xUG3+lfTJhRkNjfZ4CbhYDcHF4PrTKzL4LWRKFMc
bVd6SCsiG/M5/BLlTUzpep1dpwstNA8Wo00/hWOBlOaEqoV4s7TgiJFppYfY1GAmNZIXOz3nhX1f
z0uol3Kbzu6jqZabtInGQE57WXzkuD0Goyl9O7Wv1tKJRzrDcadO7m84NVSQt2luR9fqTX8wcGnW
xmY52YltH4kpsdeMm62rxl9knHwY2jyfye/dW7MlAyy9IRXq88jksXgGvcjJA+Z9sghBkOfOO2tK
qx2JkqdKJYCpTKyTa1hf8IOmphvTBN2d61HBqwGJs71vcibc5wlRfbDLP2ad4tsRaXnlBN449TwF
WgYQ6MApUqwavEMHsUxMfUsRdVuuG55VZKu3ajYjntdM37ap8+Bsvhs1ptKZvgXd25QkDvoudMGp
RZ4kdGSyRBMNOY12bF2tagwzIJRSQhlMu6/65NwurnaBdxYOtfdUMXkKlMxMri0t4JYF+i5aDCvX
9Sg0rePt5hsRz/QmLvbe6syqqKBkGYwj7hV9RqBdx9QvcMpsd9oUBrw5W30wLbFxUSjpnXWavPiT
4+6blBFTM/qF4z0uyoqNuSdN4tkykEZTUsk69Wlxxyy0Evcpqq1ro2gE6hIpKXvlFqug3SCmdzXJ
L3HGN+71iVbA3pjz9In5tE/dsJ0Kh8O9vMmiMwLaidDm6CiL9kqlepObgMSisLEejNy3JrVkuMzr
nh5fkYY26L0Z6dWRfphnkfjCjcJUEmegm0tIlvmuygwyflvNw4gZIEW0jXng1H/O4L5EII/hOHVn
NJjXaQnjQj8QOI5VjYFdlwUnYxRekDLh8K1pAeI2DVYjMrfROQLVwERtHbaflvmTUuX7Pu6PNiRf
gMPIolqCoqdgc26NmGCIvXSqs62W+9m4A3mk7JcYZwlOk0gSiiMr+KdcGjAwcnXxT+rsrvb7zrGD
QlbTvp1rf66Zs40T1lSAf3fSLbZd3vOskQjdj97og0H4AGWHMTZj0PbrYqg7pmdhbL9L6dLotRGH
uffVEcXOyPKeiKqPuo0A7M2lv6iEWN+3uPaETlKztZLnEEwZ/GjM8sxQmHq6J5K0Yi2jJKQPei8I
6qrMhNUtlItdsuEVEzTScQzbeBMtQGxDdUyahkAz861tnzU3DkbPu1U9PWhSb+s0Zh2MGPovRdhq
jW/AREjPXuqGYmxTX5pRaNdHT2qhbF5q7cNNtXeKc+l3WtNulM69yysjOsTWdEKbwANPENhpGiGU
Rupd2TeXzAJyZZP/XKnTLR3IoZTypZvaszq/eHp3rRooNSBMzkZi6LjHfeUlS7NdQpti19yUOumC
ImqP6dBz4E7KE4blcJmYaUxBqw4nlXhxt1zCBWtgXe1DqzzPeXVQUneP1ic+tfyeHA6GNpHMeUcE
2FaMO6U9m+BUFEHm0YUDHhVP4A5+Hj01kpg2dhRnedD0AaS/36bebgQXrXvG0DNEVUCWSXWCqHQv
jFT8ZDhlzQtbkU/N4YNB+FHSMsS44jf7NJkSKeYMb8O4s60nd+gCTX+z5s9598S4hWaPdpDzoGPf
Fct0aiFTO/W2c187VQn6Wgs08A51LRb66qZXwNyGHC4Sexr95MukdMSJiuK0qIPj15hgPHZEJ4QD
A/SNzrQmKHT3cUw8c1tN+tV0hvnSdC19iB5hjNV/mJNzLHOxMfXhFrF9ufXSNj+aNbMG6pdQSVzt
JCL5WNfdTQNtuSWdilVdccsSr6RphHqcOGI5m1EbLgbj/2xw9olKG6ojuVdn9z5bTHtjK7Os+Q70
d7Mdn3Rt+FRZRhqDlw3OxSj7RxU6397trfkMnGUW90bRf3AEgX44VDJmMpwht6l+lq87eT+7t1HW
TzuMkImFzAE+2H6ZaLxGcYxIsVy6e6k+OQq27jDWC2nwLCeGfZtCcjgwmQbCHR7MHHTYpq1pENU4
q6h3ieLXvjfns4OFJrU187rxta5nn5mos+2EOOv63dJy0uq7nNh66CeTt8UhQG60yXlM8MfDOPWk
ZuptXT/LdgThLh9zBavZsQ8hTbh+pWpHmZlbWTJhq5bfQVN9jo+pXFN8CjfaAoVj3eXVNRDgUl9M
dbIPeV9fUtUCzK3DRE2uNUAuMEs8klnn3Ze4+tDLWBN/SymmgLirBt72UQmmhEFaIGiRfDVnztF1
VFqzlxWXODplujXscXCP6UOiZu8Nor3XPOc1S+P00HUYMGht6t2uHMVjijVYwlUILKd2Ll5THspU
3CbJtjHgduOR8FnwZz4ZnGRgjnkUzAhZJp9rrO0rsNWd5knbJ52z3RPHSwHEInRg3C3x3PuGrbxZ
1Ia5pyR7iod+szI7fOYHRTB5+FU2LsWR7CHYF8/u0N/EFM2P80qwHyCS+HRv1ynz3ktp7kjaOUvb
TXeLWb3MhXIDlPAEI2KvWNNeq937BbZx2KsDiJU3gu5bR/zR7g3KuqFjVlsMhp9gVo11ZP9UNszF
YSkFxtKbgL8p/P28kRet6/WNZWLYg5vmbwkltL9kbrtfRP45mSMqRIvzasypqwY1fc/cd2dp7h0r
zYEceJzU+ZLG5pNLp6gAv+8wWQDlgPa6pZc/NAVWUOWkI6auzSRoodZEBPilzCOW4tihbdp5XfKl
cBnlJWAFGidhrD4sbnKoFsbwAklBoM6sNhj0vjuxuiMRqnF+VhxjZouRzBBQIydHe8yOQGzRVopx
3o1NZIdegbwuNo2dII0wsVt+ZxaBbZPQnIpGCRZE909x6WrYaNs3o6pS3di1h71rfh6TSENnAVcf
S30LV8d15Nbcc9ISd44yMPCGxt41lfyoByCKwYZBH+WGtl26mChoeEibGGnDTV4Yt2kme2jTrNm2
d8tD39blMW4M9pt6GnACbWELdYazt7X+U5Qs9RbAQg9lGyVIJ8rtpGgPPHx3bQpUA44FjY50kk2z
9Mx2Sf3xIzzrX21cXnhyZkmn1jYnWajZV7s1xcFtkva4oF3xp3EwQfBmfZtqqRJauYrZCIZH29ZO
5KGZrO6g2MhLvKrMkZbiKpgamebrWUbq4OL1oTHh8A3xuoGzBPg6pFWzaWO4e1P6opTUdG2W7bQR
zoFuELZlt0oa4pT4GjMyukMvX+OKraGam8xqA2yUBVjmKaF0B+ViLCbzCjHCrMomxMpe9jAP7SNh
x2/FoCpbs128M6Uhsu2e0XfawuDxuormRLUvggY4xQaV5F6lPSBQzp7EMuLLN9TWoR3As6HRgzDP
6h1MPe9mqYtbYevVLvV68bV3THhVeque9Sb2Ps+yU17Id5xeU2xCd6YYZnDPGPS/bD5pSmXT6iw3
tZ3czol+VUZ9BWX5AK5YxMPUGBLwk4lFZlDvTU0bImT+mtdGmHhjtXH0tgmAoSl+0tyDokDJUFKL
L77IzOJgFi6sAV3a1zg19bB06ifbo57JdBd2gRmNm25yl31cefNjT5bvngDu7klXukupqeknhigI
zlAG+1o7XUqbayiMbDemaX1wUnhvcHMvQwWTJXJScnLrcgsItWEOZ2zKvioPST9jf23I9CCSbCsi
VMigXhcRFe2tlMN7ZHXFBuoDO1q36F0gE8oGgi670Kvbo6ee51h970EPEkXbKl0S9ka1YlM8PYm5
TDpW5oaBt7n10KndsBP4lexJeDT+xXv//+yrX5Df/RX76tC/F99yr9bf/xf3SnN/hfAGQR/9MjYI
hPf8h3tl/4rpPXo7B6NffKR+p/79h3vl/ErauQ7ZDpkCBshrWlr3L+6VYf0KIcvDrGtNBQO6MP8O
9+o7pioiBSbVSFBXJaWl/+AnI6yS/QzqHrOmXp4yR323KdWDoteN/aKDnieWlvxEVfId2UvHvgq8
B8UcLGesV34ng/2BhtjQxgGYzQthynp/VgEbDjEG8B94WCSYevO22U84lr+zC//AL+MtVwUldr/r
XcBg9jvWcVul3bAOA+ARFNHNYo7MwmFjgdYsVo1/pueeOZWdW8Ua62Pltggs26mLwXvcTtkqvZCa
nySG/nfJn+h+Id053GiWyJp29C0js2paPW+AR/0CW3UmR+V0BwunjPwWulP2NymY65vhwIyRIxxA
WH3f0T+9ObKF6LTBJ3S2ou0g4pDNfIrNwx/W/r/5fd/w+ZjpfM/nwzoF14uV0IP8i3f79nvh0pe3
psYYpUZauDzV0s2qQ6m4tRMivfSGkC4ns88immvc7jJXgIrISIN6ZZpVc8oqxWqPwPhFuzVGxmWb
qHPov0Zch5cDrXa7qXl2vmoxIxE4f8xbAoQpnthmjDnUN7cQqrGvvZYRoYpLrAgtI6s5BppxgnqR
R8apZgdPYbzr9UscD/NXBVV0EyxkJ4dxrnqNHznd+DrmWTKiE0oXPdA97AHvMtT6D3aW5VE4ypog
TXTAFARs0JFxKP43e2fWIzeSXeE/ZLa5L6/J3LNWqVa9EKWNDO5kBBkkf70/Sj12q9ojY95swMCg
MZBUlclMMuLGved8Z4ncF88YlvRghEiceGuTHtjZV4DHjsgVrqHOhQUGCI9DHuM4MRzOcHNBRPeE
RGBmJkMy8CUbcZ2WWxWUfbGx+97VJ5VUU/VBRgJHaZOO0YEO1XCfZ5Z1a6dpiCuHx+21qsxbo5sy
uSUOTl8jTKz3We+P/ga6QvBS1ZV0N14j3eYOCyKJzmwFk/FROkjhdko7Q3llQmjEz0ssKUVFZhWv
mgSs58k0kh3MBB8sdVu1r2Eb9rdmHerPkOjBlHleQc8GpTkX2mjBocoKZoBrZiMrTUIGbvtN6ZCL
sBL0rTBWgGGtI1oy/rzHA8lUuiKlVJC7HGyWOeXMkdjOxzEpAm/v1KVDn4d++C4FUIhSSJcOMM0i
6oY7Mc/j+BE2K6+Z+FX3SsuHoz8SfJKupcNQI2WjP+dCNTeFlAYH9qYSD4HbWGKfp1LXu1km+ReT
ZgPuQtF5gphlwl0Ok6PaPu6WBeAWBuy66A/LaEMlj5eQFLLbPkdI8TVkqbAcws27HBWRS9Zei1px
ALmjsDhX8dCJXN5VZtO+AlLg/xaGy3c/uig49koQRc1ggINMc8tLz+TaksiMvMoIoqS/K6TlFHed
M6gC1Us1MTqnL5/lB6Uc7i90hqYE29kbKSasuakHvdU2VeCd2Q11/li1dlZeedz23IV+sf5rcA6S
4dPmzz8MF0uMxymy6VtnJlSjA14iIJTbvgh96cAUTcOFqa9OmNdtRVSnw8krksD/xAyAOPQ5rXy5
bwM/M577LuNTWzLcO7EjFqzCgkDXndHpiiOjHrjq2pH8Zdpyiqpbwk9oQ8pOvgIDcmsAI6Ihcshp
PIrTQDGwYWxXo89w+Xlj6JV5aILJKh7HsudRMdtpzmNCrMv8KaD6Lu40Ta3qQSFCk7u+EqwbSobc
kHkUgdYk9lo+CLczxAmGMQ2QbmZt/gL1OA+2/jRIE1lqV38jzEh8L+k1fqDb0HqvWR0u6AwbiyQc
yzpjduj3RrqET07uFtFee9J9SDsR3DSDZV53c3nM0oqJEVMI07ZjuKc5h0Qc77kVHIQMTvloq09D
MPcHyx/2S+pBMCjGo5fyVSkKN6djOKDGIbiL0FjddfAh4oFIV1JCFjFdnMJKiLlApLsrSEEM7imp
H2qn+g7GTKtNIybvYAL4OKFbItimxocNPsy5wYMMB6SLXP2xtlgIS1xtX+2KA1cxmf592VRHThT9
Pki95zGPaC7USEyZeT+1YfOt4nu+DjostpjGj8ak5WHu2uQU1MPnWlW3KLxRvimdbc3E+GjkEbHu
Mpi30frFRHO3QdjQnfuZ6tuYHrVQh1aZ2V5myJ9CnLzXo8Q0Poycd3uUv7OAdbCqqv2huQkI6HFf
kI0jexlScRPl2VNI8Yw/aYnL1Fa7gI4x7QzRvlipxZGjeKrd+cJWyDHWSs/DEh58M+vOiuFO7xfu
aY66PbH3Vwv2yo3rshc49B1Tmq/7CqnkhnhzwXwWfXbnqIujShaxIWeoSRhj3/DIpm51tluW0XxB
I2I73jNcS/x99P5UVZvHTMK6TOylP1EFnVJVom+mzZUk46d2McihqUnO6zoXozypURur0GEcMQLa
pAOtdoQQSxRunWbYprbzFTLnybDKYy1suuSyml8T4hsYKWR8S5mGD4dgd99axpWdpw9OxCGCFPRN
H82opad+VYuGVQfUTeRZwVA+G/bm6IT3SNPItHLossLyPqdFHd0MiXdvtqOOM9olUAUHhIfBvZlj
BwMIcaUIYxzDWiIwSW9skbBwTxH2NDc/pO2c75zCnunhl4jds2prSWaXvuuk58goPGouyUZlEBF7
Mtrocz7KSW9cJcBYw+w0l43J+rjh2dL3UTgh8WDt2Xm6vAdNZOTbVJkdZ3mkhShE5/pNq4WlyWiD
yti2E7JNAVqu3OTdSH40B/PDSGzCkV5j/ohMDxH6MKUhH3WvBUlPfvoSIf3h0VjksGHALeiM2UMB
93NqH2oVWG80qdJPkdG2EJCCHnWqNbdXrBzzbS9bYKulF74EjIbOjDXrtyyRvbUHI4EqpKIxv5tb
PrOpT9Fq0D1KfWyiHNWdNt8NHV1V2eJV2mS5zpAmLK6xk6jSMAF04jpLi5K1MV3SLSEg8nXKlHUE
HBBAYrS7XdOU4p4sPYdtohjHvT/N/u1gRW+m15W7MDXWCZJoyuKAwqzxP3tEU1pXHLoRxId4/cgW
oljgyIvc7ND647Bhlu3H6WJkt52VQt7thL2N0AnRCpoN8eyF7RIX0Mb8uOsRq28HC+kz7e7OFjs3
cfxxK/0E6ZVtljMyNkq6ZzMv1U0FEgS/EaO3EKtsYd6nlZr01jBrLtrWCWONXBo3RND5lFxtHxyG
kSQQOfbZbWVY8pDYGg2UORbHxdTmGf5/ENPzdna9VIp8njXQD14JDfIp/2FiKDuWXiZOMXfqfdB6
oPFncF9bn6yu7po2BFFA2Rh0m6ZA1+T1Rfex6+blaPOnqCOSxjqZAtpVa8mCXZ9u8BfSU+aDI3Pr
pWstp2RJRLMa1y7D7U1dDtkxpYvwIgeAMIiqFHPB0cCcUHXCfAp0dOgiyA2CbuAxcfvqZFYmE5Ye
tAuzHroD4FJcgpa64JzaVfMxnIJnUYK8lJJsIuSYEn9WW98IUF6xqv2DZF08eKmNILN3DOuhl4m9
Y4sFzZ/UNLO7SZNUajn3DHdXyd/Q4O0iD1A4TblHreqxHNLNhekpL+hl+kM9OBHFTjnSI2M05KCN
vh+pte9pkZHwmnb+RQGJmsypPKHGZxHuMMBwaBn6ZpdDImQq16TWdY7t9OzLYbnJbIbXoENz9Pxp
UlVfulDKapfLsT6FNGRuFrreNIuTA4G8dJPgxEgebUcVwQcFswVFrJ/DuzQWPAxNbnwGN5K9mD3W
Y+g3bXkKLCdKjgHymC1GjnATGRXBjr3fXGRQgTJk8PONPZVMw1ApfQgIbyfSgkNFSOZ37GiNI4OJ
8z1LzyA2bEIenfoW/VqY9cNxscbyMBrLAGFVip52SpCD2BPTOVl1gLm9qEflOMYYr6kSx1ya+QUN
idpXtnZeIw46zTe3SXwztpUfDZfRX9RtQcjUU2tCBdu3le/3qP3IL9zQalMfw7ELr50+QC+ATf4D
HQMGuosRoAFPRg7h4ZQ2G1kOLNYzo656U5pyetCmNSIRRg7w3SeLsUMAPduf0gAzlOx9NNnmjPK+
c3vshMS/WSIetRkd2hp35safQqamHS3Hzhnnz62223wfFdlIu9i3p1tfE7eMUS8U/dFXXqk3Uw7k
6CIX775UCyd1tExNf+jHPjhnllM94Mihzwl75jwUznSuK2YKQHhzcN35F/AuVrddlDVeeU1kGKAE
su6eXB99zj1Oo1HvlDtbYKohCjQ1NmibaOq6hEPGzsii3hir0tUWMzqmIWE2uhspd9LbjK+fRJbW
R2WV04ZhfpAVDCG7ShwQDEOt4848AlF8k2MzfxC+KgE/6JyoEEoxFbuqLa91UhsnGnvp1ZAhLRpG
8QTsTlxY1a0Ls0HvZhS9RfPAdw9R2CHDH7zk2mUVv/V0HexsdP3UAKl49DSeqqAjuIh+b3aNfFxu
Ze64X5B4tM9YM+UVOoHx3qB5fMCw9pg7ZXcyZ6e48ryqfuynDmN2i9CeJF15MFAXHhMbfvWeNajd
FozK0T2YfouxydbXhbLZqOfIbHZMaCj0aStvCOphceqmD8s4+QevNik0aLxn/TYroaVePA6UO2T5
Izoey2o3gi3/MNndeDJrhHZXZobSZu1mncMaTAbSK984dpVu9gRXYzdyeHleVFAhthGz79gZGu/J
l0StJTXnbijPajt4ymYTRwLNqZIJWlJywYWy0jsy4/09Ml77uuzq4ClN5uV7Hhl0L5VpLreV2d9y
gJRR3PFudwhGMV+M5arS7NA5TcoYIhKGqRWZsTfmJYSJzIYTunxbrYh7WtQfVJ97WwWyNTqUhLnd
+UEzRhvDxXK+eoVYwMA9ps4mcKzsPJSazjlT3mVnd7mKdVKKr6Dj5101uAwFMkKJGLYZmdrXHZr8
uPEwIXGM8pqLDkA9MTZVzZVBettplvRuOh9/WNvwyLs44D/78+B9nPW8nAn79hGQDDLZjGJw51Wz
bsMj4oDBdKNHmLbLGwwXE/zlZyctulevTJnOIAj5YDkQmT0ARieGSeIM5cjhhpRl9TBoaUWxX08u
Cr+iib57LEUPphl8qyAd7esxpQjObDk6Md889jZkGfbznIZM5+2c6KgeaSqmazY4yoCS8ycSVM6n
qmgvGXlPJ9mLcW/0GVaDogzTXYdgOTZEjtA9laphMMyIqRAWIbeKObMLH2treIN8ZnOrTlLj+0Df
pI49nAVivLhnbMCbdfmRLPviunRK8VD5c3GDlKTbjK1a+PTDS8DXck7yvmA+iN51l/hoVjkA9RQK
vVnkX5kyyT14Q+F8mQeneCsro+KLnYPPeHanc+u17SGv6+aEZFh4uyDqGarIohAze3Gq71Wf4Ekr
s6CaTsNoeR+XQNvjsUXm96xGvvS4YR270oVpiA2nacEhkGLqUswdgXPMHiKT2aEoDnaXdQJ/aiHu
c5szEWpr2/9Uks08xPRsqmxrLy3jqc2cq/IY2MVi7cl5Cz6jWwHzVXh6CeJwXibnlJFZ97Ym772Z
RrU80hlchUUN8mIeI+pSPr3M6K+1WwPKHMlCci9FMet9lYfZc+a3FD/soeZy7Kk4v1OcoSVpAsQT
G0MYYrXzpMPWwQNFTnBlvdKdMtON8jTzW+Ekz10VPLB/oz3Dkd581UOAlY2YqM7jzprlWwG386wR
iq06xbW/5ZUj/78y2/oL+8KYnbRhBPeMs9fY48rvH0UBq2pjZ06exR0tl+OSdQvJF6Idz0a4dLvM
MvWDUEawE5WHw4rmcfY8tGF5zkuLiL8+8dI3RDg0FjwjQR+GCtWg1zBpGEFQZcL6efTtyttni0V3
zVABnYFizqYUiTlqxE2knDLbTkA+M+Y+maBNkbl0sVRliU+TW7LB9ENDJyKLanpRYZXZzNF6z2rP
iYxUi9Y967/w0xT93kipgcesfSWPPrnUsk00RwfAK8WOsxu/pPXYorYEEZjjvmwDNDbJzOzGlRWz
WksuMTsT/4xn0uHmjUbkSChicSn//PP8R9/JW3snNnm7pzBMz2lap+gHct8uTwyTTHK0C92zW298
MgtxmqFLt5ZjKe2pQPKPeoEYzhR7VWwTd2zOm2wBjAbzY9TIKNtZ03ZiVm0se7SpsF+bibDtO59E
5jyeo6l9rV2Pz6p1In4FgiP+a+WVXV2YSZjNo2PX0l7FRk752FszX3+vwEQdFWJIfDR5OfMGwdc5
xbWEjNF9ruqAFkyV0GH9s5VD/4oPyVY5raCh6kV5leWG8BAQM2XeRZWjMetpA4uz7w35dD8lXftq
eA6/wPZyPr6fvR2npV6+GEbmyb2WJt+B36ZcnI8akaZqo7tiJ73U8g+zt3SrArWP+KAG5g9TrCQC
7BjmAb90atu6uTVAFzApU4VVXTBeE3VRBpBFoBUmS/No2kM53bNcpvkB5JdbXBtuz02ZcVwvsMFM
bu4hEMuH4sZi6amukEQNzxT+EgCIPyX9oyVNZsy6CfCVmGOaKAb7btDFfdjy2yD28UZ73XjlDRZs
3hWm/cE/0QYkrriusLewpcv6JgduBsOT9zBdoP+jsc19h7YdJKrEjbXR1sNO+A2XOJU4eDe2PeiJ
Aol0bTEghkNDXF0ZPpqJvp/cJzGFQKqHEMGIB2CwDpbqgYEnSot/M9H/0G5zPSB+iRcgPAFKw2aX
y/bW1YC0T2EjvdffDw/+NhwCUcBoAiwPeQA8h++GFLnGFGciZkDx5XS3NUwli37K6E+byAx6sXes
Acfh71/zbwmz3LjED9i+BxuMqdv7DECKaWZvFE/IQIz2le7daELAtexvPce7rT0s3tmdZYdKcTRq
MpWGGgTgTKsFjS3+51LDqYujkbl+btcD82ez2s9O533qGMFqFJWrK6nD5WVvZkazNQcXFT66vjF+
DDoLuJ7VWWeM+RZjax8T5/8w+HnP/eDySB3yAV6HK2nh/We6GHZrsX3MG87Agnu76U9pVnRoxrzp
DgeDvnYCKFpIibuH33+y72k/1podZgfWyijDo/4e9T+PpDbwmRMZb0q6sSa9hHLXNxkMEo66rB2/
f7n3F8rL2YwUbYcJKX3i9+C1erYEOl1u8vbHwiQmQW96nmkSHMKkYFEo5bw2KVg46Dwu7MHb378B
KFi/Tr5sZmE/4fygdsEa//j7vww3hbbFhAuRbvyiugEbaLkYGLFd5TOhMtJb9iR3RPaILXPvYRJ9
TZYSjbqXdgMNn6A3aR5hRYs2iqHTDcG1TQK8IiB/GCwyWB84pCKPE0VUFk6AZKQJo7i/4i7Vghp0
sZcjkfUQATHHo7pJeIRR+JuNTXBo2hrZlvwg1oafbXtvVCzENJrXGsUFt3lr07vEsEP1A3zRmOSn
kNBlcakpdOwbOtV+uzVKf54JylSmuiv1xJcYyclqHqk9WXDp7DM9wnDKoqxGk18c1iafvMR7h6bG
FOvSrBP+2+DiL3ZFk3iXDtrIPW4S/hQLFMnOvXYC8NM8EdZBw0dmpSYVguV/rHjz8EvEQTmKr5L7
Pn1LWyTXe5Fb4bnqJY1CV8E6AJgefTcdbIwxn7Fgj0hoQ58H5SfJcx2hrdigUs6ell4t90TUKhZb
m2gUVN8JUwub/mx5JfqWBR84GJuUCo1pOWbePA/fvBJC+bGJssH4OOVOok5zM7IdyMEDH8RkNbe2
DXbZat84Ib/HIX683tlLV8/oMNhy8QRl7LIFYWFyzzleHIwp57NM6PYvx0SmhjopkKw2fYoeOevP
/crrikicp8Y1pr1wFK02tFIwI5SlzeoyBbryN0qA6dwMIL663fjjNwzC5UUg9sp820gNDQmcEYn1
zH5+fAgBFx0wJu25aRre7EINiHS4GjN5p4j7eoUCqmjut1NCJxJzrMDx9GxD3t7auUkffDZ0d5Mo
pCy7pC0Spr5G+JYU0zX8cHrPPmrTG8uHJs4DmM/G+ecuPukcvqzKR3djdGO1del8fbfwJt7DBkOk
CYDEJdCzqpGsUVZjdPz9w/pO+2BbPksFW2zElMfzoTX+OqSOUPO3jgXgXEhBzZcyc7rnGlmnQjJu
YLB22U0eDnwFv3/ddQv7qxgB0ZPLMhzw+jbbzfvdxtacH5JQMw8tI46LqUHrEWX2PN39/nXQiPz6
OhHiEk7wK7MQaON7pCZ9N3dUedNvXMcInrLIqr7lJuyLY5ZHXrWxaxzBG7R4eNOSxWpeFA/F99+/
hb99xECmAIKv6R8rL/s99QmSno1Zxqexr8Pprpkp82hFBPeWDU1l43jzV/TUfAa/f9X3NQRXjDqG
3EUG6n4Qvr9wZjQZ+QJ0CLCD5BfHov5l1VrHoSWQkBEO1f+EPv/bPsd1Ml8n4RrVDuPrd/hFzbML
M5sx4ZIhd53wGbbbdHK+EV3EUvL7q3t/+9gmzMuV545ah/iK9/KZGlFDpKa8Q5NIqbrh1FcY9/Ae
lvrz71/ov/vyPD7J0ANJGJA78evzkQ1p7fYuGrlpFaV6mAs7RNvw1zfR2BAj1YfT158D/9+/Lk/+
uzsXeh35iAHoKYfaBSDYr6/Mplf7MrGgF5kKy70p5Xl2zb7ZFHNZtzvbbfyvyImn7x6cla+eoUak
++TeviHRFkh/w7n7ajd5b+/QMniXggnTvG2TqLwPqtF5bOuguoomul94Qcb8KWJY+VaJVfzfJGEI
VIbuD1vtONPoQsSnt0CSxrdShKukA438GQuS12xtHc1vjjdCSjZyo8uvWJ3hKHV+81mTZtgdFsue
Tszu65BE+oDtahbYaV+aKKyUijO3Q+uNWx0n+iH4cf4aKAwMEjASToTmWAXAo+iZDN8iW7EMScgm
7Vk3ixswbqlH44ggg1UbKgVCSASXqKHdH+fLCK0r2/iP5oPhUHciVGROeeeOM78hLVtR38AITT4U
QWox5lu0MqszkmroJTJULeqSoao4E9kSXo5bk8vCxomFLoVqgOwgdBEzLJArMJ+M43U39hjlxeKy
kNX4MG8l82M83WujIEtBsJfM9L7mql47MCIyb6VXKS4EGQc9yZkiAZTVdPCKkhhKopacj1Y9wmJy
AKX7Bab82J5DU8YSgJ55JT0sITjkXbVt+3Zwj6QRznTADC95hqNTB/u5GqLjhK3/RbZCP3khlcU2
NHxcXpCDvEvd462J5ywPxa6OQnlAQMvKpFDjHRlnhnjUmoQtcM5d5cbhpMf+gj8f8VKrvcvPPcGj
e9SzriVGcfWzaZC7opavbabXr4qsH3VqU0E99vPfMykI0wvQwSC8EpgB3auAltbL5DXOFozw1B5h
jkRAfEtpvBr07x+IgizoLrhmsnxCNlFcasvARjK2RkdXlTL34GFf3+s50mpfRlNSxeYyDMk1oR1J
ue8rJbsdKoGquhYaR1BcTj5cMA8BiBEjO+Rm/imPWPqZt1zXKm0PfhXS0Sxntk7aoy3e+55nhPTE
H19u3mOXjFu/b6JLM0/T4ceT/y8JSB+aiv+9J/L9QvH7P8XtWzmc//4POt7fuH3nb738Nv+C7Vt/
4Kd01LD/MG3fJBZ1rVSg0JgslD+5ffyV7TkEGVPg2pYHnPm/uH3RHzb7AvBc1CgB0ZJsVn9qR93o
D4oOl+osAG7KUelf4vatb+wvBQaBdmTf8BIROcqWGXLw+nWZhotJM7UnhKFH7Wkzr2okRY3RtLvZ
1SZWw6YuXpFnD0fkiFhP4cOgSO4szs2m1tNXWWjM0z2KR4TLxQO9NJ6odsjr595syNxuyugVhU1w
Fw6J/SIt7X/XnfHmZkHy5V+/8f7pXfXLvfdbuuT/Rm7kGhvyz+8/lppseKvF2y+34Pozf5Ij/T9w
0FIjByh1gYeu6O+fd6Bt/kFIDjS4NULL9Enu/c870PP/gEUNt96yftIhuXH+vAM9BxIlNRlYXJSo
66/7x6Nx97NE/knz/O/BkfZaVv2lkjYp9FzSWKjkfZ4RaqJfb0A38Ur4Rl67DYKkjbYth/9mY9bA
PVhrVbFtAGw8l202PvTT9Ik2T8IKSeGwR0ZaWjuYfTijC09VF+SoVbtbJNL/jdMYoYEtJ1X1bhDd
GN3VKVSMyzRZxrztpT89/eUj//O6/iqYJVfh3YXgy2Hu/CMQ0bc9uiW/XkhIcyRYiNXc+mhzouOS
dtlwCBfE++eO+QmMwaIUXwXjmwvj7e6baNdNKu2Ix4wF4JMS+65wiJCm0UlzkAbHo6KxeucnbuXE
PIHlZaI6z7dqStUHMyWbfAOn1RfQzOZwHbFUNsKcMCzToxH4U3eUtkKzhbLIgAut05TapWvKl2RA
hMHJkNlRiJIvQyedaxudmq6egC1MAc0As2RKv9BCJRRHlV/aMKvGnU6D6cdmn2DbMhufJq5QBG3l
kx06eLj83NvVGnbORsxjkdF8cCymQai5g9gtDHYvSqf2LgMEUsZRW9ClkMEY4nQkS4O8Lr7kK8At
4b0PPRt1VuBgrcotgR9+BK4D0KPyLXn0o9RgGB7q/opR6hyePYbP7QGd0mLT/Svbr6EIunO3ROzz
fVgx4AcseCq9sX/N8WS4QCqhGh8No+t6xAJWjRzFiZZj1w/pq0cddQdfyhn25WSLcVuF4XhD7uJg
rTZatHG2sRg+WLOAuUtbJRPypRlgG618K7+tBJos1Nn18jVRfa8wuGvnO3r5SHIRpX4A9jIaMTJa
+1vKrDKDQtkzKZ6N/AaXZ27fNlNtX3XaX+UNZcMToHnHIC6gLLVBbqJTNvXyUGCz1B8C5LTkjyIm
g4zaefLWrPDloPRcApozzmhDYsanfRVK9pk4S5qw2YaUhene6l3vqcbV9gWA84w2ysgy8JHYgqy4
qbk/Y6uv0RFkKVINCjhrIuS4z+Z0R8zrdLugWFNbozZzBAEQBN0rwwA2f5iIl+lpT+bLd91SnW+i
JARBaCIzoHljmmZJ+wAl38YddfaGAy0Lduyd0evsK5+/Qwy4er3pKO1S4D7AVHLP/Wir8cAm65N+
W8y2vQ0mHDUbJyk5lZKhMzd72tq40gQg9RP3Hx4bDfCK0fs6ByuFAaCiXBL9HLpur5GVhsNd1Fmy
iY1RqeeErtMHy8FX/uDYMn/JyybwcUVN+pPbjeXEzmYwbyYqfLBjrwZ8eZqNCRku/JL2u9EN1peB
0TKynayej1UL3+uAtrT8Xnuzuq6ConnwbXQm9M9GHocI/V/JQ3wxk15/rjJUe17l5ssBYRsowjB8
VeB1JWO2OXmYVceXDcwUkEvTqi9ly/D1FA0gf3i+QakhYMx9hEYm0JpdENTW53nIR+tgyC58iYZh
hJSWTcz58ZJWAN+iEaa5RE6Nrrag9ZgnMEtiy0tQa0MVY8xTjJaD/q+nsbLpZDexSFlG8F0OpZWf
Rj7vbZj5jUCOEiiL6QyswK3Z98yFDdbuOs6g+66+9E6iAo/AZex6t5Sfba+Qz16dIg1zSjM5pxg4
igOaF6PbDI6rmu1YpqmM14HNA9nsPMyzrwec7UuKmIj+u0EauQ6wTSd2U++SiWAVBhHpfeOg89qB
/sadii3ZqjeCvlSzGzn6zpvc4KYBe9er54KlNUIDJ1BsZgkclBiaGwAEBWUXw25QVTsEQtGZ7gJU
hcxPimcxE2iIOK8cnc00dfjMW7AfH7KInleM3hDQkyXDNejSpFm3yTyV5Bu3A3mHDD1BGdY4zoA8
3p8keAffEtZdmlhuus+IQ6g3pmUhMveLNl+2hF65wX6dXYl9hADgBhkEejOjBzS/CkI4dFQgwYCD
9aV+Q1CSPYQOk6C4Lgv/qz1E7rRDZTGOVz4LevXVFxneTZ5xH7ZFosCvWEBfNmR9RcvZoItPRzf3
K4Jb7Xq+pNoGU6hDc3orsBpei0m1Q8zC7H7xEHqgcwtXIyckDdBh9ORN2pPK/hihxrnorpwfs9kB
XIg6v74H2B3eBhldQDuZ5Pc+bOzPeqynfl8UhGJveHphuSZS0teWEKEinjCHx5/IKb/f4cDwBjas
LL1FmMZW0Wivxu/N3YV+JEmtq7BV8g3NZxHs6iECIRk6iKOxyLaM2IQK1KNwgzzaTAy0udnHwJuP
iWEsJr9KDN0+nEf1qcvMfMCZmpNNgd5ITDD+vOILUYretK2hYuUEPWMqAMBbug8imfnXZQXD46yG
mYQ1l+fjzneqCR1+aiAK6fSM1RAUNN5hKpoxQwY8ramUmqARNA4StxTR58WVzdHrTvdKPUxkBEGC
Ujq5wyJrIVBzMsJCra4mlfj/y2M1/8Cqu9Sm/7w8/lg241vxvjrmR/6sju0/PLh9FsVnwGGI4do/
qmO46iFnHhOrGa0zImqo+P7h7Yvw/RGGTLyr7aD28/6rOnYDuOqcqEJqHp+fMf1/pTzmB9/Xlejb
8RZxY5CqG3q8x1/rSinnAioNhOSkp8B7XZdr2kLIacFNjSt6qrV7IDMplSDSKccrv4Y5Ep4FYFUw
ohvVIAp6VAEr0AppAmyrlXI1r7yrZCVfNSsDS6w0LILkpyccdjxJoLK8liFctdKz5IQjg9LWO+gR
+ti8UrZK1eaX0S2yFx2MMLjwR9QrlYsECeMIE23aBf1Yww2G3gU1ZXxqRwmjo4PtlbTKuGoR+qUb
qEbd3mPkcbRNeMxzh9PcBRHWm08j11Ckn9D2MBVyv+i8vosIYnKf2hUzhkcZKdWKHiPLJvYH7X5t
EWF8xAQw3eofrDJycdVNsALM0nm0PwwAKu4Dgspf6h+kMz+0AfOu+LMq1/59Xqb+KRpBvuQm5D9v
Baa1ThgHXoR8djICfIR5eExWwFrXlv4e87a/A5bQHbX2kpdoRbIlbmfFyGYksXOQ3kJzX60AN9MO
l5saptuAZAMSX5eW4w4rw3TldK2+IDhd4JGAhBtWOBxJTckh8ZFES++LVXjDVmlruqsDMAHjipZD
mmTFiQuJsgE7RwCKhbh1JdHBA7snDPkJSX8WTyuvbqgkl7Ay7PyUBmyzcu0QRZ/9qmrZsyG4hVy2
QBSDWax+MDy4eNFKyBsauBpMXOqryYafh/UufdYrU0/7HnYqX/qP+QrcM1PvzlCcBwzmf1cNluhD
IgRahRBE8QaPgXuYAfglOPc2eq6cI1sws6OV8wfys3kD3AxdByGUl/f3vjHY15rTQTxG6nsbreTA
sh2s22rFCdZ+o64n3hdmJGCDfr2YF3LsIBA2rio/hCuWcBpHSB5FWh+IqcAxs+ILRzWpJwuVH2B9
PrgRK/uzI5dHz4RjyZ6fXsYVhojmYtzbnqFhDzVx2+YC8bdtwkTv1jMZ/gvk6bY+A4K1kadk7qfW
0d1BotzcZn1rXqOKmnYOGHpAMZ29c1dsY96E3TXnPFiOqsuJVTTy6ZVYw/nordDHpg7gPwK1t7Yj
TEiTH4kXYoTTU+UwW0He4kIjVsGxFBZasRUt2UcTfC1FPY07ZpnjotczNSM4Sk4/oEUnOzgPK6zS
aJd21wuRYCBbWZY5VEt7tMFbrqBLtSIvVWst227FYLqp05+SRJjWho5+fe7L1jpZZu/s0xzzYIAL
tKbzG1crYLOEtDnRuIJrsuI3uXveCLMssLVPw/k/mDuz3bixbNt+0T5g37wySEavUKizpRdCkm32
PbnZfP0ZzEICNy9QBdTbeSlkpdN2SGKz9lxzjplskE59w3XSktDjQWPH3bPX2Cdwg3e9UsfhvFof
UCqycfMSuAEDFicrLUvCUragSjdMKC9i3qp/sUPX1aJV1AAouuZYp6cNMgq6onsu01SelA1Bmmww
Uo5q8mxCrzlHf7FKJ9V9sTLwpZycNhIKSNPqL7qptYFOxwnHDMkw7VBtGFQKGphqdLJ/ZGk7qsK3
WEECYc3RGjjBqaYFcWFctLW+mhtmlYXgUw93VZBJDpoNxWpjBL8kG55VwGldN2BrA7kV+TzdORvM
lYU0JMkN8IoUPfpFD13MbMG/dhsIVogJ/CFFVn78FyZWAxirgNn/MjaI7NzPBMcA3T9XfzFmO2iz
EcMlGLlpwsgPiha4usE9MZBamzZUbd1I5bhYymOsZl+pdjCoZQgWWwvFaHzE4mBZKPbWNhvqOVXw
TftlGOxkiL5Ml4WeqgNWUWoaKjyHT9qQrzfdgXuFYe+YiylAVIJ9IKFvKKC2KK2TTZB0ahTKZuqO
XaFxNuqnH+SFskBRyl0Kd2JDcZnsKp1dF2cMTti8VVv4upbLc6xq1XG0TOwTWH4P7to/G056W1QA
77UpoSfrefkw5kI+TmMa/1AimKyjJj7oMgPEFJvOI3EdHRpHtYEwf1amfWy1Cb/qormnyXAPOGtO
iqkNz/aahSqlXHsx2Ud7AOoXC+Vsu/xTtMRLEygxZJoYpSSMJ3GadfePnmWPppbnQdeKyFvm+FNx
4yYQ6qQ+ZCn5ZMNKW98umVq7zlm/0USYGnvu08yCE6URMYkt5j6RKwB7tMgyOc8Tt22X5g/h8fek
wTVsEKZ9EWw1QqUg/EbC5ndqQB5xbTU5UKRRkOUX5ntqpcA5Go7NwqJFlADqWRLvDGrItYU38qwC
42eeal7lx8yx2zBe85aBebzOS7ec7NJlRlDv3GShCrqEYuI0xzmwPqhOnt3GIgfOhs0/qDWpH5d1
qrB9x2ofOpJOillyoA6tJmHpVtTJH1dG8hVDVnMojImEBpizh3oqPtCQ9X2sxPbR6if9aCXdH3D/
BbXYLLWAJNbOc97gdKvoTd710KTOwunFvh+g5XqKHed+JCLzCRap8RC7Y/PobNxEtDzwtyhRTyb+
2P1UuhYpmCG6otBYYduOzXFdivoMVnM5ClBKOJR7BBgivq+KTDi619OElSjjbTesoMQ8hfDhKzXu
GScIp+l/Gzh4OSgvLakcpvmdzXuC0ya+OVsMxsmtYNAVlRjolxvHxww4iIdPefpVNXqdo50b8TlT
ivhKcsyBdkV1yCQvNvzt0CitgzkqCllthazAsDShDbTNyJJns6mNX/lk8I3llX0sFB3joT7IgFA2
ZxIFVF7HN58WhIJaX0UX0W3OFvPQMmT50HOdA47W+KMXK6Oeg7XcRSdczpYNyswQodUqoaLDLmpM
8Cmcu/N0PBJzPnRudh6hDBCO5uE9EWKnEbe4ms20S+NFP9WywdTBudXXC52uBWLltVMaYQuZOR/n
0+pGzX2Rlg0N08IWtIULrHj5Foo4RsglK6ktZV4el+GcDjHMaZj3DXVxWfw+570emHN9hYXz4MTz
uuvFQj4JRl/Nhbwfze6Hmq9XaQOirDlzW0rXkz7uiAdxbiyHTxcdiBCiFHu2m/zZ7c5WikMpjGOx
rJVPo5zfuu53AsjKTzIuYu6RMC0h3IpudPcJFvgxn75a8TFQP4CJPlHnKzEZ6ioge3mELp+WxXxy
oo6zP9/JmQw31cnGBXPoq2QdCqi8fnESR+fvYuqK67OzFM0+rW7uAmi1Xs19H5PcXHDIIauB+RoW
pfSrWP7qVG3y9Qm9SBEVUjWGb0LMBAyZwT0dlIzQom/CDm+mdVq08VoyenuVDo5cKOVTB50Jlfms
t5knB77PUTHo3DQ8aBKb9yOeda9BXSTXEa07jF97I1Y3+thBzVDZV84TtygZfiXTfCaSKDFal1Yw
2cnbYKD9KOOHXtXPiL6/ZBf/ifI2mJTskFR56zWSqBBgLm/JwctRqnKP2PfsVioHL4JACZwHht9R
UvawDK5P98bJiLUwGSm9QQxPg376C6nYszDPTefZ5efNiYCghaXnBO5+JDppy0ZV2zd296FM0ofY
JOKBDAv0E7G8xq9c1WQYkFreYls7ZbMvZ56pC7vo+0zfQqTGx2E06pOKfe228RN+sEc9rMS83OZL
DPqLXCuB40LFacfdTPLk1OBpWubx0HXtS2OmWqAOtICUqQl0scgeKrPqYCeTQl0SIrKgkDT3Z8MJ
3etLof0p1sz8KOZos/iTqMFIlSnb/oHGhhhlgs0HO9vmIedS5HwBTR/b2Rb4jZHPzdbufkuk5zAm
E7SrW650jWyZ3tprQFuSZICrYJd1xFoHS/3iqzsVQlxLOVj0LvbypsjceR0cS/JhZuXB7syIwYhO
11ZYHTUvY+t3TgeToyTLodLksrNduYFRVcz2Rb2XQyvOgDqgqq5ueQXCbL06OSIzw0uz1zA6B0Pz
tOgzHxvu7OD4JnTtPsNwpQHlyoZPOSDbEnOe+BGuirVcHBh/PXwxy9Ae6ig9NSlREC+u0lMPj22R
2fvS0f6QDaZGflOeQEfydGJhEOZTTETCeUhVVzljsWzBXrTqlbnE8swJfEulzyH33XWxx49ckVZo
zOu1p9OYlL6hHyVp1UO/TtlxbJ1HXgO0iKzReZiGmmaodv5h4EdhjJ5+V1jSOfEQojWG6ET9LMN+
JyZvwiPC2N/NVPTo1yTtn4aWNA0nSWyBcWNwn6Q/C2nz/ijpEiQdEd2kMlg/+4UtTsQj1beF0QeJ
GL6KNIXhSwQoBGRmh64Vh/SXvxhF+UaKlse5a/0h+/is1fkTb0S/opjb4z490tyNxVuzlNdikxTH
Ev7hUiwLkNRyc7u4EV4PPidsFKQ0jI/ANIFNVcUnEDkSucki/BxD+S53KI9R4J58s67aV5zkMdEU
u6mCLVBFpyqvC1+oEoqq08RBjOP9h2q5FEkY6qk3TShnY8Ob2OHhmtlvmhoTu3XNU1475LrcS6JB
5qTFcT42alMzQ/BgXRPxhOUmCVbTvBaOHfAAi6jFSCxvKYByDJH9HnH18b6ximtXW0sgU+170MY3
hqPbWCrRo72ud81Mz4h+71pG4h1I/EGWpuY7ThQxmWTqnsjJD6iCDhuDitncoZm57fA/5139Vrvr
6M1Jolx1izUSQ2+xZ+xswJaWy6nX2w0fOy4c6oAz41QdfwGqB0XMbUovQ+8WznGpRPZzEzyvpg1s
ywbmAOBjZVeWNYv9WZWrtgejIitORNQVaVkZ/RSr1H+skPc9eoXEGULyROMrjNyM+luWMfEKu790
j123Nq/ayD0Wlb0O/Myac5bpNkPmItWE19UCY94tzR+lKCYjHN30Z5INCAMrT2nPxm5Q8r/L8mC1
OiBTpbBemnL8Hue+PFJCU57aWqPiiXChj1UIB52Q3c6JNSoJoHReRGoYx2okL2YP2Pg0JWLfmtfK
kade+lKZVhZyyhMP7rrw5rUHm8h/ZPQPA6kRyC+K+JyifLhjJap2gzGYf4hsjad8XSAiZ7BH2z6u
DkpcmJ5mmmvltdykCJ9Z+yOVm81VWfMjN6O8cUNp1HMspeNZjcpuAi07emYTIeAjICEHVlO1T1NX
Zx9jj2dIWzvzYCZaxlXWi6fahUjtcBzYaT3n+q6pzEAvKagjo++EVIoqe4dcuj/UaRHaqp3haW3W
5O5ucMqps6gpx/J8hjI973q9t75YeNhndezR/7Mag3bCNmVnUPV2gI/NjSh14q1ju/IanyuDdvrG
ARjvQUSa+Rlrczi5ehe24+QQ6JoJepdywu8kbFJnyWyPu8HM1ZuTbJ5e2xHCq6JenovUtN6tpVSu
XYyhbJFm4du02xHbdQUBLLU/ahU72TLNo9AxtOzVMuLPFv3uPtvLpylQAGvDFiTUk+5oRtBXCxd5
ekp4XOUtwjk/QiMwXYXpr/YtwmNsiq8lEwpdOsh00Xqs2drIYcXPzxHfWsO8lHzY5AUS9+A5lCAB
W8SjN9rOiUHf9YVtrodUtM7BbEjoJdWoHLGy6O9VO8LpprhPAVIEBEJnskRPE49VnwwuZvcyOQlo
TodOGO53DU8H3mgnvppxScOh1sa91SVNEgw0Xb46y2A+E2b5nQmXp5UtZ/xNsf60ElXDQbWRkYn7
UmuFxMDbnqqhEvhma88Sp97U3g2tsX/wdCl+uNJMaVmM7AdFmZN9rfX6UzTGPAOKjXif0Xp6XDcK
PuHQBzZKcCKHeYPklxsvH0cbEx1rTDD6019IfXOj66sbZx8HlnqdnQ2+D8qTE1i9MfnhX6mk8zZQ
v7ERMfN6w/dnBiR/217qx3ij+xuoNsgCG/N/wgwOjjE145/TX6UABo+E54R9ek4r/FYbgCmSCgGd
de+50OkV+O93A//RFPMP+8y/Ndn8X7TOmJiq/v1u4FrT1SD/aZzZfse/VgO6slmtbDB9BvkEmmz/
3gxoG/aPf+nqCg5XPDD8yt+bAQdUoOo68PFMLOLqZgP527kF9Q9AOQg7Qjwqlhz3v9oMoF2h/P+/
1hlTpQtIx5hNjIme6v+/C3h2C5zgiZH6iiXPchIbpIvJ656RspbeJFWg6wTsHolEOGBZbDXgFCd3
NlP4LTeUMjuwyFP6sBtTp2ZaSAbtYC7RTPHEcmIfl4XCkb/0Dl1jGLI2VHpi+YA7OKv0s/mm0ONB
jqM5a80iWB5AyWDLkBFZryB/V8bVtATh7TzuAbhBK+hK8UdrpvmqWsszqu8vhDqphzyEKCKr3AEp
S+1J8ZKfaFfjlKTEbUH5j68rKNsHw4x6H2jIpDziGOYgp8YSkG6mRJoTOu0kBs5MqZK8EM0tknAa
K+uQtws3kD6jHZbTB3KfM2MQrQaAw7jXS99to8UOVekqBxUyfuNViyDVFJucJ9MVPyowigUAQPs2
LKXo9pq2RE+8muI1kLMZjbtE2AZJmzk9quhqkWdlVh+YNFzcOPK9auRQfzjxaFxmq0cCnFyVX4yx
Jcd6BSZc7QENjDqhIbBkBLexJ+eLmVIQqnD6J1h/I5pLusOeIyvglRLd+qRsvqhxmhAD4f3PjWUc
ODZHN7bqiTx1sWu+miWrDRxAbUk7qx3NL65QzXsPT5kFq2mq3woFh7618MPxDGyop4iD367qcg3K
g+Iy3I4jvFKztMl09sI8UVljUDzREu0tXCMLWqeRrEm7/AhQi0NB11UfiCSu5xD5qD2zg5Rf4uQ9
Ez83z0nWiRs5dGs8Tm4kzyx7zM5nxnyNtg8/WtZuiHuURPZcIHFJ+D0t7iPd9QRmm0q6Ptmo7EPr
+gT8PjaOngKhXM4Lo0nTpnT4uelhll2+y3Jr2i0r7SqmmIH5k1kgfhJboI7AQwG1MXEzYMaNcC/T
5DH3lAvUS9iX43munR8xJAK/wMizJa0Gz6ymULAshi5j+HG7XC3OvLRygjGv7cyfMBHvXRFFfk6y
yxuAQ28hrY7hyVjYZDk9UAfOYJyQtbtFh+WFy8vXu836kdtZkPO6YaMOKEzA6vPNaqX4ZdX8tOZq
gCC+7BtDN/3WkOEKzXMHes8KZbRSJIgoBi9FSXEmZxc86ic3v09FZdJew8lYGRh+9W16p7pyODkt
xRWWPooTlIncS3P3Gc9wt2c3Bc1rLCjCc4n1m3PxpoJkMgaNnIerbmXJBqcdiAGsBsWC0tA3sT9b
m7hQABy3+SL4IS8Id/WtX5Bq5+gS4bwnEjZMoWJQCcfUadY4gETx6ipV+jqBLjpORkZ5qfpqL9SD
yhZLT+XU3BCdttVa0BaB+//Pmq0lmdrpa21siO6ye2XFiYmite+LnfyMXVlc63bgCinXBhiYsxUl
zvM9Yb57pDRrOcZl7jvFooSpZVlfg9zcNXrJxlHAEfUaMRxa4UD2KWHCj1VlvnaOWgLfbmxCCJAA
YAyQTACFsR3yVETEUc4UpcVKPflWDutqIjYfNn2NZSJKH9aVWx1lwIyoOchgKQRYDIpXjPoayfmx
b1h9suC7VehFg5pfWFlHF2uZ8AP1pUmfLtqqDsYFq8h9BVpzx2Lm7JAwf49TU58KjhEHoabWvlAs
oXiLZjVEAW0SWSlWEJ1M/bllE1k0RbLT7MZBG6/HGss4iqxXccG/mY21wZBFkT8TrwfSIKq50Hnw
6HGIywLmQGuoAR6d7M6FojXeOmjvdJU4x5qLOyAMbtxpBmIsLomKn4aia94aipR4UCaKbkLVk64T
lA2bLkdD0dKowOu92S5UJZhIKe8ngEtew70RsuVQj4ggDMTrjAklWcAh10XNunnorU98ilEIZtrY
ugvMA2SiBFIBbqDVrukf2XTyBNeROtIQU4LRGSK33CuywTgi54iXH1Y8mdvaQ9O6zYXDCewdFhhP
sRTGheNqFLA7pydBTvGFzU3nxzQ+gQgwhP6UYiatWdAQtvMHgI4f1rLat3Ye3VAxS2pTwCayT92Y
/Kt57fPu57QcZcEnN63uQBCNPmwrvSKePNZjWwedwn8bFXI95yTEbs7EOC66qOt2ej3nfpFTo9ta
Ruk7o6WRUMksACVcq4PR7LqWCtIqisUpUfr6sYhVM6ShJXpce55nqV7RKKX72khDj27VF8CTXKsl
3a8SY1RnlM1tbNj2SVYscvKVouB1J0CXm1ocLInUgwUB+RLhQQyrEYuSkm0ZGJXilB6DUwTcCMzU
czrHX6mz6DvWa+JAeKPbmzPGLhVUBDrpkrlF0CS4RyE0kMZoHizHfiQR1Jz0whiO4yyM56xo//S5
itqh1pdGyPp7WUeMMRSf7sbswSYCv2/rHIWcK++pFXzRkH3XZ0g2I+g7jr5xVYnQ7jVWQ1ZWXsBL
Ko+VVWYn2PnjsSj4xmtl3N6yqmweRaHw2ftS/VKd1vLqKpKhUtP/5WbGNaU6x62W+l0jGniweoPr
cdTeOgGFzqgb3l/kjMh+GJDu9CSCNIBtZ2Q/dm/HLn5G7YvfFjxN5DHZnUzTsJvrKXpImxy1iqOl
15bj5A2W9STnZvsjQYsRsE73EGYJJWZd8SWhdHnNLLpTO0zKrjX6/lqZyUUvwQduBKsdjNXPRHTN
swLa4DnPp+Zs0dnIfV+tR5aujEtqRuLbHMuA7wf5Edd6L1LuA35I0Q4ws8ojG1fuJTIaMEPKfKoR
GC5YXQTvMMs9WhzxjjTMFd/9pBnocIviIY69NrX9lsUVWEV9Okm12/x9bvVoy2gOMFahBhJGfp0m
d7qxY3NuSVG9qg6eNNK/QCVXDn281p/EEqE8xbI+1IpbnzseK89wMOatVpZ6Voj6lBEi/eLTXO30
vdUNgYmBu8Pcp0vanDnwVc/DIERgLrmJyoKMem7UjQI8dPnEsb8qGh/mYvGZmwo1X3Xnfq6dW/9U
JyW9OtrqQNuFBhcIvVg/J6nnDgvpfvxAtjOfrHnl5hvm+q0sTeNxGV0kCBAUOInt12WgA1jnbX4m
lwGnZk6UO2ZRYAtNnyQvIyrw+2Ql8g+l91WAE41jIsd05HH4iA/rWLaHFevoH3qY5RP0Qvuct/T9
RsJdAhhp5a/SHtsTC+nkD5bp31k5RnQxWOjPpHtDjovQm+LJehp0EyYmT/6dYTc1EW/qa1FLDMA9
pM21w2JIjGYr58PrgB9T+FZh2i9Zsf3As4mHoEKrGaixyoQ04bohyA+dLiSTI4MXiSw7RqbDCmAw
9ZPdJw8ziNGD5fBkFK6AulsPa9jIXH9Yu1b7zi3apAad3E81rP0f7pGKbi68oGHaYqphsHSNk9XN
NAFz0O2y/Pdg8myuC916G4iWnbn+GoqShq/MlvFxjhkXMpvqNKFZtd+KmhJIrC6vDYXEIavfd3ur
wtJUd2TzKP04cV5jidhlKEfgDyfTorLdqe1on2g9+MNpc4nml3LE3xAvSv9SjfFzO9BYUSdX3nfe
gLoGMxc1Qqy7ce0fnGKjSCaDvY812/XWKIEVXPWPlaOMaAjrJ1WoD2nRs3kZ2BM0Gvt5E6q3bzBT
4n5X0l1LkwRiL/O1Zgc9STaicntGkPRY9fK6QSL3wPJ6+gCM/MR1XOJb0KdDK0WKZ9QYzoKVEJNP
Ae9/USt/JG1xT+IClnHkirBEbrxSxcXGOXVBIKyVe0ghTvvYsFPPnFUecsn8BryMdg8GV1hu8iIc
RjowOt/5zPY+kuSwQbMFZUtB8DwjDVlFoM9T0CrmEipMG0jR+DDwap4oIP6jZs2pxfJ9jDhE7MSC
o4oUQHRcJhWssht3fpnL4jTktLphWnRPIx7tEGar8OsE2WddgRfOGiptYU8pJhdxEjPXt57ThiJR
Ay9xTRjBMFn65Er3pSYgdVW0eDPXwf1uTWvaSk1uO8LoggDGpof7uWduYPuzDNMnftnsWgqh33gS
/6iGttt6p6O9NmhMWgtarL0YB0zks89/xAu9AHYrGY8vDUc9r3MH+kNoQ3VY05K3mB/H3nEP9WS8
FImmckW77EWpbYOqPjlUCEdEMaIuo3sGX9XA88TVhXVRu4WFgQGRG5AAfw708aAxE53CxBmb+yp4
gNbjVsPGUrZxqy/R0vatkNXGul45F1UzopvjLO8AmMoDmtTJjiZcRHrAKx8j/tVcuv6Q9voQclqy
0bn0eh8Z1m7FeBSYQl3DzlDaAyFl9jsabTpsCl4NnWKPshXTwe2H0HGT5LUQefHhxlc6WLhcGmty
+JvwyVQAp9go9douyhLMqW70xDtehovRXpDODnPfQDXUooMb8yOhlsSTtgha3ISmWr2abcYrLt4c
t217qG1GNWUaw7kDpAx9hdu23Bd6voRdrr8V0EO4/ab8SNRlPItxwEM1/BUK1XgpMmGAhNnlmNJm
Owu13E4CLBoV7RpI1yUFnlUsWHwy5kdldOggDHtGNGR+T9YxUOOGzqQMUjodbL6idTlAaK0IhRiT
/ZqN5J4NPjzP/KNGOEbHxHTKFvwXkhDnYcX3BRFxY6ip1SPr2+6Qr1tzVTlQ+Jn10cEy3YEnt+gC
bamZN21m5TVA4F6O2fxXDSJdQKnIfs2J/tgbYdlb2WNssjCdkAQPeT/87BpV7PRS/2j52vxCzS0y
DXpzccvbKH9PnFU9oZsT32316GasrXHRMFz/zC1Qplb5kWcNxC0NH2cxoeRItsaV9aseyg9ha5Lf
wklYK8dXyB3aruYMkfcwgs3rNLoPqWP90GfnK4rdFEB6X/iFCQd0K0uS2Xyd0Hp2LptvD3SbJ7QM
czt1aUe94a4UTUYEiBvCZ5Myn2FRDZDaWlbNmtNgJy05Qox4KNaY8KBh1gvSdUcEYiSfwbm2PCeK
smwIwTvBDlThQT6o6/Bua2w33HZ6nqMKVdqh0Z1EK7JSitlIYTWT12m/MyUNTXidQr4LbHDQTcYk
j4PCWY+rZQYwzIyDrQ4D+gGlMD0iGONEoh6SukaJtRdCMWhiP7kjHrZgVc12d9BY409Y35koG52V
s2Mj1wxtEMmK3s2yPxfDm+PmuS9lPz1q6FY88dbON7YlQWRCzU1Y7ylwZuGElMJrod+c1XJGDk9g
QWt9x0EFHitOxdg1cEbgiFV6FtGtEyxZ3vmzaAkW9beymW5w5Tj18d50aB3DVjHtosieTjxvYgzj
819y3VkC3ywBSAVpzOOXJpGXVNeuCXqNh1Vq9AWan7cu7bIbEtUBbFwbB6c0mw2x8lSVhsd9gucO
D4rRTPmBzcrNdZveS3qn+Wq0rCMe36QPc5MlByGyPymUOfSopjm2K6K/a65oFIKvbTYVhx4uHpmV
qdC6M1cfMpk4amR869LBECeV/f8JUxOL/l58q4rKs8qoV8+GE+RVW8t1WuO3rVVsG6m5Uq5FkivI
9J4TQDrMt2hVXN/FjrwdOvIrY/x2ItWfuXLvjjOGSx4NVxaDAukjlgHBfL41M8QmnbCI3UTXqbCC
qDa/o7bfm5l4oso9ObRD+mROkKE5hz11ZLrOWkGypYzvTl0pnlqyrR+6EJPBG+vWX7QH5KFaEObu
1pqq9BIOVKl10M41Hofa6ORHK7p3dlEypc5MUWV516qOT8NTwnRxDc1C2SeJ47n6kHGgcuCLFsFE
WtFbm4o9Q/kSA5PwYK3p54nuAr/gjJCPEEnl/EO6LWUbI+6zucIS08W0UtFK5yd2cXOT1PJli12E
1aXF6cG4AQw72UP8ak9yT2xXgmiJH4tEH47GauFbVd0/VYw/IskDwngt44V8R609dNF0WxVJglDY
vqh/5+X02dvjgjqVcnfHCl5gmT05afIMbuDL6G1lX9YLeElHXw4A+aH+yvgT5mM4JXwXNAMkfKfv
m0zLd9LAar24OQcZKLJQBeN7n+ZbdZt4x8T0QYLyEXHa8Pkupr6Mx7BUBY25IDIxBYNgGO6QIN6Q
JSaP3VLnzRXFpIZFdtEmCOlpOEuIcuXRPl+q2yDxaNg/lrr+00UtzyJaXyleLB8pGE13DHbFI9lX
AXCsaDGgorasGr2dKWUtytLv6wa2j9VjhbMWlTMGE14CYSsWHRn/4ToWeIDVvP09a8Nb3PXhnGmf
S5n3WPjomooMDZkwtQ+s6pH2EMJ2vM0hchXlupN0Exbp/MES4CsBFYTLkomRfN+3tBuWefPa+JgN
BoZtRszCRr+M2OlB2R7C2IJQuGTOcZptySt/vONNRyZR2jioN9tPkQ3PBVLLzq20OlgWC8IAcSQ0
TtZvs4owjMN/wy4KKhGL9lVMykduMExFNCW/UMPxxrGNqO1o2Xyu7KGtxTNAig/gP992NfuxSn2c
pbNvUxe6rnIEGaKHWscG1P4FLGwCyNzguqLnqpvKGxy6wp831ySSdbqj2f0u+I072MwK4UXtiIft
VJkSidSiExrmr9hV4IS8yYDwyCJbxQtOUZxV5woVeyL21wWYai8irptW/DKi2oYabBJ0cuYRUx7W
Zaum10hWyCmJRq5LMxgFdA7mEUvuBrXB4m8TKW+1onAOMTedJyigxo+33IvO1fikyh6J6TmqCC40
rqvjfYsGjC2bZYteAX9qxB87k0cqqH+z4OV1okK9zY+dPX7GDtAmbdXfUpsqS0OnziyrgIEngCeG
s6rplMtNDq0GA99HxO3xlmNrO5hkq3h5Z6QC5Fj6ALuWEKa6G7goWDtbMzQvU3mZ2nP+hGbhKTV1
dUI9ZABo3rKkOC+N8sXpetqnykXOco+b8nErEKR1BheojDf5ODrNDNh98RuO2rfaZKfElD9HXMFq
+5lq7g/Snx+4Sa23cuhqMterfVIV3kW1sXFKEro4eoUI3zJC+iXRBsvL0P3erg4qrdbzYL2ZmvE1
DOpbnvXJgR0TnbLsgVdCfDxLHOasJinYbxS5r3XLx0DUmkI37SdHSVwLs2bS5U78E5Er9wfq1nZc
+v5k6afear4ppUGpgphxwjHDByB7fjRaKEscNcyDpU5EO2TzmW2ib1t292UU6PPFizPpd6cRP00d
RwgonTrQlIFFRcM4hAfhV6LQjhBJwc9h/HDqWu4cOZLLgBS/s5MoD2CHE2YWi4U53QERCBfyjLx+
ngv3DBbpAoRI3aX2CgkBl5BWJy5IVt6OpY2lkBLF9re9TjMNDV2CB9m8GbYGNzvK7/M4sJsBUqOO
8UsdGY/wiB+BcD8yCM4BBEj2u9N6qErzNtS0mFcmgB6ynMaukNbipdNQHhxGDgCloObdlFnNnNS7
HPEUlLhB9CnJfKJlPmQf3PaU2+FQcamB6W18cxbhOcXp3acEvQKde6pvRdt//ffL43+7Ev7H4vg/
rpj/Ty6PWd7+p+Vx9fld/wO6YPIb/rU7tv+H68J22fWaEARJVsI/+hd0gV/ZYI6AFxziXKyIYX79
vTzW/8c2WRDj6SYETIIMWMLfy2N+Sdt4iCCjeMQiD/03y2NADv/cHZMfgD0C2YFyL+hMmqb8M1Vm
JwgAkaRvtNXu6L60QZzvpg99Okx2mS8PeOyYGCovfiaIcJqCymfo2VPxtYQrj95p8c5vsdQA1+72
+n4IJGmbn3PnnUaSrX4WTj/JuJxkACIoPmBkVUafqbZ/eOsDWhUOpHQCJ1y7C7FH7KoB9mitfFMI
Y2FUHjxm4h3WofIqzacm9SQfbNnNofQdNZjDaPLiD9Mfd/eRT3Efd0j6frFPjlaQ7FM/9/CA3/Vp
hxlxPMM3Gr230UsuyoN2L44KXw7nv1A7NRdrr+0b33w/C7/gDxE+prJDdwJi/5WGUTAe3qadeCav
7G1/AwdP+4ZxT79EIc2wqe0pT/Jdu4670btHuz5Qb6RATe/tdH97c73refs/y667FMc++DB2WOS8
7tJdEOVOOV5978yA5P0MX15i74tc1oUAWECzPf8yf2v/l73zaJLcyrL0Xxmb9YAGLRY9C4dy93AV
WmxgIaG1xq+fD8mqYmayO9ns2fSYjRnLKsjMCEe4P+C9e+8534ENjPyITvuV6NNW5uOIF8JlNv1D
5BX0EfjZxuYl3tzxXm2SXed0/LfJMd6BpG90QmI3b82z4qQ3ALE2xSHfhCcSf+34HqsFCH079pOO
rJ5wZFTPc+S6fl98cVdtu6t1QkdLWPGwzMCYCw/adXwJ7cpvt/1GOncLczIkjrkrn5nh9EQFYCgz
z6NxaZ4WL3NMJz6EO9bBw+QihnPgaO+xOisVZ2uHGT7ngPFSO1l2QT8vtHZ6Xb2pIwOYTf9ZnaXU
Vj81r77u/d4nPu2dwxUBalfoR0m50XYvU8FwAIusM/NZc0ZZPoejBhjAV/A4+VSSj8Uq1tqI9/gS
cCyTSkQMmdu80HbMnDTaTZsy2l2KaPfcTLvoq58IhtogUU485KdX4g5p86F5nl9G5ldMApjqwj6F
uKciuA7ZtBxp9GvRMQ6t6A7D44J5Dd7vdbIhwcY3H6tjdJCPym1zGP3+Xjcuwpv1Vi6iI5qEN1gb
zjh8Ie7TU+QIZ7R3diIcx9EVib5lILURNY/sUPw/fN2AjqQ6r/zxYOw4mS2aLUWuajkzAw/pqLSY
ZjbkDPVfTDU5oCEgJ7O6uutfCWnTDt2ZPl1T7sZ5j4++jLaKE+yjS7JLDmg6+q/gmh/pvCHP21wu
hz3XX9vibe0IPAJKpBIcOp84Q5KkQ6AVIyBK7S/9RT9S3Pv0CE2EgrbgkjDhCSww+igxDfv3lu82
Hcl36OQAAbEDnDQYNjcdJQqxMWgzn1h1NUFxjxLhaLb27DBhDm7F98TbIFfcYADYqngdbVgqpq29
84tZGzLwvN67zFvc4naYXkGS4N1ROZQ64Uk5B/eClzrrHSwq9/NjlEJE2LRvXBdn18KunsjFDgx7
eGJCeAmvpg8djfSn8EZLmEMAdWerePW01fwifKw5RM53sDOk7XwsPNX2ZnfVqW663eKccYZdvRGz
e+S2ia+Sj/Sk73F16q9IUjbpZwBUgHaYbT5nb3QJmq38fAmP1ivUBXrJyUW+US6xda+AUpCfl3nX
2dK1cpSfzUMFLYSIEMgW7+JOWo7m2V1swzefiNI64gmx8SG+yZedcuMDbDhFX8rJvAw2g7xbZX+q
d8h5PMYQYnhjpDvGjuqD2vALNae15N+mDo9l9/U12tLXsXbi5jbalpc9aU/2o1ttos1pdlztmtnq
O5NIJ7TbD/nAVxvRUZ+K12eFhzldepJ4vM7tndGLXmm6bzjKbSR7cic320KYd8fDSfYk+8R5+IEQ
W/W87PkVNvFgExR/QIHsmmdw/vwV7KGbajPYKNnDjcXfQSukb7KTth8dLoh/Hg+kmEKg2nImshRU
dXZ61J9TwiP33RdeMr7Mvp4N/9tVnLoHiji6OD74vgcD6g9ShA0z/fZQH8DFyCxyTqbDVyLvWwcn
Kw1RdNWeTi4A/9e5+Y4vD5Y/ZDxm2Kq6PXbD4EwGDroZye9nr3f4Hnq+fqZ5QgZSwp5YnuJRfQ+Z
OFZkHLrhRfOfhSPp7g5+PIwJ4SbyWZWO4eOpcl6V1/tkk+xv7e2XgAjXka/0K9O7xx1MKWkjn9Be
ke7uiArYG0fplKJoucS8Rb1XO7Wj+Ov/gCMSimQLL+yxXL7hU/CFd8Vrmtut5bcHLsp8Qll4Gg8M
/wkhGzcRWe0vMy7dD0pvo3OAEMfqOXCvLYf5ElwDHwnHEG5VXH3shxmXLGBi4AxrepWwVYYtdo5O
tDFW6JbwX1Afgovjn18S4/zP8vSaf7Y//6X/hgdHjla/Ojg+vHbx+2vxP2iN/YCN+/Ztvx8fJfk3
FXQmADgRJo0h63DZfj8+rn+iaqj9UE/rBlzWP06P0m/r6RB9oQFIRAL19cfpcf0jGrP8fVMy1pPl
3zk9quvh8DvhIbA69LcYgUGzIj8UjZ+gcV1FXD0zCQkkOGVTfx2r10H3GoApYW21xXYWfWO6pVOY
WNuzl1c3VnwmD8UNItnRFFrNOV6hkJrcotZq7or6gZ6EBkJkvBcJnqovPVObxLc4NSSTjyl6hglV
vpvGKZxALt5o0u3fr2H+E0vwPyxz/huuQT6aX63B42vW/ah7Xf/+Pxaf+pvGfFWxWHkivEwT4ek/
Fp/6G8JV4IMsI0uGgPHH6lP036gpUHYYMhWFSLLEv1YfcdemqMsa9ENNRtmn/K3V960K+mH5ySsK
X9FVA6StJkJC/LF2EccwF8JUoPumcORAnSSPKpMGxuj0ygpIGfH8SrTXRcpe0YOZ/X1f+h0FuT5H
11AcfIW+8ZQc6Pa6bXuLm4EMty3ICeqlLX26FYbhhjXxjknmBMvWlK4XGT+T9rRURx0F1PrSY3Un
Tz5aLnu4Eqp3jNuWQAd+G97r07WY+UbDenNy2lDRVOy6kHY2PHkZ+WEZOCUTnTrzOdfpNKyyqNmX
/CcjEx1obmaeM9NjfE+nL24+szxx0E9sxPZShUxdVVLJLpi3idltbgeUnGn1tYzsVNbTvDbl8voN
/+u5E/HA0g1VUzxC4bbRlCO2Li/GSjjlT2b6Zmh04svQNjg+wl3Y6DSYpQBAjuU2yH3E9B3ww6HU
bhHY+tHwyggSCGvoTsHoaTNCD2Ust3nwQBKcJ1Whl5fRFcg73EPAxSZpR0eaN5EBpjR4JVl/HcPP
1Ki2I1IGafqaRsQqZK2g6IuhbO2GaEIs89yHVwTxYP3Hsp9CLWlIHwQna/HsoD03Bu/sdQR1bDR5
m4mf0vJuLneC9SrpiMkYn0o5mtz5TUMtxnzyYgXoNczITY2t1oRuk6a+2FJIGk+4omB41Tbza2b4
hGdoHQ2iFue/H9B2ow8GD9+xioxAxdSnT30msZc9s2bOM3mpItl9pGBmqxkk9W5TDa6ByU+hYG5l
R6IrKxI2GqGAGwVwPiYZOfVrQSIsDe4N6jJbvBqHaB9HrZ8seESYFQ9zfFWJMqC/W2KRp+SDnhO2
hhBd6QgMfzeZ6qZpXkSkrTJgTdBi9IEbW2CDH0PFnzAx6lrmFkZI6xZFMT9KCVsM2L5Qis5kFT52
hIOeo8AN0f3hvia711/Mc9VptmK4IVFQhZztQ/1hGJ6BR0CfO2bQFvuIa+BOWF8x1F6kvgcQhwyw
eE7XAxeWKVHZJfE7UDa3amZnwCxYc7eZTNnCenEGzkYLwvE5wIGNIbmtsUPH9Lyidb67eu5Ce5Em
hzGQUyjveRrTDkNtMRUzzi9CdGmT1gSJ6uPksFMyhL3oCOgEeqDSbZVOZ0QZ3z0J/x2Wo4Hi/88P
GBT/wH0MpKoGWMzquwAIuogEhXdxv5Gzr5gCuc3vU6rBMWBcMDqLfAkVBV2r5CyNeVDrZDcbuSsN
kVstkycEo19mgTdhiB0UyRvY6EIaf0HkwQvi2wy7kt4Kot2yzWI63SeOJqSezMZg7lkIHGcm2aU3
JhQ4qbWRh6syullqrzQEG+kjeyE6BbS8hvKCCkFWMDKKD9ba8+Ru1kH2DSb3OBvrctDVD2J6NkSx
X+ntVY16Kmt3SfSqWKitSTBKgSDcYY0D3dPaNLIAlCExv1mDarR/cIFp8P37oM/VE/HLN/WnQ0Nv
MDoBWIOiL7sXu/SilokTVUzGyOfNi5e5kkBEPDGSWExfmhvkiflffK70yP58CaoCnGPtu8F6+qnp
BW1bMMdVA55KYAd1Wv2EnjHvaJmbEcHzxlwyb6H4Ga7WuFTgmnyj6rtCeKqN3RSQc3HmUSHKD2J8
4K4XZsibV6HpZ4jU9ZgRwbYSGcX0518vx/WN+f60xXYHlkpkLa5Xvp7dfliNEisGR2zGFNN66xm1
9CLDVeMwp8tfvD/rD/rzCym6oTBrUAm9//GFMERlvTjm/Ya7TKaPQ0phCDnbjxmh1H/1Wt8OiT+8
msQhgbGJJYu6in5d/fHVVtIcRveo39TCgZDCGyOQdnE7bsO83A6E0YK3cQpG6lKiPI0VOCRN8SVt
l5aulpOYMh4zA+F9QZswnZN7k3KfVC94NVSoWf7IdJNYWjIOVzKbmG8zTO1JiFpbeYi4ecmu/kAK
7vL8ty3SG+OBvuD6NO9Rz4WnsX2XcM532nxZJKc1x+MEmWo6q+J1bfauQkcinK8bOBgEdToYeWcN
MYxiMWDidGukG5Ph+sD4RFwsG07Cy0AQWClOhylDNifxKBknAFnZVg4fSJvmGVvvSHdalQTbEKzh
8pULlzBt903km63BkIDZUDChST6B3ZFLcF850x4JOzAbolmTxhbciWSLmdVG67YGCD4FGalBVhXq
KULUNvgdNwa5CcQgVo+C9rBuw4xewI8/EqXGrB17cb5s8RAyw72tDDh6YJxm8ThONGzmD0k8pGbt
6GsxKdzNCfK37GM28724SlC1/dwzKLS+TOnD4C1QYJOhoh+LV/DSGCnPhnST5GdYlDgF0w6LsMSj
auGjfwzTAVHFtx0gLx+7nmm7qdkis/FeqOxWPoySoySAHYF65iVAKJOk42j2F2V29Khi5orJjkNb
Z+KYnJwW5Ze4oigxg6iU/irwc93Cr03g7aLsOqKxzKwj8stk/ySvTEUbnRnqdsJG1XYJwOrtzC+v
pNWKAoKi1rOk3uWa+z6TrhaKeKLJsZxEjR9C6ksCyTfm94T5esKBR+E+WZk6IXtfj/0hPGShRS4I
PTvOZms8WgQ0rFGJj1/jUh9SY9mP+l5u/ULB46dtCpp+DOekIHSHvt4a+gWaAY9yY7tuqcr4TfXg
VBxkQMVsRYSaUEFsSz9p8UfQ089L3QCji5R0PkvPE1PibJ9MacGLy5yzD7fKpPrgcuwBe47J4XGO
9lpi7XD7wOzSNwB7sJ9gQUJpX7Q3i6zdZsr9oA1HRSXMx9D3EoSv8N6MMPYC/W1DxW4jN0F9BVZz
k5NGwG9iCpcokMBjIpp+p1Dk9IXvXgSMKe6xJDsDdMzR8Eaz3ePe5wyTOHL+1Y865xHdhRZ5Q2qF
m1XjTqJ9J1dfpbjVu5uqgSqlIJ8iYofic2SslqLrtcKneEBAJSaYWcjCK+VdZF04/o3m56LnNkYE
FG4ADtgipYfaPPcaBP1lCzPyKlfYxHOLjVq40+LHfroTFXEnEERvjRHOT1wHA4TPorMb+RyIgmsg
EuvbdyII/FZ9gh1lR1bkzOO4j4Lwdj1SIkdzewvNZYsuKhq8qHov2scqrbYyZ805Pau66HX9M4lK
9/g8nYUhoM5on/Od0m6FAKABhvaHwWCnbCJYLJjmOGpqsy3GDLUlmBXI8Qpv5kA6A+YqV6V6riMS
NFiqlyzlfiGbWpkxytIZ6x8N+RjymG2HR3wiGzVmXYLk7dTFVYFTMFN3ZvmpFPetgIiRex46VVTu
Cnq+gdB5inyRtilqI/xAcvRQC9E+XPO4y/TBAs9M0qptEs25lhK9lJ0NA79RPXuwtPw6B3GFSk+Z
6en2qpNH8AaIL58yIkSDlphyk4zoaZtY+SbTd0rDuUXPOYRwG9Oub2YPldmOTwtHxkOf3EvFV8FZ
SYA9r+nYGUR1B5XTjpMHNCruUkpOcptNHxplTw2wfoIGzrsgCLpPLMM+ymndBcjnouZaaG/qdNkR
TL4pmKLqjWrr8TZeRkciMyFE1iYT8rQok2sWt2wNrURKRpfdieNV1LBKs91gXoGxl0aGEVxKV3aO
JFxSsjAM6pUwnF0YrLaAisjUMJpp70ACkeRw24rN6sfY0EybJ2JQeDmYiNgVVWAXDaRd/EjsQymV
rdlkQBlQ9xmP2nybq2BtWiS2ablPzA8JiRuPvD6QrijI/ZAxV8SwBlTDm7nsB2s7qjQSNeAZ8lXQ
3afilqCODQCXdNgO4jP2yA1C8zqmb2kUO009C2t+sJ2O143gxMM2RB8RwGI8KNMtMoo62K76CVM6
GE1F7GNuM+LctoxBWuGznZ4Cai/OPhbmdQx6PAuuqlTbJLo/1i9L8VCtr5NnJ1hMLwJtokGrX3TT
soOeyLoHMKuOmWKWAE/WTneNER7imUKCRWuJSC8S2s6haPfTOdVmB3isbVREf1TGSaD+7sbaW6IF
SFL5YsbbdJAdYaqhfmBnXDyVGjZ1MVzfkXVY6qchfR6MF0nO7qVGt1XpK6fLOSN1T0pnjnDnTaxT
hqARkA2U9gsdq+UFf6GdLh6t/YCCKIrJg2EiH7hQmjc9wlQMPLPIrM/gAZ7yJMKfbl0vfGDJQvNW
MhxUqEiXSKnsWyRI+LRojSF8lNhkZO7RpvPqVYrAeCmS9g0PU63y807ZDtL9gpZQLjV3MtdAdUQR
zeBNprW6DR5rHvVjiWyX8iqqbqf20Pf04CysdEF1kLJb7LSbDsWCOUauZTxR3J8Ukz5JfR9Mn4Iw
n1oF3BDDNxkTyNymX8hiN3WH+yvaFZZLV4IP5llQMABbllvE3HgZOW5icVxTrwLmvUHaoz2gnL8D
3Ghjp6C90INro15hWVc6wRITIi1+f3OmPooAQakEwogdtJvQ74vkLi7hHzH8M5d0vzTc1h3u1iFw
cfQDycSnhp7UIm0YFwjvD25JoDhwOHKeI7y7Cr+hhlimXoqjLFeuHiGaYYvJBmaCxMYl0MtLC/CS
iKw32XcijJVqZgyIIBYNplJCf2TzLe0sJTeGuc0M9ycXp5Ow5trQV+mCr3rKnVbOgCDh1DQuAKIr
HXA8jcwY9QegFQgtPh5Zx6Dlk8qanzfSxiy1zZIvB4WKXwiSz0HU7GEwIfFUfsNkUm0zLxfNU7Se
UpT2nMQTA0vRidUtwYfe3A5OlbF6xOqohiWhRhiNg9JJ+4c1JKZvE1cPWKnMJAXF0ZPplKUcO9P8
WHXnPOX4kTfutFatU/GKpfGEe2mHPjrY5BCH04GDRP/R8sgc9GyP6XoXwqcx1ZFytbGn+rLM4Jry
xEv0ZWdxEEXxYgKJMfT8QzEirKiZXRcSTZeXdpo8eWoR7tb4PQh7A9o155KNidADCrQxEW4N2BlI
PxSvFLIRJyTPoRB7qv6cm7f41+whZPsrnljNamBLdI9V6BEgT5xUIEwnjJwseGklTiZCvlVnSuVy
ccbyoZEXD98zbJ/7pbinKJArcvgWzVOzhWeY11SvYcZ4aFgRWk9hk+57Vbqqk6fQfMrTlRU++ON8
VKYSaU2bnYWxOY3MVJeu9mN59GnCaWq2h13i5EV8862qWzvBfxTEvydhvJcV+X5h1P30r//7/6bl
/IOy5v+h2Yi0FoL/sajm9NlFn032Wny0Pyhr1u/6p7JGxpGjkBKlGYSSUkL+szut/IYNjFCStViW
vuWT/Gs2QmYJ3G5R5BsZnqCeoTvxzzgTEdGNYpHNo5jfqAzq35mNyD/1jkRyg1W04yTl6SI/TlwT
/b7rHSGTayeIzXRYqppCqdXo+XZ0Y0HsoU12jLTD85yqbee2pIn5iSomuSsYzSrskhU0nFNP+3GU
96YeWM9LMhWP9TRlWMA7zD0ewQvpWl9YwZ2q9M3OqkRUo5Qs3nfv+uX3Ovz7PJP1Mr+rztdfg/mO
RnPd1IFg/6wPEtXZrBWzMalkF8WrlKFDMxuqtH3DDqBTltc3JT7n7ShY6U5cRNH+9esrP82Yfr8A
ckZ1ZgbfINw/vo84USDnQVRHRpclhyYR02M3xlSxXY22OghWbEIbDsG+Sk1ha/Qw/qNQuM0AHe+K
inH90oAVI9WDq2zPy5DWZ9maWn9sasuvzLbZKSS6qG7ZQjWKikrApK4QIaHq1nPSt4t6VBspwXVk
sPNr33z2397qfBn+4leV1nnFT+/1GhxDgwcxJZ2Xn9qNRWhgSIZsv+njtLpJQRqc2kkk7nNZKkv3
onKZTqNpgX0BK2Qi5KsmDmCpGih2hs3n0cLg9GoABiTLbFIsgIhpCKiGbm2vCZRLCSvu15+OJK7X
9OM16ybtSp1gSpn7UOMm/H6Zj4o6ZFJHlkMHue4kSdMnjIeFXrqiupYM0jXHFrvvrOlWntRla+Qj
JXrYaW9zPtAIUKYic8qC/VKaotoPkINXJ+gE/ZWaYkMlgtF8DwFDd265NDHqryav71XQfTS9rXEP
7b/3FL0QLybhHwlWEp+PsfaEHDBeUbX0w+O0fkunrjlKUJlQCCvzV6lYwk0t5ZjEYoyFQVBhEhfW
IDXM3y58oZTQk7S9qjA4n825gKraj8WtoQ3WRxks9w3pkA/4uovHkoi6B8HIGMxLbHF6CCo4Dinc
gr6eL21UZGv/pCzYFfNpzy6tn6q5ao/lUhTnRq4jxNnQwuBBBAdNWnDhWOkNHPWWBNZ4JPTIYEKa
EvNwqyhE04P5DHb1pMEL4kiBMGyYx6Nh0DeTmQyE7YKJI2nPQ2ZhwtKQiRHzYPXiM1LoiMYRHDOH
0xTtjIJ0AlfNLPFaItii4GwwYHuctNDJJzOhTAxx1aKPtwMLtdCos7FtyJpeDxbVowmt2aMz111q
g7wNUJF7OFWS10x5+XtYwQ974/dPn1UD+cPyktZ2p04GtIqy1qIi/nF5VXoYT6UGFxyS9IjoYqos
YBLtUPtMpRo0W7K4JYoMmQIx9KiC0+Y468ZjJ8gC07N0QMY/gd+QHATVwE6UEMGHVcbbYb37ZSNv
kS0b0uEv7oqf+ssiV60zl9Qkncm8ClX1x6sGgK8YRkkLPq8E0Ungx9NGoPMki7O1nVhBBvFAnxLR
7D52fgWH9Nw6VhYHz7++kJ8fKOt1qETLaSTIASpaI+e+vzknRSijxWBWgEq8vrPgSjmJUcdO1M+S
Jze1fqdWUvdXn9mfX5XNwjDIzJbIDZPl9d35bucTJT2UhR5LUj7LOCWjYayfVKMJ3/tUoYLQ87AY
8eZwVEvT0vJJ9czpsk2kHT4PNY6zLrLU57pv24Ng0YqqFMm80uvJYW5JeffrdwhBBFfz/QMMgQQn
AsvQ8QvTX1/PF99fbTMa4O4EjAExE0wbttmZi3+L5orucEryrG9FiNiaGupLFZPT2A36FRDhEDdU
RikGCkOicSW/wkkpIRJlzSmVZ4OyXyYGWsskZ1SD5q1QhC3xQ/F+GDq44lrxqMw1OhqJoIC4aINb
XZcRHtU5iolMvSddnHbnYgazrwL+dYKwMm+bIKKHOIbkbtJvQJzfGf3JFPkXG3eLDEZIwEBE5vOE
F2IjqLTyJpJINks99I+YvrFLqTTENAmYSdMHInHFgY74Vlyil9gy5n2pm6ZPDErjtlYYeGmYwrcl
jAiV01jrty3Wx61QR3hucM+jUyKjBaALOzO+u2eCy7XIXjJ++JJI+hMYVAZbdZnQ7ZvT8VAIzFdt
YKX7ZpSbi6bV7XUnFMOHGsaSx+MsPYmVHAZU0cOyz6MeWmBSyQYgdAE561Qrx0iTiZRJRr+SlepJ
DxjNh0GonbS2jy9Cosj7MCgoGDn87UC2Bu5UIuKaypW9kkKca/VmAWmvD37OJBn/3dDyzBZDWrLQ
/BESVoZWbhmLqG9trUtuF+pYFISeqbWWKEPp9UoV+0Cex02DMAGortBikTVn14zTOHCKgkpDCksg
rdTAprgkuzyM+9Mcj7pjxsF0SDpzBze+8/JAe4K4qIDvjR70MAFCjx2F3hzQAlCZ0CNWAM9YtKdM
0MoDQIXOJzLBQkpoZH6h12vvj1Sw1XBTAdofej5nrTSPndncQ7+mewiv5WwOzB2GtMiOxlBgLZIq
zadHdhFb4SVq4+lmxuG2egqQUlcDHZOoxj9H2E3Dkpf9RMKe1CbBU5gq5fU4ou4lMJ4oOc5C9/iU
pAd8TfKuDBNSk8J0pyjfZnY4iSMzne/yOhPsEBDBTTdP6RWO59kmpOqxoKa2ddoNl0av5stgCfFe
KEz82jnH2aw0fVApIzMYiDMOATywhjDKSJtoMAtWmNUS3FuQz9BO3Quf4Xibad1LQJW8t7pJvgwD
SWda3pZ7tjnjqU41NL3gBTxY95TKIaHySo8xRpgFDG39ROrbpMA7SIpM3i81Hvs8mgJbT+hOA0n4
LKEhIUDKjdibUhqj1SDdBQXGpjhc6mMvcjr1GrkUrjtumOuRKJa3ogyPBOtObqM25TtnMUxfA0nL
Xm/q5l6B2XWjQs6yF7PpgQ3Kt0kVqvtcbsV6kykUzTJRdu4Slwltv4pCPe+JLsr4AE6FEKmvEg/9
RwGUyLbk2XNvZkt1rlq5fOKoCnNVSeZDC3GWkzEg2cSnLYB2EeNw4QIBihBuAGsIcWNLDLBSKwJa
CqkE/34SfzZGo+ROF+XFMYbXil9THXdZSG+RNVa/0VJ7N+oCaWEjQwYwwNFmkaX7EjwzFAVwCeMs
Xs6t3GhXhkYmkmksj0qsf5Xc8XQRWp+t0QLLKee2BIxBzvrczi3cs0Em6X5vGerrEOvb0mKqIlZT
A9XcSo0Hw1r1IOTpwaUdlnh8AJteK+gZ6DRSnEs1khbASmNdhu8z9h5XUZkZVu2YAnkrhsXvw5oe
FJkqrlV1GNqTGXoCR4FTFOkid146Aliuh+IWTDi0Sr1qYz/j7MD5Wgy3wdLj3YOxshmkLqZVN0/k
q4U0f6uyOAqxlla2mZmJ20Hd+YjJ8bbbZskfTayXmxFE7FsfzP1t1As8+GfVDVrBfLUGdTwmet1s
uaEReVqVBVjY4pMZEL7ozBurQt8PQEYROhtkGIdQWZElqVMT+ARi4Uxm/y+fcf72ikNIWrOXeI4l
NkYPgTtgvferCtWvjAVxCwg1P8fZinerNCmw3CFQ5NmNiRmc7mOmql4FrbNzJq3Hn0aSjPQx9jTT
zwOWI3DC6yslY6IfET2EeIrX22AG5rIHKkHTs++liDamMY/ydQNtq/zoLZpDJVd8GspAyRH2r8Cb
UBeXAwd1POHca27bwpKmV8MGnADS96uiny5jMZNXUxMu5yfTIkEGqkw0Fqu+ROPhCx8lz5lzfEvD
KWUexPitNLci36Ty2mZSFW8c4nqFHXFGuSrjPmO9djnvrpjG/hgjeJkICziwj1sPvHhW34hplCRv
wQRY9KLqtdzbcKfnlFOwVGVe3AREVuO+rnpMA3n3MVTiyEmmlU4ExAAbXS81tUKV6W0H3FoepbtK
zJFdF5l0ynuWsUS+CthRvs2S2Iwp3hrTAY+u7AJ2mYOUFzjkyvW3jye0VzmBHzfg57HEm+SB3Jd4
nlF5hDNHIKUcpkun8W4JnaEPN5OQIwNfSpKAOE6qrwkQJfqr04ygWiVJW/ISCkqGzekY+22w/iCx
yJptC6nhoGktRkuQts+EqnMdQ4qlzBCb6tnqm662m9KsbuTKMlClZGFn2taQsGCBmez6uOcXaYuF
T6MlyKlzZAJHR76u6AonCf5ORH3TJWuoiPqMaBOAU2OzbVpZO5ecE5laShb5I0UBHCibxJmoKk2w
Hqyw5K2DXLJsqkZuP9TSsB7mZY6wJSzmOryaJ+01CyTxUbIGSMulNE2VR4DCcMH2FnwtppAcVWja
HpQrY1NWFgs0mhxTzvcVFuGGSbtmXQprEVz4RZozGupYuqneZZ4Vg31th3k1ZRbXYrOorxmyhZXF
sRuFAhISiQaQgCYGYMIynqI+wv3YDgsi9ckI7rA8NpOrJhpiwE5CYkA1BQQrm7fk9aVnA9XhNcA9
9bhYa0h9RvcUcn+zh9gfu6NlrZUanB54A2HpmUZgvEltjYdaqRDa1W1WXUndTPZlEGcfrcGpo5b9
NBKt5KDMJieVqs+3kmQwI5vL6ZgHnXhXRVGfkuOq4yzUu0aKvaKu+uelA57UKRVDLUzo7CBBSts/
zmsYe4tCyEZTE9SECZKFZ1RtYxflkjGAjQJM4r0SX8k12zT0aGmXZCqSJb2SGt5tiWRZICNSsBWn
FXvUCtOnCoPZUTPgFo0C50RKBpQAaiPrzNQmHAjqEh7VlDsbw+P8ABH0kTPmrRGFqCvA/gt11Vy1
MwTcrO9uVMWg2w/0muZP8xaWtO1hUmkQ5IzwXE0cpGYtF66FceaUTpqDPy/CdTSKaDAiaknC42dG
E3A7M0hxdidr0znshv6qLBMohvkybekimC9KVMiXvLNKWxxT5ZyEZuGqIJ5cSYsRNcxNeGyzNDjp
jHOui6hO7unBP1YlaU1Ka5YnpehfhSGgQa1VOK2EqIKSmcS4/ecu3lpB+xCWtf4MG82yWzVsPpoY
9cGymC3roMMQt+gjxEry5X1ZqLzFRDDIRL+7Br4lIuUokaBEkmL4kMtUPn3lI4ZgSFzWcekiUONZ
4/4v5rHlmJArt9Fa80Txgnd8VJGWdOZ9wbEznsWzCEdzU0xUbIrUvLVM2M0et00qPZL8ivVXrEib
6G9TIbmLIsR/hOzJkXj/rRL7/33wu7n6/Lf/+V72RdfMN58h7Z4fO9rUz7/og5fN+Dr/6Rt+b4Er
0m8EyZPXriiGSqdEpcD/XaCt/qaryPvpPssaf0JA/L9a4AbfZChs3zrh3QbFDN/0zxa48Rvh4DhS
RYaR+ko0/jst8B/7AHQEkWRjckfXxQxYlqSfKusAsgeZgoxo5CkV34ntrC56qRkNhJkVsN/lXX6o
J6Cm370/l99L9+97RmtT44+Cfn1Znb47UY34auG/GGvH8rv2w6IYsyg3i87TRijuOerowMGKdvfr
VzEYFPzpZVbzrsLbSLqsunauvnsZq+iFmvQOvLJB3j/C8RJutVlozlDmidmj1yLfkWCHCrcWO5OC
KO/UW8ISIQ0NdYsdqcSMHvt5TfednDQdHg1ntxL4VS+H7+K3d0hveFA42TR1st3GbB7oI+MgR9Ob
k8s6Z0tHPlVTLkhM0JR5AECgHtOpoOLOOiRRkjwQF1cC9cdVNPWACg2aTEz/lVAK1k5h/yHGcY6Q
eCxJ0gOn/H84O48luZFs2/7Qg5k74FDTkKnJJJNyAiOLTMChtfr6u5BvkiEswthV3W2cNBEAHC7O
2Xtt+SuO5vjF7yKI/By1k/B+aPLhc1RH5CxWkRZfW0+DxW0lRVtQHEXjk2EFrnEVO3bWk4rnJp+t
NB5wugdUnHnLws8+FmTCZoh6ksi9mZVEuOhHCR1uknrVuoKjmG4zGHPzGo5peDtVpS62sqQNR6J2
BB8Gsma6zsI2VOv/B/HP5pxYO2zvKvUxTzS1j6waivtkHivIbm3Ek9Ii1lB6LNRrm8tvfhm2R+PL
o0bP5yFsgTfiSIbZi4mcYU2ztbIKa9sFBpJku8aWpThha7Q5V0aaOqxQvQ1oPiCP/scy3NTxdxSR
Bp3AQgDRCzwGulxcpC7yixGdsU2SEvkJpllt21kZn/y+BcAQsoeL9i1xTNG6sxRd8gp8p9pA+4q/
k3MR/bbm0AVM43TDcONatnxNJjJCdkY1pbva8Mol0g+AS994iCP8iC1UTqAvlMGRWLewz2qC32Ww
6NiDGB5lkxqVvyPcMbpNKanT9HYhuq4sv0IBYcnC+Nr0TQlGJPN9Ygeqtr5LMrKn1rY7dQELVahR
hxRINv/5VS0MdhSs/C/+pOUbfv+NThKkEl2LTTb08zZKVbjX6WjsTAg/N7r05ePl672VNo/Ghr9k
x9JHxIClzKNJQXJKs6mAyU0YWO5vZIpIm212J4ZfDk8NxyLseCQpbr1Og4FQFjibnhYa9SO//Bpa
0MzdxKaAg06OQCeJvp2UdzGQWwK55rsVzBhp/awQSOb4f9G6y68M7je17eEduMKjjyPtxVxmWkeP
LMxdAjRJhqXTXaALbMIGcVyesv/sxt4n3LGFPJvqrHe2thaIbgNYfx5A+YzvNFOkD6FtRHG1QREJ
y4VYPgwdRdFxYgzLiN5WXjWIX2wqOvdOqLxh1ZcBOiuaM+aHTI8YyVqvQQ40wSh2rpSml6n/6Oak
pE0FO4q2grCPKtNOo3KparQJUGzMxxYezRbYZH4zJ7m48iDlYd9y+Wo9l7UXfIMrl8Lysky9G3vI
P9yaGqbBmUgYKOmScUZKlLhE0NsNFdN1Z4zDH2CB5c9q1vreA+jik/ucJ/LKgni6DntL/xlXlsOS
+NYnf/9Lih6USW0ZiDYqWW1DDl+UhI1lzuQ4hPhf6XVbpvmVq74tgIcP2/d4BvxuU9KBeDMPvnsA
bR4mVea2SF77qU7XbaaWFl1bYo8JYNoi5xqArNmcw9eFm2A8gE7l1wv+Uz2kVV3qdWd2BmR/r4Gw
MkepO6F8L3BSJWZof7DIIcV0LAXqz87Ik+CBTohJJpUZsIlG+RJ+g5PFLBeRKXpvgX+zVl6QZFyt
k/0HIF7kSqUNq9ZdXVj6mx0xDZE3A3N865LAKjamS0b4ivQVSNsjbrivrvTy4lYZBoXBdAbm+xxP
nb5Bm0qlb0jD8jYMJdqoLEbjnJU2hhpm1Hnf+DmiWafzRzBFZUce6+Vp52RFgqO2NJsWqYFypTra
aLXRHAZ+HYGryHr/ryZh9qaapb4fYwjaIlHXunLnr2dLXiuvl8bJ4dAeWRZM08nSrQYGv3Nr0hJX
TuUbiIlbtY0IeKquDKaTD5dOFioKR+J6wNV6LKaYRjMEOV/ALCU6hs81kvupiaDOq2R4ufww5cly
u1zLwTWLuZWu0PH+MZMpia7sQ7ZyGIeHsdXWvlPxVMBn69pvpd+DMNGGTTE/D8rPc+Qg/mujIeIs
1Xfm65Vfs0wTB18Rv4aYM1Z9KDIOfZzDZw3Rl+50XaZbvlXZ3qac7p5wQVCZtvvkoQyh8hVxMv8Z
vQ4CpV03X0wbpMHcguGyJhk+FLWu9nlArNyVX3boEmGC45chr+G3ubhD7bdty7vvmzCJYKC2nsCR
1UGyb5JCPntyYs+nCexBmpFMsEuqgfVhPVSaEMJSptlPQgw1IIPSn511MAUSpKZNjXpdUbb/CMK5
9G7owgCqonmQknIzuUa9v/zTz4wmXq+jfLq01nJ+OnymwVjNsTVo3DqQnm5KlLrwGwPxSRhV8c/L
AO4Wh4ej0ADRCfaPruVAsjfFiAmFLNzmC6rf/CZWYfZrouv15Kk2/Bk5s3NbZt286xvT+63zQl3p
R5/5XpfzIYOI18Ue8mhXMrtqxHyGTDBmxaWJIVTx0jlZvLedBuPdHHpzdGXnddS4fxsd3LTJFplp
wue7PXzGsbCqxKAMuEl1RNOpbbJFli8UVu7c09mX3MogYgVpSgSyTdiKj0wKG6bDW8NWmI2wvogg
cTYh+Hyk/ulU7abOZJUqLe1+IXd15uBQCkou5HuUu8sD5Mij9v9/PQdhtt224zhvKrGDJRPD/jLj
AAAm03xcaZJnsrUT1NS1hsCJybqsS/B3rC+qx5Spl+g0YRFZk/Fr/qOWY2Q7VwwWamd/MPsrP89d
Ht7RpLA4/3FlCw7y0JsOH64qw0nXZQ+ZySA54I5chSXqrwToSE6VxsPLaPxoQ/wucV0Oxv3QeQqd
5mwl9X6MPXTU0WAAWp0iH0xE3OMZtXtAahtqRDg8DRkZhL+2dfmUTg08sSHJ67/GKIlvLQ0SCzbE
g6DmpLMu+61AMpmuGp/K/RcrrMdx03Xw0cm1L3HVcYX+x4CKI3rUJJjsAiKgkycysIeXrmnN/1Tm
pa+I1yKxqtjHY98lDE6vujKzzB0xNOm8akojYcHFrUIQtD9/Dsx+/Jtb/LBHm9qq2sAkbhkvfbyk
dIQa1n9Z4ztYhkr9USVtgHzO7T81cRU565zAgpsGKRR9oSDMfujScP4k8Jr/SnpuYitEBGyJEMP0
V0SxFUhTk7O0YZZtNVy3LGUwt96EVYqOs7F3gwiMjU7UJ0d1QGQuD8QzX+6iHiRpZSnx2M7Riw5D
C6esWRLdYIvmUQcI0+zF6ZtETU6q92D+D9MVq6srF+4YK66wDkdWW/Zxrsk4wppj15/pbGKoL+lX
k25vgulSPdv4ybV2HEGb/2wECLtIVvaVpWWZj46GN6w0lJtI/yVn7eWpvFtZ2M2omNhSY0MZQe3S
MqtXdd6DFBwtvZGT/2ecdPRJNhiRK1D8V57ByXaZ8sOy0LLAsbhZ8uiZe7Qz/MT0gg1MS72OpVds
ghyHOSD7PTX56dYiU/rKDM2XceaekZ0iLuBf/nA0X9q1YfjMGgbiRZ8AHlOhBCxA9VV0Leo55cjE
0aqD/ksXtyfClxYYVFVVv/RxhtDDGwPX2U+5MO4TD0bkihA909lAbx+Bcs9avRi0AOIN/jfxu0jS
GCIMTrqGSMOlWD+rmjkAkqxAkZYlPh58ojpveLgaNLjt609kF4RkysR+bqyrzGvI80kF6my6jFWO
zzuZMQxEsnmRNgWnVZ6OkMBCo/lSVJ5CE9hmz2TFxB8bhBLA7r2YIn1LW1ruy7oIngnCKaO9S/rG
H5vZMwXXOCRPqjOi311qTfEWTGJkobKL2UkPbUpuxBDE5iIbmtNHOQjWNUQYIHzY13nmRpH0iz7O
n2f/rh+i4WdNY4n6dqbEz2Dw4GtrMwEuUkXF8FtUAZQgctE9wp7zEZ9jE6NdaZ2y+zQ3kF/XQA/Q
uSa6xYddNfoneVuF5Ihaop3rSBd9xPQOCtaJEzz7LjqhD0XTVTGqfTETLDOC0CAyMO8olk0IDlao
BYD/V60jsdT0AcIYp7PSB6+o6w63jmt814GO/lQ2XMk1CjPnCcxt+d3uBzI/InKp/op+BOzcIYgD
5CvsV0lsW47gT2Ufp6h1vpREcn2sVVd9Jnhy+Dr5FtlIhNyShh5HST4yYQ+kwQ2mQZgWMrXw2yRN
XAxxj5B33SAyDlcppS7Klbqov5FC4jQ73UrHXrd0zZq1pXPvJc4dXNtzXBqPykYAShwMuy7wowW2
oSz2kzvHmYS4iYssBplnDwVWuFzeKuCbZOWQyxavwmEIu1//Om/iI3ZcdiDLGRyN+OEM4mkqW3jo
3Q30bbAPZUDsLCFfT3aEAUX4UNYuX+/0610U6OhgOYdRFLSOrpdFGNobI2NBzkqHOcOaP9ost8+N
JCX58qXOLAnLoQtdH/V5n7Lg4a1lfZrYBRmgqBtr76v20uTJG3ADhjWiSOpz/pUl6PTWaC9QfkT+
TT+Bjf7h9STZO7TWGpRnaJDXXlbD8A1hqWc5QOXLt3ZaM3lrZbBnhLiAcOhNU/9u4jd1aCQFNtRN
G9Bwwh/o24/56Bm3Qwwc2IUw/mVWYZPs80EP9+xqm+ch6arwyi2fWQGQvPNwBU0SzpxHi6BVKHtW
MZFznjki2GxqOcxbMzGInutISg+2su1yWJXVFPb/w6Wh7VhUEC2YSv7RVh2rn0SbVgebiJyQuyFz
ul1D7e92RJlyN2cT+EFjTK6ch86c5DzktUAFBFXLk/OQUTeDXYwpQ2o0rWEf0UNg4cNyEMM7tFkM
/LJ2yJPqfMAUrb6y9p0Z0Ixn7pUfwI94Wxnfv/TCkSiLya0J0ZT+p+sW5RcPmFiXGC1BVzbljyvD
zDuzwaAzJagkwD+1vONtFTJcUnTJM9kUOOn0Ttaz+BUmXYO0pJ7r6ab3p9HbgFEJ840/eggoZIT0
/bmvLbRYvioo3CUTCTdI9YpfM0cussUcgSzaE8sEnhuaNTCZ5jBbp7g5YJCHEIhcEkR+513POQGt
dPmYWixTGzI5MC6z2y+2A03gcFXg4K13xBo734VrLrJhb2SlGwjmsphbfLiL7NLxTs1F8q3AJtdt
mAF9iwZzu9C0SxwdcMOz8L53qchsHeVRZvV10BJCYE1QobswZWYeYrTThgTwSComdTpNuQeL8hTE
Sxb38HPIHY/+WZAC3OH2W24I2P/K983il4tKvtk5Zkd6ptGkREKixGd5G8MEa1mFr2KJGPYWBf9U
fciBwC+/wAvgSltz0uH7Mo0XhF0lXLx8jCvyStqARkIXGb9YQUjmLKMJuFEzzjgSaxgXxC6J2jFo
YkTt32Lo7U+1JeNXNrIaVmIVhuFnHUN73gxRUL56k4bymDYpPHtA/sNnp9WJQfRNOeHMbqSq8L8l
3bjK2gi3Z1xmGthlM9ThQzkI8ZwFftltjKBrbgZqhJQqKBVyHKyTKN3Pvdv89bVEkCaKUXzLaZlQ
vlQTINWC3cVdUEHbXVmoVAnYmAOTnl1lldW3Ma2G/5h5YsKYk7QhpSUaS2I22LNwsEKLiWjHKuqV
ORbqD7MOiJ1E0ZjfE1uWpR8s4tpwz5WNE26CtuRvyXRQqwf6P7O8lWHckKEZhIGJ2b8A0IAAhihN
0SKL4j4VOIXC1NyzHVb9zyFLsxwxKMogUqk79/uoiWKHhbDA2Hq24MR9I9gCNCpy9dxbNaoIZzDG
3zqsIVB4hhz/E9Fo/xf6fE2rklTkVzZntnvnIRYtgIV0riaPRtgVcRayBkZbeMWrNc8j+k2qDw82
USz9GuUXO/0a0Hm6ymc1/ejNZrwvbZIiHyNyLqAMQVz9Rii5+k/OAfr/uDKYibQz0ubzq6LubkxC
79odWmdQIa6BuB2xjD3DqJp60mpsOFYbRNhoKxGLhi1xbRgHkZdJwwbNEAzNpiYiDH5Hkucv/JK0
2Jg6StM1odCjdStFq/R9HVM535VUbP79wCExndGS4EjvCeUfrbBE59XQ6dH76TqnPFK1+D7XJX3W
EH7GFN82YRHtk6K5ttyemwUttAHUVKnjqTfn1buJF0ukPXrTUppiB0W3LnJBCfdq3BctJn7Dplng
VgvFLOuhoquCQv3lifjM1sLHa+e/lTjZYRzVxtxWxK2BQnWTazu/s/tCPobBrFDiRz8vX+l0RedQ
B++QNZXjpDwmxbVl24TuqLwNarPl4NHn1VYSq/nHsGeCDEvEj/0U2lcW89P7YxeKrUjSAJKudI/u
r6gacso6190MHuHqLA0TpYOxeJ49kVx5lKdLOJeiFmQr30O9cdy2m0YrFVVPwcqcRfGYOBBQTMKE
uZ6F5CzjibLxdrrvTZxeWU3P3KTFHkkRgUSHFd7k4f4Q9WMo41rwaJ0BgWOBpH6OlPd15oFeOZlL
xd91WBhAzUQlxDdp3i2qksNrEQsWik61JO20aQicbNJi0/Xkv9KjTtu/bh0rvde565Cawjl5w7Yi
GLb87jZae3NpELdJakxBPqVSzW0S5fWVc8eZh0HN07Q9GqiWYGwf/kCXSNPeRrO3GRJyGU2ZgDdL
jXajQFheeeNnhrTCj+kpVDbsF4+HdBTbbdzPKtgQm0UUAUCRDbJn0i2JwH7KWxMSXa1b68qQPp0z
JM69xVmrOILQUz+8wYk08HkyAE9b9LvCfeaZ1LNTbN6cpw014hYxwCvQYWOWNVvx7NZCl1fu/NxD
5vhDj4nR4J9sGGkWZHIsRbARcZW95hRTfhAegu4ho1H4/M8TB41wC8gpUe4M7qP7BUFhKScpPEgo
U9XsotGvplXEZB3vpAIjrhHCfbXboLqyKT7zdikvM1c5+Ez5w/IlvJuby9BW1TiZ3qb2Y8I2HRG/
kswSghXMQENX4dDudavnfz/ssQ4JzrBLe1yyPz687OgEhlPRP2XRJJ8AohHDlr1WXmxdNmVX1BJn
5izukGIbW1ZgbMfW0Vy4RkMeVbyNKazj+xce2hPlets+nGBKTa26JRDNJeTKrw29vfxizwwiF8+q
FEzNPOTFPP7+AbtJH0kEGNE2JHSIhNmmu6W6Lx6NFK3y5UudeZcc01nnFCZGi5ny8FKJ5yXon1Dr
yHkq5IOlSgM4k8c5MqOQDCBIJKCr8OD883dicnukyVDPpVHwZt19N4YqtOeebdGmlY3lvrqiKr4J
z4tv8R3aN5dv8XRiPrzU0S1aA17swaRnqjF2gGbMYnDxUFn//awIhhZiH8+Tqjid0cNHSZmyM0U8
Jds4j/IH8tybDzkdrweD1M+1i8hsd/m+jizZSw3YlA7iPgF+2bLNY8VIx0krhpaRbv2+QiRbxJmP
F6JioSmJJ1TlU6Dr4XPlR/6484qufcbWX36juVbvAxo/uOQMaRCsTM0oQjAW5/YqG8B3lFMa3+LC
oH17+Rcv3OejNRK5BesjR3kbYaJ9NHNw5EHt6yFhj/pa509FHabwlPEQfaios9GcDboewrhUfrsd
2Fm+dm7WEgBWZ/jfez/NE5JQI8ioCHgIkyjigbJvVbg/67Sk32ERD/oZil30U5hN9TyiFYrhU0Lq
3CES6r9kM7DeTZYpkptMZUOl67U/mavSxAN+ZTE6/YYpESH25B0BdEAgdzgapJtZnIUguKgR5lhi
Zt7T6CXwp5X5cvmpntl5IORZvLQ+xGvhH++v4g6yp2sQPWhRMCaMs5HAX3vvY+vF1hO17PljIarh
U8eR6UkVyFgSWwcN5ztSnN1kyQMnkhrNa+DSzLn82868cEATEJfZYiIRPKYGzCUGqVJrXris830d
QS3yS1x9NWH3H2TLzpOgvejKMHsTHR5uxfgM5SKR8Nn+IYY8fPae7qcYM7ZBKOiEuNzHV/SoRTpX
mzIfsH0luazU2sLFb+3SZDLdFzsMiRIQXeUvhN0xXdf+QAklmJCjr5CzufDpLJ3ts84J/f3lZ3S6
beFwtRCs2f8LBCvm0a91ZRh2BTUODBPxVrVTBlS1GlM4QjDovDvbivuVzDvCZ1Xuk4TGmvX38k84
M0XyE6grosXmP28j7N1szBLvJZ4M0WzOUbarc6P/i4lv/nb5KstEe/RaXDaeiBCX86T1Rj59d5UK
35RqCTHeFuGc4iUcpLGdk4mcGLdryaoMOe1fvuLpp7FI3DxFPc1DmwMv5PDZZlNpFlUN+k10UxFy
ci7TF3t2q0cU0sEOB7r8GKEO2ttTCaaEghvIpNDGbdskbv15iELx0M462WtJH+vybzt57fBLKWci
kaSZCcTOOvxpVdyJvqoJCgXGQumoY+//fc7xbWxFY1VyX4wVFm42GuEr+fRDAH3QQb9y+UecfJ/8
CKTCpifYVvkcdg9/xBS2RpYVPRCJMR+QwWXzLXJqxDqtAYSpn5K7MO7j7eWLWmduHV88ixcyBsqq
x+qcFjA/dvOY8KJGNdTRlAIdzL6VgAmc4MBT/dyJrV2YBtYnMwmiv6gtm/8ILhx+D01QUm2zvOp1
Gmfo44gH/QDAukfBa/EW/zILUQq0bbMDobpNh1d3QCLPfJ/WHuzBoH8eelU/s4nVSMXjacDilaFs
XmNy9/aeHvFRpqM1/raduBDbpg3lx7QXqbuegbrPt72KgcypcIJgmTjkvlv8zugjO+XevkvdwHKu
7F/OvCOAQGiC+AqXLenxO1JGX5VWXRPmFJebfMrqDy2wiB2Mg3vObxH5s6F/bWCczAjMoNSepcV/
5bK6HA2MZrSnqiibbSWj5qagaoxranTRlVweC6dtlWXHZDo+Z0X+ZQ07vFA3OLhA5czdeZZ87FhU
1wasj72Ka7WtvBxmqd9gT4tqDAV2RzhhNMqvl3/EuSfMBpj6Pl8Ak+DRzSIRsyrPheZZS6Ep+Gii
dEpooOPUWPjuVHWDpDjKrtz6yRGDL0/QmqNmwNRP/+DwziU6IUSbY7Ml0t26zWfMKJkw9K1DSPk2
wr6wJ2D7V5034u5fb3fRlSHYoAsJe+N4eYyMysw7wqy3yL/9HybdpHWCfdpakb2VzZuggV+JV9tQ
V9blk/mfG14GFBMy/xAgd3jD9YxN3YYvtc0g2DyN5Irse6IMbvs2k/dDFne/L9/nqVpyuSD7Dx6v
Q/3nWC1RKyNos1k3W+2TE7mp4wzyWxaTR45ownt1Q1wYTlxn7hovZAWA1W2np2oY6c5rsxbdlRd+
astZfo9DBUxQ57NIRjl8AIXhRiNrSgNhdSrIR6uD2gKjWWVdCD7YAKYezTUKGqyPNn7gCNzF2iYj
ecnMrgKwmVSG7kUNOOIO8JWVbPGoNMMKe2hAqhyQPGPFzAn8FigP3WzTmKO/c4qe6A6xd/xhYKf4
01BI/dlimwa1p7SGPBxSzd1Uo2A7TK61mh+abo5/GB1KDBDUbk+gXYA8MDEHwulBgfGj0k47H6Iu
DV4YNtZ3yxoTgi4GcBHCSEayjZq5B66nZAFWMRTVbVMgMdyXZC98x3FhP81DBjxT0r668Wex0Ikq
9JqEYeYW+MIqLcY/QU2NcDsg5d2b9CbIDkM3TNcvTipfv9Q+FnjieUGU5HqIiptAAy25ZXdMsoNu
xuzW4njwJR8k9X9MQLN1g6sAcVBvtYsnte/cGxq68NMDO5teJ7+uq62qNPK5y4Nw2WsebHp45w5H
ACZwaoNodg7feRnSTRp0WWxJ7uxvEC25OODj+camWn9lXaU2cHoxKnwU6jl+0hATR0dQ/P5Ye0Mz
g3skvPZ7b6j8R+rlILh7WDANMEHD/c0RFRJqN+rxB7sjy/ycN0Y67dgaEW5mN2OP3jElSL6Y+/pV
mm1gbDxhzNN9F4RAWimourf1ok28Sw0xwr7OSQZdGzUZ8LiA3P4FeyjMxtqZHLWJwa6xULZJ/jlO
hRWtAc5REhxHjqVEK9fjF79xCFJYFPjex7pE8r4dbQfKQ4DghwRVYWHT6VzcO33XlN26Fxiw1pCf
0oZcvhQBlBo6G6ZGHdXVDQdenxSMpPqT6hxkVWJ2YLdT5I7PcpqEC8jIJMphaBXyQ9vvyBRmJhBb
N4yKB/qcIeo+IBvVnVvNWbuGCZDj0mXc2evQzoqfidGiMutap8BHBAfGWduD4974BZS3XTLSiWbO
sUO2tZEEeYfKUK1r+q3DZsJV7WwcwlitXQD3Um3nuQLi7edDfqMzsERrjD/yD/nmVfZdhb1lb8ZW
UBamnCxund7pEPWMdgz31KEZtErgsP9hO1OaWxhU4WOftt63oaVSxd8ptXpSire7Vqhw4P0rkjSf
p7AqQVK3ibtAPPz2B/p71dPDsfTfxkwq7/NIhPm4j6a4cZDyDEG7Srta4a2iD2bfAZcJ/DVG+zTc
1RHRsUQzQu54YWg3yYe6bwdSoF2ZbkntRHjVxv5Mk3As1a6J9UBAJhSg4dGXYfJ1tEKt9kgVSrIX
DQfO+1CDkmAP2AxrEShgtmZCdW4lU4e6uW8b+O0nArFjIAEZ9KqgnAK2jvxDepxPK2rvl8mMt454
FWLktKpf6TnG3g4bJpZ6oJ/2L52M/kjlW9LiDCJrfgoDd/7UVEJ8rxFxNGAVQqIoBtPX322jiMON
PTbNSyJHzEUy6fhRTUCvaY3nbXpC3hL+dnBPLByzgAhE0F/hn9DtY59WFfKrFR5o7a+UI9viuQnT
On22Omc2V3bco6Vu68TaxOkwfYdVYL9cnnbOzASLwQV7C7IY9tjm4bRjVTUrgdl0WyqMw6eBkJnb
Kcj/eBjunqkhXNMYndnLLKW8pUlIq4fF9vByoV3lE7Hu3TYPTPAOdDkWaha51NQfkm6LqKba4fdM
b3MUa/8UPeFQ9CBNbCn7ow6xUKYsj+LgWDmkKu3cFuQv+OJVPmT+A2ZW9QMCofcUG0n9evnZHk/p
bxdk2yQpX6JxPe4qqQkHHD7Ldp0w3d0o1b5Ig1xtrRt5Zcdw/BbfrkT3k7Mrp7ST7quKUoTnA1cK
7Lm8KSuf2KgQzXeVivG2o8545ahxsmN6uyCjhX7Z8iaXqOD3z5LeU2i6Fc8yz0xQj5GIvo2o3qEC
9UyN9ehqjqup+C4623pI8Jc+GV4Y3wCuJKr6358yHmmcJfR/IU8evdamGuoePEi75g/VhzTIMLU6
ugCE3sX/Wqxbbptys6IzppZnfbQx6zkCJbPLcy6zMMrWNTjJu6ZAUYOQOhk/Xb6x49PGcjGMKT7b
DbaAYonhe/+MR6NODWgXwKWRm/zQSZd8r7rWfy4inbSbwZkh0ZuN9H9cvuxynHi/EXm7LH4HjHac
s2gvHF5WuQ1/s63gX4/BtLPbhPpHh1vz8lWOj/ZvVyGahbICbi+8X4dXsXTnOrrmKjHanw0ua7EK
vB4FycQewQtl8hC0qX4YCpDcgY1i5H+5PF1MjzqaJIPw8PJGOBpBUDjMBRnoiXy0y1XST9bWmlty
Ud12vmttq92DdKLeZKjgyvdz+mopxi/dP59kOvfEVogxtopbBew2kfP8Y+xTbxu0LtLmYvRLeoCB
C8eiL1xxZbY/nZF8wUTPBTm8whc4mu1zzykKdEzkEydcnGctPsKT+1Dj9/1++QGfVNQWCzH7WLze
lG5o5x/N9JNBbSRu0Mb0eVDb20GQo8FuAzFRNNXJD2RQ5j4wXeMnJ44cJ2Nk3vk6ju5BvqXfS9kb
Dz2sz8+5IHH38k879/DplXG+oupLK+7oI+4sN7cSF3CKDRyNVFCyK6gzu8Do4BBGnIwQMumGdOLL
lz0d8XzMFoVbnvtigD86xrec+CgduLiEfHzjq2L2Jti2jdP8oNognXURhKT59WX/M5rLOaQ0j8jo
ylx5uk7wGxwOl0yYSDmOveRz1pTu6Fb9OioQ2jYi7Z902JZfzdSJXnybSvjlez433pjAaDdg2OMs
ezQIcHoXJoEa3XqA9LpOdAX9tWavp5ryWvXrzKW4IzghtH7fLEWHX3Tn+g0ZRPzdKcvxuopIOgnQ
IJO6lNdXnuLZS9m4VSi1ocg5brsSewfqDFHMWvjRE4oiNtyZL/N7lITGteLP2WstBmSK0yQDHMuL
zN5Fv1la3drITFnfj/ZQ+pTZmmEn/Hz6evl1nRke2EUQfaCVAkt+/GVEka9F73OxspLDLojUU2zN
AajVwYVtPIHeuvIkT9cavDF0JaEMEP7KYnD40lgFtNXWjA93SoenOWAGlCUzweXbOvPBLwOeus5b
p+fYlqLqxLDbcUlGnk1IGpHnxhQpoyq5mUbXfwEBam7jMqCPc/m6Z+8O7i+yC2BO+NYP764LTWcy
kfat7YCoNoKW4Ks5wkPCd/k658YIUywFWCa1U52F6Gil0LLHdmahQQBGV+yzgSO0tlz17x80w5C/
zaJOxv5vueV3e+ikTIN4QCWLBolAEXZJ8i7r+/9Ul3tXhBUnBV8WEFR1bOzoBiJwPu5WGtTpUNsh
nVReA8FNNcWfIp+9DbyU5LaYDedBtepT2A/yNziq+ZvPinLlwZ57gT5tLtqDJiXY4yl7hCTW+oDA
1lFsIQty5nkHwjm+8kzPLAzIKkzWY4R2SOaPJslyiLKipu28JlRkZhkYgtvenjLiPLzusaXKsA7y
FoKJmab7yvL1lcufGz1UgtBP+ja+LfJsD16phc0wsvscEvus491oJNUmq50eael4rfB09lK+sME4
sPfg/R5eqolGwwPJ0ZOlFtvrBuPMprcTsR4ViMp//ybYfdAvW7rKyL0OLxXCD7AqUffrkOPWbwG5
5YsfxdlthGTlykg9c1eMDoSLi4ccMf7RJJbRessNOtjrYBEbqCyqtsZIAyQb4ApdvqszE/Sb1mi5
p2URPxoqgwh6GaUYTMXMCqDNFhXEWBGo68FNDddlosbby1d8KwAcHgfAXgGXhqUlfZuz5eGDrDN7
aWqxruZxInHMpHNhf+yMYSA9roGj6qArbgkW6FCFEOnmPsPLkPmGqo/7gSoRQdmhk8tr3qhz20v6
gnRtKSByfnizbr+biGJaPwaCApb7fASVPzhJtevaAf40k0b517Fx+y74lcj82kSD85hkZt+t4zTK
n+hjpNbDaEfuzhrTTHxuKUuXV3b4Zz5qJCy8Jc79gv3I0VeFFX+0xVIlnulKbZw8BnxaJcQJVMkH
XfWUnel73vRTBfofJtq/j34aYHBbaGWzAB1buQrX5kTucMNlpBfgrG1A9Je/Redcw8SfG/x0wkzq
KhyHWRoOh0fspyHAgYQrJV5Olg3pVypHqWrj4royUZ1ZxpfDIo8VAcRpHwx/F5Rbl1c+RNV0T8Lk
xDaWfKmV0Fa4r8zJWcuq7q9cdbmBo/GPKgUyCa8RqehxL8bVfdGYwPBp3+phPdBi+OHYRX6lNnVm
uCzaF/YnNNmxMR1/2NoEJkmNdS1lR3tvbs37qEmsX34cuzujVdHOLUiD0H5orgrRqE+Xv/I3A9zx
XaJgXIh5oO4QJB2+Rt37Ks2GpF+3vV+rG5M4CYQvUxBMq4C8uGAdVB19eLcrDbi/UdHipxIYSGI1
Tq+p3YmfcOQqGI6WJk6JIuKg3OxLg+fd2YbJoJqdNUQmdJEUYveqHphGSdlrgB5MVMP0jWenA0kW
+MK3qRX6xZX7O50u2ELQTVwwAzjTOAAd3l/SWE3rsDNaG8Byddnv/cCBUJwsx1Efy1PiZWTaTBOJ
o1kDhX6Z6pxx+p5p5zlvw1tlt8+XH/nJaF5GFFBmBG6sGnigDn9RbMM3Q09KKQmFwH1bwUdbicoT
9zjI7J3betmGcpPT/usK8nZZC70ZbEULf+LhZUv6FSpl4ViHkw9ZOQcUrpoWzUIA77/vkmuIwZP5
4e3DQTXCtcBWHTevsah1mKC4TV25RNXAWr1JaWusW2yJV7b55y5Fa56iEq+aO7MOb43DLcjZnmR1
pIB609oK/nvZTQSgyWuanGX2PvhcuCv4kyh+OQDyx6PPpctNuwEf1rI3rcm6S9xW/coSGXxr+xRj
UEE8XxkTY9ZNs7qy2zh7aZIekOCaFhXPo+oFYuIiFmrgBc4OWaUVkhWvjPu9Nw7hwwi5CRdajS5p
LMP95RF77vmiREIjRdWX+z6aoxbrKJzllpJdOZPXmJrz2h2cARlwne0uX+pkn8PzxdqI4IPPFefh
8lPere6JVdux7U//x9l5LLltbGH4iVCFHLYAweFE5eQNygpGzrHx9PfruRsRZBEleWnZanajwwl/
AH8f9+hQetjjLh6SzqWFUvo62frjX4wnkXWMRhC+lUOkEslHpg0QqKqihmVW0WI2zeaAOUb/ZCMW
vPMRr86PjJBJ8k5zH53Pj4grW+Y1HXmw8vn9QCvx0CM0et/ZMY2wTuzxLC6QjmCA4RnA0PJ0/nJu
kPMBdQWN3jEriYCGBqcKVcnK9pgok6UFUKOtNyVkNveAIODIu+MpMcrW5jC/VROUCXwvS2DsAz7B
JsPNR3fBqVrgSp2M+ofcHKw/zkjkj/UMrgwNmgZN6vMfS+65aG7CQc557kO4qxkIZbJmEtvi6+0P
f5llMhaSRiToAF1INDcnOUZHvYRUQ+cEhbuvnNnma26u5smBgPd96KrC87WySx+5Bez3puKuvzTY
sXsksmv7gaSa3UD5Ba3HzdWF8asJg44Zq0W0Sj9H8Yxfg/1FjdL0a+Oqxefb0742niW1wXjy0c99
RYz/dr6S2Cg0deoof4/G+GaJ8mFEA3HCEIX8Pj8MaWP8aRjFOnNhgeeG/ORQ6jz/phKzqTldy43Z
18pHL4fkgi3pThR1bVpAqc1X2hIycptd7i3Tus5OA9XXE/ZD35Yfsh4RJgvnxed8mfTT7VW8diH+
Ppz8Ob+tIrIIfaG69RAAvy0PqIx4+CcX6E2CpAlvD3V1ZhQ8KKprBt3LzbPtjuUEwl3GL24nnogo
1HeoELtfG+I5vE8EV/BfBApUAxAGlsJfuFadT06NPCz7AIfg0NzOJ88dep8ahY15rWWHeocU0+0Z
vj7P2zcVoykiP0OF7rSFN68Ol/uCNV+QTAuUFmvojXc6NR376CVp90GZGxzNNdEuKRZAA46eRDix
41tdNXzSlAnMkdQzKTBon2PrnutjwShE16cEadbGNhDTLbS3WdLDyrcKPb/P5lEx/ckos5+zqSM1
Pg0g2na+27UtIpVwyNZRc4bodr6KPR8GuWhW0XNWPSAHdY6QGdU7j3bzzgm7tkWo2UpQD6g5qhHn
Q+EAhfmxRUurWnIRdlNpfadAlgezLX3zDH0vw702NU4y+DR2h2wCn4+XqKuRatHKeDrFzUoZDfTr
0WMzTZjit/fGtaGkCjcPJqkRRcHzocADmBQdafE6RZQGCRCwp0zgZdX31R4550p4RVGBXFLaaeE4
Jn/Kb2d6shQbDnwyojk8Kb8i3Spg8ZtiQgVHaR9iUZXh3Kj1Ybb2JTuuTJOcHcIayhlAnreOa13v
5mmNAlmw6ujc2NDBT7kCldjR5vz4xytK/Q3yo8TXo1K1yYccTYAorAg2UizZp6E2jnozTrSj5mxn
JPltNsdaIttQobKpHl2UFxuUDtZM5YGNK6UOszJrjmCq1PDP52Nxb1BG5TW7SDO4f/GeVpkPjiJQ
nJK2m7+2gz7jloPQ5Pe/GYxnEygw5Sd185YJr1ctJSV6s1NMm3GJ6x8K1/BelrrXPt0eSv5VF6uH
OSUsXNh39pYrtqwW6PKC8oqG9MVB17GaM9ZpPOb5DO0f5TFK07tqOVduEti/HAMZgtMb35T8MoRr
1mZkULAt0dPIM3AYjVk/InS5BJMuxp3E7dokSdnIZdj7Mq85P3M6Tn6Ok/Jsj/bQoh8yzu89LzJP
bCenClTU4e9TZa7+PAYnHpbVQx442Zw8H3VdzN6iEMd703ZOWFSzi/9sjmGKlXZ+jB/KX2xROic0
oXi+KQtudk2epXGdymp+Pa5INjujiu/V/AOSyV5D4cp6ghym4QqDjhrgljYhuwxDDy+Vd841DyiJ
6F9yXEvUQ62q/eQ7KkxUKA+6+c/tzXrl7oS2w/yoghNMbyU6uUyjtpMx3tIZiGtkCoDOpaifayzF
MRq0kCipLfyv27Ldyd8utC7JbwjgoVS+IkouBJ66Yqy8bkQ91u6G+n2u13pLxWGa3wwTFei+5HFy
MrU8ZuOALsbaDe+QDsPwxrSVH41QuxBDtfovai1cSfwsxCnkc7I5R42xGKNVkzADf5lDxWr1+9gw
UA/3BnFvx5Z6d3v9L1FZchVQFJBdCHha2yjR6NyEmjO1AU2hTB/0Sk2ABKUwdU/KNK7vNVH15nHM
vPiB+izY21nBPD0wcfz+b3InYofbP+jKg8bv4VQjJSBDBPnnvz2maMu4sa7ye9BmIXxsKuC/qv6N
UsVfxMecLCQcJE0YBMBmqY0xFdRaMgoGatUld2tLdumj8TiYR4wWEtCFRrHszO7KNUlXUuoHgHEx
UQg/n52jlVZj1TaiOeMManEcNV/Y0Xwoeajer8Uy77ykV8fjDZWNGJ5tb5MkFtRv4XnrfeAstf0P
IhxNMCiFTsMjpqewlMnOdrr29QxyNsrRuK8Yrjzuv309d0jasRgsCKCOGfnm3KuBQa3nTh+UvxmK
yxwjdO4NIFmbu1hZnSKxWoC1GDHQAs3a9BnRsp+mN8fvb2/Ja4tIeOxqQPheibfnk9KjtZg7TfTB
qtnJyern6gnE31fFxkDMG8gFbg93bQ25CAmwCIIk3Ox8uDQePdGTV8BusEZUWBcPf2b4ZPa8W567
EmjxqSTCgQAIrbvNERiB2gtgPBSUXROE8pxqJ2jF3c5Ne3X9aKyC6AI9xQtzPqFmTaMk0uj46ZVu
vGkVTQ90AGW+g2OUT1e32tGQuHqnET+izIL0s87bcj6gl1rIvbicsnRyMJ7ARTvAu8ULFRzADms+
j0cxuNAim7IKllmz/VEv+7u4c/5UgFo+MejTUzFBwhw8zub44Una0k3k/UZAP0eHuCr/1RuMgBa6
UtiBWH14e+tc+57Y+XL0WGiISZvvmdLoHWBEg2vFDw8fW8eCbOzZb2+Pcm2DSjga7CeDytO2aJ6S
W2guyqZBh1laSDnsZ+PG7fsGlMfOl7wWHchmqAZwlqLCFldKWbGbDYN4C3+6Mkhxdv8WzV39RLkD
69o1XR9hK8Qydog/3J7j1ZXk0HN1StTWtheLuifeiwN1mmQqsQOrEXOJ0ZTdORnye2xCdVJhWqA8
vVLLZnOHwfcgtG0o0ejmrCC45qXfUqNq7hp3XkJj7qeADEk/IUSlBtoypjvB19UPKbF2/x9e35yT
rplTu/SYJHoCNp3vxXorPIQ7DbNPT7fX8+qXhC+PagydQjKT8yOp6Ymia+j0AcqxkNTUYvWOPZpj
9ZwR3ESrEdBt646Duw47a3zt9gGSDCQIvr4BAuh8ZPzRx5X594GrxBkANaEezES1goQIL8BxqfD/
YqZyNKQt5P29eeIzq826Di03eHVJ8eIlZXQn8CCO4fQUS44BKnZF0DOH9ysKyztPx4X6vLxwCOQA
bFKwBwYlv/hv7689DIAW3JjyIq0WcT+3xoSFCB7Tn0E+qPo9Gaij+YOuJG9h7KEKXjpFHhZTEul+
OzQtOnpZq3oQHQBD4mTg9TV8qkWd/b51oPUJs1e/uNk0Y2YWTYa5s3bXNuQrh5OgDBrpNnxQhG70
WcfNkhTJGBKR49C4qGsB7hh5Ju0vgpXfR9vclqLOtCrT5Z5UnPiIqp5KmxlbsIcU54C9etS1bUj6
r0spWVoQ22L2DO6tnz2qDfrQrgFZWIlJJLLmboE7DCYAyc4lfe1q4YuijMHjzmO42QnxWmalUGja
ApBWHg3cf1TYQvDUEJQXUxO00pwcXekx+YzLmPtjEaa9J/B37RKF+C+rz0Dmna1OCWZciYLsAYWx
IlEf16azPmBFvccPugQisOlJ4xA7ADtDb3Vz4vBehXrfu5Ae6mRFT6HQs58xOmiQ+Nj5hh/Z0Uf8
CXA9VqOiPKRakfxyIkj9NIu6EYn7IqaNMi9L+azAER0OWt9M6Ikqxjr6bleu/zRjM5SBi5Q0LNUe
Fp50fVsSWLBa2bykva6hdAqPtEDxbmj/GJnD3qCHSq2D0hFEz83d6bRN3pVIRQULNqFvJjdqAowD
8uMwqDvv7ZXzx7NOj1jKR0B5kh/0t+ujhTXY5g1VlbzFO7xpa+tEiBX5egYq+vY1eaEwxFUlayhE
Z9SeyfU2GzQtZwIZl8zfizIc0ZwG0l2w4pr+T5rpyjuaq5njx1lRevfwhUbrw9DUmECbVjyXfmrZ
+PmtItOeXYpgnZ+pzZg+dX03v+sFS3nEV9zbE2CTgermuZYRASBn2XaDp3C+PKgw5ZAEKfSaYAaO
qbCa0FX0KoB31/8UddIgB1rW9p6c4rV41uRGp/lGrUvCP87HbZzCbtOEVLszCvNF6WckO5MU0YCa
ssgYdKittxQtpzxw83YOJ6F4vt25dcgR3zPmubJFSCZ1SjUU3qQc9/lvAd8+rM7qtUFfZ8b3NJn0
UGtd8K49ih57b+mVBUcyBsAebzeqxVuIkYtK5aK5E29p1CJ7lQ9GMEGEPJLyIUZV6OU/hkXt+/bO
vDJDBqXGzX1CBLhtrHZOHvOlVyC0c1sc6nHU781RVQNPG/6i1YM7DgVT+VxTvJePxu/nTZ3YOW7X
44I7laHb0EKdikUPI4MCyO1ZXVvKV1EYzhxiq9tWz+q6i1UWZHmTnilHcC9F0ENaurMbIMINOpmP
jpnsxV7XllIuIdkC+TOUxvP5rbML93hG/cAdIdObWTYczcEBC5D2w06AeXUoAjz+4TXguTkfqpjV
FGPwCj3qUk/uYq8y7gbMBw/VWO3B+64BAOiqwk+BDgMRYQszT1O1pvNP6aFCNNjPEf4I6P8k4aKL
8mAXCHBaiC6FWdosB8+jQ46Ncr8T1r4KTGwuI6oewO+IppE+2oqsmk6jNngsU5UQZd8eaz7rRwoV
8ae1a5wBnWWXe7LJlSI+uf0Et3FRUUNBD3nAFN5enfjR0RZ6fZT67Pu56gjLu2wRn25vuythD0xh
AtHXXj5c3PPPMiVtXRCxdoGbLBX9nGQNjdH41Hda8RB5VrxToL+yC2DJ4V5GZY+YYAstraVxA3UB
Mn8GeNO0+BMZSoS2dbP+sdEhD5ikxUlxPOIs9F3Op0awN0XGQpWhaRc0MgzhjAea3AbSzjDUT0vV
1jNmsNF8pxlCucMyD3MvW7H25IyvLDG0ORkjwHrQ2JPnv6OhfuOkC+UVdRLJQZsbkNQ6MjNIEHSP
ddXGn29/0qtrDF5OUnCkvtTm0mpUEoTlVcHAQ6MAffcmoMwxPEyUBP44HiGXkQJFpAKo9G/JRfWC
Nwd6RB2SSIV3aoa0OORaoh7LdrCOfzorORSD0DmD2LBtKPVls5jgn7tgVKvlaMEO9pFIG49FtMsF
u/xglNoBgdB15CUFqnb+wUSL+W9Ux7KeuHa+ak7JPU3wJFxtvUXz3mrvb0/ttRR6flWwgCQCEvQu
mzzyi/72zCSV6dR0yJgbxXwjqCbXqo+TQiqOCWkbvckqE/g1yg7YTTXWYD7WOa72oWW6ce8n8Uzq
YMxxMfmRU5V52JS28ZCV0fQzc0v9GEXpkGOhsGhPrN2cHxrdSN6iTTIn4e2JXLl4qVLyeIGrprVP
fn0+kajGt07N0a1AW2L+RQG/vK+dPr9HZAuTUdywhjDHVP6uRQ3v3nMj9Qvl9i7eCV2vfT/0u0HM
AP5CAGFzAFKvg5Oe5Fwyiq2HSuwoR7UfrbspQmBqjspi5/tdif8QeqSuB6gRwg9B1/m0sbg0DEXe
arktpDHITDXBGDLl1BSJ7xbZMbHN+Snn5guGeHFwERmPmHp5O7/jMoTgZ6DppAM3Z+5b/oQpjAiz
RZ5YIzZx49Gd8W5BP/4wd0i4rlQeT7mZ7ZX5ryw20SZQbAqA9E22ti8NidFS9FYXeJ0L68epxVNk
pP3L7OXYKTRiKvaklC5LVVJfWVpcgz1mxTf36eyoVR0ta0cRVQEL0KpCelkgItbS90oVBVGRdFYP
zqS3H2/vbxk7b84pemhkF7RiweluXy/KgUszNxTgRLKYQYMx9LO77gsxXB1GevzxYMga7uYUtWOP
ed7idYgFtchKRLao791eCFQ69RxPT6y8k1CpjQmNYMquWapkH7EE0w6qlyfvBncq6mMXJclxTQx3
Z49d+9zwcWW5HNAp7Z3zra70aZ7pKWdrzWr9IzKaZthhrX50YlAuBw0FPG3nNF/b1bRbJTkErUzE
0s5HbCNbpUrGiIo6oEmcmGaQDK7zZvDyKGgVnm+L6tjOoNem+fugm5Teauu1xCiQdvuY2zQnsvbg
KUQOph3pb6ZoMXbioss9zbmVvEjQUCSw28QeK+1sjnM0ZmzhiXvAZZ3fRp0S4uuxooC0zCFFS/Mu
Vtc9EeiLmdKHgH5DFYhaKLH5ZqZN6gibBj9cGCV1+pNpdnjDECVZHjZghYql0brE093tgyR38NlB
Ii8lICKJgyUJ/GtT843WBG12umfBCLu6vNNHo0fEKdIeUTCL9q7Fi+MkB4MCI9U9qL1uleCQJxrQ
uqrJgOMVK+9x0Y+o3jsfb09pu00JM0n8gWIDoEFSe0u5FPqwqCgYleFaVQmSy9A+pUPNqWp1PLCG
Rf9aQLzeqcduPx6D8vEk9pt3Dqr15uNZLYqYU7vUIRxMHODqxgpzqFZHF+Hhz2DqrJ3vdmWScrNI
7XdCI3XLNBlHcxmrGEGzqorXOxCYqG/aYgxRhRjunWiykZku91ygLp5XOUsQKDKRAgpygUFRQGer
xoBWsTIogxOiMjj/J8wWu3QnB+2AUVuVPwgIDJidAjYtPrlOUrUnHMjsr31uUgu//amvrTr0bxdZ
T2B2hG7nN1KvlnYl4BeEjuIln9u1x3sIH0og1v0advVi7Wyt7Wlh/lLMWMekFy0EQqPz8fJ+qpTM
MSm4N3X2vm2x5sEGynvC+ynd+cAXVT/GkpEoPSDoPVTQ5Nx/C0XTBqitMWZzqDaqccIfp7hv+G/R
azHtcLLKISzaVKG0mWko48fFAdR5+6HvrZnygUMxt65scWxtfTb8lhbdwRYwSVR9sNydK/oi2JQ/
FUUbICKEARJAcf5TR2j3ljWaU5j0ffEZR/f4DW7x4qPZ0B/wlTmev7V1ooaJYlgfvHECeTlGw96C
yVF+v8rkr2CdyPBkKZ846PxXRPwuu4JRCMatyPM7c7Dj8mMZG6oIC9wG+0Obi/ZDovWjfZjSTFND
rcnLT6Oxal/iiVD80FK2fpmxDv2RNan6sGbm7PitViCTXM/19IVAN/pgRtq6s62uHGYIVWhSwrQF
X7OVZK7TOK3sfh3C2lucx5HUPIR7PD2qTdWEGe6yD+ual+Hts2NeLhdYOaIamuDgQrbLpcQY9fG6
jaHjZv1Bt6ruc93EVAtvD3Ntc3AH65R/iBOhj202Bw4+mc21ickY/EVxzBa3+tb1evzi9rOJ46Mj
ulPZNsOxSMy2OUqpyKdIi6q/WGNqedRIuTMJkTehnFcitmq5zRi2HiY75qxqj92adAcKRtlT1a8/
NTTkdiqJl9cTlFbQWZCNJUBr+7jyrnoeZfoxTKusuC/GRHxP18hwA3RHk7BIImOv1CWf6/MzQPWX
a9eiSEqWvk24ssK2x1JdEZxb0kI7mKI175JkrZF50pBH1hIX77U11zGLq6EWoc1sJtpLi+b5P0o+
ar/++NtjFUzlhxcRSQJCjPMjmY+ijFoxzaEbJwmG5lwR1GvLkzK7WIX1o36oKnV6znI1P1j4JmCj
bcbfbv+Ii5ye0p+EycGgRvGLxsDm0va8qeuFYs3hqBm9FjarBGToZeU9Cs/O52DtFH6I2/et4qMh
1L1rV4F4UC1c850TW7rw9SGeIl/tuu5bZC9tEWZaoyyHBQXdb4KiGWpoU97d5+lYzKepy9OctDvR
99ieFzwzZgLSSba2pEQ9meX5ck5I4qbxRN8C62soMfXan0oXmwiU/gzWTmgLV2yX3efoZ4e1kmoG
Lnq4wvo4d6O6rdIIojJU3zt9Uz6kidqE6mTsMRcur2GA1JLyRUsfxt+2vNwMSzEkxHahhYokZgMk
3kNVY7KGgeN7PGuXt1M1qvclTnyhPmXdzjm/OjxoG8heVBq1LfAYxeZswZxMhHYywaOeMqNbwCqO
TvRUOrXiBhRUV4HbYmHBujMXq5NGiJGyQ5Z6tf3YnESiUCgjwEUJ5rfLsFpugew0Hku8Qo373Fdr
ljylGjjGN/gitiiZUqN8GyEr/q1R6P6+WODpayKX0nvwqqHKwZcZRsZXnkfh56Y7rWGhrS6vlGTp
+JOGvqrvKSBzg4UmuX5vRNaMkRgCkO29qaTKv5WRAYar1JaIdKnMkkZtVCOxrs1KdmrL3DV98Ax8
hWUE+yA6K3mkgjVafp52NaKYcRuf9NXpo2M1C5rGjhdn911RZWT4CRQmv86TtX+Y4H7/6wKY/NxF
E5oxdpLnn+YIHZkWocrWtwVhsasXZnMn6F89OZNdecB1VPUPQTocD5wRSWIQwUSCbBsxTWJAS3ky
Oei2SJ8qExHRou7Z5HpdHW9fKhfCHa9j0TyRxRYQ59sm0eytnjqp0jrM01sz8VVQj9mhwTwMrl9m
UgRJ0NktXzQlbpGCjYuRgmyzrM4PradQcl/ZY598ZCsinn/7p115dCSEgLoMsbrE/Z9fEhjljW3f
60OI4ozyjYy8OuCP236fp/4LHKD1cHu4K3GqQ9+R+h6BF9HftkYytZFKqUuqHccGYhX+HKds2GhW
HQT3YopOR6dQa+MhGoamPHi8B91hKutCOy7AtsrQw6x4CtA5wpOxnu1E8ZvV6D5yofbTWxL86O2E
9+ifSi0RIRIm8lZCEoY2Y24a1I6XzrZXrDmC9xHOBdkwTsexm+fHpk+ivQ7+ZdpAOEqtisubGJUA
5PyT9LwtsdDXOtS01nnwVtGFrlPWjzEGD3ufQ74B5/cOjxxBsLwAJcZjEwV7HZkbnuBrCBlgelo1
rfmioNhwNAs7bnw4ZPVpJsw88mjGAVzY5BPgUHdnD14GtBRQXmGlUnKDdP98wk7k6Xi0eGtoEV3/
wM7I+bh4taL7XdI4FMxcFD+GyKqd0+3N+HrEz2YPRgLAAS0tnSIwNYbzgZPaoNXUZiR/Cx7nD2Os
qi9dv+b5s1XS1TsmXd9kdwnCwN+yZDK+VVOVfbS0HMNotZjdX1iNJG+bnFDuaOVYlPDG4wzoZyOd
K7/o0n70J0cIjFMjLnLFwAzCx/UtjvwhF0Pji7W0omCsTXxSbaAYP0xlcL/WnYjHQ4MH3PqQlury
vltSdQlce6TN2PLLftloyE/+Ek3QxJDJjvP7vneST7dX5zIUl5mRBlYEbcZXbvL56nQUKLBqd81w
Skhau9jTUWpWm057BKuRRqFRiuoEfbTjiTCbB/CAavJoYg319fYPudgefCU+EIhjxKMo3m4OH16A
ianH6RpKgercx7m2ue+GXqtDEMea4w+zEh/dSbH3OpFy82+3h1Tfk3rBski02ZeisiIyd1Ol/zwn
1cMS6bC0pQYg9rKjlX9qEjuLA/wZtdk3EhRKbs/74h5g3lTJKfDRqAOjK//8t5Q+j5VFoxtC4lkU
PLiutXzMqkw7ri6azLeHujJTCmCcdQ4DndctttIyYyy6qm4NYxctbB9dSFH4sU35MkEf5kmYZCXC
w0/ZS6I9KYtX1PhmmVEsoioNS4Za0VZtn64/CV3caKFFTUy6WMw1CDOvaJ/qSKvcw4KRSXVQ3Mg6
FelUKuDpK2TEKyfLYA3AHkXSvFQRV56iGBN3VazigNS8noVU+6MJxE5hflD4+e4BUbdsOOhOFh1R
xqrVw6DWugjdetabYB3q5s2qC+uftEpM/L+0Nv6viaaciirrghNRV/Z7h+zKR4YgDIJfukHqFCDP
P7I1awhKRpYWeu44Nw+gH7Sfi+Ek3ctIgxCV8rKu42NkOet3BGJW/XmIkR0JQB4vTdi1wrkr+86M
pbn5elqIT6MAoQQqW7c3yJUzKE0c6VKRHKHztSn8jk1aRcKQsvV9MqS+kXYr3nw94JdnVW/t+S6e
RixhXV1KVN4e+jJ44tij1IqqA/GTaW+hDvPiVNzSYIS0GW23QIjU/TRNg/gPkCX3Yp6ixu6ayMhj
VuW8UMztG5ACdv7NxI87sAbsWXZ+0cWryS8CGCmBU1yM7pZ06hpxnbkqO9bA1uJ9XU3ifuWl0A9O
lXknEsf6YSBiOKxVk7/zwCId1p4ob+ebvDYXNgfHAnIHLkMWGWGfnu8dLe9cFkOoYY7dpPLQqOqQ
BqCvpuaAckH0o3HiqAhMC9PYCRxKfkoGOLu+Ojagj5UoGd5ypfWOb7SlqQawNMw93PFFdAlmCLYt
4EqpNHEhMa+PduqWtWOGiIuYyLOKOODYau9HKBufimKXDXxlPCnxRkRDlEaAuTlNOV6E+AtORui2
ZgQsxuyjx0xR8m9OPCXCdyqqWztf4fLqpB9CwUp+B+Sjt1fnXFtpEi+ynTZqUdBDNUA7qsy7zjcE
tsFZBnQpyqL1CLp7Xf+0ZMSFyVdRaY4QOtHbO98BLYJOFpq+ZtiM83gYzCH6tyeHLogsCkSll1Rf
jZ3Nf3lhadhLURkBp6mZlwH86s2G2cZWuGC/8EApb6wOddEpj52dmnvU+CvfkxLnq0SzNODZ8qjy
WsciZikZzB2pSyNX4k9FET+LtPyJNVGz083bDofkBS+99AHmOwJY2Syn58SLNqYtOEjLUN5DSo0e
8CYWPeCfyHpI8Ffb2z3be/V1RAc7KVJunvgtJ62qY25PS1VCrmz7CdG74ZiiP/ZOnTIowrS/gt4d
98wLqbSzL36/OeSwwCxQcKD9RI1oM9FJryJnyWI3bNNFfyGK9ZpjsbTLV23Ejs1vvMH4aaqRkgXY
01CcybFTefAwJBn8Poo8acusqW9RMMVSfrJ7Q8VepQYuomfJu57/gTS+MqwmEL2I37eJUX0ADqlm
vqrm48+5HysUjesYwbepSvp/h1Qdv5TLsADos1bb8bk7xziIFUSxMdNLsSauqUK+rG7d/lrLAu4Z
nHDniCB9oT702TI+6FXrqNTV0uSfBBUhCxsPCTVX+9oB1C1mavS10hE6uH2c+a7SrBPWRBZewK7S
T//GWMt20rolng4y2uCvwoD1F7tkjIJyJbiml4wJjKhRDAkSc6h/5Ql8Cj/jFgUiHIklC/MkY+Jd
p0TmAccs5S2K9XkSIuaWPQlritcAgaPh3lP51mEGEqgMbMXIfpAgaLlfsdEif/Hs7lNE1FeHUas3
eEhaQht9jFao282jkT8rKCzixoiE33iAcap76KOX+Nr1WhfrsBqVfkW8Oc7WYNTbiSzBNBQ49JQq
nzr+7F1Uon3pe/qkwO+qKhntlWkrSLBa4906j4N9nOpm+mX3LsHYkpn91xpnkF8DEviZT9Lr4qw2
xPVXvUQbC/ySaB/roY6Kg0Qmub6dacl/JBXojmaL3ei0ihdPoKAeub0vYJ83h5acWapf5c4XmPda
fMoqNTshQD9XgdDwU/OJMhq8DDuV/J5bRWCpVddDFfDKL8KnP5s80BmJDUajZeiXuadYn5GyN7Ad
mujN+EW6VIhlxR69xUwfUQ00Rg2VwdlTOgdZ+WlxAsjI4ueqRh3/Wqyx6UNlKJ5HFKE+jva4/pdF
kfXTxa6oCBC7oORm5yhWczNOyRNV3PyfDL1cJdTK2RbBSHJs+2iF2D9qYaVqKNCXeWprL/vOwnkt
vr0p9/JOIHJ5jnn1JYFWSkXyCG1KBaNsYKA5UR71kfalrwkbRcc1mchW0klvPKrQEUE8uW/zn7rE
S8JTJMofUzvFzgHeTPk2bdM4OYimdk9NI00SE9ddbR9mFQqRt3/t5V2HwAO5sEymJEpGP3+srLwv
UyNqmiMNQC2oEQU+ppgT/jsW6ZcpMb8ySfXjzpBXFkha2ZLeo3ZFBXWzQLWrcLc0XXNU7dF0faOO
6tOSt2odNllPkt4lml0FOqleGZpKNeGIppSLOFT60KOKLPS2A6jnFB9xPap0qMKDHb2x28m+m6OF
69Gls4sznVO4n1LcKkEpL1rbkGfYdBBBHBZv4Re0w7MhvJU+xlJ3hx7t1vX9WCdG+kZPDIHXtOng
W5ikmD2XyoLkjBrln1PXjH/FY2x9sTCJSjGG9xbxkOtF8+9KO2o8JDGwTd+BMNqCqEzo37hZXL2k
yjJ8L9cpVo4UFij0q5k2fEQX2SzuKpb4vY36hHb0tLzs76O+cr7w2M/TgwWFaQ4QE46/jfNEBQ1h
9vQZKVIwz1ZfVv91CYIG1DMMtPgyxHcOfVsBxibqUe5KLKwUnMrAhxxqpxjroGixmQo4xdPXZtHQ
n02MfOzutc4eE5xZCyOg1OkVn4a1q/O7GTuz1h+0qNzL4S83HdRIKUdB0Q7o17bFZQlTVDOdWtkp
VI8rtCIsn2iJW4OeB52KTVWxmN0fxkg8ryyD7JXK9jJQg/OdbvZab6BTmx5Vo27u3J7OgisUgS2t
uny7vcPlBt685LRDqY6gVEeOtA0gujjOixiB4WPedgoNG9OanpTGbl9uD3O5jMgTgRd0EASTxbpN
YO3SLFrtYoiPBigGDWxmHr0B8eC0gV2AnUE7OX3TafYehOTy+DIsFy6deuYGFvt8IRF1VujdpMlx
mOIqVONVO5ViNF4oxPQvepRYezfqK9Vos57SngC4MqNKUtL5iI7Riio2jSgESef038d1Gb5RfWu6
0AOu5z26bZycSgN9I7+r3frrMEU9Ab/WGVowtFFUfMazp7QCYH3jS155+nCyaq9t0aWDMHxAQ1Np
gn7QtE+aV8Ii7Okn/kgBXNTHqkH62hdAEFw8HBtEM6JUoeAlqtx4VDgakx9Xq3hDedjsfC/Sjero
Ckt9SvJmculLFebgK7iGK4dWLasjsf+a+SV44ho3PbzUeH5VzQ6MrDA+jYpOxpwUw/jFzsUSQXlS
HOVAL7GhYahOw0AbMM71sFhisw0y0TQfRkusQFPTwVuPEFs0Dwm4Rvve1E4HC6LQiZIykTmY3Ukk
6QEUpDaTAFUOoUBcxo9dbmsDulaJXflNrVcvkRYv0wFY6GAFNdqPWUjrYxZ3PJjezw7+mumvFl0Q
6Gte/kOoRfVcNJ46nm5v7lehhPOPTqETyy5eUmoxpKqbj95aS6SpU35cjUS3Am6M7CNOu0pQxhZ2
RwUadUGHcdZxTGrtvl/hNnpjHs1BUbtWRoFpVlcWMB1+VZUh7hzRzF8tHvz7ckjFByMynUcPrUBK
UWqdHhaxur7XxQDG47gKOttcXorYqgRa/xG+0fV4vD2/V0TIZn4AfKGy4JcFj2GLwYdpabiISWdH
A1pucshj3SDDUM0ejGqLjd+0tA5s5qk4cV8aSC4vtvWpxoyxutMTezGAa7b6P0OBQ9vTZHR6+bLI
JwHUFmE+GdlUW8/RrOdAe9WSWMcQAqlHPS/L+cj3mgin1aiq33hTPDx7SS7mg9sYGXLAi+PinR0r
zq8Bh623JcYRPw27bOqd2OPyIrFwdCBGootDb2VbQ1omrKUqmLlHa6mrB7EuuZ/FVJArjInuqOvF
Oy/A5bXMeOAXuUUwu7vAOE1z0U1QAPKjXiaJ9lwSDvfP/+PsvHrjRtYw/YsIMIdbspstyZIc5HxD
OIyZM4vp1+9T3gXWzW40oYPBnBnAOFPNil94g1cU6+n20m6zcRg5XIuUqBmMCtDWRMrS4mnFIykL
x0zznjKnq8NC7fq3S6cvh1cPRXda8gWpS/MIbG5GTBYpz1lzEfYIP52sNcJ7tbfdd9RhlB0RsouS
MJ8F/F8Wcqj50xDfPDeRHi9O6aZpGJmJaN5Uwk4eYrr/3vM0zvRdUH33SCwGNP3dTNhkcUXaKEGm
WvCw89XO7jzewOI5ytw1PqjWYLzz8kJwCwugcAd2Spc8DEPbuYdO0ZAUt0frz6hD7PFdTUTzgTqO
+NxaZildTlc6OwsNaZhAVt99WuresP1ipvD5GPV26uzsncu9ioqRlHOhfgUvdduYbpUa50d40SFc
OLhd4+QJ7yVyFOWNUnRk4Io7QlS9vbh/M/7zK0KCRXCepBMIWmQLeEpLRGj7aapCxDA9z+8HSz+h
4W29KYWiPhh5b92VaV35dWyL/0wlXpagc1PYA0YFl7lAot1y8vqpq1Zd+FRfSfa8EiezTlOFtMYz
4p1L+zIi+SvEhxwfIkxM1SbGSgwztdfRLULWzjlNA5oJRKGHprVoCTtd+WZwkmHnIr08bZJvx8km
FOKvbQYTNW5eEuJ24bQ4XeYXuWV9qpwCRFhDK+z2isg353xBYPhLmyQCIC7trV6XidGHhd1BHa5r
4x2JKI9eXYSlm1lEW6X3XMfwJ/D0UL/dHvfiG+kD82UqBTD0Bai8n7+Fi82t1cyIaHWL+4n6QkZV
H7ZAuIxG++H2UBcbnaHo9loOin/o1HmbU664M4bls9bAd1jy/4yyN08Uk8qf9P6pzjjxuod329bt
gXWhSEKfCUw5Lc1trdbkSoYUXDfhAJ3xJYnKXkKRsaZv+nY6lZaGtW+SDPw5D8YDLccqLFPF3bnd
Lhqr/AykYfCSpIQK7mILOiqLsRFOmXRhAgXkV6aNbgDmwj4uVjJP1Mgm841ZZ4qBlz2OGgJS7HFB
UXbnyF/OPp0+zg3QP4iuF/CwRTLCVmsVIVq8yxOSVeuByXPvtSKeVH6FAurv9npfbGm2M0mBFJLn
RbwQOtVG/JkR0e7DKK/Xu0KnsIltc3Yq43l9srxylqTiFYbKULyS7whDD57sX6gPNQDQx+ebehQG
xPNm6MPUFjk6LYz9UFsk1wRA6OTc/syLm0kOBrWSs8NKU9Y9H4wzqyztaveh2xvGD+AF2l3fI1Pb
mvp08Lqqv5+h9O8MenlsGRQgJ2xwADZEeueDdqNBi9wshtClgHNQ9Tg5to2n3xVNPuy8T9eG4nWC
L4hgPtCpTT++yleCecS3QgNepy/E+ENPxfjF7J343e2ZvLJF2ZqQluBySl74Jv3DELkom0kniEwU
52GZ5uF9JtSfSZa4Ayg9Ch+3x7vcoGCT5CPIjWtIve3zSbTErDjDMgBtUKbilxPlSeCskWv7rkXr
19fn0ugOHf3kg7JY7svtwS8/FuqjlLAl6OHO35aqEgwzBhCHhKha4Z4Sjv1no57LB4Wb4l3Rr//D
cFL5xDQ9CfzaYl9IhLp51MoiXHt8Mcy1X/y5pXdlxU7+bRrb7nj78y5PBeUAlhEQ3N+QdbNrZEQ3
Jo3N5/XwbGxhzw9qJaJDK0Tja72mvKlmYw9KJRfs7BF1oP3BsZEyq6D8tqFUSfQxAzvk3RSLHcbl
XPrLpLTYOrQNwjS1RR5Hi7Q36+LRbsZ455svTwrDs5noDqI3Zm2tLBpn8dzG7AvQQXr+VmlcBx/M
YTl4NFF2bvNr04seEUkeHH1SWPnn/4BF4s7RJ+p2RTjN2vhY5eRfaPLYT2VSuj+rwp0AUu6KE1+0
5gHw/TX9kv1Wqd6yGRUQjrMqq1WEdjzV7+OssufTWtIFAQyl31sr0rPDlEQ0MMy5eEqLDGZp6Vk/
XT22AiTK1B+3N9nlAQbLRrFXl20tIHSbex44V1yJiU3tlWr9rloixAgNUgLNLKEgun1ydHpDOXhY
Vb16qZl4hOY0OAtscW+zvROlqtxl6KHMNHn+eeyp6Fp6LRAGc9vg9kde8KocD+YOZAxyI2pU7Kvz
tbYGjaBEq5wwGxzvzkKx+Zne0frOTHvlrhgtA9meWrjhlBmQRKwImhMeSp+LSt2Dr1zcWfwS9oAH
NovqgrXVgHNyzWlKCyH9WAWLU+vzR7rc6fulj126Kaa184xfLC+CLtKv8K+yH/+22W5FVkGXN+w5
hBDQokvtPi6jZn7Np7y8a+lpvjNr0f0UCKrd3Z7yy+8EX0wJRScfo0u71UtksgUiK6satqK2gL+R
CJlpN7xF0uZHXul7KNlrw6G4Ql8HW02O8+YdShcXr9Ks0cKhbya/9grsmbuSttREk2fE9+vX7c+7
jEipZurMLSh86sgoNZzvqNSr1MVWVsxoKMC8Q+o1eytiOz3VCfGwvxRj6+NBQZ6c5eXXJSnnoFfN
eK9Ic8G9AB0NBI1bDNAdCcj2uo4bBccvt1PDXlhF9amvvcF+VptM+wotBAiaN1kJyjNOMZh+21Ru
2Of10jzSCByIkwtj/aw7HPpjGxna6iutijB7NKUtgOsFwo3fV630ZNB1/OK5looUBw2oWv4ssq7a
ifIv9yoFYslkYlLJNNxN7ILj9lAgaauFNfjyBdSS43xagHi9xQAlujOUIsN0TW0PhT3voULk+f/3
1cPHF5ExYmzaAWBTtrzDAcSA0BY6wDlWE0Fcu/ZD1oz1Dlhi++LIUdCEIVBRQSFdLNYcK7rZ4TwR
VJq+/sqc9Hs128XzkHrKE8VmmrVJl+3cshcPzv8dlG4nXCh4Ylvh18lF1AM6/xrExPF4e8agcmsk
5w6zGesftS5Jj0UDAzIAFJa+oE3r+qu34DNZ1d2pS8d252K4OgkET0TevLlIDJwfHHO288TCqRmc
RMU96wwQHxDB1BZwEm59F5WjgRtilO4Eqn9hgZslpkuHdBfRKrnsVrnCQraurqJhDZR0Vv3IKL2T
0uXex8qs499ZC2Qja9z60I/qfILpW9EAbOP7Qie/tKk0PwP5akMvAjlsIj1yp0VYdFclbu9zXM1+
jNfW3srJB3D7i2EfE8tT0eCB3GCtMwxK1awHr9ehVPVoGzTDY8zhCkQiY0gmdufAvyg81cfabAo7
M7cRe0qcoyP1lwBPEtCgzLFzSC/oCOwnuuZ/WXBcO1yA5+unKTVFo1iXMMFh+q4X/Sj8aRm9z9Na
uw91ihPVoQcWHx8SRVBKNFO9U/yyUcX9TN2TlgqJeu2vWJW9VYoq/9zYqfGO0mA6+pUF3CO8fVNv
I0r5eznaZHmkz8Tum4t6BOpTDWO+AKNL+3cTLeAH4SbVQdj2XvB68Sj8HQtGFqbgkoyw1WubCpso
rQAakuCB+RE1yOqjgurVE4I14mcbq6YPNCtjezfpcVGcPlyFvacMuH0J5W8g0ZQwJRlibIkzdtxz
cQ3mHKBF/lvRUhp+nVpgQQ3295tV5XveJRexFQPKqIrSl3yD4AScb4iOzBnKM3cnGpW09/slQb/C
Ve/oeyLiMwuSa7vOnXuOnH4qAdz6+Twvrd8Y0fT+9lpf+XZkHaSJAj5xXHabKGD0ypLTjKhpSeOF
Lx7WQ5yZ1YOq4mKroBG9k0L8JZltjiikSxkKoGVHZW4TVyqoN0WMt6JVG7X3+gSm+tmq555+P0RQ
JDv7CJRhofQE+KISGSJVQNd/CAsaoW9aU24ccyPrtIC4e/k5ZkrMA4t5x+w7xqqcZq4b5SQ6s/uu
NZP5Pi7mkk0TN8M9VknWtHM1X5s+hDDZvBQyuZs30xcvvYdh0LyArKgUv8eV+Hlxnd6fwMAHax6Z
r2yRy51DhomAj3zwaWCc75xWNJG9qvUSIEP1Q3gTaloafc2ibcuDXmJdtBbten97i1xcB9RfCEex
D3WJvpG134y5xuDCFLM6xMJ034xo0x7g7MZ3Xq03Oxf4xUsnh5JFYcSSSPa2OhltvE5rpLgMpffK
o45vxCmtqgXimmUfMq+2j2vdDztzevX7SKaAWvPaITB3/n2Rm5LU5151AMjS/qA1nRz6TkWxMh7r
nazqImji+1BEk2hTMO4s4/lQXcb2n9WuPji1XX/NTFfBUghQ3N7LfXUcIP+ot3C2aV+cj9PMY6+P
/PxDGUXrA8UQ6i4eE3vIkfP/aER5FVTQTr7bYzm+TbQF5FpPvF3ZpSGO0eBYv4Z2NEPEEe2dGbg4
MEimwYcCyUz9gKd6E8t0ejvpUZ3XVA8N74Wkbz5CdVmgei7eaawrbaccf2VxARKjCAe+l77iltcz
CmY6rQEStbXjhCCxwKF5INjj1dtb3Gufxqb9+3kc0e2tnqfZAmiKcxKJATB6Bmazj9HXG+oekc5F
e7XjPVNJfi7FP6CyA24/X2Q9UvPCgrdwELQlXxIEy6GrNO0b4bh7hV95jZ1d2gyFyArfBMaeHvAm
z3Bp0KsmEioHaEhLepiytjxmCB395LAYj30yN8+6yEclbBUrO6r5MBxu30HbRIe3iWcStBPCMgSj
WyxxPaiRE1UliiFOOz+B61DeVl3Z3uVNND2vy5w+TKqSJ7QD5z1r2svwTY5NCCzLUBynrQ0uuWw9
aDac1Skb6vpom0K679LG6KCIGtFdq5J7PVCJoLGbdBQUTpFZTuXdCvzW/JOvVRs6muJkT+1amJ/a
hdKs369K8j1GzwqJbyg3O6/SlWv07BdvlisuKyXuyO0PpuL1L469jPdwyzJYryaAwXJ1X0aT0Pz2
El0blEYTB42UQTpYnG9H28nmjFy4PoxelP5Zug5/ay1Hb6fsp7fgeUQYg1jYeTAu6ClyY7AtaStz
qUKT2dwnqDlQClTK+pC0mpd8S70iMgIVB5bsjVXVOYcRJXWIjt1o3mNFnn/vV2uQhpLKPL+bOgUH
9nxopywwlgqcuQs57OX2vFzbuswHoQ7ZP6d0sxh1kYFqS4hvxql0QtOt56M7qu29Rvv7z4jg1LPa
mmXoNkWzsyLXLiSAEUQKjpQisjavgJalqlksRXOIHWPIgcegMsNCWJ9dKuFvF6398eov5RqAv0w4
JN+4TVjbrsRCCWDoQ5+3+qF3zeywjLVUFxR4LM/J71o1sq8td+jOLrjyoXQ0UPmhDCF1RjY3IRo7
aWZRjD2UsWcHmjmU9wIPvYOuKMiiaea8875eeV7RPqebqQFSIZLfPOOTY6JNG8VMLAGfHgrXqpJ7
9FZ2tVPkCm3uXQQjCL5k9xRg6WagBnmYyJ3oykaGRLoimW6fRhH1j6g2TujWzMqpVZo8iBIaqv5U
ieHJngXc/youbZ9KReJPmp69v73OV046gAiZIvIPtvRmnbPFiwdIsfXBBPz/LPQhDxSgsXdVF/Uf
wPkaj11Wf7o95rUpJxqAwSXbLDx357fLtOaFXqkpWcLUV4ciLuwnR0nanVT9YiMB4iYTRahAXihk
wOejZI2pTaU5QZeOs+xZ0w6o2CuZhCTroyZ2LoYrg5EJ4SQGHpIl/psl/tNNSTPKggqdHZa1StF1
HTK0P2uoqLNQHwTwpJ039Np43EDQcXBmBjS82UxOo/e6OjpuUONsCo509E70Re0n1a3aoE2nXcTj
xe4FWCWZeWxgsPjgnc5nc6VB4eizzoC6Ap1HKRLnF0CTGX8+S1FSCE9dnRystemp6sfIgyWwMPRA
g2fgHalHU1+q9c44KmkuIcDcZaGViqQKnTJP/sxAOr1An+L22BqFA6EobfLHKU2b8VTXde/5iLs2
eyobF3ufbyIRkqL2FM7NbXfAiOO+qprSDVxLgfymA9lHrgem4bFaGv2kVVoaGtautt5FGMuwBD9U
KKQuIgfhfCoLQ9iuIsBwaIvRg4Cc7eSUD5UBnEKfXq2JKAdDUs8i/gAvvL3eykUdzcxiMLMcreTO
zZwpCfpqjqfX3qMMhBwIBUaNoh0X9/lXNQrJe6uUXjBW4FzNwZ4+1LVVfr59dVzb9yg/oEwo71Gm
8XyUya4NtVgWgMS6M3zQJpcNKYo6WBFUux9atK9uj3dlrSBLwvCjesxdtc2Xu0SMsM9KOF1VTr1R
VH39OCSjrfm1Xnc/bw92ZT9yfzB3f/ckKrubj4MBlGY5jyya1/2TZix/VmPKfLPJxb1XFeVjwZbd
CS+vTKgJLgNdUGA9JHKbu3hBII3kBg3Q2h0hzM2tDRxy5hHQjfTnOup70OLLgjz9ThAL9H9pd0hW
6PlHzlberDVF32BFQQpSTFkGEZFF0IqSAC+v1WNcKMlx6GgIzJ3TwsxdvZM9deMdUoivNgOSv4Zg
Tv4cLu4tCgYBo6gWehJJ2IY4lWMNaU4WdsvE+Uosn4a3V/gifmQ4GcNR+CH5oNB0/vGOKtpiTbhF
lSqy9AfibOc596bxMUNr+udqrupd2yPlm1qaMHbGvra7IFiauBDJcGcbu5oIpgwjxjZBFilaYKVN
8dimsPCqsutfRJlNH6Z0mvcI3X9bcGdhD58MY5QdBoiaTvtmU/d0EErUmaKg6mJreYMkTS6+QR2q
OE21Mvd1AHd2QSfA9Yr3LuZBYzCN2vBLWXt8gfDocmZIhVA0T66D8Fagz5H7IYp0RNRTsp/qhMue
hqPQEA9t0HiKVx6YWzh+bTQn+s+1VJOP2ThUlNeBkCDsO9pe+tVEFejY2LUNtgKP5OpNrsxd4Wcr
xMJw0N0+fY/o2XhX4TAx+V1flp/syMI6YzHcqNhpjF09E4TYUsVPuvn9heP/Ez0sapRi4oK9pNot
mN17qDX+saO6fGiB8h56fS2/o2+DppfwmnttzXo/a7zppUCKHFfFeMEM6fY+vXIrgBmAr014gaLI
BdZHuEsm+lkP0qgSX9YWy1eexGx8k9WFFeRzE8c7tZ2LqgTVrf8HYiYUhdl8fjLaCo+jycv0YJh7
MxCrPQcAxrXTUgK19EdloMqcNRg7+QQhHfW9FF7tqz+alIMomOjcRONLTso/q5APEoMft3pQMit3
jREvDNkXqndEJVk8i3KBVnN7yMvnBWg8RnwcO7qTQCPOh6yrpaO53Bi4ptbr42S2pa8lfQFnVOxV
fi+XFGA8pWYG8aRS4WYoPdEFmQ2NziKbyKvUagkdkf3M3Cw96lr2WgEsLlTo99x1qNObxKiba95W
JtVAnN0IgI2irjCPCV6KRf150Sh4v34SZWz6f8GxF96py6h3aJLbetDnjpf7c52Kn0JUthPSpoLE
eHu0y41KkoiwCRIaPBd0tM+XbHGWlLwiMQgacyrodVb8tIU3Zn6eaeppTROvPww4I8QUTJr6p15M
yt6jJa/M8ytV8hN1SzYQMBPe5k9eZzoiNifgvk2Hm1uxGi9sGrHzodc2DLqtdM4pA2B6sDkOE07q
cVNAOsrmGl0qe4mMQ27AX66oOn1aPS7d2zN72Upjz0hBBVzPgJaARjifWrVr0ctKS9hDjefWoTbr
4jiI3n2wkh6oDuVEJSjsvAzacmy/RDQ6SDuq6BuGb/q727/l2sGEIY1ICr060rnN9u2XYWznCdLp
YCdu2OEgeZcOtnrC6mbP+PvKUOiiy4IAJFAmfJPKzYthKA6UlCDKcMoxM/eFTDx67OP54+1vujQq
gtDKjU5RB7EFGrSbO9Yz9WzMss7Eg7qrPlBqaz5GxD8NEcGSIl+EDcM7wAnmcszbuJ/9Oe0c4cc9
tCU/sXHb8xOnEsdYtLXtWzbcvkBrYem//jzzBiJSIvHuOs3F823g6oraFyNodhqrLbbzQBRCtCfK
CeUIvT7sTIoMcDeHie1GugAew5bQy/PRcAnNxdBjMV+qJdvBrxtNrH7qamvywc0XE85EFnff5sKj
B4CGz/Rf6dKQXE3+f4FqTnW8dwzkgm9/ERtByk1Dr2adzn8R/atOLbtMDWCCFUcEFIzfItbLsNUS
5dcA97KHYFGaaFhhN+RrMKnDZR36nYmR78HmVwDo5+qWATJ56iZUTapValDGalBPI0TEmTTyHnmi
rPVjT0kTwo6x+EZXttzp4F3bpTISkj4jLhfPVlMlRdlTiZxSDaKqmB5Uc8jeFJnafbKGeHmgCtq9
B5ZbB0m7EgIWSqx/H1W1vivmdDxVXV+8gPSpv0+1WjxYtZX9d3u/XLl70cVnd1LuIC3cAhhdEwHU
ss7VwG7W7mggQ44GSWcnO/qul1gKqfoJSoVcFwImJ+98EyxuVLdL3KhB0+o2Kn4TSIlugNXhx3PT
wp83548NmZsu9SXUt9kKpQ8J2D0bryuPAA0pCF5Si1TWg89/xmSbo+OknUowViYf9Txtv5h6mn5G
rMF+M4NX3dn813Yd7w3CTzw7PLOb11VDPcdrXEF+Aln6beU68VFMRfmge1NzPxgduC36nPe31/Tq
loPBxqEDq6nZ2zBs4muwJUO61ubJ+yH7YA/NVCwfgWJXp8pdixSpgij6Y9tL97WkL2AC6vcAK5Cf
q89mPNtYtsRqCUrAHd5PZS1eX+8zeO8BmNAclxgFuS3/iU3rlXYTb4cW5Ioah2JpvHcw5NDcQ2Ci
fe+Ya7ezz68tPJuPzhcIce7GTV0gzT0x5VWp4VJYx3ngtEv6PoexZyBZaadtoI8jGjS31+Ha2QKB
KKkiNnnH3+bdPx+p9I7amO2iBepiri/KkHzGdmb6dnuQK88tIfD/H2TzCOZV4jYzfa9g6aBQHSC0
rWjpeXFVoow5zP/LNAKQxZSOTivVxvN1i9aOV78atQDlWaM8kgSK6cj+X9AkbGmv9cme7v5liUHW
caCtwR6Aq7UlEymrqSlVkxINp3p534glf5jz3gpF22j3RlP9puTRPFTgu+9eP7HwNaAvUeAAEyEn
/p/V84ZszZ0eoRYQwRBADTzNhrwbnyHQ9Tsb5eo3cg54lghMoYecD4UHLi5c3PxB78Vz900rtWh6
nLNae6SxXBnoYCEjFcbGqJiBrs1x9PoIhXgB9gIQM2De2ypkVqfFlLgkqzpqV2G8oP/SqWv1rkXW
4Xh7Vi+bojwEMFLwqkbWC3fSzY3Y0Curk7bUg9W25/mNPWbT/BbFtikOUIFhktvIBMxcqXmnPOUz
Bqn3XV+RxBaLroDwN5Sfkblow8kZEvE5UTtzT2/x2lWBIDAdW/rpZO6bqwIQUzrFKG8GegydrNHw
BjTWpH9M3eI3dLd1J0C49kRIahfyIqqMjzZHahBATqyZEhai1/AcS+PziFf0XSSwT3Wn1jlAAd/z
NL2WmlAjpO3BQpBneptvrBwrNUaNq6laO1F9cfM5eTA7r52PAFMbcJ8ZyunLuCrCF2mlGA9Tn0+V
ryTAFH0y5aT+H/YFiSggSzJ6st8t+wvggVaz+9QgUeZaOamxpQ0h8OY2/wqg2fHCrnX64jg0xjqd
kjiFAEdUnzE9Y2F+zbRSH8nNwUf76ozHD7B3Ld7bvFcudO4BXhH8WaD7bHmruNuXZMu9ShmvxS0i
jfSwKNwlvH1E5MWyiVT5r0sTUHiMQEo2G4K2qhij0dKpWdv6/Vyv1udSiPdq1iqn147ExcoOkN1/
LKC2r7DnRV03xI2NbsBUntLYRYKIQvmPrB2rl9tDXe5yhqInxTLKEbdvYQKAweiN3g5KhwffTRU1
ZDNhxaBAP1gUbQpna5l3ZvLqoCADZZ8PAN1WRaFdTQeSJF6iPEsDBQybQjw1ADf0ULB+TEtzvvda
dU+W9PL+IHChjgGSjFeSK+78Ni+wpzH01rGpScM/5Q1GDGpWrRNKY+XJqas9bNeV2BoiKp1+CRDE
9nNLI0cTZxI59Z2gW5b1U1I2NNkBexUv8I37Iwji6ElD2Q8nNt14imZn+djXy95zecFdkdhB6uHS
kkcWAbd5ToLd6oQWnU2E1WhOjoKP1MOJs3lElABmd+tr+mA8xMKZvw91or8tVqkZZEXwiPCBt9s/
am27360qa4Ynq5zaLygnIKiZWPNS+/2ozL/b1m290CtM9yE1rc54gGKifLq9UeX7c376+Awqpkwn
oNmLTrSWLOZgoOgTOFo7qSe71FLXV0y9piafCAyGFtA5oeAKy4+5MNI6qKlRmDsh/OVNQ7mA3iOl
DYSREW0530OdbvdqZMAR1LMO4qSVpe975D524o7Lm0bmw3DaJXiO8sRmlNVG7EBZXTNQ50mrP7Rj
UygHczbmn81KGv3qgEoWTmnvsxVRhbG2L3/cijy2PTPwpjbvHugcTdnTqqPDFjh2jx7h7YW89nEU
oRA7QK5VylmdTyFKY5LUhXPIOqTud9vNqqOIkvRrre96SFxZLZS70UJ2oWpzj25KXgNOctLQwiGJ
7pJfGgJhn5s43YkTrlwrUh6coJuNIT3dz78H8DG2szmDrGqjGLgv1HlIUS+B4DN3q31foibx/fYU
XrtZzsaUgeu/MbAOEMQdKwdHDjhUoBqSI+JEczhAtv9AZTN+WRfNzQKcPeZTNifqm7Gfpy+3f8WV
hTz7EZt9Y0Xdao4LJ3JBlPKYm23ql2PTIdsX70mxXxsKwXv6p8AZyEw3Q4Ed7Etqim4Af6XTUZ5Z
owdlbbmglHndqw3I/9jmpgH/DPyOiEfmiJvJbWgaNl7RgJtQxsI4NUlhvDOtfjVOnla2+cFLdRRk
7SFfpzvdniDUAquNyle3bKjMacCQyYslZnezrdQoNjv60uzdvLd/Q/Qsf5C0z6OfGfq0lxFf28Mc
ENJvMLvURTaDjbTtK6gUDFYgPDiuRvWsTUS9Sa72ge4uYocve209cdhjLNJSnqXNFJtxmmajljlA
UxxFO6Bq4OKcnqppBARwrH/c3qh/i1jbFUWySKPARb4KeuT8uCCWBjhfcERJ1/lfc5rEELRDKsBo
FYX+kq7pYvrcV1jtwKapTmNnUHqpAGAWw5i8xxN2PNz+TddmAMdH4kiIC/C85Ir8c4JXVNjiBJ1f
SDym+FTG3Rg0NNOhZVva6fZQ125BRKuYanYzVrCbuNVFnD8tqIEGaTZ13zOq6g8NCmrJzr0uJ3Ez
yZT9ZXuVLBJc7WaSI2fBt7ICGZNYVqn7xeqov1H0RcxyUAzD75RS/Z6V7Z6oyZXTCgAP2AIpmqyp
bZ4TszaWkjDADabGdCtEI5I2TIgrzRA3vDX2l8XGRUZXm/jj0M1F4xfT4Gg7D/a1IIvrwoOxBxdb
ErHPl7Nd51ogu+UFTZQ5iHOPirYeOgfYsN+IVfmQ4EqbBrPtxCrqTA2/S4msdTpY6ZB+VKd1/W8p
ivobGFsmUNhakwamcJzYzx3AW4Gr9hDMnCVr7pU2wWadUCjz/KwD4vn6o2kRsEoJHmmFue2KKGlq
9GMrlX9mwzvQ/sfroVDX33bWajvF58szgHcIIwHZoMVJPHU+af1kzPUYDcmBzsDw6KSo0CDdWvCU
JNXO5ry84BgKI2Q0BqHs0AU7H0obnLxZ4g7k4CjaU25LsWbXqE750hXvQWrsgWAuzxxVVBlsUy0F
FroF4CjkVPgjZUpQeag1xkWPtrfI9kBOlxMovTalgS1pInIL8lf8c4m0a1oV/QBJREHVlVJxzotP
ierZaAbv1duCoagCwMOXKdQWoObNo4sN2kxjtAbR0jVCAGKRCiWuUYe376urXyUHYvrAamzh+dFo
tA6m1dCcIjsKi7JuA8Ty1KPeIG12e6jLbYGi3d+8F9YTfZDN1ZgJaJVZkiuBrhco6mWetRxTJVpA
LDlvS9X8c3u4C+dD0k4VoDDBIvV1qEWba0JFSBX1MmB+a8514tNWQSl5iPBjxUMAgUo03tVBtgUT
6L+Q1zpP+MNgqd9chKBxN3GMZfC9vrNayE+ZmJ5pKUz6CR003HD8tW6xnNn5yZddQroAJF405mWv
cFugjwgkBQ0RJZij2n6xu3l+yet09luBISE/bTzEnlPf2ZnxoCPG+hSnCCbf/g2XV7ykCKBBxPtF
GrtFlCWLNZlUl1A9nWyMKWuJUE9aPcy6sqYM1uj3DtfuEZnf7LHoIVPdHv5K24bxKS3x/cRHIJPP
j5mTeNUEDBSR/tyVEDDYOUGGLP5v3VCwfEAzuvfLOKu/JYvWfUjMNQ0p646/8RToQLkbAkN5zQvr
YhyjY+ZhpHf7B16+vPw+wDYoyJHJXXQy/5bkMtVR6OF57tHMo5y8QEswB0rECbGJ5aD1ZbczqAzR
zp97emcaksQsC0do27Er0r7DLByJdrIs60vU1DXvUzce9MYZDotqr/ciTZcgU8ZkB3B/7X6Q2hWo
K9KoImQ9X44WMjB4zQK5WE1D2SDTnYNXRu6DYVV7xZMrQ8nGNIEqulty950PpSR6Wi0mMwvJmVjN
mXKgWnM9zYep7sq9fXblqDEYERosTDxtttApHJpT/ubRiHVncb+lTT0caFOKgyoWNTsWehH/QTXH
i8LJRJsKRrjl+clc7Uk2XftqKUQIm4Gv57Y//2pPW3OczeCZYkOXxoGnzRpukEnkvOldqzzd3rzX
BmPz0kpCxIYsfTNY3TtaJEQZH7xCOFj5qfjk+CP+qqDxELbeQz1cG05eZZxliU/dtlTGWlfbuoOt
0XoTUBilqL+WKpBcRCqGL6//Mu4MgnvKbsQ4mySHEq6IPYAvgWKSsxamU95lfYoFx4zq+/8wFO0/
qXUlEcb6+YpF/dSgcGVEQTxnHlYTqxEHfTaW/ymZvfdmXptB+i941SN0xCTKP/8n6IDUPpSYwkaB
acajOFQQyrsTssrYIpZuObw+UaJSC5IZgTZAaOyT8+Fyo2XBJiUKdIzTnhJ7yoO6wPOAyNiId6bx
2vusA0SVeD1KVLCGzgdLdUR5RJ9GQWZSyXjDezh8jixbeTEarfqzRnnbo9jTms+kqg6VcjRmMXDT
3AZFm3X+JdBLj7gB4xkDB4IJTGJsI38rML74fXvBr/5SyU12IUNw65ubY4Od2pKgQCKPTdmgY1C4
cLGVqBmOWeuYH4jghObHa9K8bVo1WQ4LKoxHRWijn0a9eLZSlC1TTJ+5obEtPOL9uN45lDH2AAVX
3m6ONX8Bm0P2Z0tYintUzqrFIpiLHeXYe7nzCP/BQyxjMo6UP80DWoL4O7djb/lFD2nk9kRdifDg
3yK8xoFnprY0gDgtJ8/MAPRVfSnCTigjyHeexWien6GNvFaPiwAPNCrPElw/uIXbPKOzFuq2Hlcn
FsUPOlpRAabghEh9MZ20+fWiIHI4ORC+AIy7fYTLVdX7ScV5MBuGNOyonx3hPCT33oxhSmvkTYX1
iiU+rmPRfIkdr7pP+tG+78bV2ckP5DHchAOAKhEFpjwO4u8CV412gEB/WgmMUV8fpN8tCrVmf3d7
Na/sJpJ87m1CZw7qVqOA2Efx4khPDgLbxLt8TeJ3SjZ5SFGWTVACFAwHfrS/DCiGpZp4rVEMq4sM
JxGPfKtokW+uh8pQhGssgG6MRtfCEvF/LKU1FOW6xDxYraX6LpIjO2HBlfsW7hb97r8wNT77/E4a
tFmq+pC6tlrkHEGH5gf86ZxjNO3ff1ciEMQIqHyCUeS0bEtFHZe4x0lMDtrarWkA9sP+bLbT/NCZ
anLUvXx+NOd09ZEppiww5dAahjjd03u48sVk/Daps0tgSQn0/IvT3mtR7LPjQ7pO2mmoCSgpnBQ/
BYHa3o0vM7zNvjWlqgYQFnr96lbNOsUCyqGjn8CJK+r7hj7yx85WhlOV5sXdWPbt1yIfPPmwVliT
Q+C9N7sGpkhhRT9ECyV6HqCb7CQ8Vy4tuCwS5yB/EsW08wnoADmYxv/h7Dx65LbBMPyLBKiXq6Qp
27Pu9kWIY0e9kirUr88jn7zawQ6cUwLYCYcUy1feUgCg0IL8X0uALrHSzD+49VSc2kAsV+7IS+tN
fkNmSkkWVsguoF57GwRkZ2IAsTS0fmeskLife0gwGa3R/zE3Sp4gr6j70pzZDUZNVSAePzJYK3Qy
1yW4D6rCv2kb+LXRYMn1yoCX0jeqIyDMHXpc3E277QSsRqsdFD3i2cqM0yQt7+TBao0TJzlhcvIE
BtbdTIWqm5QAJOww+nwSw2TEAlm228JCq3JKO8T7Zvvr29fZpYUnj4G0RE+TkHT3iBcYlyq/tPK4
1Vv/WKzu5wFNtliMSXrlE29z3G9z9IqJ1nC6AsC+HYPfgjaqivrqOVwi1KSf3EzW3yXGuhQUWnkf
NIb77Hiw/QNPq/764ynSwKACBs2Hr74/y4nm2kmSNGmsNcjiLcuKUr/IYd1b0/+IFEHRA1KhObuR
o3erCewoGGXXp3E7NevJwZz9zs0gLpWiuSYecOG1oz5lcTR/tf321XuVoMZfb7PyUyN5sLLUemjb
Nfvz1Ai97k0ykfILwNjdhGAHZVXvqDRu8inF/GYYg/5QzNjPi1y/1iW4cOdwLPn8rCBdgn3oa00S
lE5O5ELl2rkP6okXTTVLHuZ9MA1xotnyyu6/NCIxw2YQuzHn95Thsllqs7G45lXfJievW/sYOuO/
mWuld+CGrtE+Lg1H0oeqxuY0g1vwyyMwpPo69Z6TxqLvtVj2hn3gHpJhtmb+x1L4+f/4elsWgeoB
dChIDy/HWxHzSURrp7E7E+WWCRUYV+FYj7XQ/0hqQWFieqoTCJKy7zZK0+NhONmbLVDfrXGetEPk
1bnznPA4/Xk0wh75ZWXLlQWl9+WsvFVCuWqsCvlicw3TZNTOeor/Q4Z1z5/XeSgvMdjmIgPWYjdU
n+eB16x2Fau5F0+WWbu3GL7P98WqzVfeiAsXMW0Bl6QWOgBv0+6JqHu/Blufl7GZdegGlBIJJrsf
mj4sp2m5soTb797dxRvjYrPHhX/wCmlpTaO/ejTG4tLR+0+gWvo7kV7VN9ne0VejoF9FVRthlVc8
PEBNNKTyoYwFBM+TKnzsMnrkrObVx5APVnnoDQZKrOVSv88G708N0giVIf9tFLZt7xt7X7aez9kF
xVzGys3mE6jV5zHJ6w8IgMqbdimSK3vlV2S6my6dTcrEDEfCtwdAL/QiKsvoi7isB4ILVyY2tWE3
meMlCeoHST3xrMnGO4x23j+BIWzeCwB492lj23nU1r31t+3M+T9vv34XPjXVPHydAEpQ0Nu/fkZj
BoNVt0W85pMOJlGDXpKV16gsFx53thHdbWD0iEzsW3aJIogasSzhUyvgoUD3sd0zSUrQt1hL97TM
nnvnzkQ0/uL11wrBF84OdTQuA1IjqsH70AJGiAIiUVZxVaniZ+Np6X069+5t7jdXCmqX5knLHNQV
hQQkSXbXnDl6U8OHBoHRDO4teUl5QyygH6jZW4cZvf77xJHFiSDAPr/9HS+8Hby/9G0Myi0A0LY1
+C18GkWmd07BHOlj5v9KxxGHWVkTHsNOL85jPV9DgF2aKhVnyjvMADL99ue/DSiz1YV3BMK5HPXp
SN93CkWRQ4/LKhwVi95/Tqa1C020rp//x1ThqBlEpcCZ9ph3kp0cJR4W2UYkIkTGev4ofPVN6cty
8pvgmqfUpd1D2YAuMLn1xiXYTVQB+bGLBXmAyWm+LIOTRpSbscbKpPnvn8+Mphu9S9JbKPC796Rr
kAtsVr2Kzblx4Zg1xt+NrOq/JoMOquVWwRWU1uvDT5WN8gzEKgr6PGAvp5YP6yCmUsN6NV/LCGed
9lFM6zV1z9cL+HKUXZiBk13ZtBVqBINZGR+npqG2ZjTyr2WmZfCnC8gVA8qNF4UPRbr8ckKGNiiR
VesGG8289yi1ftPW1j0HoNbvqma6htd9/YJt3XoaL2RvgIT3pUN7doy+1NMm9jejjJYkVYQlJLVH
fVkHlF/wLQ6decvdFuxoec7KfLgSF7w+9/yEgNoAfXyAlb9weL8dwy7B8kdHECgG4eaL2Gzs7oOz
iPE2sQLtVKFQ88cCjVjkbKIZW+8Fysc+Sp0amz6Lz4g63bRD2eXGafWzgAaUfU0K4dLOYTDMWWl8
A8HYJv/b5ITdDdR3+iZGfEbSZ6Zf8QDzbhjDKnGCK1iPS4cBtYMtmUFom8Tp5WAgwaSfBjOCiDaE
V/pBTYjtc34tDNiegJdhwDajLY7j9qJttzsNJVKKaPeg9pX3wqY25U5h5U4u7enVjAtrCY5KmdWh
M6U6+VlCtz8xk59vH5PXdzevAH08AAwUKl/pLulemfmtb9bx1E5BaM1kUg1QkBtM6YsosRd1w6ZX
sa7q6UoR9tJ23RSxCa5IOoDwvFxkfONXL+m4C2Tpq0enUP9WjjnVITKjboTxyXx4e6ZbyrRfbXQQ
NokdHn/AdS/HKyowyqnOeLq3/piN1R7Dtpmb+yWTXoQQcxeOmcyuqJhcWt4Ng/LL7A7a8m7QFnGS
vpJ5Ewc2XSGREE4hiYDgSu2UD+NolKcyD/JPhjamf17/9RAN2HSGUYXayrEv59vknaRFhDCs1o1Z
ZGmNeFQZ3kASpai4apw2ct1CXUmTL3CCeIzptNMNYUtRD305qtb4nTsFiGRSnEUxqQm0yo7yyrW+
cUWk8pACIGluNJRDZTh4CVZCOPIO4JGnTWxVzOY1cNO2jXafHTgIRmkbQxnA334ZCALHQkfLb3UG
I+xLb71FVh/tKlMmV97si5MPbHp/CDXAvNlDuJ0uFY6Nr0lcle4cd0VddmGGcEEXEsnyoDr5dN/O
2foZxDlRGAnj9KycdDz1dhFEb2/3C7BrmCP0kpg73Qc8R19+CVXKmjIaWta1lyGgKNf667T9isVI
8rOPoT1Rt1/fOCiQxG1glsfBta+xSi5cpFuGAzyZItcWN738DYZMkCzX+A2gBWYMESbcmEV7/vOZ
4p/EQL88XJGuezkKt2WtJSVpfkrwpz/0mTM/2L4K0C0YStaZODlrQ4dAdLjX3Dz7lFTFMCO9YpNn
vv1bLoQBtJo3Pw8WHi7EbtGXQlMYRadlvBqiux1n0z+XRj3fNi0QMc1KrNtWTlWE0sP4cYGrfOW6
eb3ZQSbSEKYhQghAOeflSqjcNvpuQs5qVTVYaCwBo8XSsnAatSF+e6avr9NfpBI6LzhEoTy3/fnv
D3I1dkuOw20Eki+AyWt0n6auVHHSL/WNhmvLZ3tx9erPdzX1HBQwIEKTsvOvL4eV7WAsmDYE+KVI
8yzg9sQlhPQHyFtzjLcqV9vqmu/hV5zV7Ld3xiLqK7/h1TdmYd2trcbLCRjkl7jXbzPXKiEqaRlz
pIwcWFmZAwpFD6Ct4EtNmhca/uq8y1qVSwr1w9IcKL9WN3+4+vwG2tS0LklDSGh3H3rWgFeYYHuQ
IHDS21LJ9uTZfXHICs17nscqCAN11Uz11Yv9a1D6sogfbDKDu/RHGEKmU9chZKi1HVon2XhOOns8
CFV/1tJkOr09x9dlkm28TWkHWiGoin0ID0N7spB2nhHWrINPbeV2t0OQidtuXVVsoQZ1loE73xIw
eH8NY5E844PqnEcZjPftolvf+lQq58rHf/Wgb/VEgHW06Le4ZQ+K5DopUVscNtNyzT82bWeGWdrI
yB6qJXSCco5KD1Eyc8KG9e3leHW2t5GRf/hVnyFY3+18B9fPYAQhEMkqSA/90A8x9PkiUt5wDcN4
cZJbgXbz5NnGfHnIajrENuZ6U+S5g/aI/KIeQuY1zkNddMc5CLTjYPZDqNPtvRITXxyZIbd8nih/
LzwTuGujBR2T9J0J2t6w9MZDA2rsuzLX9tQa/vCMieWQ4LOuW1ei/ksLvH1bMAr0c3lLXs7aFJ0c
3JaxiV+mIWpzy/pnVAXd69YOymudvlf3J0kpDwROYZB2ACfuTjDSCksjFpgUft3Vp3XKAGLmGOu+
n2cxn1qr7p89NWKS+fYuujgssQmZB236V3KaaMhbwbCUExTaej0l1uyezWbBzLVY80Pwy6ilzocr
W/fCV0XYER1g0AjAsPY3JvhrEkkXEUNRDgV2y8MY4yJvhT20LFgFU/LD8ub0Rq7FdHx7uhe+KTQS
9Gx/KbXAC3/5TWmRGxMMAnRsG725gfFfPvnWXP00OsO8snUv3I7UcnkPYa9sHaLdoSlVb0mi3Ski
BESbZsJ2CZuNTtxXo2U/NG06fHx7bpc+JXK5FH6Jbzdg68u5mWaKHo7oJ9wwM/uQFqq6qawAPQ29
GQ75kKAYuOTNnzK92La/0A6UwLgh9ncy97FvAOOfQGJlyzFBZu527kR6B+M7+x/fjk4sLB00Zmne
7Co4OsvpchCnaEAG9ZQXg/7gz0Md5f6YfH17KX+t1YssYZsWdDKXSi2t0n1VWgoHcwcvnSKtMMan
USsLULO8KU4EqTXIQoQV8+GobGN0w14Lkq9BOpXvKjtI5rBIixEGWl9CQ0ksU8WIbFZ/WZqpOVEz
65l3KyvhBbFWJfaXgJD8oWiq9FuP5j8OgJIuQ6goA/8xmIx6LEEoJw6+Jw/V7jozStHp2RRwlY6F
fT9aUpxEMJUHYQTiDlj4ta79L4uK3RpuksrbpthO+h5r6RoqXa2ekHMATeFjDYJ3/E+KZpUTFlUy
p7ernMuvHiu5nqemruvnolfVHFM8RVRz9JL8L39K6iB0zAZpD0qwUn1eqmVBx8JByjhcx3V6X03G
fCVqvnBywZFsHErOLzfxbqVow1ZulmhLRMIG5xwnuvTHMDo9zpR5kKUhWh65dyVReJUZ8XXY19To
yRWJ2bff9FsQaeA3NszCwDKtU91zGgTfpdmaV7b1pUGwcqUivykIUGt5OUgt1tyQwiRkyKoxzBrb
hQzTlIe3D8+Fe4iqJ/g2kAyAmvZAs7Xr/FyXGrGoMa1nPul0Y69yUw9I1Xmt0TAvsyC48qRcuNgt
GjiUAze3XtKBl1MrbCWDeiUOK4eh+XdSa7YeE82z6DegAHcl6Ls0Q0B0aNuwT4h+d1UcfVqFVaRE
/F2XY5tWK7t7lgjPfR6QfkT3ohiO/pC6z2+v64VXk3oymHYayiiG7tFehZiNuYVOEi2tLmWUNm7+
XCjkHyfMeZE4q5zyXrfL/KGSs3blm15aXlB8wBch9FLh221P0Hq50QRcHltX8DAOSk9P9DzEuhEC
tfnKo3Jpn7JBN5Y9OP5X9IxGDxYwS9kSeU3jfuWbm2aoF+61iuOlSW3OszBjgPfCzn65Z9Yg6AeH
fnyEG57CbLkTd9PSWbeIbSDp+PbHuzTWJvvu0eOltrlv0i+8zroagTmP1LhiJ1sId4ShD/dFOYj/
cRY2dXkeLmIdby/d0SAZCa4RA4LBQD08YXtEik7vrdKN4spJuPClSMe4tOnebtjL3bEb53VGh5ST
YOkIkIvOTu7KZuiu7IcLFzIFRBxB4NNtsLvtV/x2OVp2I61azey+PqOTMXeGR/fQkXXoTFnb36rK
da8E/69rdzj1gQcmQkXBkFr47hGgdNLzJPkTOmtdrh043fpPKFP2AzpO6l+8/MBXGIXoQFkES63H
ZZ7WJ73XhAkbrkVs6o/3z5b9QjTZblYCy5dLkNUpQKum4OqmjBIWi/LABoztaUYP5crUL2xVkFu8
fCRdFMb3pORiXsyCOseEpW/rnhwh3Y9jX1hQ5crqylAXrjSHKp1NZ5PDDuTi5axcym7jMGJJBITf
PgZj/UMazvyoeeby5KylfvZ7fAvQ2LX++uPlpEO9CYZgKbjJebwcOJcsY2IxR8dR2WNadRbhRD53
VajXlroisnFpQclnNkV5Hg2UCV8ONnrQkkeF1ELjifJjWUB+1jXLuQemW9y8Pa8LJ2XTtSNopSwD
Pm03lN07bqdjSABHU5sflTDM4y/0qGCHx9YwX8OlXXgJGc/bGlYIw4IGfTm1MjBF0BkOGrfNOB1T
KmShNvUfXSOzzl4VLDeNftV3azt5u7iSa41vR7iEaeIeeOpqOgKm+TRGyrHLOkzpEYrQVoH7mKLp
0YWtNdWfK/5bN0y7vv1g+mV7zbfxwiel2gZ0hJMCqdPbNvZvN9IYJAbUPdY5dcr6n8zWyndKD9SD
68v8WuB+aY0petHjpLeK/NNujd3B8fPUzsjrMDC/Ga3FOUCRmh4KXLnjTWwOQHd1TS/80iL/Puhu
I0mjMNbUJQHq3AbHsNVTN9WawjLOSg/X8iK/09zmR03yu6m9/Y8XjEYo/VY61wjTvEplS90R2TY6
4j523M5Gd4Rur+EU24jj2yfm0peE9UFXgqyZp2X3JQc7TaklsbpLNqmz0ZB3VbBQYlm4xpWhfhFo
9jt3U9OiZw1H4FXAgedPM0jUByNvcsVhHbribtXM4m4wsvJb66FdEAZF37/rRzNyivE8drXbh7U9
5HAYKue0Be9E0Kv7AyeEtSDnHp2/sxFN1bfXZPu4+98JFW9jHG18Tnf39vnLarrAuNG+U432w1uy
xQxxBe7fiQ76N9ojxvu3B7zwEWBLcGXxIViafRgBZryRZcFxgpmGVaVfiYeamvLRG9L18/8YCm7T
Bk2iJbM3MLBm6n3DpI8oVg/aO6spwUGVqube6ifrSiJ54XnjcQG5zyoSIO1TbtoFfd04aox6H/1p
zaLhKDjnH8am0FDEbLpzB5gyHBYM+t6e5YW4jJGJyjYVHuqXu7jMVIKCt7OMUWW52hn7UzcKIBBc
2Seve4qAIqgpbHCPYGP9blfXb9dg35FprDYbWqvN+tYdyr88r58Ps59qBzvVknfzFBThosN3Sjsb
qUevuebddHHrIAPNNUxf95XcWKAsW7AQvAY6p9ZOfTvWfFJccIMqfntRLw611fiR1IDAvbfCEqkO
Tarw2aWB8s+4CZRoeJbGkVvlj8EJ28LSpodFtAlo75E0vp5W2UpTMAo6LznkE+UimZnpKc3kGEny
Z6TF22tUmte8zF+jAoxG3HBzmNztmjVz9TprrDGa0FI/rrVXHpAdXB991OjONI89dexauz+WfmFh
r9hWLWDcZLpP9Go+WmYxnyZtRpnPS8fsUIHjiBvQBdeEZS+8h1tgvnWc+AcHa7fpBj8t0srgVIl0
ehpzVfBMtMEtvMDiPUKMQezSaTy//e0vvId0+UioiOA4T3u0iI1OAlAqttkwLtMNfJPha1ms6kFf
1+I0jXXphGYyJvfFgIyAlo3mNR/xS7PmlG2odYs65/6dWgpJWScj6rG0xT9Vwl/uhpQcL7XzMe41
vDZWU6uuYHIuXSPbPkCpgJoUe/HlUufSFGZLeT6anNZ/SPErCcd0vuYWculc0XOnWrTdJNQnX46y
2GaHcDiXld334mB0TfNPX4ufSdHLK4nkazGtDcVFtkHHY1No2QMQxoQ9AzFvjDqR+CHiktpT18gv
riubR1NLG3qXthnrqabQem3A7OutwBW+t++bss6+vr2nLs57wwhuhTL6L7vQo53mbCrN7XlwEnm0
pPYd1dnpAw2Q9kov4sLm4QlyUNqg0goIeXdkGlGaxOaJjMqg1dNQNKN205iFsEM0zNenfGitZ0wu
roHJLkxwQ9FTA8TjBjGc3QTXIhindu3HaKE8981Iej9cHOk+LfVylf1+aYpoyoNYpd6MaMEuZsmQ
9U+4h8l8Rt0+dl22fETMhMKEObvjRnL1Yq9vRBLOUkiMr1A+PJa519+AP29Ogd2qJfSborAPkz0G
N0FOBypOtVY7zE6//I8tD7wO2tyGrSdz32bz28PZVcbQ5XOAGXJGEbYKsjyuiqS4d6fhGjfq0kew
uS+ocv1q0m9//ttQi6baUes7FqaHNJcvXfI9G7v8zvVa78o2u3BdbDnuFhGwqV/Jbw15rtUpw9E1
YcUC4dYHI5Hmh7ePzauoCrIhLECWjexgM258OaFcRz8noGwQwQrInvNuXg4wY7pI9d4awv3FG23h
aUaO9lrd9zUCgaHBnCIrAgobK4TdOdrC97bVOEfo4ht/j2ab/UySGWMDWwn72EvAIdB8rPwHhKn1
EzstDTYriuAxKWDXH7oKiHLIJhzevb0krzb/9rsoZWIGAVkRrN3LJfH82lg0yU2C1EuwWQMlxtGb
pzxOp2bAma1zDpNCXCt8e9hX3xvYy5b9b75cm5jObmt5SSnHIGM53DopPzeNnxnhrNndH7992zhg
qCmf0vlD0ubl9PQp6Qc2A+MsenGq7Ay/d8Nfciuae+V/rFTbZqGGXej3t+d3YaexnwEXbbcmFZXd
w1QS5tWTZNw1zWa+2yARmW7tsM2M9RCsRgDCCG3wcqirT2+P/HplKZVsPkncZkC3zN390C+6Y+de
Rn2h8MYHI9HU+z6X10yEXuV5UFGIMUHEcz9spbCX6zpmkHh5JAVyKymWh2Kyz2AS/15XOZ2zRV5L
K1/v0o2YwfuOLxd4qf2kwGUHtL4TQce2bqoIOIM4lqZMz4XlJO8SZzZvB63oriRhr+4/JgmHZnvy
eRWwi3k5ybqbFlc4mohWXsFj2tZL3NZWHuU49F05DxeH4kYiOAVm+SpBkPaECKdfyGikuPo9a5fk
x1JUxlNBTfDz2xvk4lqS3HHsqScQPb2clWZkM0vdSvqFlu59rM00zQ5umgf48url7FG2rvITKIjm
GpD04iTJS/iMW81/X4lWmtUPNoJDkav3yalz7fLOr2vvZHXeNXTf6/O3aWZj6gItDDvbPcSJtwrb
ZLMVxGKJf+rsqcxPwbBOJ8vq/Z/IUbY+EpmO92A3mfvt7QV+nduybxCV3jYq5U2ut5crnLcFzEKN
M5cOg1kiD6RDMrfdsaevknbr59x25/qYrtPwwfGb9d9gDPBydirIbFeqIxcug61vRPgdbNn8q2+d
ZOW8JKaIylrUgBFUkkRG1fjWlXT+0jgbXpRAceOi79GiqUGRegQkB2KlHu5SU+uPysyvFdwuXTq/
j7L9it/iEa9yi6nLGcVbxjIyDHgFvkj6NGxlJ49UVqefV77k9vq9KGfxJWlkEGVt3CnIWi9HbL3S
1xpSmSjIavMDyGM7i5PK9B4b6a9fJ+7gW1lS8QwXf7ZuTFfJ+yqw8neQ5OtbL7PEtWbOxSXYyDnU
oDYU1G5rtYvm56VVy6gtK/HJ1drqFo9h4ytMXi/2IerIK1/20pklBiLj2ci7YFperoAzynqQay6j
pNTy85yUQZx0qjxInNpv3l7ti0Nt0R8EFm6nPc1gld46u74SBCGaPK5eU91kSkcP0pid89tDXboe
wMqhUgZNnVre7g50a20sZIq13qh7lRc7fjH+lFkCLV7r7S1Jh6OiD7l+1FerOL099oVpEuTS8YAL
vXkTbJ/4t128FkpZqJbJaCJHeBhVrz+ns1eFQi7XHNipaFw4mSYisyDnEXZFqH0Xd9pY6/r9kG+F
Y5yI77Sl9KGn9O5Gdyqt9t2QaUwzdTNzPQ3GiGYSGJogHvxBk6GdeWV+NFop32ulq/2t1JK8b4ck
cUPLIXKMsdbt51j4vRGEYJiVOinDSac4r7xcP3Wj0/3o0ZTujsMwyn/cptkUwlY45xgo5OJZ6fRj
o9zt7B9+v5Q/DInL0BkEhl3RCu2Wv2jmj23YlvYWpBdW9Q8xvfGp8YfBjV20yr/MwpvESa1t8WVj
L7SRV9jCDbESKd/ltkXcOpiggSD3iawIPWnrDwjEBd0ZjbDJ3ULOeQgLfR1+TNPgVo+V62lH5SZV
eyRqBU8FyipJ4qXKB/cEGtqJhAU/4JgFq5+f0SQM6qjwG29CSEehLa1ahSvMrOfNGmutkS9HyiDV
OeiQX4bWpvlWWNeqT5+xwm2/rL2V/t0MzfgFBDT6siaaZIJC/txuPNTVeYAAAGjZm93pca1QvI01
RAMRPAvMxbhLCqw1Qi6J4p/GkZn24HuZ8W4AOQXkKfeS92SKBJpj0SXolmaVlodCb7zi3UTrvTgg
OC4pBjqN+qw8L0MT3JSj4q/0xad1WSFYGJi2HZ21ddLQmjLx0KzoBoLNafhNo2MkSxR4a/4TImQK
YM0oDTyTlnIRT51cZw+JvLTpjuncBQO+arn5qNFxz2/F6jSPueclzDQLytvUQafmWPts/4gHyv7S
TkX2NwaD2OhQkoM7Rj9Fj5ypUKeaB9U65IbTNzgSFjB1EzvFXb1qipYwGxDoA1UwNR/S1uut0MqN
BUe/DHrtbdaPqj7JzgIj1aTJ56leDSeefZEt8TDj0Hv0xjaoojxvuvLBr0sDhkmNimdv6HkXMQvj
mEons281+uhD5KfSLkNh1VkX+pM3Nmdn8nQUNkZhgmb3hbrVssT/mecr2KIuW/kIxiqD+aYqxwIo
Qqp7f9tz0DtHFyHDIqzAqvgh/hNt8G5cmlKd8qBa/Btk5OC4g+tpnZOVJPzPNG1Rt7OdO9rZTIr2
2Tf79gkmSieRrB7EfZFk1rt5znWq2pC0v7lu7riRiZqsdwIDVZVRRm7i3Bp+klghqLgClCe1uvG4
Cn81gEY4wvlL5T7TrLxpqW50t7XkHbF2Y4Uefdt3yLiDSaTYLNtjpQY8EBCYTv4ZXU+VZ7tP5D9t
YjafF4cGWTxrs42DHyyP9qhSZfybIc94D7U65ypys34K7cUb7BA7QtsLm34I3otUY7u2qi/Ftsbl
eWEvtqHmjtVzkuIeeFpICW4X6jTeCZ4GmWTTms2/opDQY5WLrAsWXW5XhtrYixvPqywHgrCrN8cK
WfsVhl5Vj+e58pI4MFRjH2AvJuZNqURbbodi+sdVjjUCPQvKdwENTT+ehnq+oWc8fxwmrdVDheTs
V3dhq8QN+PnhZkqX7Cfptvrq2L3bx1NtzbyUCjutc8KX1uPOD7Q6qvwxeCfdaW4OZpqV6Y2WrfMS
yVozJGRbtHwOlj/rGAQ4o76GYpgxPykt4Q8HOZRJH7YtlP1oVhQ8kf/FD4uilL7C2Ui61I+F3jZ6
ODRZ0R+pQo7FY5aNVNhFPqopVtgOTuc8KZbkLmjaecD000xFmHmgUfGEXabppvW1CkyOFKWI1JLS
g9EUtpihl+na8i3L06X6QIZr/zD8OaO122VD+2D0+NBnYbm2w/os+DnzAdW4wT5R7V/qe6O3vOUE
dyz171h82gKu6g2U86A1FvJJ+YuV3yWrhlZw73tF+8O1Jrf+kmZVw52oVI9xQDi5uDXIk+sMgffd
zVPhf08NJc0cNekJielDklKF/2yWzoBw/Oyso/a+t50i+KkIFzso1aoZcPPKksXQQgdBIysIF8OE
LXjUOr/sVNikw6ywZdVLtzzRuBDZ3xSmdPSqrdVff2jGNPUO7WS3689J6lAdvUv8gDsrMvJA6h/k
MhrLJ4PuBo0zozXmR0AAufxRjniEf9ZsLM/vNF4VKxKdmyb/DhY8vvHY+UlRNCfyI1U8u0tpzg/L
gvlPT14QSF8LRW1oKGoMyaC1P3PMDdACDSzZju+pL+ftXbnMvYdwgr/Cmhrwl/rSNqujd2wffUwf
C9BWNpDKdGnvU+BmroPBrSOsD76pQQ3wKF1OSdjMCOy/0ypXlOmhNUur4L3qZeIjlWmbmfaeddOt
GGFkUzz5K6No4Spqwbolq53i5kt66bTT5wpncPNQ6I2vumgRZMx5qFJ/Ts4I+cnsUdbB1P2s8xVN
i3C22PqPCFso52hwNvQ+1B1Mvu2DTsWm+InMj0iHeLIgQt1kZNBpbCZu/TiZi5TnAVAjqi4lAI47
v9U2maGgDtDliVwM3JInZbabf5LhrcpGs7CbAzMkQ7NxwejstpIP9orf50NWbb4Dqh5FEoSupYIe
z6ihDtwPtcj5KKjZa3NZhhLRke60lEGxnMt6tM1z6zvCvinbxVH3rt4GxbFzDU6CjRebiFoNF9to
xTJNRw0sC9Lsh++tU/rYId5phqtT11OEDqjCKW5EOzoUWiasyLSUehIczCpG44XAtKusFkiOOXf0
DltPr4/j0lp21M/Jgi56kco8iAFx1nXolrmhh5PV0FVtwNNsr+SaZDGAL0r4jjFWT8k8FAswaKP4
lMkB2dx2ko52snpbPQWNm1qh2WrBGE+TKT/rqyEhlOdc4zH+qPNNYpqjTmXcW5B0z+n3x3npWk+q
WsQXa3HnNRptzRhCcqFkuW26AMHEsaLiB8UN7XcU/SChR64nqypcE5O/r89V+h25ugJH3mBKm7Ny
1uoegDeMT2vp2jupGXr2kBh+ow7rlGRPE/ceCyd676NjYlmZhatZuj4PFmDUSDZ9JSJQvAsCmcVI
cOAVntlEU0ZNNcJAgvPXbU7GODsKoX/rSoEBdiaDoQsJFXGeCxKvs47gF6fg5COv6YSzaDo/9mTL
zTx0fYZRujEK2j36qOSHrpZzf8rzep2/EzqadmildlX8zLS56EBi9P18SoQ2jctjigNueVzTdV61
cEZlvf/iN5XUveMKaQk9YYQIhkMv3Lk69AZ+0N+NadC/doNOfkaroVc3+jzMfuhmAr0wlRe5d9Dh
B2qhypwen9zCN+VdI5zirCdO3txOoOX80EC8bXw29FnXib/Rr4lTPWnWg0tGN9wpuajltCy9KQls
vbFmqxfSjkEnQlsw6oDiLGZLqwxdY5oBlzg+YueNyNY42FQMD1M+EJeFZNND+shlbJSPdFCy8jmX
jdE8KbT9vUNhtUMbSc1f3tdZn1Rn0JjeTY6ueYeJSN6tJzunyIY4ouec7Apqf6RDeB8PQ0nu8ty6
yrIOWdf7t6LQ1p9eZ2rPS7/FpU2VN4+lUw+fKwBRIvR6nRClX4CfRb09127oW/l/HJ3Zkpy8EoSf
iAj25ZZuepl983i5ITz2b3aQhECgpz9fnztH2OHpoUWpKjMrk9SkxAb9F2+N/oo8w3viSyviB2G1
WIrJHeJ/cbpUcxHERg53QTcl/9Y1xBu0ong+TISb8Me4C8J8oMEdDl409bg6ymx4N5SJt3CWGg/F
WHGGpqEZyydYokDl89INnB65YuM69pn/tommnXLa4+nFDtxu17n2uWnFSMDEHfewMjmUOl2sVlVF
yUpwITlitCq3xwxZ1yMut9nMYOWsXU5JlWR2O7haOKoZ5l+pGLpXanlq80CPw+fWdYB6vAn1eyki
/tMlbgkD2sahoTNbHUw3TNvMtHEV4s4i1js/fs6y7uL4nkly/MMM7H2XjQRuzA7jGCvf2WGWUe8d
6q10X+umjVraKg+loE7n6b7aVnf4Djw3/y5LOQUHIo2FuuOdTM44MkfBz7juq/rShUPb5jC25ee6
tisp8Ftk52NW9crNafCaXzqWZG/KbMT5Z8UM98PG6WAfcPJwmgMosNZ3/baIr5XwET4wgsUkrwI8
0y46pAoM7ZQtJ5motb+Lm8ReO8W39TaVaf3grVTGYle+9e54NcvxCtoxDXkoYXIfzGLljFknFMKp
kyMEG86k6KqiXa9BoRP2C3+wFNGNPzzjxmM+1nJsP83gxNkBj5gQI6F2lMMRZQReqkJK/btyenc0
TD7YGhHssIjksGX0d+DXPg1uOgrfnta2N+ldrQJihAZRu+pHG0BX5FXSlD98amuSxwTEfwtbXf90
O2u+pzaUn3JPxqd9EPY39FbbX3Eecba8WTnJR3/AGfJcTvX4Lal1CQTa8PBGL631b2dJApMHKi4/
TCzTT1nH2Xqp9Jx9pWz7z+eIldzwLcOMJSrk7od/Ssfb4mPWjlF6pYxTUqOGTlXZrvceSNSdHuqY
pirnokglp0S4b+vAwH7pWZsMnmqj9HwxLJ1RZJJyGh/72S7dxYSi9b4NdhHqpfPodx/E2pDkNmyt
wE5ode74Jrc/ocUI4czqsBlfBhrT4CFcwuVfPfShOqqeZcU8THXS0AxN83RYphbloY4mZ3+sm14l
hTdNs/dc+qnTXdlHSf+6pPN9kOhr9RUwo/Fz0/aj+7gg17mapsPdPHLCdD2vc1DSiumoPw/BaKpL
M7nNi7MOhujg0dfmQkJzeaqBZPTDaNroGq8eS7yV8a17P/B0WPJKIofY880br2g24/ZajUHwEVSy
p7kIdNewiJIG3z3XImPTE8Bt7miQxIMKox6MYA78jp8eDX2e+pzT44SM/MdiStkiB+CMtsIt/UL6
nnjzjQzGA3emc39b822PJglUwOnmB+fSSPXfzfCArq3UOPRndd8stLY6/BltWzdcfSUUyF9MtKVf
a3LLSHzeghecgFL2djF9P7NL7Pe5UhgGFSvSVjIMBg7TkQpKcaP/2/54YY1rySRXB5/oKm3+m1q1
kzsfx9tdY1LFXNx7VQB2jFB+e+gnfBzzcNFARQGxYFwoUztOJ3dH4XdmyNMpv7hja4JavRGdB6KH
dHryI6fbLrDVIGluiB/IJ9NDpm4bLf29b9vofm/Jes1dsGrvtWXb0Z4AvfzotMZKfccix98Psq2b
5uSCFFSkuozaHtO46ieOcYPFGzbxU67l5HhnXmsfT116lOGyhZuMrmFl9+a+3bebTiBtyzDv9WQd
ZkByZQ8p35G8yKBOzstOusSRquPNuUO+UHTCTbIm64drwz6qal91MWaTv3xqhz6xsHycgp41KAEy
ShCuVQQdFra3LSPe0YxQTk+6YCczP1rmjZMk77izjglpOtVQ59W0gLSkdSVV7nRjSehPN8jnxmFz
MO+QmKjnsN6TS+diZXEEt/JeKOL9D0w7a8LhtnD8qp1wuEsXfya+a2jc7ioMfWLudZGJj21nw7dW
6+4Xn7Z187JjK/DcglH8VEYEH9gAduu596Xsi1CH0fcx2xuZB4FRjzrkcvpntBt+Ez0PpBgk0+pS
rallIonBfoDQ9l9EdYTotNfNrw+m9d3mwVE8rLxeJ3MVUzBPRVn73uvCerlzqRXCt4cINmA51sMU
349qsN1xGptMnLK0DN7SwVHYPjSEmeZx7JSKoe//3601mfMXlE6Id+wixfychOiJC7mE+NCyyI6/
yaK8+T2iSPxnVzrVA/5nQ3QN+nn95iq/2QrRVTYr8JxEstm16fqwiVlz8nlPzt2WERA7jd3yZf3E
TEfd14E8eaHp9aHuQ/uspZj764qWTOfcn8Hn4EUWv91hqctLsIflq/WnjdfJdeiRjeNKbH9rPEkw
LWAviAS4TB4CjccUaRhaBnytFV/bUtrkWSQa7JDjo4mpkx3utjtrWxezIiPMfRGAUG6j66pj2Elq
liiXMTgkWOH9Xp3IEYe27ElgbJKpATYcdP22m1vmzlrSQF9MS2uTd9HcvWqxBuEJtFZ9qKhjXRBd
mlaHunbgN5tapX+ZbbZr4jA/5mAJ4jw0PthDpvtp+dKZL+cTJtmBuB+jSjm/LUrNf5lqiBSZ+zp8
KFUv/qYAw13R7ib8tmCxebV+WfUFLQN5UZHBbDJPgRD/BR3gWVGTTnpb/p2NPNCRwcbnfPvd8qYw
XLcnfctHOLJT2l9Dmum+sJTAj6ycNgi72pk/s2Dc3raYq6ffwYlIGFLex7TXa3g3bKJ/3XZTum8x
TcFyclwDubnbNCUehEC0597n3OSU1vHZsQyPRYjD6jWFBPQP+EJn1WO0sUBvgixhTrBePxR+3erv
/iin+dqbvn8S/VwS+VNFej17ztxf0m3ym7vhJiBhyImGCbCrn2iduCNUvpVm+MuG+rYDOSsWYFcd
0M4bUlHrfIitLsnFSDdi1plQ8o5dxZebmQ3z4JZieoP4VxcJpku/6U17stU0o9uRpGiCPUIv2X6I
rIxenEm2w7nqkvCbSkPAuhUTKHLOkz0DBp7S9veyNrev2rdREeN9/vNGe9QHYcc2PChnsa9jODDC
4Xu52KN1yxqzR1vJF8+p0YoPJll4EcSQnFITku62xjKrkFJYXdh2ieenJXXomEgJ7x5pa/YGe+jG
X49bEhsvz4DOP6YKCdlnJ7uBx2R7d353GcB+Vjujy0EE7Lw8ib1ZHsLJMRFvg+SzUfJEGORdrey/
foJmO++7Ek9rWsYWNsBPm+egiTlwgM0ib/321kxXRk7napzxxwzdLiz8YGDdwG87713jjzreR1VT
XmZulPfJjv4DPrSIxvx0mfB0GbLSvjpZTbLXxLpyvoFnshbjOsJ/rBYn+gIcjMSVOT56tHKKq4ux
0sWhejDBr4hE+q+SigWKLUX3QCxXM+U0XPNnHzS9A4fjmMfYTCwlr1jsrQdNkEuAbVjazMe0rNw2
J22d95NXNTMFPqbMdny65GFPqyQsvHmTz+3Itsozy/XgE3u2sLnKF5C6OYhT6OR+ndoPoSI6C4kl
2FiUTgAfMzvkDS02tN6h8oSoclAPXh4mLTBQes4dM6tgsintA0TGFd824YKhWr+9AFKv79zRhKR2
ezLtRVzbtXmIvZl7Z6Nvk08glHv7sE4soueso/niOnhVHRyj1t+fy9YOv1qZ6BPCCsTrQYoA9QlD
LR7b6PuNc+iE7u3jNgTD9zWiA/vsh1j/7tcmit76IJiRcupo8R5SdPh3+xY2a2GIQeCNKoMmBEsd
4799R95YDmk21Y+1cM2jnmd4lJn4uh/sUSZkCoCwvbJ7Z5NcEapwL2Lg2uMw1KSwlO26vKuVNOgi
2ns15mFQCZibsmrvqg3vx2/ZnvnL7WuN2+NqzPQzSORQXzHX3JwiWKPuQ27byoltMB3+ChRgXLUB
0Hwa06fft/32oRtSYOHDYpJJjsu0LRMS56AUFzlsyXbfp934unNA97tAiPJbirow/BinIZGHGgp6
+xmLVt2xQoIAxroBkSuD8smowmktQ9FLzdf0S/wqVJRerIdJxk52KYGJncs4O4Hz2DdoEDBYDNrf
cRvE27lSMW3JKmbfHvcRA5yjWaN1LxynDX4Fi56d3HOycc7LbZXNSRrYtKMNA/UJpJM5F0145RfL
xCZ8EsGg/sbabZ81hmDdgcudoqr93e1OnbcZcWDtHvcTXh1EQ1WdXXcyb/2PLmogk7CL2JcjCvkk
+77BonUXEOVtfUibeH4nXqjcvuZwWdqD8PREoY+H/UjW+0qG5s4Anq92i6N7P+N9ulQri1YPjRW3
iGSJKPOKO/Hef8x1rRoifndZQ/BY4NSZAe+2x74GDU8x2QGz4+7JRCYcXzOjp3/sbIWC1VAXm+py
qBx10fCE4oJGnF+Ie3/m0SAjiy7IT5L9MKmouRBpFE5HYoaAeXyvLO+hfCLmgWbMHgkcIQViaLKW
ldRMyn9sxQaAuOOM1j62S2wPQbZMr2Wwbc+y7dV2EKxyl9ygIsNTGooK9JuiuhwrHLQvN+UX6yEi
WZoXKNcO0aYMyz8uE/t88IYElzA2P5U9pLGnnhoE0iqvvcb+hv6FIkSuHZX5DLwItg2XfEOSou1+
itcpuMyia79jAEPlGFpb/ZmHqRwKZm7+sQljlNeItHFgFwvo+akd0vKvjQf1H+7WNNum8xr69DF6
xV68k0+yKYHWZxE4Be2kU59kI0f9Gq1GXDz6Owv62EcT9sJMTCew90gQHIhOFehr2N8DTKO8N8n8
Lc/rZpzPrNe7l++rzLxz49OrXTtH05p2br29pLAubaFxF+pOzOm7OUhrGVlAk7RbBNajDtp59vYf
wb5JyMRs3BhO036cDxsLXRtWlZv7ttRbQsRKzcK1/f/5GBHP98fN1SMcuDVed1yR5v1wla09mIy5
/zN6ZWyKyZl0cKgHNz6vKa7JuAZu7XslHem9Z+M6rrnx534+ZUoG89nXyQ7CswS3SLFxi+ITdFnY
AvO77DUZZFo2j6ZSjHfQT4PISxVteBOIJmRhuZrwmytJnnq25ALRAvKO/hvnpH/oJVjduXfb5VgS
NxsXLSXlBkUOskezwmteZ+LWBSjjt2wfBkBYYtHpQxelwrkGwpvaQoAIiEdGz2rJmfcZ5IOB+B/Y
vE3cZV0K/ewzmsJVp/46FSuXAABy5QDMrYP+rYKgg/VNRy2KevQlk8riiyEfV7H9XI2aufe2oD8j
+6xIK5ZD2Fww6mjnuxB+k+fg3Q5sLzYyDCpaL4wNe7c5YCwEPjZP5VwdwVEq9imCcgzzdvLj6VTW
dYaD21Rn/h0bg4gnnMDy0juj6d2il4t4kl0DH4m2pE5zBhPxk/653XMG9T7OvYSWDMPUaXobGzYM
7luTMAU5c7QZotdtcBKRGtTRjolpH6JIiqEgEyoFQIm26h4nrW5/cNaqeZhmY1Huah8KL9xq3IPn
Si7ThWvK/Tb5g/tf5O9sg9Q3hSpIzjSwf9V7hOhap8RoM2GgEQXW/DOmPN04/tzGniZ+xbb/Cdu2
W57DNqr5EPq4sxyks88qT6earwPfOOfaLBZmARfjPszRbNbvXRP23kkvJVwW7c1yD5Vt6vPshdB2
1qv419WMDue6IeIlMG0PtcitGnsFw7mvbxVk1Hwgp5ZUUVOucPGB3Ze7fUja5kTPTAIsjkwMccxZ
5prt3S1dPGw7ibOXtW9rFyfhsSJ2KL309dB412arok8JP3lnLIlOhwmuvqJlWkx/2sXoOHnPMBEz
Vnvi2wCu8jna3UYHx9wkCmsa9/pYNnPCPA1vL+8cCOp3SdsUfmManMVLGGwy+Q/cvUYmkDSQNwOA
0HbsTe2B8aBFpOutzPRFUOoszlU2+7TugVtey6Gtknzeu7C5BhgOEmGKKC04wpqX+7/YsfzDlSHo
HaUGLnE2mG2QI/7BhXSWWXZq0jpKqKfD7l/6XnTvbSWbX9UCj3yoZ9wkcY7IVste/Nj+B6fhQTBY
uLiGcr6l82m3QvtHsAKEEPTjyBbhquItrzOd3Y+72oDVa7mjkBoiNEXrJMQXkwKtgE2T/s8Eb7bm
WwMKVXgDHi73e9cFxc5W3XqytS+PEaJ3cWXWWOair5bFOZZAUXd+eFMf4FwWDwfkFzs3HEYXMOUi
Gl0M8kKrnqe9lyPYWO/hxikobbJHc3BZl4l6nap4fEHNI8NX1+d7+hUL29vLQi3HP8hd6/i9TYWf
FE6Ftd+vrWdofoL3oNbBLAPC+TMhKrnoyl7lFTAXb2vcj8AsAxYV9D/BJ8wRV/+g20p9xoay/70P
m54R9Hbnc78H+2HJ9PyB1L/sCsyeWCrkMYvv0izJ8tiMZC5fQVlg/Yf//yrWTfuQL5he55VlOcQG
m7Dt913sNdYQw6ZIORRVKx/apsFEYVysuJJOPqib1BqLKF+WHletcpIfIVAGJwtxyHDYOlqJkzeE
XFUJf/lbmigyoOqp+xFPW/PX3WvyRRGduF/EkMb1falkMhwh72J98nYhPozah/9S0StbsPDXmgex
DEt2aIJUyoI4qX1lV8Y0wZ3nzdW/wZnTGnfQetJ5mw7uGzMQ+nMN3s3CkMuQtfopSqw28jT390xJ
P4xlKUzRG1X9WZBGfWiU9IZfoPXiYxoS4pGrMHT8o8rGyvwSyTy9syCYIVKyc9Wf2Ary0RXUTXwc
plmj4Qdf2t2j6yn0A1Zmujmyw1M3D3OPI0TedqmGNq1mwHsJNPlgEQKgLNq36J9MVtOddCPkNx0o
leStSvf3IRael3P3BDDXXVr5D1ZQEo+3JBh7p4GHy0epZiD+WW5OUghyaMyvZR3d8LC2anEfod+J
fgpHgR2e75T9czqP/gZS1XOLEUZp19fYOHF8VIqkl7uWdRtOWqfCx7jE9KHAywc7UEuyqVtQ3oSb
1ykrUEcJXVNMqVCWxU4kbjd8dn8Y09mLT+u+epgkT1LsxUgIagzPt/efzoo8EIhg4Zl3BgXga9kk
GQV7EfF9SZ/wXgYhgq8gQ7a6gtOwcFLK2JyyTCXPtCHTTwivQD2lc9detOtv5jJJ/uti7/ruyQuJ
nioqKcSzM3bJv9j2dAkQrul4gocPnxWt70/IgolVR0Y+Brbe9+VBii1J86hGAHEtQxAmp/JT818X
1HbPW9QhsKOG7PAjXSbSl9lCgYhhDptCypFgkTpaml+RW7UphIfLyJSju6EHdQXS72KBBGzysiQV
8ZD2kDXFGA0VCjDo/DfpT0Bc2gTz33KnjN23GnnGsfR6bz2K2yTJKNsuNNZl1Twv8zaoj6ZD7/fg
BML9uIlKbZ6Gu73EoMrzT8bZ+QuqdgiedF/i04NqpowKh871wRL8og8e+84PzbxtYY4eAkfhGnx/
edi2Tb3XUUSCOSeZErTriPKXrpF4mmy842ot9d7nq9mHX/GwRN0d91n0ZcqledrjaPvIZhl3XJUR
anfkEt23ui5XYmpdEFeUTG76AsYfajJkuXhyoeoszpclXv/aJgSSN05ABmrv190jacsNKim4fIAN
NSOHwEQlvaNJD+pj7cGAHPe4Gj7MitvOCUW0cp/beqXyMEuqv+O+taTKldiTwyrXDGJl3508LdoW
AhEk9vs+DnrOVwdTCPTw5f404QKk/kST3Z7Ze13TM8196RW61GuGhtHJflnRRQyEvZuCKqEq8v4k
AVrBoluD6eyGmrW9ZQhqWj/cROsDpcjM921QbRr2wEA1r3ETPAsnWn5z7ZodU1WSVwtfe9P3qsXr
5JDNGZDKmLlbdSe6ZYbxlEP25IklDg97mUItr2RQ+5cq0+M3Zu8BSnprqmeKgEyONRrfL7En7U+C
UQDjb+DY93CQ9UdbTkFyqMCM+J1ZP+cwdl16Ksl1aIrEutW33q0n7xJrJEeoh/qyQiQ3UVCrbZZv
UB9ZXpppgtOd5gDwaUbVSvuQ1j/6pennoksz8VE2JUUBxUD0gjgWIZfH7/c6zFEWUSqqdsgXJcP5
cRmc6icAa1PnbtNMZU7ENmU2rrr5LgjttmMO1pjlZOZ1+w9Ur6Ol0IvtD0sLwV10A1x+4ck4U7dZ
JHHfuqWffORqG5HrLBAPTzbrgh8L+xX+3Zp65o6hzedO41ZZz35oA/vaAX79btN9I7N9SZgqGDOr
+NQsa/Jp8QNsn0jZ9Csm2H78SaZsshRbzCOhxjaWqaSZJ7dI9kQD/NQ9Nhftkk01SoqguoJFt+OJ
TL/2Pg5QHsOJ91yp/b6D8lvb+7+dLSS9oup7IoGhY/zHFpDZ4ZQaJY6koQX8nN33f+xz0MdndP3m
4jME3MZ9JV9S4/h1MUcRJzNFhPVTdwOwqKmCEel4X781Kqmqg1yW6M9w25A8DMsYffOG0XtvOmd1
UMnFHaK0bGXbRSa0Hidn0NHPZNX9n6bx1k/sReP4EOPRRg/oORYEq83WfIkS+29FarKc/VgSAsYS
bvDAlr/50aDikycDjYNZtHejnSHlFnYZJbt0CLzp2hrCO/YD4qyKtngU/b0uEzMe1Oy338Iy8PaD
0cnmnO1wo/wzmO3XAW0U3EmZ9J8oeMIJNYLHg/KbOIIyZo54aSJdmVw0mfm9ui3VxkEOwDI/CsuT
2U1qcrDa6mfZLS4qWifyBnwv+2HPnRbmneYxQ+1RNaItwEiHHwNCRqRZ2uv34xZOAkn5bBN9ASCd
qfLe7IMattVrybFGXN44ABWzGlMkLWE82sO2BP6lXjx3vEgv2p5jKI32oBH7JLlEfdjmjjcrddlG
Lntsf3ZIFzcEeH1JutJ5Qy6FKKOadfttXeHoxnxlar0rJ/gy9FWmQfSsXfrdmlYR4sgR4dkqHZIC
q5JM8h9WyOnQP0w2nxARE66nSoFrx6wgDLO9Dpkl1mr9hTuk/NOGZfIfeqDkPlARQLJn6OvR6eC7
dkwzkiOKKth8n7DO2X4kWeOHBSK45bq4yEOfbsabf4x0avcJMUa03s3T1i/PtSfSV/jOacSSTvkv
LSai4m6dvOHXiOgbyVXo6i0fHLM8+axJmrxbguYBkYmWOVOk8wlDWKM7Rqh+8EXMTeGboX+dhJN8
manR2R/EhoE+sWo8hPCZpn1EMA/4KJYw+zutKbBSgLKsUKyU1jnawak5pKsOnUu3r61Fv7rb8S7S
JYFKw+wNJPegLgwfIEPKlyWF/z9tahTA8EFVuqdtbiH3HSm7E5vpRJMPTK3vLvrX/sRgEZ/UXruk
CsZhxYaIFemKYm2BWOwg3cZiS5GCvK1y2X5W87Q+L3FaidNSLhKCIFayZJPQhU3vojAECVhxWDkx
hkX3lUH6l7tzNi2nrqf6fJox7NRX4szcc/sgW+dokbV1j0G6j/ItGhqz5a6gWUC4v3ZevnTbcowl
Q24eIXv3ckLZJnVaWnQXJ9ZrE5gYEfVPeNVYumTkjiffX332IBa931fjSqnv6xVpmJqG6m+jhR/T
dAPP3HMugoKkEWohBKzw0R1LrnCp1C39OYnkl/FTdo7KyajwELumBfRJ8Q/m1pCd/OZpH1iHQRV2
0dx2DZCSSz2c8bCeukvZV+Nb1TWYQSqsIUZ66tbco3ERn7sTyfu9rwIPwKqhrLmSlUgoqd1s3jEM
TOoVjsBm/jFdjDuetbeY8SKmxt0x8qATBmkCCM69OE64sNmeu8gIGTcLxkGHMGvyui+GopDlIuUZ
nBwatC9I8esVNUTW1vdR78AJ1UndchLSYHscRhX0BUK0sXCbeJoYd1PBR+k39TOcd/Q+Yh2ma+YL
WGVOBHy44duYX2dRIcRUfSgeM8FtkVfOXsc5wlFVPqer1yAYIloue6mzsEqKbqmj5jFZmYUO3q6y
4Kr7ahhpN+J+PdYbVmPQvFI/QDdP05kJdnmNlhB9WhWycJ17ZeqrK2Vr1oxq0/RfmgBsIbrXmkJu
s3Q8RKiZylOUTvCygEWTd11AJ060HlSStV7sh2r67m+SwJMVYgOJzRM5Lz8cYPaAasjAhwPdUu2n
CanZek5FO6PV8tb+m9/Upj4NXeB6ue9wuRZOLSKIabkabpqxwgoqbkX6aVFO0JBjXwX60W5I+w26
AeaJCWFugzwXyKwkbQoxg0u4Iea60cFE+/qs+X22gu30Rh2sXcimAFUa+8cR8kjkTeaTYdLZmPbW
8tw33utu346Qr2gxtBM755Wqtp5mE/j1qbbhTWOwmfIp3FYBOu0I0vyka9bvbTSqVzMpzdg46ro5
CKT3EZQlizJ5NHTNdgi6ZbBXw2kGzB328kfEj3wJgkS/D/NaNsXIg4AxTFaExqpPlLjDHNJ/BMla
lgMYBA7YPlfHszK2a09pLZIk7/ZmYwUH9aMiDdt12+Ntjx/alKr5lbA0EBSxwI74oCCuGMeXzdPU
xwr5cBNOiGezkKKAyFCWjNgroiiJBmc51fHQvjtrk6jrUkbuw+gvKdCaxybjjO4R7CCagvjeTVjC
YrfBtG9LE8wwbMk432O7nvBSg1J9daU7xScAaP6u7LhUD4AT+l3Td5Q5xtfNM4BClBbNFgXdcxKJ
5d2Mgbt9b8nv9a966ZB5jWu8Xfs5UA5kfVm7f3eYMvU0qo3oCdTvoThor+v1ufS37uwj1m//81Jp
4n+ucLcpRxhQO/etP3vygPDRfQlUClAn7By9WxUMw2fMmKyAY3ET56jb25ER+wD07qj0zKcM9gub
EMtdHwwVuVVB7yOyTSw2ECBiW8GW7tDDPZm1u1asOW38Pgq2vQS0+1FVI7XFQVn/b6xC929pJOIj
36nj55IdJqD2vWKDsQVqys6LAdY+LI3jaGjafkFG7rbhd9AzTxUiEdMGDbtGfzMtWCdBNol62kMQ
/VML4f4qlcriR9WvdvluuOh+cI3Y7BjGG/Ih1ByVgNQZ4i82Y4BplYlU87QysVZF60ms9oI6clK+
ls5cQgFdhCKq7uLjKCW4ByHh7ruq4TjPfBiUkAws4nuPJJgMNiSjc+E3AXIGBoH+v5l1xfafE5fj
325EwXFu5yTQxwmLpreogW1rlWX+D4BNIg3VXO+fLsca/5omqph6MmufW2S++x1vtxSfzZYg4srN
Oq2/gEmkPocQ5BsDaoglKeuMu/7WY+7UvmkRRQtdaYy2PrTZ8LscQu8hUAaIqEtoXI9DmgLsVQY0
2dtdb79HgtjbQ2v75U0nI4se3J1E2YTruOS7MyCRhDHkXVVZSEUOlp7aoxYdv9RxvyFld6r0cQ4m
nd4OjIbpcWPbdocqUFn9Y2j3qs1pITtUTTL0Digb+TYIlq7uGySF6qrXRKJln2MGgjId6UPDsFS0
ybj6m6MTsqGSp4undjqWgN6CD+G/bLBL+rw27vbBy6XWS9vq1j1XXHwXmDKEVFpq/5GQDW//WqEP
yoKHjFA0nEMHrdOyiIesmzt99BLmoevGqiHZbBSvKt+mzUcthlOi/a3/R9l5LMmOXGn6VWi9Ltg4
4A7A0dYzi9AitbgpNrCbChoOrZ6+v+jZNIs00mpLK97IEHA/55eKCOpbh1C3cD/A0qmrair0Lk8H
x945bRp/jbjVr4GaEGNPIEBbN70wPXy8AtLYH//nKE6HGKzZ9D+d0Mtz1iBlXdlUwj6qzOM9irxt
bq1ZzWZfejnwX2mNRUE3RgRGJxce9F3foRegsTUlHSyzlVt+EDpKrXhg1+EPIAs1oJlTD9mubnGM
rDOiSVMmnCx6jXMBicbMOgbrolzAW1If3HkdGQQrp3EGJ+qLFpSWslYBzVCBy7MXpkV+SOGy5F1j
jZcooRl32dh58zlnR+dKFl3Mrd3SiblacFkzrakCM2UCmujdTAMmD9x2HAi6dsQDwgjqNG1uZ/96
qJqyPtI6zVSoFD/JLfvVdMtMmmarNAE3ZrHGjQj2m7MoXLreemrGsA5u3A7IeJNRT/OkU0bmk53F
LEpytMJzxX15JLSofyEDCk5O0rOLjz8tEKB1mpOC3HBHvIwNI9qqSOv+0cWVd4cTHvykHML8zeqG
8EkAIYPDzfS/rOu6ISG+4rRgXyWG5FkwE3wKCboKdMckD+Waz3f1Mg/86DPMMXstSuFtMu6me2AX
F3i7x7671zp0n2eZltZzkMqQcbjw9Ysx1fJqmBtRWSwJU9dAj+OajaBWa2sQSAsbu2hvcn6o+daP
sECyl41echVF7QxnxN8EKBFb7BmEuIid6rXon3O38KOjyLvo8v0UMZaReJIMsEx2kCKuzFde7SeP
gJE0hJEqEb9hjxETOFzZwB+6WJZ2nBFleVsWwqUXZkzQj5ppfiqy0nrlqynnNTK54tlcON21kZH/
PQx99mMawXjfy0q6m27RTf7Vl13qXk5QZzSQxpV4bpyhcE9om5fyEf6dbtV06TTYTWqJ7qvhyYSp
C72a8TeNbQa1TDjrhMolBFmzlaZwPFl2Dv1BTg9Ib+Wpb8gVX2ceyoJDWVZWfXBagHimV92rHShC
gmJ8RDEElZoGMNKN+uiEzLlnfMdLDlk8dndUjOLyTLGlP9FjLz5lG82nNrIzQE16eDiBimW6w/pb
3SNXiwywBvky9ypW9XNiHOtXX+SNJAVcF7d2K6zwULWWdY3GM+yenRLfHRXI+XCgegUQ2yqG9IEp
UdZ8fRElpRi8xVnXxkeWG/ALWjmgT0QGuJM4+EXvm71Morneq7keJjpAeuShuurc9C6Ywix5kyZo
gluAgWm4bhqGy001efvAIs2j6513taTOI7SOaJm529ndxyE93IcWY4O5kF3OT5ckIRhqlXb3wGNZ
fEDUmNxm8zLEd4APFKglizd+51PG8RTjVp+sVTmNSb9Tie0bcLoyWSg+9LmhyxJ32LpSifL38wTQ
dHAL16+2OZmO+6KrLEUzu47qN6Kj3Zjc0bSBc07RjoFvAQVs+lnj8kbhwIpI0bqJs2Ne9fU3R3f0
tBCoNmztPIWqqmSLTyYl//WH4tXsjGx+Hs/GZ+tdq2T0421vL3I7OpWbbepCp3q32FmCm2ICsc+p
cNpb8KTdynUpvoTmLWyMrnZoyyNO9eQFDYnOMFlS4rBmAArrJ2u2yg88G9A/FcAowQBzX0mMIg0+
z8QYc86j2ialqaObej+2eLV/zbY/dlBhYNhw9ybxGOJdxaBMNzUHgQr4qaMH/YxAzydW9jJDX45p
GXic6L9VjMcASW5tO/wpzaSTnRUOlYvyeqAgCikKPi3G0f4VYjF/l1wCNj8wFmpEyGm0I+UMnyEK
Af8JGiK+mTDlxKsyr5XZa5cu7s3gLcQ+UvCqrmwm8x+n9Gd7t9DL1qxqgmI+W9b7+Ag5l307iYsq
MRqG4YNDpJrQ2DOG7rDJmd+JnfganwuHzgqPm9Os5gVD7CZnL8TJ45YhxLIK/HdssgW5IEmhbZik
wnz4Pp7pBrzVX6cMfOcw6nS8yRvVfDIKoCEzo3IDUi5KUx4lSomHMquA6zStIS44ZWZ+hl7oN9Vj
eSAYCVLXiSae+8BS3IxV21Z6T7kBktbIK6cPaO20PiCeI1saCdB8u3RITw4s8xCMXSeWHhdlJ77w
nQGO4VOIToXAS4IQ0s5zIoXlZG8xsGLK9DtPn23Qt3yXLwFWQxII0PgpWzvf1WL7L31T9TfwtEDk
pS6H547nuOAp94ozZhjEbmWPSyotJJyFmLPkdmzJxt7NbaQ4SqIGpX2MuPtkudw4m6p0m9uhHaoP
ndjqZ67q7LzM+AGgy5SB0cP0+FP0F88CeylsqVattUv8Tjws2QDK6MhyoQW2V82CXjFCfMMfyG6L
ZGK546luPlE8hi4wJkwUpYaVd2AAIEihNBZuJKst0SHm6EM2cS0d942EPYDWNHJLZ63KIJ4Psluc
4TjmWXkqXUFsdmSVvjrAfZuCXO2Y9aw2YmlfXWt27CNycnh30g0KxEsI5lqkIPzwV6NfTldseUlw
slmR2usBCfK9mVThkURQJNznmtl2qwU5jKs0HeZrOV4gGDsdA38ztkrxj5BMm70npJeEe4BxfuY6
s63mgUwiSjBVmAbn2LIugFvopbeuNZbfAhGJ4P+e+GcR6+idTSBYVv4Y5t6RqLYyP1c5aPaDndRW
ciQkO1k2IYp+BK60dwMRYXPx07TK7iilTKkiJTDivQgoE9iosoRFHG0319susod4k+E2v8EEil2R
tVJh1vbG6QqPJdy7z+DhrCqn6JGk9hT43rdZoaaNY0+Zy6U5c99UbT9cOWGbfDm6U+bNjyf79wQv
VKYbUdRhucV7FN9o4K18T8tIgKrPryly7DiobxFjSOeT56kIz0VsnBvOyZjD2bhjd2U4EDA05rw/
+yoHWpOnjCCq9OjCCd6OcTf89lEjfQl2yYeugRHeTkvavuo2iYZtrLpyfCgRfG9ibLe49msSfEvd
+wS6OnN0EDSwwXpGTbylvtZEGx9FdbSTodLFEcyVGoY8DDh9+ftpX2yhgZ/7oBXdbU4R4NnntzPD
W9VgDeFA0eu+BwQmMCrP8rWNoh5PntZYvceL8BElevBcany8K2/06/doiNWFg06TbmW8lGi9ABY5
WSk3i36bEkoG9QTY5yoQ0BUbLpXp0aQez1eSYsdcWZxrzTFMw+HVZV69i+zcMD0oZ/xy7WZ8mtIQ
gyGGPrkLsGi9p03SFhvEY9ZBENr5WzcdC3kmy24Fm+VMm4t0WW5iSOxhF6okNhubAfAVxZP5bbkp
BSYRCQ4YRVL/oaAjKTw72eiciTWZ5DHSQw25AmlbnIgJ6h9K5VfLBuMehpSKPJHwzPaE5MYvIPxX
NMYG7apxvF6yBxn3DVIuiA82P3uuwMwvfgEjtcNVhDwv33kz6vwd8Qi076AilmsT0kbLLeWUwwa3
g1aHhg0IG11bGywhzhQ56zS9qNUuXYLFFelzw7jLgk7C4Ja5uS9gIYGG7FQj659Cd7kuU0Zo5pne
k8eydgIqi8FCw93sAlRsR5+2AzK7NHsxHATiuLCo1xl23wFjeTfj8pwd6ziODCjbsYOeWgnwERQF
s4kJmhhGw7ZFUlJz7oaLINxxuG2oxGl95FQhNjD0ment4rpwWTKdGqJoxsFXV0Whlp2KsLmuRE7u
y4rIueZ9HNv8KWzLuTjlcznftlnY3zAHQ1ZK5czIJltVX4XoRrFYW2HLEC6t/tbB6e/gq3KHc1ua
YPmF+3+58QWFYKz+DspphtkGwG3RGMl5JB4mnyCknUUrVXvDp6J9Il44hU6p5rbfu11BOLMF1chl
i5Au3ZJjUNyGScFDy9WnHtiVVUlzJ6kmZHDV5WuTh/55sTnuVwy2xa9apsX1YHm0OEc5SbVsYRoj
GyDPkUEXBVNmTK5xFQi9o5KBvWaidALa2vfr5asyCtVEtbj1pkvC8IZAky66Aip043TdFCLgbdXD
LyuL3FOFyZtPFQptP+WzGrYtIkJ6uYFLAeYT3ym+nFHN8blPMbwNKytRk3nJiVj5LGqJeszq7Ims
+sbOb8dBudOqNNL4O0Y6hh/KkjhgyCasocuyGV0iBL0dbYshFGdjexerEEa/FEG9JZEhXFSP62xC
do4HzlGgtLSTMIlU0+xu/AsMAzCjQvxz+NSXVY0SqbuxiHVfbqvM9z6qrpJo9BkQmu1CzKx44Yar
9GlaMrJLlMfhu4on02APmzwLPYSbLicvg48hKX0cOmtX1UyEm07UnOAlms61wNsfrQPki9iHuRvX
U6KHG/Byeszjmrlu12T4VNdBaU/yjJxKj8QSRHSDAgk0X6HXd9EzytG43bn8jsJ1Z2rShTTsFub+
rG9w3mIgjO/60KkekBEN+GHZBfWarI7gU429zo6+iYevYprj614PHqE+VeHeUmjiOr8p/2H9x3rv
u6sKdqOnR6GJWQriDONhM8zeSGLAeHGRzZF379GJhJzNsSqAUKdv2/siwz3Pi5XYxrQ3Je1WJ7V6
CC9WWCZuoYotO6zCndwizcDBFBtxj7gCadwgInNz8R0dpwKpB9BKAcJBeSn2pjpI6pbVu/STPWMT
vgbpzY9eRT7q+xzhABuGQBd3s1FxeYzDuCm/6dRFqIyFAnLfwFO3B/S5/jV6drrMTO3gbQiA1YCB
woAnv0A6eA/7z2DTOD25Px6BPC+Nj3tkJWd3fgILV/dN30wfCSzomxculbyRhIgTZsMGDDhTlQVT
gJ//2HRSfAs4nHDVLX37mPEHXVAR2N9NFuNOZBdLxGtr/NCRq0U1mkcz5d0OUGYVjXmg8cZFtM+c
BH0bUe+ZEpkBIwGSsbUjDxUSot1uh3NInKLFsxOz58xo4hNHiXDXMSJmb+ugI+TWFHL5QFM0LJuk
DrQ+ZRkQ5FqpZjrXBffXNnOyqCacyjHy0cvruDnpMux/G5gPvFAEqvy6OFoTohSS6YYTkXnLT7ic
d01cADs3Lds6aRvoLLaoreLiPbYqztyeHrXgmLajfR/PxC4ebJ6baBXN2XBj9cFMOD7RCywZbsvk
39ZNT2VRebGOwgmMWDftACd9rkz5bcdEDq6KIHO7rSwdy16nmAQAA8QYAn85XnTVIfp68yE0IAWS
2G7WirrCYBORlZKsU/of70zZyhermJf2qZP8QviV8sSjCq2K/pkFPu1ffA9pOhbYpXu2iOl5Aeq5
ePfr2NyFUca7gSbtr0jmqMUahz4KnaDs3EdyCckgGJN04VZguUcPifFAr4NU6NvA7hoM4BNq3wHe
IDHtlfKlRqlhR92dDOnk3dlkVLz4cNC/+bile1DhIljYW3yrO9Fkk3dAYpue7DAOzVq2rg1oBjhA
MFSH2peyoBgCOWLt1ddBPrEOD0bzz84e9Z7n2szjlYmiuj2NSejDoGliYtaASBpoBOQBCyz/CxAR
HL3Z4QPAJTS0JMmtsYD0uLgysYwbJliiO+LZ4WmbhyhUm6yNEej2TYQEACiVkbUiNhmtAHlp9nbC
D7RHbVF7WwsrH0MBKJ/YYLB0itVSKszk0jjivm5DnNgckWaL9zW21n2PRmGdtMvi4CPSaXMYR4/z
Jc1NlH4W7FYdmTvE3q+Geaze4nkJzAFtn/JWoqujp8QboucBEzzcpRt0Lh0IZfMbqIrPS8dZ+9bm
QsAOYSqhCkcmzRW0PKxA18wEcTlyivUeb2H9mfXEVBPmoedw1Sclvo8Qp+i860l+v18UH+ZKlCh2
yTwpskdSZRZ7T+0BhrTQ42s45dSpjjnnmrjEG5M+l6NLstyTxh1cnZLcJ4KgZJpv92zt6ePccryv
IzRsHf8AUPLWx8o/7vKS0JWVTgiD28g4CB/7QqT2rW0K74gaoE/W5OxEOxKYs/wwl3GXnBHdcaG1
KFnFKSDU1qxgzjr8GQH5gYiSvD1sZNNc2QSs2WvdDOapHVXwZGOiVruGB+diejfWnqDxOtrz87yc
8r3VcEr3VbaD1e1RD02O/0JIODLDdrIQMA2KZzLoHbUf6x69Rp44hd4Ppu29zYildHeha/G5YD+9
IJQKKBSDo6h2UzfqB6sxiD4SVXY5ZYh1/zaT3OVvcrTCDyjRYZtCHMdI0WeF2L2vHLcgECVGwzw1
DZ4eC6YkQGSKLYvxK2FRm1wUhNiLJnLZLmLCuLbrdNURx/Y1cKc+T2YhawABklPfjrzWjb3gn9gS
nmFFvG7eHmYsU9YZiFZ66wkX+og0N3OPIQbVfpOXMYApJ8dIxyns1+UMrnVyV6QOwGcNO7Wy4RrD
8zj39Mf0OXU2l3wcqb5b2gRudN01I3Q86Tlo5uiis1e4l32xTmgGv+fLG3LIjNJ8BEHivlYIevyT
L8NUHIhKngPGZscpr+TULx5Pm+u8Y+/yf3HDZ/a2R/HJtpvYwYfdWPYj4QBsvy1VTBctY8LvOim+
grpdnHVBnEx/WsLIjvaA2MF35RG/f7SliAg+B4S31qPsq2VbS6wJV4ROyGTDQMUcXJiheVmoJo5X
jaUNBmYrthGwaJeZPUODMRxtr+h4fIK8mHbSYCLYVBHo/tZzSfUgb2+RTFERVZ+PJDVgvvAi1Le7
BWgRUM+d1NEGAq4gYhTBay5ZiqdeR+zF5I2RczBN7RSuHKE0RwiCRSpop1TBR/fg3DEy4bPUGNvJ
g+UR3aQwRgT3Odb0m4SV8Fl6VpkccJM5H5BFBHMyno3EcPaOs53B3uy1p9vWwHO5mIezISNvLsYn
w10uqDNfu8MlgxrhMAOfj967XBEBXP4o7F3m5LvMZuu04OrfEgDtX1L8YnyaPFcBSz/5I/0zwxbf
khmnadmo2bfTN1F77YRorSIQJYqX4k4GUQqmwRTMLxxcoHggo9OAVS4KLCHjWHi1cjTnB+SxLXmS
hQ+gqJlN0WGXjhfiNaYYHrWLzUd9mzdQE0cGk9w5sk1N2QnRjmixAw4Z0aNuHmt8vZrgBEzZ0H9L
UXOTc1gsy9nP+xKvSLHk+gbrLI0bANDem19DyT1ZpMDo7QxuxwtayLoItlgqrFEyT5e9h0MVrKxP
ovojQPZ4KjBvzVfI3MSylyO+4f2gaV65hU8Nb3vjZR+i7NrkARE4ukV+gzMQJU5jtohainkt+sH1
3yWQf3rCMZekm5bmAkqh+AINBk8HKdilxtE6xU4ofmVzbHmHrJ/SJ2E6Ig4GY0ZsBFmET0jrJD/z
wQx3QWtMsuX6McVH2jLzbFsrWep97ybzNXpyosdnu/Fe4wx54cTzzWMbNW2MBNaPptvyoq4EgdIP
gngq7L6OTHc1aD+dzVjm64eSRrZph48g66+yQE7+TlhFuV8EGxAeXVETScG3cbbtaqjX5KEF3nZI
1aB3A1mq6PVd0vqxXaR9eRylbt5I/6ygKCT81aGcSIbcji2LzSElFGI7p0FnbgO3K1/dZMleNJGB
7EB2OD/NS5qaK2dCTrdlrNHONnLQL2+iaYnCTadnVJgxgUw8GxFaLZBlG6aIRRB+f9IOMsKCvumY
+KDlPBEg1O9NEGVqzeeXDXh7o4kfq2nKh9xKR+sZeXHLFZR6i3/lJ6kTblEfxwGcmWBJssexzA/s
cFlz3Vp1eycmWQ3boRuHBJVCGrtbm/jL1wxlVrLz26Dr95Ar8YncOhauqXJQeUCSFFyEi5UO2z6o
qyspTaXIkfGXfN+Gk8NT7KLiZe+wiv53F0yoryqXDEAs6IHeL8gZ4xX7hMM+udiFJPwx68zLxJ2E
3MO2KCvFIFTCnoHJT7isVFoQe+H31QpJq5zumAedak0mJEAujYXuyUkReB+HxozJseK7ACZA+lpd
oQQdR9rjAnmd6SFyb8cuC7LrcUomyOisnfbIR5Ov0bJ8scvDlC/NdhbnCHpG2JPjlZcHvLXcnzIe
6ukG7tdvdm1etMFpsnACQh6MmMCh1rpoaxP3SRBWq8Qvy7g9SMjidVz//gzYQ25Oim3USzRuBbe4
eNQsLda6KwV5gQtsJMibE9m3bRVEIzllnu9uK3K+ORI6pq6dXYEZkVhEMN8irfELtYb7k5kG/7Uu
UmzH0pj5Gt9b/MUUUhUX23u3CcYJ/d/lLN+w+kywsvEUPZgmBd9FvAEiKBohaYUKy+abvLLkgyUL
Ailk3tv7YADxFW6xNtgY1Gc9rRxd3j8mo2Gv62IZ3me1bb7GDv8xSQ4YC7eZ3aoQt98CqGFrm0x4
H7QzIMvBIWZLc2hwEWFv+BUXtdGnMDL9r6VclkdCNMhfYBr/xixlOHz8oK0IYWiDg2xRbxHWs8xP
Iqvdi5hhRhHo8eu6b2WcHhLLi+5YmyCgvA7j/Cl3W/akS+qYWRMPRoyCamwrXelusP1jRSXVV1+P
WCSdBls9ebQ13iUN+jAfBG6E6leVE0K7K+QS/nazqetPJc/uHrdy2J2nrsx+QBRbgbisU2cXmUZH
/CgelJ9gwC0FkofSl+c3YvAedCHrLaF0Jlg1Miz2QRpEzRqXfZ2fpjTNbUi/xQG3dXEqoJqpshuy
yqL8hpAajmIzZEy5ngTy3dQ5K+NliR3CkxYQi1vhLL7ZiiYgs5aO6ZnYfeJk0Wfibu9uDE/au2qC
7qv2TXhF8A+d27jF0IO0VW1fcuTZbJjtvWzZLjq278mBRvrUBHl1jzoCirvlaz60RIFB4LMjvgv0
79kGGS/BziTHEr++hJWdba1Mej98WY29Lsngjo8qmRzQmooYxHXo5pl75qrroz15RCre46LkK+C/
HA46LXNuJlf67RXdhtwYPlYSfoJtqV9iZpTmEAlirO2ytL5dEWbLYSn7xNlNab+Yi5umuEfxChar
Rqv7LUgIksg0uuWnKIjZuya+pZG7eBDdJ0H28Tf7zHSTIG28V6PB9lfmdvUr07Z85tALbpK+6F4D
fJL9NrICjUW+ULi1RuclYpD85S7LOK4ichA61rQltbaA5uUxQ9WEIi4RiutczF27ydgzcLVrjeq/
q3pimUMVurdUvXUWR2jaf7Ivw17mY2L/TtBovg+99N9ENdAXcWlM9Vm2I/cxd3qEUUbmuEnnzBvP
5GN5cp0DTBjxBiVWhEdjIj1uC2AvtU4xLzc7UC7rcQmT5d0RTdNsZNi5b8Dk/My94LIpETzb3M3k
GBBhQGAL1DdypFsVAYSvGGIcRqXSTm6sGj3mKugiM24Dy8tBzuCCNm2T6B5CHQYCuaozfqs5ze9o
2gxROXOFkVQVqhbhXOgl+dr1xym9IotTPHcDc4E15GG+xnYBdCk0PNvo+qW1DgPa3G70Etikbrau
ePPwOdyj3onjdYYcVaPf1Ah8NY7rA4wINv6ytvQLNVe+vbGYAXeAmWQR9flA2IgdYAbeldx46AbQ
4q1xRzXpFk8YOKZbEMX2gNxe4JUjTQT3WUVFtDVdqIgSkherRY6/aFwcu9vHyAouiQBtzs6VwAGv
WhdukOQwxGMn4gudvczzsb5t/ZTAB+Q5lrPP7Yl+pRAAUqIOr7ziV+8RnYWmmde+b7z2Ep1b8BfN
ddN9UbWmNcQd/a0nZilzlY6dTcDGNFbfMz2+Vw4YDVA+BPm1zJyq3+k5QFmd8cDKK2DCJd24sgo4
dSU39o09I5nYLgU1U7sq7/ULu0FerEVD3OIKYom7NJkXIvzqtOkIi2ECHHeFXhi7Q6lNc+GWo2Tj
jjgaNip1LjSv5YbPszfnP13JlP5DFx66dZJI7f5c1ATcrAj5IyN/qGERVypdjLctS94SHAPQySpO
lPs8xpWBb9AO2H5aJ1jI4YOqr9lbKHwnBLwdNwlm12FFGlntrplgvO8Cjd+5mVvxcxEWRSt7YCfg
9AF9WPWkC148R0j2iYSdg0e7iIbsbrR0H5+TtvIw8mHi53FsML3WxqTYopqo2xdG4K7zVJCzf1rL
8pEA6RB+Zxp7ZyKvU0A6WqEP7AhSvg5rcnRW7kT6wGH0XRAt/GiiWYWd5T4mxAV/dR6ZyES4BONt
FjRhtHZlywkbJjy/OzdGqrDLG3d2V7OszA1pu/D3Fvks5MdO4sVrZfvREUOOosZhDN1rbxDfKW1G
+Q23rbnBzBQzFoXC7rdWEwqE0jkGRd5AlIJ/ktJ90mOXPhF/Ah9FZF7zXKm6I6B/TodPErpqsxqU
L74bZUS4IXYCIoPEM33X5V7MdMBpS5ZdrdKfgEeQ9F9nSGGd1OhdjQzAeJTi3v8siLAdyJsiO2eV
swr6K1KYOATKXIwjjvsGP10A7XpaasYNVq+JyYBsHu/La5F4t2nThGsnD7k9jGz8a9TnGFxQIgUv
aMrjg9MkpPE0xYgVOXUJ5N7yfSAJIbC8Q7Azaf9Cs8WoLWxZZ+WtKCrn06AJqI4BgZEFGeWt+KLZ
w5LrOSolltHS69K9QK1+o/RUdPvACZdhnTdwm9uZJh2xR3U333h66rGtTJE9baiorH7nUZS8hQgZ
n5UXTAS9TQ0P01eQxaLYk/3UtyuvEJFAbNP39wl9EeEhbbIsOaJ1YKZGZNcdtTI2IVLIx1+mMtEv
mmh95pdhmJC9FAMp0/Yy/E4KybS+dJQaq1yxciKIdJ8WrXzATGK5sCG6VK3AwdBnemtZtvtsBTle
YCtTOcHLGoy7J8HAQytRNB56YiCnyxhgUKM/ut3CoVhVOO1gO9uh3XlD6b71EX3V68xZ5JO3ICik
MSES2xSeGqUG2RoO3LNiO+UZil3yRjFabJAj+5guK/yBKwEhmmzt2QdmUgORt6uo4GjdxGBg25F8
JspfG5j69eAj+r5BB9KRVwYJRLK1wAThJGteK6i3oh+z/CkiaSQk5nqCfEQ7GQxb8nbxHYReNkHH
UehdHLiQk2gDHKLyg5So6baVM8gPsn+b5FCJGDF27HfyijT7Idv0KPg53RV9EPzYLPlqN5H3RLOi
pbeysJcciRL2to300XJsUO0wpuJgNFcTdSm/CvQQH71prBLqT6vnop0HUjLwXgNPRJX9SvZ8/qCH
Zubto/K6DoiiaMaqPGf5fKqFdynRAYT/KTlbZxRvJtaEKQ4VmDsR2PRq+Hp6LoZ+eq0XxO6WTjMk
yO0ynJtkAmOWSiRk4aLvfs7R4TnniQ4CfGHMWJdYAWxWezqZmjt7cPiBjEjqnuZKGvsMFZqwMeLw
uSGkcURPRbY4FgwPJae1Q2BErlTnS/uR+LnIeXe9Fsx8pPrrJuYU/1R25Mw7LyWc+trCXQJWPAc6
5Xgl4R0wsJD6TuUx9oMeA0e9XZwYW2Uaz3LeREgwj9wofU4gqUE53VrKfegLt+cmy7mcKjyk/Spx
aitjnvSakzckQbBJy9hnSCEhRm79qRveF3+Wv+x4Lp1NCytLR9dQa37WEYV2Gz7pGfS4xFQjkR0V
59kVUgCyBGH3Fo/Yt6+YV+YT/mWn2zUSTD/iSMBiD31PHjh2XnOH9pMVFeo2fh5Gn+Ms6COZbqCD
NMB8COaxYaXKXi3yPuo1kZWzv6vgeF/LuPUmwmes6fRHzWLCNgTL5Ocut4wwBHUMTU2I+R91HIxj
XeY00WhZiKuGHpEPaccpKHAh4E6GEG8C0dy1/Iw6TKfY0JCvkVMwRg+VC6NDq0sK3FcWZDQAw4gO
oUtPLuA70Hiv7+omLvtrqGyHGd40Ufhk95NYNk6yqCNeo6TAaVPH5eqPYJRyLpntNmhr0jO8QkBu
OD/1bPeHXYFYVACEm9gPvS+4uu65lGlyGaCQYdGEOrz8sSyYGcUgcf96rRMy1grEihbqVrCQqvB2
f2Ce7ALhh/nWeE4s14LL8yQySngOKRrm+d/Ux/2TPiPn0qvGv+ILgiounUP/q1PIFhHhLrLq1miS
ZpKmXEQuu2nsJnmY+ii/WtDYvc9hNh81wMHmP/72f/7ff31O/xl9m7v/X4f1t7Iv7kwC8vV//+Of
VQwpuG+GeaVEYP+p63BkpvE561h9cHcgXSKSFjgv+DcFvP+sNomoPIWoEYVJoC+1dv/rLUbp3FAZ
xPZkOZCrpDD+WH3X3LBnTP+mi/TSofV3pV+cE6jOlZDsPi4f6N+/0kgfrCFTy1snjZWcx6V39lym
41pZ9EK4hfzdeCMB5xRsnFu3//zXH+Y/tPNBwPGStq+Ey6go/tRxVsdDlOHDpzuibNJjJRL6Konq
2LVRh0NQDTEZPFm+/dcv+g+f7f+8KO9aCAR1zp9rlJe5GrvYRfW2tH31S0iCscuqtm6Jw0/+aqci
byxwldS01zr0l/3pa4Qsmzr6DTCYVVW7K/2g3GBV7TZTSKvSX31XygZTsV1fkUzoiT+VfKnQGSoy
8Amb9L3HJkjz60nWP6oYipu//kLskipwfRsCVfyplC23PRdhE2kB5OS2qwlE4NbhVN3BgePO/Nev
9Q8FcLwZpSmBDOjZ01h1//7HicOWwpUiUGuftFGypGdnlUkDYYFKeEUhxvBXH+7L6wWXr4tzxcEr
9/evl1ZdRNAZr9egxt+T+WhtVb8U93/5XdHr6QSQFAJo48991kUdLdzmmoGTOrL/5uxMduW2lTD8
RAIkat52q6czOHZsx3Y2Qpxra55nPf396JWlFlo4CbIIHMBsUmSxWPUPR7+I3TOEUZRxWxXxE32w
Pj4e737DI61tw+11hU1HaH3ENQUebKaCwUvVrjkK06KZWyFPZAzO/NfjoTY+GOxKYbLfbdbQWH2w
XpYGsgi7iTlPrc9x2dFwsEvjZ4tA4QW8avjWOGkbuirA8lEe4IAJOfXf4qSCHwAXJCg6BTHe6xwU
ZORAqI7c3nt+jBuryLbAwg6JJgN2zOqAoXHQSuICgjPogF4xdOEEUJ05wl3r3mpDyKwAgRGn+Ndl
5y9nJXyYKXCI5Fk2qoMiIvXmAyCsldjYCVBb34uYQSwEakv0X32vUgAyHEOmUoNjgKHLA3sIxvgS
mgOKa3MVnx/vj81FpGtqWBZm5+raKRivjyHtXbZijgvyZRz0wDPwDLu0TfzzP4wkXB2pEUe1ubCX
awjJH+8cG2J4UtOWn7vAP9WF3p/iMaj/y6R06JQqS2iZ+mqogJTe0KKRKDUIdPJQCriZPrQLhB/s
HdfI+9uanYGsJ301AIp42i5nBZQc0I2PpDBaODlg5gHVnHNAPk5DHrvQn0NdA9drhUIXZAaX/DS5
Og/e/7C0juq4huY4uqOttmfB4z2vR3QehK9UeCDBNqdYWV9VZ4h3AvKvv2uZnsBfVjGxsFS6vzjW
LyesBllb0BDTj/mch1+Vmg7OoR2xNipBmf2hhmnyPqpr45nmWPOCGZ76B1fufKLV7tyA4tg/pqTs
fwDLzh3e92Cz6O4n1zjSKO4q0F92Liw59Uc/d/V9FAWYamI5+jGhXxHkIR1Yf8T6AKOLE3Lt6jGb
2gitYYRCHn+TX3nno5HFcqFQRoHiMjByg3gjgAeU5TLnD4vC2bHSrP7ZlZAAigQ//VqvX9QoC69V
5+/8iq3jTfDne1kycDmrcAx5yIh10D0w/dCW9CM0xhvg/jdEwqudoeShupsvAgqccGDAlrU6dJRc
4g7qnnH0279NMJoXmjI5bV10ZEtEhB6v7tZgujQWBekB/UGsch63TFpD6t/SdswD7VhoRvmi2HF9
MYcxpRZvwDrbmZ+2tZYOlQIyEmHZYu1m7MKxJovAgxMBlwZtX7wIQGD75c0mXb9NuH0BRhHWGbnA
4X3JTUGHC0+AE6WR+LMiXOt5AvVdefBn1HNFsfzyeE3k1bD6AJCKNeRTHGp9XCHLDZfL5S+Q0AIV
B7HSqcDbG7TeTo9H2VgFriWXhJYLSqjqalv780j3FdmDYzOpSOoaCKTYpjjAvZ/Oj0faCK2Eb42L
XbDiurXau+mg96DtyP3oDtW3Ocz9W0l350gZRbYgrPzSN1qIFqSrvOAcUr89qJJQE+ssat5E1dUW
y0aYn9EQmkdXKZQPraXCrVCnsniBcp1+fTzVje1sYnFs8FJgY2nrBzQISTjAFWMBFJYuADo+tdTp
QFPPFcQyrM921nbjK1rcjHxCDLpNunnLvYKJDmKeJiV9QGvNUzUkaP+VrfNSC8fdGUr+VattyVCu
JkhreDmvLZxx6WkwBvK5jFObFlDaRB0SpVGICDimaqfBUMUrzljKToTYnKEjHMsEc2OamjwtvyWi
gDjrGHUmFNEgXZypc4IiKdFEh9VRXN/89ehMoEfOGXZs5EaXQ1kKWvLQS0lyZ1/9aFRlTN8A3PEV
VmXigsPrK7ETjDZn51q8KrnzNdtZzc7UW40YyIZRg6CtTgqiYq8om5ixF0Etf/tzhVXkE1qOJXQy
4OX8Wh5OqMGxlCirWCCNyHNs/LpPdQm88/FSbs2LyOW4wsAO1tZX80qQ0S7AH5tHCGcmBkOoDysp
HrUd4MOdDbJ1QcsTwOOBkg5cz9W04OqrVtcxLUye7OBYOkVvAhOwiyvC+goaxiGSw+ng5gPvtGn4
UddVf8PLp36aO43k/O0zt7jLaJ4TVE1zFW6aFFcoe0AnE9Nd+9rBgDqPbvO5GyDF/oeRXBc9LPA9
3BYyGP12Mni9YVDKLyBbFBgKQA9D6kiAe8URb2eNt86+Ld9nuKrR93VWl0Uz1kC0GuAUJXDfG3qM
dNlwr/JqejhPCEcrN6iJzn84jrwv4N8SualR6Mv5BTY6jxPC2SCK0wCmLTCMLLS0b5ORXcvZ9Xde
vJtzpH1kG6RY6FmuPlwBx8ERE7pNflR0H+zIiI948MxXFDWSF1iCWE6gVfj2ZyKxW5fQKo20zlrN
cUaCDnwd0u0pWFXtJEmj4ARbW7xzGfu7GYXRt8e7Zmuaju2wN9mhFtFuuaoooRn+iI7H0ZrM5vM4
IzReF8BZYxxJ/xpCJ33pBmX63+NBt8IBdWUURV2ec4a5CgdqnduVMaCUABVm9IpJmY5WqkAQoFt8
efNQ1D2pyVAVlEWg1Yrisi2ZZvQOoP9qXki18oWycnJOK7/fuRE3ZkWZHJqTavNmJMdZLmUHfQlS
VoNSrKuq5wRkJb2Q1EL+2vn5eFLyb1rdvdD82JTkT1Rj1NVHG1Xfb5JSa446sJJ3NabVI1zPHI/O
x+PIPX43js4jGKocZRJzFUodu8qTGGlb8C61e+WsFBdrbCx8x3UEp2bL/qz3YBZKrkNMEOzk++Ph
ZcRaD2+rFsASGmUWlZrlgjp13pmBrXPiVXP4aPvq/CeobiRLnT4/V1Ou7FRcN86CjdcpFXJqXLqz
jqAd2EQ7TGgpOnMA8ygr7B+F2gTHiPY+AibSnhII5J9vniQxG/kXXddVlYfEcpJIHyPaD1b72LuI
0xWoRPxh0Z0+oweJpgkvyp1v+mvVVqvKpcj+dHSTM2ivgrebDhNt0gZhtS5JvpthZv8rQ/x31YbS
CXeqRp9dC8cQCtMM6QM0V/ApowJpeY8nfr/apm25ZBQ6WRbO4qvjApkD+aaIQqlqKeIDponpT1oS
OKBCQHhGKsG0DxMEG+PweNj7TWXaHFPmDy0E0QZ5in+7Ji30hSMHUyX8C3EcS3IpZYLN5A0+yw82
YbQzy83hNEf2mFzN5dJcDodkoQZ1CZCT1AD8BI7HuNUpvPhRGSFlhwUyc2+en1xRfL4gwWvMcTmg
Y0lV4mJooP8otCVjPWs/zp1h3WLTHzDQLNqdGW58RwzdGNPmHiFtXV2UetVHGS5LUD/drLlGeol6
PdYOnuL7yTUMFf82K4r44/EsZeRZbmJq+sRznji84nheLWdJgbagjcRRxdMDdFM9YjKYkPHYWln+
zwqr6n9x2+AfAMlo5/zcR3k5skVmwHvcAn61HNlAWWiqK5MLE/3SE61n+1brjnhB56fYaRlu7B0q
uJpOVY5SLkFwOZTii7gMDQOIQ4lmYz1O8wluNWDnufxY+Dh5P17TzZnxBakrga4zzNWtkmR2qMwR
0BMozvm5IIME5u8rZ6Rz0p1F3Pp8GgUe13JpO6n2apPGYoTjkUn9mBkCYF8rwclAdweFb/0vGr/i
gqCRtEkYlZ2sTgaV5b4hv2JIxyWNZEVXmzUZJpyJsrqFAkJ9ScGl6BxR+Ng5EvcfjvcH5WP2JaHm
7gz2GpokEL/bY9PESOpACvAQoSnPKHWiOIQzzM5yanInrKdly8cZnSdBdrw6DrVaIpLc6i1Np8p4
F6e8IMM4x9TM0KsI1xa/vqhlA1nAUrNrVWVIlUZue2r7QEfWY6heVUTVPj/eTvff2EK/T1DKo/PM
DbLaTiCvAyh4fOMmS1GH6AmyX4OkHS/oBFlf2hYm5jUeYRd64LgBWT4efeMTuLwzyfr4B97GKsy7
tjXCy61o7Dfz3wHyxzReMJmeoDQRAs+PB7vPk4hCGm1azo2pi3X7WZriIoiIO4UKtPuKIRciO/Y8
XP0My1wKa/atCDLEJLu2jU8mUIS314NtDhHj8yssBNlX5ymlRKoi8NQdnST+Hw+i5hWHdh8h2cT4
8Hiq9weIkUjIoJBydzPfZUzqKqz5EhO8jRhzGMdV2F4i2p07G3pjFDIwHpgyNaAnsfp6leIio636
LOjsQvvF/OdJEUilPp7LfcCzZQlSzgZ6C9tlOZcCzVqUpEfkWaWc1xTq/c3S4q/6MM+X/zCSRYan
87KjarbKZHtEy2CvDBi7AkbGzzSwnzLEh9H70NPb46E29iK1cx4hGirVdNbXHyh0sKWxpHYMvo8N
LInOPBujGF41Qb3+kOlN8imb4O01dl99aQbr7ZVk1OeADAkAChadztW5R6CX+k4GjArzwvyFdvh8
KgZ0KRN1NE6P57r1AX+BFtxfn2/dEEQDpu/sTgzI8VTQpBLIZHDf4/eoHe51JuSyLSMs7rjMSAJZ
VASlVzvS8TGp0ibYlpU+6x/Ruyu/lIolvggFfO+hbx3Xy4q8ePN1xagg13hQatTO1h8TuZ5xTAOj
P45AKZ8xVio9bXDN/3AOMLijDijxBDRyl+dgmDCGVg0k2mEcogs662i16nN9xMvv7UUqpsJ7kvhB
Y5WK4HIoTcBYBmQN7MnGssRGpPWEE555CHTkWN6+OWQtRYII6ICbqzMn6gZToF7vj5XfTJfZRRk7
pFF8Tvvx++ORtqIVjTiuGQmvojm9nJTV6pk7p7htVHXZ3dqaF3LugPR/PMrWZudC1U24tahimqto
Veo+pb8Y7mXlYBuCKj9S0LVZXee26Hcuz7uhmARZNS9hTL5AmKyypBmdpcbq8HZVzd6+YI8yXauh
o8YAC+n0eFZ350oOxcpZFEnJdI3VzaVg5A2vCLmjJM+CK/DnAAmiNnyPJ1vzze0NKKkxjh3Fzgw3
hrXIcrEXoovANbOOkrSy2QclXphcAWTV7VdsE7VLmiXiB5KrToEIlFm99ZzxYPh90NXmN5HCyYJw
nNGyKyCnCQx2UOVoz1M09NfHy7rxBenkucxQB0Kj3kGRIp5AAs2EY4nw5hOIZZQ5bfzcAIAbO+fs
Ls+TswI6SbuWtQQwsdz9PuCSSB8TacyZjlizIe1q6AjwAF9QLmUvrL/Jw5KPo93sHLu7m2418Grr
oOkCrN4I52PbasOZdyDqRZEJVVOb4/IJtfXQQ8kLBj7mwy80lrOdA7m5h7gMOPh0UKhMLyeOyN7c
1i5WJ2qICdUhUpG19IIwzV98JAJiKBoVyiATEhc7V/z2wLqJ7hRdNDLO5cC1rSHBitMWXb6k/wvV
j+ofgQ3RBSqM7VWqPV8STCDfflBlj5xqINcfQLDVag+l4mq5X8jZAuI/UrJqspeuzfPh37nPlfd9
2MQKFdyi/vfxVr6LrsCKeAVTvaWAogOvW87WKmajmlDAOSK/oMywSTpQ8TgW25/ePg5Jp0666QIm
XffeuC5E5dTwpy3KUNJRZ6r95zCEt7Lz+bYmRGilcsGRw4BxNaGonW0j9RNVaiJj3lrgvzA3/V5/
diMC2L+PsjqWYYJGO8If6hE5kPZiWz4q7qErVYjsN5dE+EIk6/RIIGfSoFldF+hIVVkfCkA3ViG+
hcqkfRCdTbcLPJH3+CNtbH2bpBbXekv2ntc4OoxyHDdPffWI4htqe2hWogo+TLe6V51rgLPuoUec
feeDbUQ48hXLon2gIb5prTIJ1Q5tBZMtDYm5rP6Xyss/KCLO7wZiwjMU/NwzZ+kt59qIyj+e7tZH
tGSFi2oC9f71VsHsLmizhF3SZdZ0gZaOEWMMy0+gtbNzOW3tSrJ2CYgkfb8Dy7r0eurARCKEAnhx
KdSi8myKCjsxU0aJRRrNVqFYCITPhr3orDuHtoHkZzXj4ga8ekI90q5u0u/2XEm7y6GaxE5DbWsB
ZUVEgjttXserGO2OWMZh8yWOtZlnpyLspjPOX9MFXuNeHXRzKJsAopKumzwnl3FKrWBC0WwSxwpS
4oloiTAhBmXoTtp7ENnNVeT2o65IaZBWxXKoJAKtn9mpODZ4Yt4gMRi3EveUpxHm4h+DqQeXx9tw
69TxyYiMgkyN9tZyPJwT4ra1mJqu1z8S6IrXqIU1l+CQ67UYRmBePRc7Y27NkSfPr7I5NZU1ZKAE
8B7kI2F/clv1OGtVEntTNWQ5HHp8GBGhzl8ez/K+M8LmdLnaQM8QXODLLqdpFhaGAJNLYI7dLjqk
0S/J69HVzgnyyQjXoRpGnHPOUWiiRgffUDv7hQrN7PEP2Yo3zJsnPLAvmjSreJrYGj5RYQT+LXbE
ewVDFhWMhjVcKKcN/+ZFa0JdQpa+b2p9Dw53PzbnnwCLkR/lfGpJyzUolcAa+8nHrquIK68zjDFB
J+8g3DPcpMarjHA4tVmjnB5P+T76MKypsZcNiclaP3Qh7FPXkhc73urGyZ5i/zVB++76eJT7IyoH
AO3NS5qbQl1PLnHmCSO5ESytbxJ4Asy0kHs5j2X15c0j2QZRQL6pydHWyQS+6BTpRlvATtTFyU3m
8DI4bnXR5sHamdT94aSRLoG7jgUY4w5kFliRqeRNBDTfRVZdzwvUw1UFWarc8c8AYhWkBpo9oNL9
6aTvDCiU9y6PUdogy23S2ZC5OxMQH9zN6GpUeNvW2MxdxxbmbROBI37respyEs953on0mtbrmfdJ
0uA/hUxWOHdwfceayFDw8HjJwNfsbMb7M7AcTG6j31qEZeeHwyARRHbdIkTtNGhFBJ3uqbM5YNUL
b98uCPEZrt479Z6NECSAfSGmAPZcJjqrSFuoZmsG9D7puMf2KzaG/VEJja+5YuJWVCJ7ijAp9rEj
EqZVjeOxmYl+Jwzef1qLCxNClWSXEADkfvtt9kXkOmGrapM31Yr7pAxTcJlS278mWTWjMDTtpXT3
h5Lx6ENDY2FAKjDL8VIkHJEAciecdIT7SsV5xAwt1L3A6PaKDfcf1lYJMkITFs9iiBjLoVCTGWe0
MgbPLOseVcO+aT9HLprtWtcmHZTh0fwb45X6OcCNfWdT3S8rY/NRQTYbVFbWFKt00tBTHYvBc7AK
fx1g0FxzCrLoXonmEqpat5Mp3y+rzBtpBJP+OGAY9eVcccwZFSuyBwwRK4K3G48H5DQwOlXrr4/P
5q+W5zKpsyXAlauT1prseS2HSsPapWIfTB7Wscg0Dhl4okNtYJUK1E/v/urRzHpvobTzB6jcCa3/
mObIQQpE41GAwe5hSDNrp3d6f6HYggCskjTLq2yNAkQ8qlOBEaOi4quYDiLnEx71IZ9+Pp67vIpX
U4fHZcpEhRLAXRyEJ47rlmagrhA0KAhBdVePgH6q6KLhOwo2TQfgAFPK8ZDrbPVDNqGb9/gnbHxo
ii5ydIp1iEHITf/beTVcH+3YxGFTm2ryQorQXtXaVJ8AzOs7D6HNoeinQcEh5oP8XQ7VxDpZSKMN
npiVFi+0PNSMY9g0KD7b+tDtPH42giHFYh5cOkg4+d5bzSzs+RIqkiUoIQ1KfuyEBl8aTZ0nHcrq
sW81eOv6FF1gCTvvmrkO3geztsf33PrCcGfpEDnAuGEEreeMhqDQihF/IU17mYSOT0xE5S7PZvQK
cYNF6VIoXprC7yeL6T49/rqbw3OuCB4m+3n94DXSxg8TAoenaYmJBqVGQznpoUU7sTmilwg+HpB1
h8pDiU2sYr8Zb+3wDWgsS1KQfB2uvkFrAe3oxnr0gj4rv5c4Fl50vzMPQ1d1O0d2I0Jy8bCX4YRS
FVmTWgKtc1oxDyMyKQlSGjgoX4cRkDdSNxGqN6K9PF7ard0M8IjOLZ1MjeRp+WVjTDETw2Z7Vb07
frIYwIPh2D7HZbSH5NiKRrI4ItMlsF7rndx2KsaREVjHRC9FcQtzB7kljNAwHng8JxlqV/GIGgX3
NpxXGLZryqudTn0ZFNxwRaU7z5ijmie/QIao6Nr5Y2sieo3clnt6POjGQnJxy3qMRFaIX+iE3yIQ
Oqf2ECQI6llBOWAihleQV+rSJKhuEP/aCQu/EHHrOdJjB24Ei0TyD5bfbQJ4nOXqhGUz6ONBQ+88
dzH8m3PVPs9Vr82nwY/aAt3lbPqOKIOJtjxyqwj+VlKOZqBCOhxaNUYONMHV4h347Ha60BPVgvPQ
ISU/o7Xxd6faGMwi3cY3wjbGmj8oWqD4B7MOeueEUvvYPsUiKl6ZeJCizCzezBllr+jkO6RHLkwH
sSo75WFRp7bZIcqHKuZHtRieggG5RTy07KfUwErhzV8ROhyvTUCyJgUT+ZV/+4oI+/VNmqYGT9zO
/eq0dvBSIFDwTRf9vJPmbmwYGPQOjFHABNBHVkM1Q4XOUtgZXqVnzkdkYrLnVjXzqzUidPh4VhsH
QjayqMpYJCd32WzXhPDJOoaiET4+k1w7ntbO4VOc0qCDdyleBOZHO/PbiGQkl/Q5WUlaaMbqy+mz
qG0fSTIvy638Q2RHN2wsSMLqAWR82+5hDLfm+PtwqwORp/JJTV3Dm/G7cq+tEyC4ps6YJR7chquq
p0OKE41RqqfHi7v1HZHIRDOA1ycl0lWOGSGditwgRd5hGtVvCdWar5UaVJ/TJJvfPx5K3jOrQ0+H
hReCAawKVM9qjo2G6klAi86rplk9UUTEzLvTf2Kyg4nXqIhjgQHMz6qhQfF44I3FZWAb6CYfU4OU
szwWZoyOVu83mpe0Njo8g1A+gZr6WXRq/25swVVak5bvrOvG/nEp/FDxpe9OjFtNdnBKpJNtxuz9
2uGiQKDkNQMEGB8agUtTPjn2+fEsN74kNHFVAkbotlCgXc6yQRbM7WYETAe0kL5patu8m4wYC19a
eTvvy60FlSRuviZBnDLXciglhR6WIfmA7Girog7a1oPTfrDb3KYP0gpxFLXjvB9K2EJvnyPURl1H
g4lMypSr/luAiypKPzpJpFf7PhZCLSqpn6pUqZFXc7N6J5nZWlA2KwVFmS0TCZaD1bZok4jmupfn
vvNFL6YCY4kI0wjLiaadHHHrbJjyOgShD1hkjbhJsO9rsYDRPNv16wYfOK1/7lPHRK2LhyjlGBkJ
aHqJE6oA3Q5ofiNBdQH8kGtQHWb0VYJIbJ3jqjawNjBLpb9NdhpcbR+t+WM1BeDE2lQYf2a+bn3K
erP7mTfUpx5/163pU6mUKHo6k/yQ5VLjC2qbQ1PpnpVkyLSnjRmPF6NIzX/SpFZvJqbjpxDkn9dM
PNJ2Bt+aPvUa0E6SUXqHX9DF2I2FNeiIhYV5eppsPagQuxTVx8QFSmsUfvKMYYDl8VztT1Dh9/Be
WxuN5y0KDFJViMt0OfuErnutoDoEolPPEcJt1UNUusZVQZ7jPwQJGMISPU9+cJegh1oShzZ65V42
hOg5hk53yfB4vWUlTiePv+lWBGQIQE884MksV8dHBLmGzFmse/jV68FxoHzyIx+AJB/wdhmee+ya
3z4kUgucH2qM4JLRplkuZGAWJVph9UxcGvr3HZzJE76dmNfwp+M/pY9u2eM53gdCB10r1CWkTpKU
+FkOiMB4bSEUOHupJuKv4DVQufIV7ZCo2Dll+CUekGEed6Lvr7tjeZFCNtbp4kixB0ojq9MyChUP
6KSfUAAN1MIb+1F7HgzT/2eAVf4x9afwpQ0aFLGnMreubRYPrwmOx5epd9X/PV6A+61LFkjaQE8f
uttdX7VH5RSRCIXKH2YAn1RoxN9z8IKvZV7lXx4PdX9MyQIlmIkrlVfROn0QOr3huI5nr0Nt+zRm
wj2F+NWeyqwxP7l+l53UIaoP3K72tclG//R4+PvtLJNQIgQdVnKlNew8gCltUQ5DFQMRxRzVhgSJ
vBhUA8mZqKuXvnfrnQ+9sbs0XSInKIOBQndWt50DS7rHsHDyNEnL6FOrPumd4p6waZm/44FUXRJh
f3g8zftIjIIzVXqHW5ZMc106xqRMG7sKicK6iaLPaSbeN75T/EkkVK7aEKI5yuPfc0iGd8LF1k4i
+IEVBoXNG3Q12SDDtNMNExXrVfSP2lEEz0oKtj9pk2DnYr/H2jsOmQvQCvx+2EnrwmrTdnU6mBhc
6IBCAdQOMQrzCUaCTu0X79g8wyHFYtaLxTDebC2Y/ozIuz4ht4oXapsmr6Kyg+vjhd/62DQtqdYD
wyIDWB1q3MVizAwIJdEM2QBTUAcwOsZNwdHH3gJzJYSGb7lrovv2eOCtL04qRbUGvhwIarGMYXGB
mVc8DrPXlOXwgmGQ+Au31vTmNHr2v2ms1XOB4MFZS4xhZ39vHSnCFwhxwfuYEvdyZK1AH8uv0E2m
3t++GxutYK6a8gVdrPapDgN/J4JsbTEOMWfKBItL52s5XgZQd7Aj7Cmhj3bnEVXqI6kfRhGjU+xc
DPJrrUI0sYrVpONOvFpXdIsMI17pkIlE7th+oEFhIDjfDp/f/Omo18g3FXUp8uHVmakQAZycJp5w
78zG6ohfoX2rcgRzNCUpz0huUkVqohZ3UVgeys6+2diwZGqwf8mReVqtccCUc6u+oVrlzcFc4p5V
VTezHMS7DmuyZ8rl3WHUxuLtUZh0grtdgpXYO6tPaNLyN6MolwqqDZ6uhoHlBr7QZ7U3PztJJC6P
F/gXXmD9HUHrkr8ge2By6y63jI6arUgwd/RolCZHxJ+TE1aV03keTOtDqXfF3xrKz96EZ8ppVHFF
PNW1al3w0Ew+RV2Jbj2KksbRrXgU7fy0jd1Mu51oSxUfN/Z1QZJUjj5m006eVdjifeIq883uu+oj
0Lf8e4Ar3EmdkFNNhjr8WvJq/DfG8kdFNNIozjheRqcZ/4CXllh0VZN42NkdG5V/iif0reQr2KD6
v4pnEMLL2db70RvMokFapxyG1IuQ2fnWqLpin20Fn9QnC5WMfwew/8GxCHL1BW1mlAh2VmojznAC
NZXGHU1ZQETLj5jFFIfDgvq/2eNSibteEpw7FJ6fZad9PqHmoj9N2K1dLTySETx383+7aSqjU4FW
mVfZSv4KLta4RHaZvST1gAlflyjmztbeyG+IgiRSaFLKZoH8/7+/bfvKhu+ljl7sFyMl+tmInsVU
ZM/cle7fSLsjr1ug9s5S5lN5UNvJ/+vxQm2caEkeoFkA2l4nIi9/gYlYH46RKocrMrH2C7DLfsLX
oP9spQ7Nm75FePuEW5/z9nsAxhVDStoiwJXVPRC3lejp2OPVp3QldqM1NtE/wlpXoFAL4A8YvduZ
uL15svTHNQO6FSg2ff3oNX0Nc6xoUD0ch+ry70CZwmtM17O6OHgFRIegwS3qCaeb6c2VRaqJhG0q
JwQxjttylQEhGtgi5VSG6qSs8MFxcWrRkyqFxewr8xXHer3YCxYyLq7iGCgzqV9Lj560Z3XJQ/8U
UKYT9OsLC9U7zR8SLAa78tntp+86GKRzrHbvRzfpLyM6K0cawN3Hxwt+H68oT0Cw454HdYIc3nLe
hh7PQ0il1gNpJr5QLDJh05kIODU5Wt6Px9qIPuBaVNJYicKgubs68qHLe0edOSyzGJriOSNA5Z6e
hvY3o6ub+jWbp8k5u0Y9GfjCQ3I8Nj4a3HjWZMUenfs+FwAMYv8idJHfoou5nPgQ6UibQMbAmp2w
cmgqLbzMWObsnN77KLccRv7/3+JHO5RwSxy984C3OQHOpE733JQ4G+Dp0fzjxr1xfrzIWwNyYKkc
gRugIbbaU21sdeaYJT1edFAmnQLHIKxMIVHhgHjwgdvsZMhb6whiXn5OCgqo2S0niMmmBiCh6T29
r4PXYm7yT8Ic9678+zBMqQK1DB3pJrJEbbWMYObcIc+6HiuBqjlDxkysg4sFzXs6VfX72XT991Wi
6K9FGWSe1avG+8erunFMGJvshgTVlHiT5SwpbYTGEDN+mDW5h/cWTuNt07xO81SdHg91n/lT9dKB
fBCIyJzW7AfErDsxQ6LxsHVKsEgpY+VLnAn7KdA0rL1px+MEkgv/By+DZK/qdi/aJ2tulIbQH6Jf
ddcOqBSsBgLRMtEIc4sjjiD+sz00yXOutlaF8BGKtb8sFb+GeCUffaPs/mqr7t8sbPVPTTSnp6QM
RwQGe/uFHlH75+PF2doHkHGBzEp+KWzz5XcowtHAUijraWV3JRVtRIb+VKwivExKqev4Rjs2enf9
gIRRrKsfEXU3d5LPrf1OHoBKKkGMZ9LqF/hObvi1yy8YTBxYD6GfAdiNnWan+rt1jOF4Av2Hbwqf
fhWeEqz1eoHLnKcoav+5KtQEp0lMWKeLO8/VuadtfHu8tJsTo3Bm/eJo3Hfto8bASSDnIHMxf1FH
4b/TLR4pj0fZOkgIhKDBRNCA4bMKF9C586IIiYd52qqnVvFtL8p6zMEK5e34HYoWoOKpmKA1x/N9
uVf8KCTahjaCGb0TX4phcD0rVMOTH7jlTq60NSuEg6iRUIpi0NWm6AqtSCPd7TwQpSi9dl17EqHA
2DwM9yoyWxvDJq5LkUVBAWq9gG1bO6VJfJ8wOHsWaht7GH/nmD3HlnS5GN4M9CcrAOslcSqA79f3
JI2NvOzwI/J8SERofWf1pR6rwNOwcTs/3hsbkU+oJNlgLHigkAQuPxgAKD2mntZ7re0gOevP7jHI
lRjwSN9cReDySFAM4JpD4u8c6o0XJcpEhDywSLL+tBasDgX4JtpAnWcoYfM5TyY78jDltA9aBDDv
WpWu9g2ZaRywVTzUpmM4UE7lFWrk0mAdUyp2c4dbGTfYNSghI3qPl2Zjg0n8KhVOqrpSt2S5NMXk
lA3NtMEzcDq4zFX6rcQeCL1wayfAbkSBxUCruNP4POGHEDTlDG5g9FARwbJEb81mp9p3/6rhCQq3
kbQBHBQdieWEOgy4h05hG4t5Vi9u39e8fDXlVBsoCTpqrr5T0BPcGXTrdoNLadEZ4D0F5W61wwRt
gU5vMCrtYissjrMyYQSsoxl6dIZcfFfKTEXHQm11L+alOWD1ohsfcr0s/yyrCUVqIkeXkEX5wXPM
s/PCiRm/PP7SWwsDil523YgoxlqAJ8GO0DJKlFNiTbE+pZiynvSoU05B4lJaiUfbw0zb2onKW4NK
HCBdVeo3d4qcqOrjv2r7veewma9xWPydAnM6tdiT3jAPw+/Vh/75eKIyJi4fP3QmuAVMwotGiF7t
ND9uZtg2CpmGG+TfrKL/miCQeYnKNn9R2t6/RZqNVNZUF8+Jn/x4PPhGt4bsmOMI/lH6oKzJtaUz
+K1myfsVSkHjZU1dvIsmO3APUzGZl6ho02Pmq8N5jLRyuNYpcKGhyQG70kTfYzhtxHT5BqNfA+RV
YjKXhwGfyzToU41vnjXpjRA7vhsC8U9r19OTNVbN5fHkt+Is2hxYv8gMDwjUargE50Slwntins32
J04/8JfbrDRP5lDhy46DafQcIBH3bjZLd+c62ZqqQ92HljYNI7KU5dizrsYFltqtp1WTe3FDFado
E52Tg+vW2amuhp3OiZzLepehBcxlIq8WmD/L8ZKsDDW3YzxS0/GUZngeK1ZdnBPT7nbeCFvLCpmW
si8weP5jlW/E+TwlGWaqXmSLITo1jokPHcVQ7Lua5spDpf2B6jMepsC0xZfHn3TjAEseowT1AlK8
92kRQZFkAWN3uWKdO6WVDmTYB786/Gl1NPK4fRqtyjk9HnbjDAPeoelJ8JAVhNXXDM0q5WjXMGCD
yMqviaoOWJYp1BAiXxn/HG19qC69UPSPE1h2dBUaY+/FsrHqoEEoAluyKYeM9/IDW5j5ObPiN57i
tMnZndKPdtljbz2L7qyWbnlDfD/0Gi7vnVO0sbPARUiIK1EejaBV0duP7Nod2rT1lDhy/sab1rik
kyhpUuV7UoZic5LQZEkBUBSG9rScZK7Ojj+r+O4Mo21+rzEwfqIzJS51n/a3ue1CLwys8GhrUf5X
hyWiBRkCmMasGnggJY7fBwfoCcOtH0fdywPgiATWHHVnkOfN16rUQzyTcuuPwZ8jHcH1uf87g809
sJ7z8NSlUXUkTJjOgaIUrnuxVV3DKdrz1ticJbqJsvgHi3WNy3ScEEvbZmjxo1KKT8o4PKWosk1Q
TEV9oLc+KfhWjvMrNddq5/GzEZZAL/H0ITQBXV5vZIG7YVjbTeu12FV9I3J+rPQiaAC/gk4wQ/H5
8bnZyLKogEluh4z3d5IjXRU7IXlk61lNySsavmInDlm+p5+ytUUBEDEveGyopa22qF01fp+HSuup
VYfBRp5kEQZyZTM9lQ7uno/ntBULgNTKWwyFT7rUyz2K62tspv3My04xps+1Y9T5h7n1oZR3Q6O/
DtSjJiyP2h5vS17XpyHBou/xT9ggzIC7QEiBziUC4xQ1l79BwWuh73UNfqVmViPC/ijHohdRNv6L
NefgXepAr/9CJcTIXu1wEtISvA9QDGm1f5NySn5oUTb8+/hHbYRmclzaQSTuYB3XASps3LRKdVyM
gVoOL1mMfXXfmu05C/LpFNWNCA+o6ewJl22MCp9Yopdcciv6UcuVCEXi4j2pVF5fNtYXF44ZnoOV
b3xUS2FMB5om7nMSdsXbJ0vfGMgqBSydO3d13dZO3YNbRRe7jx21OSawhV6SggbO0cUJ5YS2NFAN
bqqd47s1WykHCOyZ8iBX0nK2uhppoeXP+JXnpvvFrMTIQ8LwY2gBdVCe1TbvztYYjDvD/io7rrIL
UCfkULLXik3j6hWj5lqdOEIBlZ9wtl51rcGTvtfd9PtEDf3P2K315JBC8752k5FbBy2ho+D5Q1wJ
kO4hRrMO0riehuo3qozQFtAwa7EmO8yFEvx4vA83gsGvt6NsfvNp1pmQZibhULoDQld1LnAg/j91
Z7YcN5Kl6Vcpy3tkY1/MpvoCiJX7IooSb2CkRGHfHIADjqefD8qs6mRILXb21YyVVVUqKQkRHh7u
55x/s8sgUzeuhTNHRWzjKN47EH72QI5xYEYaa47Wk5sZBlvLUB1nLd1r4fpTRpfnomyzs2rAECH6
9bv7yQ7gy8WcYt0CbPmTHTDOfu+nXPebOM6dx164D027VJc+icKbuZPtLuuS9yqAn1wa+NxR6X2f
frPh3+46BVBpF63XbVSjEQ+Tl71Hnrhe4j/rdtNjF0z/izE4kmRk5GujsI4C3j6RdGR7GYZKMMhK
pwL9RL4Mh9SfAXGLLMAvbTG09NJL7Kk6m5bO1vKwFqb5/Ou1/skHi8obg2xw7rWmPlnrDPQhrkTX
bYwKgrHyhBVqicc5lhJot/v1s362xtjxAILjf0KJd7KJgpKBAF/nbpPmQt4lRqkeCl1WIY/29/XS
pu9M8n6yj5BOkhOB4xJlwKkLrWcz6oCDQkdYGt0tdn8khc56ns7YWw75ddfGVHi+lO+Jb35SEayO
NQgNKaTxITu5Pa3SyB2zBxrLYN9sUzwhNoZPc/zr1fzJJ4e1JONrsAULO9OT4znTg8wLirbflMXY
IDG31VlO6nuUBkX39xcS5AsQgZpqfebJG1oaNVTSGodNUDtdFyYFxK6iSfw7VuAVTZG3Q+GQbP/2
+wuIdkSmBb6I69nJ+4MwrTemjxNzXIvlRipSbrEK1eACGvk7Z/9PNiYWIatT1h9X+8mj/KLAzr9r
KeHGIf02VZXYGrmuXyAB8u7qxnxPDPyz54E20N6tVQST87df/bGshcDyeth0s+0NWy7WfDmwxsE5
JZV5P/ej89759qMgDPAB8RnCY9RSQKQn7xFhZFZKJRnSmSV2B5OHycNuYg5e5WEmjSbfdL1uPRiZ
txRHQzLU3SWqG/aJ1Ck07U6PLcy6Gsd8Ec7siX2iO/mrHztC7So8LKkHJpFXtwvfx9Uwwopvkr5O
vqZDOxAHpwUN/M3Ffywbv6qiIK7NZO+XAIHvlI0/fOf5JnCDwySCZ870+eRUpXWbRycTvE14L7c5
V9RmtoQelq29HHJHfmEdHn69UX98JIJ8xhKruxtalFNHlHSBAVnUjbPp8t6X55CSaN/skuz6kBmB
WHZaQZlzNkLlea8y/OGkAT0Fe6F15QYBSDs5vfuclDulEmfT53hMbJM16T6L2QB/97u4PoeDlH4A
oJ0MjLcbtvdjMhQ6YmhwNplUqLASjyattC7U7Fcvv17OH74cPAvFC4zEVcwbnJqr4NNReyP+7Jvc
iuO9b7XeJyGsm1FL421TjVyDf/t5a6UJB5h+UWdU+/a9mV4lCLVkDRkoVdoYdm4cfEvTTBK+XbKF
7wOrxvfg1w/9oT1eObhA+6DPMGR/mHQQVC0MwqF4qJ7gja7n/WZp82ojRDZuFHSdyCFr6NpMrPcS
YtYt8abM5ckoUVY9GhsO5+C3b7chYXjss9zd9GmnPcgEotohxzojMpP23TDK76Xa6dP4LLEzpbRi
f54sbm+OpU4ePLKTAF/WsB9S+6IjoHwKqTryW91H5BjGZmLSnncmNtdOmmvXRuP4d4TJVN/MrsL6
gCdW1gaNzLKSPOsxPRa5oOwNiA671IvUwKYiTuezMUc0FZqDDl3Si4cmD3UNI76Izy9/cptCff71
p/jj5BnAQ3eh+zA3W6llJz2qnToUbGSkbdok0y+QCphTGMxO1fAyRS7CafZHZ0tr156PjsAr01OO
yENtzryBXBLLqw6/fkU/TpfWV7RK4Zlm0aqegup6b6eC8WSDbZidTVs+1KLfZVayaFtcGE0Aj2Wh
J6l7mAkh+fDlq02/gz1kQnxetOS620eCrHYR6nDg69DFlLvZLLNu67sMGUIRZX2e39SdXuKZbrnq
M/Nupw0H3OqLbUPIyQdlerhglYVNOgYBzcMxW6YgI2bAMRD3INT/8uv3/OOOxrgDC3X0q1iyMIl+
u6NV2aG4UnW7Qf3nRqoxy4OoBvgOy/Qe0vXj2YQCCTiHVggo/wfNaifQhSQ4kmxMX4yfU2m7CLhc
g2AevP1CnWbwnXPipzsMlIseYS0VMGR5++bIpEuqlQW7MYd82nLDw5EtRbGlMELTKWux0TpfD9N8
cbYLBI5DreI4Sr0m+4Pw9R9vsub779nzX5pWiQy/95Nf/ud1+1rfD+L1dbh8bv/P+kf//Vvf/sH/
vMy+iKZvvg2nv+vNH+Lv//P5m+fh+c0vtvWQDep2fBXq7pXA6eH7A5LXZv2d/9Mf/uP1+9/yQbWv
//ztSzPWw/q3JVlT//bnj45f//kbi/aXDbf+/X/+8Oq54s/dNOVz/fWHP/D63A///M20f18pNvD6
0XtZ66Tkt39Mr+tPDH6CqyyHHxjQqqvm6KsbMaT//M2xf/f5nd8JDVyrdNS//aPHXIAf2cHvpEzB
yiAIjWab3/Tbv944r0MluJGf/Pof9VjdNKj4e565Tob+6/iFMr5io5CXsaRYebmnDA1cTg2hU8ER
IdEuyxbTfX3Y5UZSx2GdaJ4XVl4vyrAt3OBm6VJ3axWFNe/NEXnp32pXvr+U9b6Dqgx2s8IMbzcy
9pdT19P0R2Mp1DbBLGk7CnGn/OQ9262358GPTzopAfsm0do6wWmzDox+3+mSgbOZpnc5sZLRX3bC
nwv+1wVej5aT9cXRl4x2AD8q4lPksfQMVfSVoUcJqpv9Ivspmolj3QSEzW6JzBiRjvXQEqkfzzU/
iN+5f372Tv/6+JM1XewRoggDZ77vaXZt4WG0qZJR3nnWML9zEL09+f5YVIA33CEh39AVnFzkzdyL
2GnYSYFW+BdI0RpOPb/QTCQCgYF9Wp8Kbffr1X1bWP/xTOas69SJ5gwn9LdbxsHZ3XZS3l5Og5aG
WqdxoWlaGvVNr11phW6GQNnLO1fo9yye0w+VQpCicIX+wFbfPlYlpGYVI86C2IY1j74xjhdJioB3
28vJjXeNNZMpLLwakbSDF+4Gc6FSPwolfPmE7r5yD05Cf7KtdFd0G6xPqVqcpvbrDZdEql+SBFZg
MaLINbrx6FC8dzblz3bFavvK0BbJ5PfT7a80VVRejYSyZUSeXZgqJKSvOMDDnObQ4iJ5ZwviZPfj
d4DsVpaKLb6K408+JbXYGIhijhM12N3JsMcdKOBcybLbxq9TYKYxbeONtEutjEDCvQuPma4Mh9Zp
Ga4tseuFidZgptjOPRWDQcd4YWi2620mb/A6GMy1NRwkrPZ604nBxut8GeYPgJCGEbLmzYOcvbl6
WDI7S6MgGassyqFa+CGzMykPcdx230x0moDThl/f1CmKoY1j1MyXN16GtkdZvkbB2CLZO2i4CTQg
bowZN/qY1dmNaDy8PNvOnzAZEJ1RRlpdLE81EoJyV+W26VwKf4RM4A2Jdi8cab+MlZO2u9iqFzqz
Is5cQrCnaaPHbQaCsWj+FyPR65qu2hBkTBBXfGes8lHhjQ4cdYPSPOS/w4gtdzqMW9Oc4G3Mo1F8
GvQuuBmtKh4IdLLbB3o93bucpGxunaJzqr1qxoZzvVy8h2DAgCWi7zevPdF3n1kmJ8FMzBy/Mnj3
1G60k4xk+CUu47D3Eud1slOsaCZDxmguy7L/4trKe8yq0f3EnGY2wqbN3bPWGZYvvZlj50typ/XJ
KerlSuRT8kqFOd3KBmE/ge9x8VRYfuNvRL0sftgnEHSGYjZTQiBa56OCjtqEsnHVfS7qZozapdHv
icFKki39prz3i9a/WzzJQpXSVFM45/5g4+5QLofWacoah99qHMNJX1ttZFqDz4TU6wLse7ykCVkU
74tbz3G+Xwot+zbkq9gESBsDsLgjkm8qiwDihNI9ee0kvXnW5dnUhhVXwB03pVduXTMzvTFsvMBe
Ps5YjMq9q822e5YyLrbPMl+acR8u1STzPWrp/KGOhelFfgKlNazzqZAhzovioSdU2wo9aD/tYbWp
dI42ZsXNzpO9m4Y2eOUQxlnujFZYN6CzKch7n5lX8KQXhi9Gn8ShLagRt6Lq5ttE12t8bblgurDl
ILMiA+8ApHBzU36x0iKbtzCLaX9EioNPGCg5PLVTNnY7TdMWfFKl56iD6heHr4rt5QxoBm94sLjA
8EvHLcyKlkFiXkY0WOFtKXD6Z7IgE+OigzERTm1R26Fc8qkkkM/Urgiji52DmXZTjXo1cVFDL61w
N7XZmhiyynGZdz4GZO6ms2K2AoRY2B1hDkG7Pncmx8kfmo4iKhw0iQtN7S5dsFcoqtVlzJxKuzQF
vP7H2begQtRt53Q7QlXn+TXu03w+JlPKf0LPm9wxovuYyxe813xEYVOJc5EN2fxj78apvDYHs0iv
Qc8drF74opzbiUp7RibJqN+2EKYfHX2I/XBxVSP2mp5ohIpkdZ1GDZvViwbk0WmE66cYrtgCwaPe
qtY92kqLkcBrrcgj04iD5dinxB9HY7Bkd4sbz+XG8lL7vjbM1A4hlFgYorWBfinNXktCNLlARkOm
+jxsukAbD25SOmorDZ0ThEOzcYxHB+HwjYcb+ovhjIv8FFctTST2wnHcPTWuK5YhaqYRu+HL1JQd
DbVpCKc6j6248w6Nm7nSi6Qc3Lohi7IzWyME8vLs66ogX8HZBHpfJuVWJBnT+2OsVTreUTBBPpSj
M9Jqz4vHDVg7dhtaqUtUjjkWVbWf7JZNOJqg/Js4T0Y/msj0+tDhhZMeqtyY27DUfTlEI3+ZFdre
XDwqR1/i0FCkDkfaMLrujuFysm/iuagu7b4tzEOvhr65Hx1FK13ntfuxGF35wZV1cKEZIr3E+nxB
/lgYsRcujp2cw7Sfd2nhpvhrERE56z3rusj2oW+s+N5OZ9mESSedzbQY7hiWc1U/x2lJ0PDUGaHC
9PCuT9v+AfNrJpWBYhY8+fJjrCnyopIk3mDAuRVmP2wnnCnLtJuv8rx8buwY/kUXIxyvMZfb9IPA
D6svoQylgdzZ5uSFWpyYm3TQMNRKRFXCrJdSD53R0M/x2th2hV9s9bYLlyn/nORusrGtkpZuTAfn
wMAr22kiCD4VY6CFCApvBYhzdsha54LRSHyZLQjxcbXYOTJNGDjo7rkmUKfMzSJ3HEAoAMc4iRa1
3MfK2/i1t+a8ZmpKw1Z3t3lQFVsL1w3p9XsVeLhN2tJhb/hJGdqpZHhQlOkOE5pD7HWP2JI3HEXt
7D/3+NPsvKasDvRd47EQcfk5mM35MDW23FcDB9c8O/4+wOZEQWdZ1La15y910DwWRUyP3qRbZXVc
AWZbfCe2tDvPmfPLfK5bQG2rPy/61tIhT8ZP9mQb6AbhlISj78UvlDPH2tIwXK3NL/4EiTrSKuOp
KxYtGlTGbd7nxX6shJ6GTT7pYRs3j6RwuI9xv7QfLE69iPrSv9VghWwrzEeAbMdvedq6uJKn533f
fZm9WGxkV942tXMMmI/sNTN/hIx3M2EUSgwKt3SxrlVRYoSaFNi7LEKNQRTrQoRGWctjnCLuJm7j
rM+MD2Zp2VHdGG0UIOXdTaA1h9yOnTNVgLfVWWdFmQa7Z6Q2qEJoIPqnOLMGsYlFovZGbVpXOYqF
JsTdKd8Ic2IqKaRZhrLonuy6S+9rU2LJDee1c/DvwXhq6yXtTekqdzd0sDCpYj+sVP6rKXO4ccyu
viZ+6IyYu0PVmm3k981LisA4D+IzUywazm5Gf/SHZjlrEu86swnWCcb+IkXNEMVeoEVOvR4rOJ2o
HJZxddHCUflGpei/eAux9kT+MIwg8DqCUrWc54tL7E8wmgRkwOPnNEB8b9caASDNxH3MdXqR4tEe
qtKOt7iRHttsWe6dybomwONVH/kzQ63Mg9PnkWz0b1MNQY7e+LrV9CGStQ9BjSjcVqu+xH4uNvbi
46dg2dfplMhPs9NrR3tJbwt63SLsclJYTDPTNnqrNbcL+WOhIeZ64y7lzuo9satqbzP68MK9vtuO
7uyE9bhE84RTdKYNW6pBmK3OZG6a0pdbRNO3jS2SXepVT0kvMW2rjbPCb6dI03GBSaHABrF/GTtl
OHjtsx1IGhitv9dkfhxIKumT9BP5yB/UiEGX7MR5i8J906bJc5VzvzGFMMKhi6+qUtu6Wdtt675L
z1uD1iim6hkhvvQdJXg3NX7kdYa+TxnCRVZc+ps2b3TaUluLgt7kN8vEjvdJnlvr2mfup0Z5UIuU
+sZcL9uk6L/7sVqiTLy0leWExKVjDeRmUdO2JV9O9YSp/gi2OW4XLRguLF9x3qrm0qYgnkIOez8s
l2R68Ocsc7eD0sS+FqtYWXenKZqaDmlANQutZrsHA1VqMEAnGagdPyVOgpl6aqfqxRw7RrnzoDj2
ujj38ZAQ2QEQYLnN3Di5RzdRP6aTa8ah52Qdq1YlmNGYVuoXoZxM/dUbUmMJc3eE9gaqlXdRmbna
OgathjrkKmXpa6wqNtQnbn000t70Q0dzlvFT0HlLtteJOAqOKK2Hq1yq2N4Zsd3cFLpoY0KzAuuA
43t6ZnIDw/SI3XUqKsz5qBdlcNBmopIjTMBzdg7Kdi+0g9R6SQy3LCMHKWy2zUkL+MYylh5XRK0z
lVfBV6F8Q4YiHu0pLDDCYHgKDSDdwafznoJxtvGrqpUjjy203KueCQ/LqOnxh1yv5Go65Jl3vsoI
/7A0I7/SB9UXG+FZ/rMx1QYXARMok03t9FkErbpgdJk5ebxthdmhEAj0Ac2AH1P5ms6CWjPGmqbf
yKDVP9L23rcVOc9RwOgmC/WpKzGNrNNchkib+Wdpy8AIEQel39rYYOI89naC8rjXWtDEptO7kNis
7GhYsnlKLEttJyc2Pw6BM5i7fNT6xynwoFjNqmaVPBOdfTgFSPGj1k/ci6y0Bh3RqRT867QW7HSu
Lo/ebqw+up7KPmZJxUY1zNr7YPgz1xhkUj8LUxjiJSKIWDz1bZ+zVqpaVm7r2EUt3jM3qeoCe5tg
bM7dAMbNw72hfPLyzicxpTbag2GWiuwy0+5eY4bcT9VUy1voMtMTxNTuWI6tIiq0qTtr65WB8ziI
eMiisu4IG8J7Y6DYXrw5aicGZaGZB+6AL+1ovMg0Cx7tOOA8Kp0k59wttATvFCXch54EPQp5Niau
XVY53dle13wtZFVxLCVdXEbj3KmLEaMiPbIXIWlXRtvptkVmTXKnWyiAaZOV/aRXsfPBcqu2Dxuo
f02USaeNQ/yoBSOqUZs4uWZVtnwX6+mrO9ZkSS71qucfXGnc2aU33CaxU2VnPU+5Kyeqg7CaYk3u
bWcouC8nt4yGtB8RW1j+8hJXTnOrNDQ0xH0k5ce4MbsvstSX6wK4v1m/Zq3DZki6DxBgBzpfN8U8
vhuCAKKmNpXmJhn7JaeWIVE9GpYlsfD5dOwnF784xRs3sy9aT4oKV25c2eDYTg8UlA7ZtxpF1e1o
QVYK7cHr+w01wvLJX5qu557xoHb1g1T1vjfb8mHuYwN5UF3VX7VxtHNOYtHdyXKmQUXj3LShz1Gb
bMuy1r92MVByhEv45EW9mbj2dsJbjtRhRWxuuCyTGqLFUeoiI1xo2rTk834upS8MIre0tiEfJ46X
UPpzX5AarM1NWBWlvzrSKboqJxbgKOmEnTCucL5FEp/JfZFOeeJFllk6d1a15H6oUeI/lApoODR6
n+i3hWByg1ADoqwPqavX3VYDTzvKUapkp8hlhM09uMaxclSCO3KaD/NugQYz7AtpBuqSuNIB9qJr
5h+1Jqi80Mvt9NajbjVCzZlEs3XAU9pNR/5TAQ2+qhMmEILWSBPF8upb/QjxuCGcmAJSand+qs9+
qONfknJ7CK/Y4Rs2PbiacJto9eDTqLDr7tZYMOYOs4lB6mF1Qq32emKVt2KYCU5Y5l6Pt0TCyYyN
ZTI4lgXxsCEqVs7zmDucfk3uliqY8T9rXf8xzphSRsAfjDeSMoY43htx8fzrweSJvRGTSbwUyBFG
P8xkcp39vh0Ruo3t4nVWpZuynvU7pBX5EcddNG4LN8Res0blhYMVwFcd/BXbpYFurtpZS3YG0eMf
zL7oLvtkSf9ectAfrwuZOF4ljP1WSsDb15UFTl8UBYo101KfZZaPFOg4LTRjkm0pyPSbX6/DD0Nh
eLkwZhiBm98dONdJ5F8E8UXSCXec3WxDEm2xMWOF5QLThwNSoW94L1v7Xz9uXdU3g1keh3s8I0ho
T1AtTrAw22SqD2Et2+BNG/fPXYPx50eot83WJkJdPXmTZhTPncQTBzGM+86k8ydjVSYzlMeMWWwP
hurbN1vrVcOYEVhBcYiHPvdIqAZX38NXmN7BSn5YVziB8J6x4MSEE5PhEwRDunmxjOujZqGWXVdZ
xcbKydYwBnc6kKb+96hW3wft65sCyiYKl5zHk8/RQzKmOy3DfdMTXOlA6ed87zmJNW1+5zP8YRVh
xq2sXkhP5po5dfIoy5o8kaYlj0p8N/J0qhpovnNkLYbzv0As/1sc8g12+Utc8/9FxHKVef3Hv4DA
HxDLywY08FWI5+ENarn+oT9QSzJ3gS356qJgRvtuokL9F2y5/gj9HppulBNsd/7x37il4f7O2YJC
B+wbgvYqrP0TtuQniO84FvmXDmI03E/+9er+RNF+CVu+BX5waQ5W+S4NLgaTAJinBErpT707m0zp
R9fqH3LZLp/Tgkx0u9TrqMLO/GzSJuu26tzmdV5m9ybTlvmstnLtjAHZ+NlNCvO8yIrx3Czt5Kgy
s7zDz7L8E53/E5N+88r/DXSfYuL/wx0mXwWed6//ADjv/7Eb66/PAzD0/xfoOFDff7/XboC0x+S5
fLPTVpz5Xzvtd6yzQJ5Rla3W/hDs/73TLON3mIiAVNCCONB1dsGfALm9bk9OJNhmCEBWiuS/d5ql
/74SiQgbB1LHPRGTm7+x09Yz+79uFJ4AiQO6zGqORwayoZ8oKyjVy8XWcy9K+sK7gkSR3co+7na+
TKC211kDNo72IOzqIrvURze9/8ta/bl//ooff5dBvXkB0E7B+gP4JLCAfkgFmOAN1SnQSsQr1R60
Hl/CYTRtnlrPR8mwPySIj17QHvrsyqk0j26YcSDxbpKWpmGafz47bvuxUu7nOGupfrvZmj6YSS6X
vdaitt+J2tvWs/ue8PSEW7DeF1Q+gMGsGxCtcWrj0jEih33ApMJ11VwdFLoNd9dnLT2rYgj/CT7X
WO6CWQMdHuLFzI4gp0Zxrmazj9+BPN9WBrwWJKgowLEgo/RZr7C3d7NWBH0Js3yOZsdhmoTg1XAP
blO6ZEGRX9EwJk+wcDCSLJg2RapThv/6g/zucP72g1wpbrAVV9dLDtCTK7tTqscpwJqwWMfpcRvI
kZLeVmOBBbuR5i9AV84O3TBRuzHG7/hu9VLGB9xHBn0/t1WWnjVUrmpnaiQQRaWm5+W2nBKAEBKZ
sh53iGl6L/37xCphXTfqC76WmGGipOdefrtuQDiFa0Asoj/D/CRM5VInUTUHxBZapQSa6JogT8/0
2JbaTWWrwGbaODZzMoRj48Z3hVlO/XYA24U6YpQMXbS8y4aP7yzuWti9Wdz1ha4KJAxFASZPDb38
IHMzPV7GiG9SMTNK8cd7XTTFrh11PYl0sxvIHTXHxjzki2amV+0yp/l+Tlr6W1NfunmL1Y4BC7Hu
/AHlqjWZ7/hhWW+pNutSrsoR9HL4vACInZpvsc1N5O1mEwWNk4hrNPctsavpsE6s1eQuG6dVMEpl
gC+gpyqEvK5fghBoKKwP9djStydT7p8tTTy+9HhS7JiyF9N555QveZdrTejOhbhrnKHzI0jBUtvU
1Gf2RmhTrG+VCBKbGWVeyWvgrdjZoxVx4wfkD9ODx8jRCfVx7YPdsfKTd+rVE60eb56pN80Q3EMG
RxAQ1w/wL42At5RmrUYPODDJ2zzCUTMZw0rX6dAmvUqAteKOJM5psvPtpEz9MfWldSHQDsEMaOjm
ke3lpvfOy4IrcrJxcG/ByJKy1kYCQvdw0qd15Nkzv1UF4GlTekejmbrjNKg53wSMIOuX3KwYI3lx
Vo/nZTUc64wkk20+IeFTg3+D+TGpOoacp6PXljPwmbbrcyE+jvo4fVBW8AlBhHUs42yCXFCNRrpq
771tL8R8EQw1c5AasYln1teZAVkHD4qhPhN+NewtXeSQ+Hz9QyPrr/jf4/rilQ9lsrhXChYwIzml
8q0G8ZpJ4VRFcTdtQapxY7KH+xYx9k6U6pvsXNC3tn6adaFowUDWzydN9DGKcVs/mCItNxT11Tlq
Pl6Jpuu7uhugxLJd0q+FgLIRyo7Xy1b1/G2vr6F5WtY5l6iv+x2WWAlNwTieqXm+WyD47hOUL4el
ndt7LBfuAVOMEL2QfijnfLm05xJ9iB/XBZLIrt23s+s/awjLI2z+0su4yoyNKWL3iaP0rLeEjRu/
GxxUoycHpzbrs7kDiZGJVwAeDVCoI+ZhstqUiek8di5shsLT7pGGBKidh/pYGgTvGYNe7arME8Re
4KXvDdN01zbmQxB3xbWJpgvjF6YvSmM+LLC80bL6QsF++yTIxHhC5AgFudJzIFg9Hxb9zJkQop8F
bjG+YtTcfa2GKnLmfsuIo9j35VzeIE+ft50fV/dtOjxlZjDvyE97tWaz67dBN5OfMhc9Y3Olu2sk
jshfSAlugQ6A1R3mf3H+rR9672tHfX4T2KP7KObYf8VYvR4iJuQydIdUu7KxAdq3/SV1h2lX49GF
kXvAZxOBhV6f607PYJo5J/MOPoftKjYDhPGsYJPPKRwQHJ9up2GYjski4qPVVFWznxAKXEkUnSGm
44KRdQClQU7N0ep9d4OlaL03pZt+tBTwQL1Y53kST1siVe2zpEg1n+C60t6PMq2PqG3Lw6Jayanv
QMNpO/lFFokY+dBq8YzXjngxJ8tkg072svMzs753BkZ7A2MsFxZBA5t4wUHqOagBuMZUw2pggCHj
Y6r3CDsRErxWZUxK0VysKXmaTpyrm083hGgC90BS88NuLInHcAt7zPkmFXW/K2bXE8e0n7P9mOPY
AB/oU6I51r3POHarSdW9cLAWh8k2uydU6uVNJ4EkfJ2G3lA5xh1uRhREBWun4ID90OUwFGfluYzl
fOwH9MWE2a2ZhfngZHIKU5FwlrszX9kAPPpYdWNxoYpuuUyY2kJf0ovITLPL0kFcEKR2cKgdVz+3
JOnUGbzqPeY5L62+jA+GyY7FFtOcz6bMFTuJ83BUVXZ5VsbTDSSTz8Noy92s++LI9D0le5MqebuY
xvS5WYrsNpBwf4OpMG59mDx3YFDa0ZRTvVEuo05RecEBQyDxYWZshirOK+wDRc0Nv8o+5nqdHwpP
OjKspeYdQeuTD6XnzS+SAfSnQTFMI2QFtVCFBPRKESF1MIqB/5lTKKQiVuKr0RR9xuAwrz8PhZIH
pYFOskjqEKMYKcKhjEFJrFqUD8Uy31plXl0TwKhegiUZYFIPL5XtvAZdh+dba2npOcqd8h55YnE1
mrn8NpNoQ+1r5c2FZifBHuuT9ND7i3swF4uPzyomIv6Aeeso5p57qPrlq8iy8ZNNEt8drokTSlnL
P8P4bo7SZV2EmXX8gn8/1r5VlUYFrNxg49VGtZ1zBrmJE/fr7WGrfWKkyRbzTQsYQMvmcCFEvdsS
ClN/NAvfui6cdAkdotIuLKIsDoaeFmdm3D4bQyxvYavkZwyn5z30Bm/nOlpxJWYXb/1JMMiuRf8x
rtv4opyEeVR+rmAbyeGmK/viuh942sTvTrbSysJipZoLOastaT/lPulhpFGBTY9ZUQ9XhSBBZO/i
POjs4rLH3l0VWXftwwwKMzHhe1Q5SfKqY80jIQBw7iN2vnJ7GonJHYKtRg3F/we7eSlfYbzKy8qv
622GYOVmzGUVpXALo97Nc+gU6iM0HJLdmyEOm352P8GdD3YAGcyGiw5m1BjHRDD3em7ht074Co2V
vE2EWVzCVkjvjMkUx5z0jwYNaMlcGEg0O8JS0z92NGYXcaO55Gtx66VxCjrLo819CR1tK5zMOxA4
qH2B1PuaBY15jDPTP6PiV3PoSv7HiznR8HeaBLLFLIdSQh8gurbZFrA0drPwzQ/tbGgLoK79Veut
4MJPqxE61jDK6/9L3Xn1Ro5kafsXsUFvbslkGmXKm5J0Q6hKKnoTZND++n1YM7PbUtVKaHw3+wGD
xgwGLTLJYMQ553Vpr29XHkGmNP19V1bazhpU+65BALeVU9MflrzWnx2v3HYu7lFBIhftDYsdlv+s
V1eRGbc7itDpaeqb5QIgrL9IrRjCXJx2B7tZgwhFk8NRLprpaKTLfAl3XewHKVb+k6b77ADGETu9
GHpj821YPO8MN0d4iij36lMTmfjsJAWQopvmx7Sg61pYJztoeNWZWRnDvpwGJQ+iAh16qutvjW2O
IM1jsTXXvcUdSiztxOTeYc5tY6aAWdtunHRtW7pmfcuXXRwX6JaoQdo8DlwqcN+MjNkXymKGc20p
D9Ka1YuUSKmnySidPViUloZotrxgjiZwiSGnERKArndqVLcPIlaNR2Wc2OUdIxvfkK47V3a1gOl3
JepRc5J1HPA1v+iDeVu6KTg+h9DkSO82yqf2uR+K+HZgFP1zXOr8Df+u5DpNo3xrS8Xeux0wtw8h
DNl9A5EgAFiYDrYt4ZI0yau0F1RDuUXAQ6SieEyRl9dtkp/L9Z3pJu7EYHycVXnapPsM2zE/z/hE
jFkVt3Vad3QWJtXFhMn/LpsWLQDMRndkDGl8revYuPBh5ekrsVz6UUf9S+eOqupHo6bgrcYgzVCO
0fwwDo1yDdEoGTcKvEGAUm+2HqH+WEGJJ+TtYFiwbOp0tngq7muiI+TawPRlBzBB1vyJUL8rq246
Wm2EIWczXKFLBY4OrLoqAQXhwyo2nsdXv+0nckrKIa9vcGcjZclT59e+tnBpmsq51bcg5s6THo+p
46saiIlP+efem3CqiMcxvCzCpppLGkiW5NZTymk6A4fK3AfYzNVWK3qPE5NRNl87/r4mnkBNy3QO
vaPngc5Ao479doLRdj2kzTwbrFCMEvYihgzsR1DQ7D2A+XzF6sjjEw4G8bjNhG17m5HkQmurw1kr
gxgR8L7vpHevJX35qhuy2Q80ez9jgXKe2qKU51O/xFflouXIufseygfc1J59x+tXLYwNCNhX1Xni
9HUVJJr3igEqIUiZMVDyxI544uRNTuSJqXs1zbw4yKYUDlOvmtG8UTvJuQFgau8iJW04xQyU6pmn
CYUU294Mckl9s+HkqZ9KETtTqDlVdG+3bodrkbssTVDpBS58w6I5rH3FFkhrvaF4laPh3hcCLvs0
tvzhfmVF8Ddr5SXi2CoCSsw6x5DUie/yyYxesA7CoHQ2lHIH22qqgwLq8P2Y5mO1Y4bvPFV5m3fB
pBhS7jRv9tpNSlneBmqaOBgUwyWCf0ZFaD/bUI2gujpSTQK17vILpU9gXcyKVcFVgKTrbm1Av5uJ
YpuaBPM/KEkKFl+bUQDT+U2qJ6eiHpSLobawvVmP6yKYx3Qcz/Kocu81YUwWxFvP0o6Aqo0SYOnu
Zc8VfPATn3KlnKmq0ssd5UG/7DJMNvDR4DKkYSVtWxzHZJFZAG+acLe+jdQHt8shwAD6wl0oYoX1
qleQ4KndhVUHSJ5xG8TLHEItYVdOejTU0nmA7YSrpjLxRkO36a1x6wiMRP1qLJMWC0zpUZUjdbs2
Gy29mLHQD20P502yalV4sU2OdbgFUepcwZbiKWknZdpEvWuEhBbaNzVj59hO7Cvk0fpZo2fKi55o
aBClufDAsiLr8DlqbMWvoajuBlgFtyC8HA2ljWmP1pret2Zlh7i1Lcqwnub22Pex8TKxeV/URTP8
9JhFmnxGSg3B1pRseUlrdn5WlvScPSywZpfbspdr6DvMAVIhZsIaMiZV28kcmipQOqVSYBFZZRd+
Ppf5ZRv/97mMg5c8TQWSclwBmOR+gMQEuGw3RFrnO6KBDLYkdD9pDLMsz4jA9coMBLiAHwSrGZPG
lyHDMi6QIwIgjmjdk4FTyFhe1sQVmyEq2bj0DQ3oDkaIDuFpSWX/1OtTYQdKPpZHdY4RS8hkGGEw
sPxN31Zg9AaDKoqzkVROBbW66c10aj3GHWqyeNIXEsrUWi/kVpAi6P1SofdxOIXInNE2Q0fWnbVa
FbyffYgqdWqVHhqflyz+YapeiZF/1NVv8whbk1sZA9VotGs0JBT8HOi5n9uLJgNp5do55LzsUitS
k1WbmtMXzsO/DWm5OQw5V+9JFB6W+fHmVFQLshFUfV0psvs4wr/cb9XFgxJfinI4jTF2uoWJQ38o
l4y4VKcgcyRQTEFv9vlqeQ9qruNFIE0Eqas0lan3Ry1a3Og6JKHV7oPkh40Y2mMJlSmMbUNulzz7
KuxhBRLfrU0uZyCEtfFYA238aJFjVriPpala+tFsvkhlah6k3S1BLW3vCzbAH69EjM2akYxC3tHf
L4AyrpWsjueSuYmXBOnsqWeiTMYA3z7z8OsZ/iPA6a4u+c9H5Ogdnvm/YlL/B7FMhrp/W0e/YZm3
nCFvVcor+ZeWcxVs/vpX/oUvATyy91i/soYYvcNC+A+8pBl//ZKOYU3LSH61EfkfeAkcc4W5XZN/
ACGtePd/9JfWX3DZQN+JawJRwBPgn8BLFHfvF4fDGkS4BlcXewjuD93w+8UxdcVgr44UqKOU/AGa
X/SjJ6W48BHsMnGCEpyOQScsj/ynLBE3atIu486aNIHAR5ugAyfKSNlg9kmCO5AltTCmxr1sIZnK
DVuK/b2LK4KyFWdRLuCC0myrxco475tO6DuEqBxHMxMwmLbkqvmlEUNHztbmTDd2ZgMddFdB2rjH
cVKroWhjSLgdS4HdhzWk7o1jd9mt3mRoUobWICarF+rEn4H2YWNzl7nnS7U6EaYAxBlFX21Kv8Mj
DWLZVI4drl1RftnHnYJNoWV0GuSkiMFo7qXaRd0ojr3Re5uTGNZyeaYnVkzQ3krP4vXpL1o2uDNw
TlZwjsEcVw9CM8mGi2KxuMwJwcKgYyTeyZRRezJsl/SYiUE88EWczAETJ0rQSB+p+KcF1SBxuIOh
X1rEr0gwlkJxuWMnl3SDlXzM4hisyqLpjffCa5xhI5ZsesTBX9wYFa+SaZNKavA85+gvesMsww7y
3GMZW+YTIWbWgxNP43MuPHEZ2emAMepkM7q1WiNRtg2TLlLtpuzCaDy4d4yD9XrwUYvsG+ph+hDk
ELJ2H7y4O9ZJ5uPeX/qVllJ6qzSLyqUTPZbTVWsWxwi//GiONwkZltxFJdChm+mB2XQaYi0M4L1N
i+nFTaprVTvVKDQGd/m2oI/Y6/UiL5YMzk4soHdCl9dLJ1SN8jvIyb1LFx0wyQ4aTVyivmAo059r
ltzZ5XI59T2tnHeWKNpD0b1lzXgl4ofCTt9MAbcxVh/TvqLhSH26ustero94gtsVHbRBUYPRNHZR
gkVlXjBjyi7EOO9aEwaYDglwBC4zvGonyhnqZh2Ozlk95XgN9ZM/2fq2bOHIu1Gyk3lzWlzGuDqs
GE16IswiD9VCLPU7QGPj1i6W+kemdgdjYs254zRtEgdLZDhr2l00OAWKVS0cRtW5xQumGQISPBBt
KJwlKG5m5RGrLnpd0f/U8/bcdrMrbB+bY/WLcz524103u8HKZ+uj/iyJh/bCGQBoY2SMg4DHfWr1
dNON7Q18G4QZywaB5DdPe1Fn0oJdTMU2mtkEo/oNPDrUovkbTglh2fIinZVnfTUzM1sK1SeuegkB
DG7tkgO5L+H2MY5Qa18uz7Y5XEeLvDUcuq3MDnDuYIUYG3q0zZhdFLa1dWnBVCe+7CjMwG83qDRJ
+hPb1LWPcPPQvcgYtO4Yp5AWK2UrMuvEvHHjdUkAzWJvGXkfmtyL2bT7WiLGUe6T4ofeR0cDl6l4
ftTtbPE98cNBEqWmxzQqtgNohTftUy3+kdgOt5WAdUlI3mk3PCUmg9o4CpzkdvS0OzFV9Y5x6HdF
8V5YasehnPkiksFHH1pulPx6ZDIOA13cOaIYApXpBGWMEThuc11OeE7ZVYJby8hGVT3aUp4G4uvd
2faCfMq2pWz0A/0mNoLLjvnftJnSKMw667JPlZ0djW9WjwSXjVXXr9MW3imcOfKf4vwqNd01BPhU
DMn5ohrRLrLyYsNyLLdaauXHqejxw+VPj2J4cpRa891sOJ8z+8JY8m+ghLsaQRPUZWXX5f3BWtxb
0nAC1OFbcl6giF6qaXrmFcu2LpSgNlm9pMpfwLz/7iGY7TR4pE2eWqlviAL1I3u6txWOfZYPrb1d
Ij7X7tEYkLuU096pyuy2wpoXdHZjlsZ146SXKDGs1ZAkd3fNUNxNtXPhVK1pMYRzhiZoRHvrZMON
rowH05Wh1l0pqAGDNL4Z7eHEvPWski/DUHEGdX17ixPIecymjzTzYTbaG30880bm061zL5t8QzSe
X0Z0uXI3jbnBvGWcjvFyclYFolLS52TpJX3kCVHlCWEbEki+xhF4STAKmfzaVk4WMWFecVHo+9Jo
T2NC9kdeo+TtkMKYAEJE++grPuOEtaMuOYotjwwBj0EAI4MG0nozs6mA4eFhYmx7PfrZTdYhc/N9
OjrRsaq89qW07HyD8GTvNOLSGezcX5CYB/kw3GOy5/mJgI6EnCzGyCS3y6AbiWqiV0OQLAE9LKAJ
ztVFXqbSOnXRj7ZQT4wXA7eqt3IoQ3wjA2KVw7YvMd7WaX777yK1TupsX2mM4XRj2ZrjBBG2YOf9
vugHb6kunenSBWlfuiu11Jl8HE1GE/CeNhqzEq8uwVBJRE5ejEViQKnQlAd93l3m0eRjpRA4EJFf
YH6c4Cw+Lh0t8NI/grMd+5lcHcNcGP6boJnplk6IvXVqt055QKkZ9rF9R56t/s0dtRXlOylVEaR5
c1nSViKbMsr7vrWe3KXV+cx+CEfZYB/xfWn77dgp9XeG4pvOeRggJuwsgBaMKHyiTEERZ3NrFB4n
b1s/Jkq7RiSqVzMBB5t5ufLgIPfgd2rGR1ZvlBrQVAVdwwsHajO7YPrCgPJFR3Tgq93l4urnupz2
gs1c02o0IraJj058ij1l08ejt48dFVjHAyZNH1vF4X3lpxhV37VS8OfnB1WVdOET+PUFqliMbYQF
sCq3VuthlmdO+8q1+FItpAtLsZ+NR4IT3GO7MD0crXO8zn5aHGu5tiDBFjqtfRpY84ikkrM0hwTk
XmrtN7Msfc7HByx5zmLSuxd39q5ldOXGzrcpyw+CwXgZFUjivrtaCjWkno5CbUI0v4ESJzthpGdM
nu6yvsl8fRoCWN7b3kQ+QOEn/LkawzZTv8Fjwnil2aRZs2/b7gLND1IkvqRaHkiqZEUb1tbw+tcY
pl5gWek5XIkzBLtXNqpNgcoM3+lZu7NswbcZjfPBWM2C3M46xQYYocN5UAb20u4ptxL0ZpearW5k
7u16bVCv6O2DzOj9VAuX7LWO6MxxBtjE6+g+A4SV00tp28i1V+7LLV45W0zDApE/GxkBoG711ICl
oa68cckfMuZnQ6ZYADCwX4ZrfIXCDFVClT9Z1UC9pvsMbS6ESzvNqElyFNhVoLp729JeezveIy4+
5IPGFIqCFmvQNMs46azA1dGEdAbjTUSRpRZqjc0Yf7rysGIipCYw0LtIwM7FrB/suvKz9GlpviVZ
NzM4TMvLVME6IWECb5tY4M1BDjxRFDMNvlJfjGXvuMFgSp1XZp+5CeCxWXbxPtXFIdNVstf4ofMx
dcGXhXWLBin6hsxh6yYZ6XfdvkUwGOkA27YSJmgiYxoCs5vJsh62Tfw66OaG2SUAD3Is8uHXw3Uy
cOrjRqalDqsInY1tszwlZ5263BNkAyIWm1u3vR6pu69xNLA3Q4oMbEFdgewhRjRmnKOqfRjEG7gZ
FgGXg3pEjx3iw7fxChQRmbktmu/uNGHQdHKGFyjUswdVqbNYXigvofdUbxGKo7y8xOb6zJL1scMd
9RG9365D1lWQnYXYzGeIHbHp65CCzNvCo9iS8cGW3U4rxv6NMQX7jqT9RzFZW5nBa4aZEtdxaMR0
GDn9DPDjOoouHg2EuYZSXaVEZ1bYOj+At5GAqiI90tE/cgsozlTgEg35gyON26q0qZw2VS72I/5a
oPtBIrg/zKxfULdaiuenWVBNaNxH57Wz282sqHdWzym3EKfti0RyiiOA0R3ZAMrROC1O9z3VvGDS
jVdgofG6KnNOZc4flGBzHJ2Zzpvpzs+iPTNmavJc9cvhiCP4+axZ+3Turetqgre0HFNFfyMfF9m5
splaoMKIUqjyaCHQHQY9XxCykD0WZ5CiRShgh6z1js40cwXx+kTfjiK7SydelFUekun7WEz7IjPO
s6TdOY0HM8HaDe0b4tHQwvjdjn5EyXgpIYrE0NKywgyyvghwGDrGTrG1W0T/CVP84QYZalnecK+e
T5kclIn1YHPo0Kte615Je6YFtV6dk1u2am/3Zpxvl+GnkdJU6PNd29nnQ6yeXDbLC0gKO8iem35s
r7SsDrIygw5iZGGRGAam2cr1bCcvWq/4Qh2NjdVqub5CKDJoDRgaHhPcJVJujcXyG8c6gQQ+T/NQ
7uPM2U/4tR5yOyaec1EuPaen9FF9R8seC+cG/SWyNzXA5nLjKIrwVatoXwyExJiDXVVxGpT5mZa1
V3iYO+GwOOS0FkgHzqqi3bhxdQ5bixltHweaPdOJtz+XGN0LQx04FUhmslWkfxFR/lRIiVLq+tXN
TmTnGKsFxlSGQpjdbsBuAbDNwdqgH58Tl/1cr9r9QqlY0hbH6kueZ2wDRqGGrY4MnTROXFlI2eNL
L+k/5lYD/NBU18d/8KxgYObT3Zz0lm9Qpqi+rb7bI/JAHGgBjM9ZJEJb4QN2aVIDc9I2S9kWWyhC
aaB686uTg17XTdSeaeMijzB5jKBgXvWmeG5Lzq5ywsT6B9byOwPeIa9/2nmjkYSI92eUPiTjGGuu
MiS1OQC3hnYqppPiitBpi2o39MhZ4Kr0hFdZi3owe2+Td+55b7bfqnnel3mFLQf6E+S2MaecEhBO
+VLGw84RurKZNeGF7QJqkAUgSm0o4yy/EkZmo8qlWl8dHfawOzZVa+9m9yRhIfoOFg+4Nd6YlWof
0ua66SCOINoekGp59cGe+59LeljfXb9d3DX3JzNTChi9zeYFrak9PSTI5lGTobl6SgXcDz/tI/kz
0s1I3wMAgGxjw99GWxQ2LjN8pBgu2pYGewq8RRWqLzgzcFxHsmV8QtzMy74u6aUKHQPXTQ51YFMm
Re1dqL0EIGMXm8573e3TQ0nN+hhF2hTvY2uK1J1d2xrCJiGay6GcGmVTL4V2ipByU2bwtaZYsWiN
Ek7a7FzhNUxfgPKaB6pji/g4LnQWu1ZaCqBR7YLBIy9E+Ui0VbtWftAhQ9x4sOsWiatfVWQLcDuK
k6v8zLx//eejyf917vhuOvn/m9oCt/9PJ5QvFaz+Nq3q9zNK/qV/zyj1vyxUYky+mQUyg1onkf/2
iNP/wiGOhEYVjSL8xHV6+B8KvPHX6kQPO1xfx5C/wlz/M6M0/mJ6zlgRrrNOuhRB9v+AAv+LA/k/
g3KHX4fAAl8vPEGxsHO8D8xlmUG8s0d6Q8fhC6kgMu28lURhQbPd1Lj07PTECEEOhksFaokm0oOZ
SYz49fyuyPSwr8ZbSi3a9ikRp7a2HowytXyjnPtQcbsiTDwi5trBaA82PCYfaX+x6QT2qkmOottR
ordCH7FFGYwsaGww9Ul1fjoNleHglXvXq745Mc7zw+RSKPba7WCrewVjA1+gcPQRwu5dq6Oy7A+V
eEYHO/ropBggmNFdOeiX/3yZ/79M4N99Cbu3evUY7D4O8/8PjukJL/3sI7h6qV7Kd0P6X//Cv0Ug
jvMXoY0YuJmsL1a0C0b2ry9AcY2/8Eh0VEbugIkM0Pls/v0JeH8xabNQGzG+Jx8RmcF/j+n5e3CN
Wbfmmtup2kTO/YNP4FeSxf98Anhr4okLLZJ/YMpNwMYHBKdC0tQxHzNDIZNkC46m3er4Du2XxRZY
fU76hVIO8jAss05sYqV7NziN2uco+LOToajwbvuO8kqqQ6iiHNxJGYMHlpNUNl6fss/TetEkWax2
Z6r+hQmxUHC7/IOG5FcW1Ye7R/fgQO8kHnO9//cQg1Yo2AviRBDCwnevsGJKj55XInco4xmtZGU9
1VmnMrXOFNhJeZWczdkifDBJy/KZPlk76tVqi8/3lnG3GU4muXhCUjB1FUa9o90/d0l9w1xcPDr4
wOJUVHnPUeGoGy2DybPRp8xjsD1PtETJcCSDbN4wnZTYf3R4P1RJfYHNf7qvazrVzFGGbd67+lZM
dXZsS2ZYf1t5f3ggH8QgvE0yQtfsU9MBlYOZ8P55WC1Kzb7IjdCF4HuHAzgclqWnmIk8yEGYW+WP
AhIn45N2+P75pT/Yta4riY1UtXX+24otqR8I51VRkdHVd1rYj/xjyTzvXhbLvKnddNqiRtgWVE6I
7cuWqd7wwHg8P5u1rxxxP9DeuQuWMxAXvCCeAGrL90+gThqZs12Cow+U1UqLA4A6Fj8Vx30w9XI5
8By+SgB8j3OtP9xhQO6peCbCXiXc6v0lhyaJeikws3dH1Q5QhD2Wor3pXMhGnz/i398uF0Lu4+KJ
i4j0o8Fx1QxxZSFcD82smJmUY1Cxi1BFwGundWZaQ85g6+pn2ZD9W1D6v35pH9H0Xz+SyGjWl8Xv
RIb2/kdGvFkkJQTC5phL78pGNHijVTnjk9gJC7W9a3Dj8qeio9VZHqoo+ypZ4k8/fn3QWBDzEH57
ypiF2Xk0tGvvHD3CqnuZhP24thN4vshglNq2quy7zx84G/DfgfT1RxMiyZ6NigKmx8clnSrjqFZ9
KqGqdtYhTeMusDG1uf/8Kr+vHwgKbOYaARNrPPj6//9NQYKnSddVjteGTp4mG4RGtA54gJFzxbjt
80v94TVyLaIiVRVIFiPMD6o/BweaXHRQAfPIPPbCuRea9aYkVRakKhjLkrWhUGe47RriCdl9++Ly
v3+dKP3IteE4BMN0rQ97RIcpEToaLi8N/bXN65MKudFR5bMR93stKrcEn0d+OtkbNBm3quI9jxnu
QNaiQ2WEUyVij4GBm6eIIZ4+v7c/vIV3t/ZhgcuuTIYo5tZwrD3TKw9tgvzOq9l/fpk/bJM8AsBx
6mG2J/bL92/bVkp3yvSlZeA33TpMh9zaeGB4RVxs34edkm0Jdz53aUV9PYc1i4+6+8U+8vuy5hbY
oKnMKUvoyd/fQprhI1HjshHmrqhDByAcixBDfPFL17Pm/dm8XoWyAsm0Tpn/4SxS64xUAZVA3Dxz
7uPZuSNk8KHitG0RlHz+UP+0rPiACD1me7Scj5t+RgYUk+0egusCYrfEzmNK9e7rfWLuBksyyHMB
xj+/5p9+HsarbA4WykcN2fe7r9ZrkYVOWdeGZtPfxR4MUDtpv0vTORsS4/Xza/3ps4Vrhl02smDM
H5wPn61Q7AWLibYNC4Z0m1IhFM5yawiicw2bv8nGXSMZe47SfaQJCFTR6F+8zT+uW6y0+bVY66rY
Tb7/vT1mN6qQog1b2zz3OOKPqRiyLfJWhAT928xrOWmgXUwv6h116006YPD6xXNYV+bHNWX+2v9V
zgE0p+9vIseKTug4H4XWVD+ifruZNZ1xo7xrtOaB0u6Kswt2ufUTYoRvTDVl+3/ru/9QXv3KWv/t
+ngyY99AJAir+v31IY5D18YhJ4T8N4fZoJy8XK13eZQlobSqbWd22LSk8LLxsvQnT0aKnxhWslF0
JZTSIH1g1oIc31FIwEq+R8Snbtoa86vPb/T3xUkIsoqBAAU9lgXGh8WpYnW4ajw0Di7zPu3RfWSe
u3PcGWYhzjxfnCq/b51rAvbaRjgma9T88FS6kXmezAotXMdzrzg831oEPPwclK/K2w8RD2upteZ2
4KOBUYeOQv7DnpJlkZZPuQl5QOgHpWgeFyM3AwaTV1NMXZkCXWM0OVcYhyCoi3VvY3kqDsZlsenV
HEoJ5t3MfieXSbnzLG132MvRjOGrl/peWhQTWpJctwPvxyxK3ND0qd00ct4AaptMp6cfMSrGf/au
nNX1nsOfmmat3D/uxmNfJVDDxRL2NFChZZXu9YTtqe8uZrRJ8Qn64kv+uPv/63qrmJiAs5Wg9X4N
J6XMBhW5XdhSnR/rTLWu8di1v1iBH7fk9Soo41H4k2K31qzvr1KYqYZ+DWRbj8AlCDj7vkzpszSb
U1eqoSeX8osLrn/w758mF2QchBCeosagAVlv6G9V1NQAnFtaPpP74cSPjcj1MOnFi95qP7QiR/sz
pKmf4Yj7xXXXEdZvF6YmhmXH9X8X2lrI2zPpuqQyi6r1G04hvTbuIonlYT52xpk+rFBndu8umN25
t5WaXtpudYqogJa6fITxl4ELQsf4fFl9/Ch5HjQK7FFkFkEF/Uh/napYkuCDbZQnGGZFU2wemij2
Ag/b3sPnl/qopbe4lssob22APIwRPtJASbTtZYEwjD0wLgKUnHEQG83GdPTFj+kSwgWZLN6S2os1
Rtu5m7uAzk8JzNrcsjxgSo/p98/v6Q/LAWI2fiwcF9RZv3byvy2HXhBQM6KdgfZiS5TLRYkRedeE
loPIxpgfM3yhgjjF3/Xz6/52VGMpxCFJJ4iRjLo2De/XITMb9vOJwBKMB38W9oKc13PKvNxgFZ+G
upstp7HCftkmon47ZHnr+KIU8vXz2/jlC/D+c6BQIP1CMyyVDfPjK+kR4Q9xrwwh8jjjFbO7p3xI
L0dV73eRI9/ysbfvBmqbGM6NF9+0WTPvi2LZlLqXXCuoLPPCcREr5PV+ah2MuJ04rvxKqdujMCFS
mMpSXztKm1w2i2IdcnPRDl61jGGtFtWTVQoMfI1FfZbNou+wjQRFTzAs79tKwOeB1tVN4IUzEEfR
DeVFjYxDiMoI9FkAwo+VfpjM7HuFFPYMvxyDRBJtupFlzU1ik+1lOjYSuv4gRmO6mQvSelwMf/e6
3VkXAnSVAWpRX5adXHYJjm5hIrRsQzFaIOwZR1yMc2FeSBcA0bfV1j1Oo5bf57B2rF0Dnrp88TH+
vkdwMBI45TKy1vEW+lA8LQQlm3nRDiEYuvXqYih+j1l2tS8X9QEuxvRFPfyHRciLp1qjxWLC+Jv4
X5nFDLvCG8O4Mu6IZLjnHX6vnea5xyQNxzm0Uku3F44RxrPy4/Ol9yH4ymI34Me6UMI1AtNwWvhQ
fJTpUrmJXQxh48TRQ681ZEKnjoXoVo1+pIOOaVoxoSDSwdxu7DEavxWKkd0lRQsFw6ntnwMOLhsU
FMpRll1T+UqRwilrkYYBHa+7Wa7O0406e/pqJwyK5PCHVKtTd41Raxdm16e7z3/T77sJ7j0WmTa/
BgL2xwRqiFsIisaRr6mNq8BpWrIRvNS9dHGDPk52Eh3cYYpDqTvFV5Eua5zEbycM54rL6cUdEP38
8VtOtEjGUcQYIkqyKt3mWUVWBADdQQf6wsu6sZunOs07rDrjiUi1JrWgG5ZKeYllZfU6uWn6La5s
XIZxpD0QvTZdLZEFIweWlnnMEKM/unZiHHQ0N/D7tIsscXFdybXiAn4UnZOIMD/3B1DdvewRV26V
dK6vkFI/VZp2QVqAttf12jziat5ukpFACq8Ega5ivju56us7/VvrlM7zXHtQ8Oq6OK8mY8I9onXI
M9DFlSzIDqBi8W6G2WwuEKh3Kz+5L8uwKU3joJCgCgc80+9qFV+/zaAY4cJ5i6C8b54SqWq7DFJk
UEy9A6rciAHe5dw9Jhhn3zO38WBo5HobRjj+wgHM4gyzEuYLYWOoPAhiL+tT2hUdmuyZ/00GQ32M
kEaDunbD8qLkvfJCna3ddaNhvViTwDlV8XJOba3TyzCTWkMaGAL/RYzTdQ6AuXXx+z+oUkkvCxw7
rwmWQMLfKJGvdLrDnDzLtE0CyPWSQDMYfcUYVHhjrkWaFdLiGs6AqMRFGzNN3uYCn5BkzqZzC79m
kuLUWGwzMtfTIFIUHYw4kjwLe+zuSimJWRtjtXlahqLZdqIENdUMxbvQUq057/oJfjqY3rNrYKFs
JYncFlhcQ4q2dTSEEVpj25FZiMlMnvkNY90nahlLR+0PpJw4VrYvlgRjJTfucTGvBSbeIPt6KvJX
7Hj7q3nG3m7OPZhg2phcFCX679nU051DxgQYwoL6Flk0GsWSpTZDkUga7TyJkMT5Sp0nGzl4du0b
naucaUVivWGCjHFrbKsQjhY63jh0JWOuXWrNJB3Yeit2coiEcSCHpmaGhMCKg0Qzc2p3o8CCJXFd
sVe9yQszjBwCHKJSlGORcXBLke5MN+0vICqmZ0kWu/ui7ZYbFSudFqY6omy8aYr5bHEwYnZsihYs
L71TbuAzApX8VstyoiEsvCNk06oPLYmJx9RurLAe52jbtSpyehWPlTNMAMRGVLb3gEIMJ4PWdZ7T
3hb7pTIngX1tDtspn8tvEMnhSioVARDKMAW6rhDuoZaefoa3jcA11wm12e03mL8pfGRaepPpU3Nm
1o73QMgpvILImm5aIiordFmuOG/xL9jWA0LFARf8xpDahawwbliYh51H9hxOohv/i7kzW44bybLt
F6EMjhmvMU8MBmdSLzBKlDDPcLgDX38X1GVtlZl1s7rf+jFTEiOIwf34OXuvfapz4V/rGqgwDA+x
8cIh3eOzRSHUNTVucnAdxmmYVHt1vax74jX5kH6H2CZoio3BmWI/dJZ/hGUdnswgNQ6Y2dLN7Br+
c5qjXdVxFL5rkSEfTqz5R1NwM8dYBbuGRfMxp798J01yaKsiD64Tlvg734/Gu07O/neLXeBHWBnc
uqjM3kHeW/vf91T1ubctdO9co1TXnOOGqT6LJkwQBw95vulLUgfwBIzDXeQoplUp9N1nwYTgcaqC
4SAYTa+xSrXnoImneyMvt6Hd6xsESv1Yazs9RzqrdyjmvZ3lRxNg2cCATRV6OCfd4NxyGj7lZfap
PB1KWF+ZsTaNwT4gQ39AvM5m1IAsw82b3VKOqMhxcuwn9BqJcLSQ4N4DmLfvYFtnMX6HmmIxy90Q
4JHIkUa70r7zUhdJoVeol8pA8VLP81OqMnH1M55fPqKjb4qdFW6maZOh2dk2hlR2wWEgu+MEAzfi
QJJatdpG7LUfhc+/ZbzdfFiyy8490sgvpasKKYaqkbc36b4MVLgtq1Iwhu5yIFOKC/Femw7fEVtO
dXVreehAO5xgNBybJIjvRzQ1u6pxW0RhLN+LJ/vByCq5AY3UPsogmL/NXZ++eZMzPaCuRLWNEseb
fSRddequ6aGJK37zkijwsVqjV5E3IAaJOBqxkNNdA8UA1k+fCVzgWePfN1nWicMM9v6RZkpzmsvc
2nlTwD+mPPFfRn/E9apNsss3lYxHlK5VFz8AC9DhDls98UIiVy5HRFEJwOxWprGaL+HAhBpif/Zi
nxm9xrDYMt6FvdOOMyR0QbRRU1UPpMaNLQwBpGvIal8Kbao1zl3vvlZR/TMThn4rEkS6lSQ4azcK
Hb3ZCJlbHE01FqN+rN8zuuP+2oMwUm8T7U67PgT2C9d7CM+Db37NZBlt5TjshtydEYq1LXLtyL3r
M529hWZV7NPIRy9UWEAp2GUWQ0o4fvNzI//MzTJ9rhsdg/G3yYcItbKGnQV9DhY44KMPwxmrduPk
Q9Cs+fHlwY1n1huzOKrQLh6Yj9a/5oowEeECBFlxvdSLhxbz1hgjXZFY6XXluGh9rayxT0De2h3q
OnkePWYyeYPD0ldIdwLnU4XWcB1dW79AR2hmiHBGco1qx/5pmul3jEb+fTy43RfAPupEWYzuC1EV
QcN0dtK3RmiqmrwJ/Jd5tpge1q55bRpExWEmEUpNpGFxDkIz2eTFmS21+JCgmqBVEZo2gGxhMStR
CMVPZj6eOe/0KNbQuIZ9fC667MFzwceHY0u0iuZlRcxnH+k64nH2Ig44ezEYjLkbsn0MV1ePk1lY
e1Mo3GdMIL/hLy/TVwBEHxMmVnPHJo3nSnZLceGM3KC+5u1MkhCElHWKqcMhU3QtRw7OPPtudm+F
MkC8+4RKYXWwWnY5u7dZgh27Y2v3K+YIXJNA35SKkmb1uwoClY6dOmncYz32+bzSadlCoklPAd/x
jnKlv7GQFshC/dcSONE56orwjL28wEQwPiB4T3ds3dlZD/PZlKiHB68NnjOqaReg/96XlNRGMYod
OIWDVEPJAgqDjWPeYpzz36qo3KqE2ZQ0fMGGbP2CaD0fgCHMq8YsXczm/rY0pLdrkpJMDizx6NPU
u5dJ41D0mq+sGj7QzZNXrlD+vWyTCkyh6e9y/P5XPGRU10F4zN1Rb4PS6u8HJ/COcmkadW2i3zxv
IbEXMSsQ8B1U7sVwrn1elbrEPlXALhHKrDey19UqxgGy9nWQH8kY3beAXNZ2r3D71QTJ6GnjxNkz
L3OxzuP5mjcVEluzyRHy27fBUyZvvnAeApRr9BK1WR/1lMrdkCbVfa6a6WbNTV/uuq5JrpNgBYVO
JR9ISqr3Myan64zFmb0NJxdXhgp2ot4oO8pR5YX9NvWxWoQsdA+ulsxSi9K9ZOC9HxWS4EsgiPIY
q+lcFDSwoNd5wUUvf2B2Q4al0UyxBdSx2CYGFoQk7bEfwMk7sPrLlT+2C7JCu/TDYvnCzzmPvF2n
kWnb0rUXw2dcfk5+imN+yBVAkDg7yXyiIrOxmrUOotmG3ImLJV2PFavhHsZILtOovGq3ElfD4dnM
qDEMaVWHqI/IIOrDCoF3CNfJUT9sz6i22k2maxJhBXMpBo8mHpkXwG7tpYB79TimIj3aQ466Xkbt
frRMDjm1zA1vI/A8lRsGpprlU0wXf7bKfds504unmoH8rDp7hBGGrKMtHbTiI2K/lUlczZ0dV7m9
SkofZyEQHU45HNxWiL/aMzOStFuF8Dh85O4OL4+cRYYzpDLzXZiMyTa2+zhfI1Ykg9uw559eBrBm
U3phzs+JI8SPRjt4tylKbB6doKu/Zf6CZjHy5jhkWtc7mGFABmlZjA894Lx2nZmzurZDpMBFWHqH
/BPeRTxFLFN1N5fPssiMC2ZYl+1+9igAaoEnJqSHib5mIx1SQCKXW2+Wjn7sGwTdeix/AZt0nR2d
LJubbnYb6OD+b89f06NKmZqCeCqXtMpKG6cYbNRO5FX2mBYob0Urwo+k9Kq3cjQGZKUq3dfLni+S
ivKlSLmoczex8A4+EXajRSXosAsejb6J702vGiix5/TQI42mk+s2W10Y7VWX4boaXeLoBoyiNGKC
fWYE6Rp20OM0IPcvp7bZidAIonU/5BHZAbZ/GJN42HpEL/xAUt5uiAQH3hQYPhaGfGC2P0wZueTR
ZNzcMu73nBGay28xzeB0YpvPJd4nEdXmZ01SwgbyiDhFSPSYjCUAUOlzrzjgBLt+Rg+dpSiVWuJG
euVS1NkaolkWqU8TctuusLg5tfJObThdGe2J17kxvvwqi19HZaffxwGA4Czj8oc0SuQdZl6TRzxU
j6qQ8al36+QyGeStLvnjm4Q0jJXrKAs8DFGsTyFpg4RfoO2eSEpbJT1xdkRyXOCyIfpz7a5aSwhm
645sg8sYWHtlU9MNQ2Mc2iYn7Qb58smke73XLgFFYrahXxmYCUQVmZs4aHhZOyZOVlyps2SxWukG
sCH2GELCQ8bnIL86dCI0XQ/uEGoyKIGIMA+po4H9tY2HZ2uaEdx7tVA4lMl32uaq2He0RO5Ckw5t
Z7snFM/DfrY7ytvYllxFu3aOSstuFduTt6pJfXhzrFwdm8Ygxj3qC57fqnO3dNiqs1GG7HedBSf/
mdyy5GRA3jFXOqFghF/E+KZhP8Wt21HdVTYHgewZQE90jIQZb4jThI6YTE9xn3qnaYzhuyAyn5Ye
sjxGthh3FeLLdWlgJslNlqSwqHExmASir7lo9Z7OAIRSavdtRjphZAKnjJqJhj17VNYL/9Llw1Vq
jotsO4T72eOPmEn9mgr6I7R6fZ0Kj2YUgr0bAUIVYW/AimsPHxDouUtI/MoGs4fCpJiFW9uoj/Pc
sWU7xrvusiNhhz/RR5MDSgDjOlW1tRnIhNpqcqFWVAshauYGGblM1ipq52firZe0uYx4ci1MVN3k
5ZgMrzirrPsxHzc1gFzaINPMGxtm2ybxjV1tzjv6+xjnGVUQjJ02+xaQ6iUgoHJtObWL1zzKNkU0
PU8dmaKmn5O/Znj+nbAxK2EJvtjgnslP4VEgfhacyGQyOkn1XZWh857j4jHKwci6KZ5B3cAvUUQm
e+YLN+ETDfsrF+p1cvODcrr9pL2zkmV717IjYzDu4qYlbxBaFYo5O6REmafQXUl/qtaBg0sJKF5/
EsT32TPJJ4tQXq1ax4W8iOdguuHG0w9O2pKrR9aW8eiQ+rlq48y6BpzoIaF57toU1dvMjBJza95D
F4hpnoS9obeTM5DblUYSglXo/OB9wgSyLPsTD8vZw7kxrBqaRWv46XsskwO6Pe+GywtjlBjtt1HY
z8FsOWtVls3VRdS3QuX1lpY4nn2QU+i9xHwmFqvYNtzNQ1pbYp2GNiezkCS5ZuEjFwKKpwVe6pvV
zy9FH3OU5NTOLorwvpmyL5oT+boN0xdLo+EP3QS8ZTF8ySjbsdrxyDkcrmlvWjfXGq0tvCYSD30n
eLADGVzTRNQbAVPngDauvMaGOOackq9L15uQNSWJ6wuK9DWapprtO3evQzJYd0UTY8BtO/SSbbzD
m/IexJgicf27SJ8t987TXcnLpTzsZ5nz7gutD0L2OMGWH05pgLpv0N9DZTSPdaaZGngcXaJZzCd6
3MwPPJtumav9ZufJtj9AniivRptFd0NShN/9uhNo/tM6NFdcALppBYKCbh23FY61PjG99GWgyePR
xtGR9cOdfTaoQnhk6HJAtq+j6Sx8oTjeNKZMPgnLFeeWd+LB5x6csUNW58q0J1hiWJp+ht60WAyS
jLHENAyHKpvie99v1NVlT/7SWWY8NZ2d/4qacrroIm4+cF7nj8NgjmLlk9pw9VsG9pNyMaYQFMXA
v7c2Oc0ajFxYX6s6djd21wa8ilb3Hlv99CyqtNvrMB9feqx3D9zdARqQTBMieil84szMLn5HBiWj
evz2dRYVW847Gtvn5J0jP405nw/OWrrgstZ2ghfU4qPvhkqnTNA6ecxaXdB3zJBu9U6wIz4pQxY4
Dtcw92zs+VNykyRbQpQcu0OXulQ1QR4zLm0zK2YmwPlIP6aCyNhdGwoa7TkRmp/xnNKoQFEZbnFp
cJskJUN2tnC4razAL76HHfvU7Cucm/DHw2e4ZJge7bJZz0XpvFaTHb8Zi8C+nsJtkLc1HkjLNjZB
2xItNGEqxe1phIAIfPsVODVtNF/D1k29Rzp6a9PhSMzIn9LkKaf7SKHm7lqv3WsblxgDUFidbGBB
0OGGWjxQgsdEhsW3oaT50NfaZwhh/LJzVGVm0tDhLkGxzRLkkjUdEoYNa03G6cZYIh/ROO7CNsds
F7RHXl35o5M0azo435s6wXxjIgVuagCpcUSMWpuk7innVwd76LqXThh4+v2QABZdDJuCtJ5jQhd7
47LJ/iT/2IF6VFo7Z3bdn5PGWOdiHtpICj1vTChMVDiecVo0l0UAeqRfb+AbskgznJeIRgexP5Zd
bMoJ/+5kt0gsuHR0+mjB9k/S9MwV7avxrolZKHBeiudcynBrStvbQpQjrEhUGAdEH5B47PWmsUK0
Cn3E1sEDbgJKxeXAPSWVeomTSlxsOx43DqjhlTnVySHICpdtVwXntPdOlhOQbWTDiSRgDFQ62va9
VVvySTii3I/ONO5oVhfGCgF0trdHAuEcBfHIsofmI+tq/7PK0vy9E0P/Sl8NO7oCgZdtCKuvz+Wo
+6+IKcEZWoV91KRbXomqLC4tbrJbGOfZvpri2xRU2caupuT172c9fw4mYH61SMj4FcC2ICr4s8hI
MYyCk2+1EE8zB4YYOBooPC8VXlisb/dVJJonkq3KF2Yu2DphGa6s0vSR6tmF++kt5TRsKQ+nF0f9
wixeBOThU1+TCpoTeUB/zQ3/w3f+NxN4l3UeIYkN/5zB75+EUQ4dpkjZOerNOnNeyAbE363thEMA
AaOFg1CrX1YcOPFfic2L1DM0OGdl79w15HutZgvRJ8VR9x+UAX+dm7k+SmwBsIPjIIHsfxyG22Rx
xQS3tluLlneP0oR51AOxvGxHbQKYI8oJmICP858EScuI8Y/T74WWj0dimUICKVu+179M/30XoEsw
pO12rkVxIpoLG7mnx2xDwN1zk9mfyNNfJvTE66DLRo4IFOouA4MVhPnqVsxNgWrR/aT1kN8tKDdS
Q5366LcTlGmDaVs5WzXyWXMZUnWCYYIWesOw41eH+HZFR9unUmtYBszY+hF17TWqoJiIRmyrRIV7
QhAQ8DGev0BBKH8YE64Bv8itk0ckLfvCXHPs9rznJV/xaI7z+NHhwSfXFI+pkfX2Bj1RQTVTfgRY
D+LVmAnvx8y7s+LVI9l5jqeff/9S/EX+t3DucBdgy0Le/1flbjjVKEYVctHGcKeN6qY9HPPwSic+
3xe1Rzeo9fzkWQZGynKTf5GIYa7tzAVn/PffxPnzrUVYYcEKQeTDCOcvYQMjf9KkcKS2w2R7DyRh
BswqbHX7/Sn/K9rY/8zS9/8zMv3B7fTvbVP/B71O1uJe+G9J5F+RZM1nWv3R68ff/y+rk/MPBM1Y
/ZB8/XYzLWadfzqdRIAJChkKhj9KT8Ff+2+nk2P/Y/HxoRQg+IjkNoc/+qfZz/L/gZEFhxMobzRd
Lsqr/4XT6fda8y9rAou5z4zKRJDmBL7vm39aIlVAYzZp02rlFiOHzSo21Hzwjcqz17Ipvf0c572J
PX4SFBNoF+VGe+MsNxRJjFAGGRUdVIaS/2NFLmp9BIJEWHN6XOzELmX4up66CLSu6ZfNJizRoz3+
y7X+d/JTfvc/Pv2o28Cp4XfyxQIUZL3/48LWTGbPcGX8JbFdjg98KEibPlTEguoB6t/KhwTLKZ48
xq2gf3UhE3DeB8pyfkahVcQfUQW8a+91JYKKOpin/C3221lseqsi0i+fYMJw2rHlp0TEAoqhJSIV
g/pEoeQ2PujwsXBp7FIgWt0Tw2wOL2DF6xumRGHvCYz3xi2GBrffz2NEoaHndpl0ea1ZrCvIn7Q7
C8N3t5lXkrFeYqpeM5Rub4xbw2CdWAY5emabdazJZqYHDAkkwW7InYTA5E1ttY7LNOr2Q+BWv2wC
Ou1hxeymvdJIbD8Ci0iX86An8OgJKvNFR8QU2h8K2ExjxLx8JSWpo9u09xkmNLVhWgQJJxdSph1r
W1RqelRmA8XB1s30YVhkM2x0P0pyF9qYzJXMZTJNM1+paVvkWfrMKtdsY5Jv1T6hoWmvaoxXCbkk
WM02/aBb/Y1/zXEFs/uonpMQ3s8DKQmN3DGlNXGqJ7X5mJW4MO6gKZfTzqaFkMPLDZcEmj5qP5A2
WHBSxp5BQTKN3ReAxch/SiraHVj93WY+BNKkY5EprcCHpEWxS4KJExzzn2S+SVu0+S5AbUx0Qiti
TvFQHQi/HQQsCzUOiLIq378y+mjtR39ux5Q0+5TfYsgsdCWyTejEq8hichAAm63jZDg1SyDplrDL
RO+mcOqcNWRj3XKgtBvalaqHjxPEIVxX2x1N4mE9r6Z6Qg968q02XcC1RfAueweF7jgurljblclb
UvmE2hfULAhhI1X1jP96rdjfqrL9UGmZ/aoRPcSrunJi8VW7nb75A/BXmjS1AaXJqpxP0ZLbdMJB
jNQwAmDMdIxA4Gnb9zJrNx3vVLI1azdOXpgjq+/0jaW1qi2TpmFfzOa8SfOoGdZuFEnrfoZK4J1i
LfhhDijsSayQFy/R9YD0SzqT/GJc3XH2onPNHN0ERqcCvEhhqLGdt6CnW1+NxlPhDIFzDAzByzaI
AGFJDcY22skJicNGdFrftGXmk0Ow6vIqouIYiVXIspEf0WBI1t90HbnOgbTHmXZBnSBv51Ro10n5
5RBZNKtlTAcVkGMAoaw0FFzc/q86IUDWAVGo+eA51M0HLOHBui84K6AK+P24zlYbue9SSD63NHKW
hv966DqVlOEuaEZz3NCxqKpLki/5MIyS8mGd9cGn78Sju3FSo+WhH2P33UKB4R0rR2UWPW6fWbSb
9Q9cE+j9aTI5H8YQ5ReXPN17TyhgFUWWON+1oWBEVFH9leWFecA5k52TmFV37C33KPuaV7lqhoJO
pzUe4rL6FWNf2cy4t+Mdjpr8iu4KMpuTQ3veEfMhIZpHg01ha7pqW2WR+aZHpiIuRdY2m7PpQzNT
vMLTql7CMUAeXMVx/U0VZngupjS115NBpQZtStIAZOCFSL8uXjnFhcfWVfUdADW09GXcZDdbDY0E
5BDYhxh8hb8EZiSMhN2nINGEr9QJxjGmNeMwPASWknIT8hO8VRfD9eL69P7ER8hUrIlG4ELX4KM2
fWSlM8C8OLVWk9u2m0b402Ned0ZCd390b54o64sIGu6BbchnqWHe9TBrTpOv0dd0Sy5uMxDujaUp
fZwahtlcw2C6nyvZwoiq8y2CM3AwxYDucciuk0UAeqa6t0DUNckabgQQhcjDyjiOZR296Tx7knMX
H4dWdhd++2IzMtj60CGae+YqAEqI31g3haz3ENwQdwwNJC8/zarT7PBCp2MyMD7RAUyVJmzsNUhZ
3txMjMT7oH5hPOkWyS8C4MsnVmzYaU0UejCKmr7dI43inNn4ZXKvwjbMt4rD1c6Ne/qQhePNLSkE
6IFp75fZZabdnqwDmPE/AiRSGQ2KFMJE2I7RZz0vKRZlZX3DiFoDMDL89nuaGuRRwEeZnlrVegSf
x62xKlwrzDdA/AZmgg52/xqy1HVmGHc0AdTvWUnkpVS5TzaIEy9n4vZQVP78bZyIsomlJctdC6CD
9gut++9sjRmA/naAsV9nw4G8om6zBOECwAwqxzqllC9QP8ol8GqU3DFygPLxy6i189NLxl+ROXd3
MVqtzUA19TI5YfQRmPgYjECrlLN6853cpWXOMaWMEswIhEfsj4Kea+/yUXnon7MMnOnZLMb20XGm
aINHTKebLlTNzwlW2K8g69sbK/wSZcS7d8X7NPwQYvCfZDLKTacEQyag1f5FVkymNl1hFWs7soKH
xpr8z5Igh4fM8FLyLZgS92k8v+VCuechIPC3DproLijy+UdvzuINcH2+s/p+eOBsSwtoGsIViP+a
cVsTjx8D0VSsHxgj+2tpJfPzDPQfTEIeLOVY3zXjIbfpOX0QCwVQHDUpJhzUWIs4Mu3oCDHtnu6S
OvI+8nzmZbfmMVwgYfDEDEdY3TqMZfErwADirDLV9K9B57H3sxwEwODSeWY/iWZISynp7FVSjuBX
BofNGF3gwvX2KtvfqZSp347dIH+DRT56yDXm8eyA8UJqZYbFvh96KO6tTwtmXbf1YD5MddAfhqF0
f5ZZXJ/mhMWdGZCtPTrEIDz3iaCZhTxrShc5Es4Tsg+4B8HLGApsbQFnSWA7hV+zzMWZG7xbLV96
USRlqGxd7TkHkC4xsqx+hEtOEZRvaoeXayNEhdmPpGrjJx1wJAvMKlMk0cUUjiQOWUwUQj3slI7i
GV/ZmIZsdw1rtzD8EPqWpNFBWRLKS4MIKKXr2fX02VrLMx6VnwoaZWPoo89j34QC4IlCfKtTR3yT
tk93SYaTSdaD4zQQBSmF2APM0aQ1PbYJOJyxkTePSim9iIi4RN7/yRrQTchQcydAAF7CLOzfUxSi
D+zIwXiCILxwZKk6sn+qhKeuab7khJdnb9JbtziaQ4PZ+dpm+yiw3x7sTJXxPmOet8Il5jfrcSbb
aKWUC6u+tyEIk/aReeKhYAgOYi4cx5urfPIo80Q0e2nnIQAxGQZbiwKvZ8KloMos5w4Wk9Q7T1Hj
msAENX34KM4eLanZV53GcX9RHF29MhOMLXqrRdmO1gz5hzeDEAnBEWseydQodwaqs7PKa/tcotRy
9ia8Vdo4cZ8757rUPP+GGZA9FYJERNFDnfHhY5wNACCiz8vZQ901UdAPTpSUyN6lCV/MJmcJtBxT
z2ETGZRiiPmdyV4H+cTLXnB023KeoVifKQM+O+wjQOxmtuW57/K7TkjvZyx8cHsGdOHIpdoiJsgz
rnlRNt9CEcP7yQg35m600iON3WlUSaYVDgfIm+igoH81k7WK5tSbGIC6PKRVVUtMi2NKmJVbqiU5
zZzbdm/5sWUzmneNC8lMQbuZpWuIEwefAd6rLdPXcMx6dx2HVfCuyg7+netMHdqpNHhtbTNBedqz
9qwHL2yOGX7Mk9UAsl3jBOD17byKr5nYtfUaMGm8hJXm+k82UPq1LzP/4jHF7raxKZ0XxAn1h1M0
4z4fSHBwUptiXhS1/rIG0T7gn80nfuMkco7S8OxjZSEuOZpQZHP6u9L8FvXxApn7fQhICqEt8rHy
VyLhAsj84dzOu3FWdXAYAiy4PEAO+lTmiQp8nYh+2a5Kz2ZqasLOaHbTZxsuYc98YN0ahQStldjz
0kM2zGqp/nrGvJA23xLRzQjvp6XP7cn5yQdX2gOjKe1zsSS1WDbpD6tW6+AGfBixVVU4Ym0ui4Ur
OtsCzDr2h86KuyfK73FFjilhOyRcHEjz4UCY1ExJufD5HRCK+tgDuqTP7ifHhLgZ1yN3xlwSaHjp
FLS/IB4RHJuLnW5Jq0mW3BojIMEG/kb2s3NK55ccXeOxDNPuW6iT8Al1RLxF+2RvLN8ojTXKIqJy
zG5JzeH1/RmpJUqn4cjyTkJv1azrZE6YGKeqaBGJTP6H6Gp73NDmnlbGcv5Cx+7x38hhp/sRiwux
ZPWwC3K/clYMiunT/o4Mspf0IDiE1QlqqN6zWUK74kwZkKoxrKPfIUSeqW8mlcc+C5n/+X78IpZm
qtU5LBaEmh9msB5Ub9O9wxT8nUkLgUdlq5KzqPvZBlJNPpK3JCVZht11K572PN5rR0u0RQQPJpMY
X3Qh/L2Prfi1Ne1djY6LLCz8zKT8ENY0F/5XjZKOKU2UmLyi4Vye4U1kh2GceUeiWOZo0JZUqLTW
1pHd52ei4vjLM1qiyRIBIIRFFQDikjJFCDA6XpzcKRBul3SXNU7t5JFVsiABSyL2atKQJaLh6WSv
D9G42UvYlQL7+16nZMbAhqAV3whKW9MO1iUHv3Wbjd2tTNNqy+hzvFNkaqE8CHcjUORj59nF2ckM
6zBG3hp5dAmARhjlzwA9IbKovr2HzQj8z/2d5pV1S7JXsoR8OXXfP4CayPd+I4xTB5e32PYhcCVD
+gmyHjR87qobWqaDRTjbu8IAq80cp0jWgDizk7lkkhFS9DnHjT5RXgyHfPK6SyGJdgnswLm3yr54
HcEBtFsddCl7Mxv9m8r0tE9+Z6IJC753RzSrgvWa8izxfB4jTCH2QVcq/O6QnvxY9ebAzbeBVjZE
UQ5noQrcwOp3jtuwRLoVS7ibL6hqWCfxEiC0TvO9WkLhfOUUwCYBbpxcNIq33jd4idBNs9wbQBq+
CKskec78HUJXDvYbijAsq50U1T4HtPM9yisCYzKqDt7eKa6NVQmP6MBjPFOTd05sLmYQ+eQEpXGk
GCdtLzFdAKEw1hQ7ookJwa4SZ9tLYvfayPpw2lacqwz7BIlgEGRblRGzYhjfTG36e2uJ9BNZps9J
ZMRH1O1ylQ9Gg5prYm8lRWlcBUtEYDslnA3EUE2HDivnix580n5YF9x86w18Z01H/42hRERKiA41
7agwvyHia7+5zMQKTud9/Tzp6LljuH9faI/EQ4Xavd+R6UcSYleNJfPG3zGJZMIqkNajEd1P7gi7
tBvD18osOtglptpPaL1QpMbKwTkz0IOHUF88Ug/OO6FsArF84Xbf8yXRUf4Od6yJeQQejhhP2vMW
VWSxH5dMSCpPRArBkhSpR8goPVNSlN+q/S6Fkd8SF7V9F400/b1ZWXcWR/96b9AtPBLdoo41h6SH
chx3vl8E88aPp+I7ATDNtGbrDY8iKc+5TRiA6KLkIJY0TEKfkoMPf/ddUazLdeXJ4GenTIyVLspU
dzP48DfXo2d0gKmXJE5/HuV7i4/pUEurH25Tl0+7OiHC0+O8lQUVSsu8LG7llBwlv+1eGpIXPVii
QB0F4PI0/04Ijf2gV1vo2waKbrd9J9D12mQM7Wv6t+Ba/fQ9jSvzsesyiNBzjki3N9OPMO+bgxEv
ogtSTOuIUK+M3sN0oGYG8DHYBtU25+QayrNXXkY5I/FVebUnTcH7RhSm2ORLjGrGXRpqkjARrUaj
XuFyr470ekD79tZ0BPhgPPYZOxE1j8urYD8KnwhXmn7xOmGb2nXkBuMFGKYLqV9GsrXmAfxp2NvY
dedAEP3iuzK9ml0oPiJJZaf6muxMNIn1OaxHTW+OyFk/sanhCKEVpVZI+lBVWAWSqMiIkFGEbnbS
gIbukJR6V+wNL2hnK8Rx1ReCOrCrfc8b1Jd9dV+E5DIq3b8OTpWk8CWr4bVnpnhqsSd8BL9DeF2b
vL1bRh2hv1VugIZk9KVZbIZIZnLDecij3aXSWCC/LR1+R1p9VXtL0cYJxkrsPJvEbPtnv/SoABmc
qxneKJ2gyEFNtE/skcZla8dUqeFQMxhOieB+mVpHElWTINOJk9E5G5XJX+Bgj/rRUeUzO2437rxq
EQjUCs0DuUQx7YGRw0i5EU3XNudhqKOE2TlFFeKNHHioy6CsuVCZYJUim4dlRjs+hy7uaUDzKSnz
8T/Mi/5dx9wFDEJByQSSIcAfO+aEckQK//1Ppr3TKSil6R6m2Uny9VTHA+oxGdU09LvpinK+ef/7
hv2fjHt0670AYhITK6ZdPrSVP3524I19C7f7M6j76m5RFOzjCR/qTNN1k4pWYpEt5KMR5U4JodYw
d3//8X8deQRMX/kGeKDZuGDu/PHz8WolBi4hWr4mMvRtaf4/5s6rR24jbdu/iAvmcNoke3pmNMqy
ZJ0Qsiwx58xf/101MvYdsrlNyEcfsFjIu5Crq1jhCXcoLAqIThzP3wPsRoePFQRimZvf4RNMOCT/
lSSJ3p4bi+qmP8K9wTiexzjxZiOe0vugl+bsEZ3BQL0zIjWXoBC09fS2XBTbPCkzXpevDqawafch
JGbxu+FS26hPGcBm11OQIlOhmA2UF75sat5FTUQdXCoKVQbkT3XO71JFyQiVUno6UQESxA8zRbRq
pGn8Q2/TPL9bGmkaPOW5ayOhpZL9ahb+b3GsnR9pKw4qfkItCkqE4OK/aDdrGpethc33yaxoJ98F
GqQOYAwhv4uH+10XjfEPJ+3o1SCpyiI/d5Gc0iGRU+tQNX2IZzHlHquJZsqHxuIcHIJnDbKXzS+6
4TCBRd8WVKJQyln/QgrbUYXDbnzq+swZ3v86dK0KmeQOrf3KfM29YbRnM6ZeD8uimUGgTO2SvXaK
aJpwf5k7/GGAlxM+oHPAdmknjZ0S1JMyP+ZxrY1obY8oajzd3gDaRsfA5Afz1Q1OkWqgMLCVXAHv
vGROhOy0qmfsXi2dM/trFtbV4EszB/tbXvO9vVGK9PQpVNVQOXFdRsnrcDbL6BGoR2hAGq8C+lh4
EWdnWmBt6I0GYlQnQ6hRV4noBlEJALo0drP6h2EEyMU6DXhPqmBJqp9r4ubJy3NSDWLp2r6TIBrC
/eEI/CRjSt5jxEWtNa7pmaBVbkvfqmi0x3djG5kfnUkzspMGmrc8OB3Peifrz6pbHIBnXjJ/MjYH
fKExkVs0dfDvjKbotQQkFsfALl4CDC2mEs10A6rNUwtbK/TxVVTnx8Uxw/QBmgJ/1kna3lD9b9E9
LWjRuoVi6NWFSzRNHmXoVPo5R/FOOtHZVVuvTntaN3Ye8lfVCXVjIqQCipVnN31if6vMPIXxWlrJ
Fwr88vzx9k5YX6YIRAA74BrBTwpNG66lzRaORszTdJR2TvDTCp8IOnTTeMruczmvHsy4oR4glyax
BAL1/iw5gH9v/wB1fcz5BZajI6hjgAlC3wE2//oQLYKmVSTY6C2QLcqzGSo6QeRiU1P41dJhmS39
3gn06AuMmW46ZVEjblYFFIgRQRJ1s8qIdU+lOBvAf6dWec61sf9aJDyCQC6D4B6fWmgWyFriutGn
iL9CKCaBRfgPIc5TrgaSb+gUKu8OJrddXjrsGnItimKYGgCzrWSQEZmhHJjd32Qm9ROVFpBmap/x
66kQOE9kkT3CbIqlPQRWGn2rIKBFnoXkYODLth1o/ugUGDKUsum8mamMesOcYJ41wd2lp6QYH5x+
Th5NuK2ATQMDwTm6N0XjyfKoPMUTVDhKwpTNbfjA2KoURV+5M1eSnztV814PSIYOQEIbSAvqv+Si
AkVioUMCXd7eKHVkUmllRokXqSb6ahpdD3KIEpQSyFZYDq5N6QksOcTSpwxifXwH4U1OiMlJa7AV
iI5UGzbNffGDbBVPUKBnFsRT9L7W+yvX9ZggAvh2N/Kc35d9JX1IEqfAXqlXIEdMmjl/GuoBtriB
n3jsjxCggZ7j8YwvR98h9jnSqE5O+HE5P0HMJ52f5LL52tJSTTn3VZr/BPpJq9Ko6vyphwOYfZBH
6GW/GpxcNNBCq9b4aPTU60+zLFO9e/5fkT+uKNbL2KO7c4jFghdKdpqdWzClGGCDHD7JAxDok9GW
sG+MCkdxb86VFrsn2thArxcthvpUTq0wQCyo1mUE5RH/ylGf3ZxbpPviFFi+nLLnDqQK6z+8FJDR
LkJ+7WzT9ieRNII+8EubjJY2Z1BOvpZkdekVVu7o98WzzGuPP/0rCCXKp9aZ6WUaJbkPtpyNlaGY
7DxlcmUqOPYoGTD9Lid8NTIMuE8VqythF9fTbno+W78FJtpHAK1AQv8Tb/T/I05ICAnfwAmNP/7+
sQYKib/wCyik6v9R0COyHVQvLdUwbPb5P6Lg8n8cG/AiApGoFqmQFP6LEzKd/8hceibsXUXmjlKJ
E/7BCRnGf9A6sVSH6AZVVILd38EJrfMFITAmsgTF5EZAb0K+Eg7KNOrp2G+5EuxAn9au9Q6r8dbT
Ka1e8oairJqUJtYVRhIcPDDrUOfX0ETrCsqY8KnY1evzr+Zh7bRpZbgWNCauer16ioc29uxKORId
2x8KXBU3vmGyoOuhZFWPFHUpcIwZ9drL0wkHrBp6hoQ63MGs1q/mr1mBBRQXLUKQRGTroZQQ8qLW
MisljvSHsQc+qNf6fGD3uvfZ6IXhgmmgaXYl5d7nYZiAGTYgWZmolGiILwyzXD30fVHf058cytPU
NngX98mkHMxQRFn/F4X9M0Ok7zBcVZAg0zaRSU/7K0vg41GUR3Pr1OtNQVSSQTHLNUzOMBl3IQX2
B+/X3ifE31bo6zMu78Z6XWEyVWNjMmrcZTOxzzy5dR8Xl6pJ2/sXh3cHeLaODZ4nqJLdiHwW8B66
iuuh7E6JZyU3QfmoM82VBtbF2TQj653ZpJOHtMfgRcDKfVQApqegajX/9vg7W4iNI+4Dleka6ibM
LeIoUeyMjztApXpUS4caNx+zOzLOFQ/s5kMyjiGAdWgc69twepCBUYQJfvTakkH37zQw9bbZvqqK
qAEBEtmX2/Pa+YQq6RgBkiKSsq1WmI0GNjUckINY1GsXM6TVMs+88fDBj7yad4ciTBeIWdOkHrD+
hBmZlVbZueEC4v2eNZV1F9pZ9y4CwHtwGvY2i8ZADtL2qlBpXI8UDPRo8ZxmEWe78i0twefDzEPl
yXZk5GkmebLd0aiiP+Q0QDplkI+UAHeOI2p86BsqJjqjKAKufwCQToXOAslcVKnSRyfoYdJb0XyP
rvv0qSdK8ezAyQ4+5c79ww5VqFdgq84ztLkDsC8HbqeyviWYQFhpWLvlNoZk4TRKD2kl9Xd94xjn
qo+bn7+/iTSEaAHPYjFNtryeLrqGE+p7COGoBXJ7mdJjPZ/hBWQjQerdHmp3krRwKHPotg6RdT2U
AqGm5QWEyWI6UM2wiL2fYMr+VbWD+ZT3c/x2yFBFAvqu60fPyM4G5vbRSDfBwKI/u9lWcYz8iFwZ
ultEkJxaNU48lOtSnHxgp9ye5iYzeL7v4FGIfBpvBnKhzTxpsVmpIjNW2FCVdOoMYaJiwfLHQF0W
psQrgm84um1tftDyEjXSxPpbAsp5cO1uZNz++R2sMxUQbgdN3yQEsg32YIn4HYD92M5BhK5J4fhx
JFCcVS2jkm3krk5jGkxDfZZ6+cftldi5EAnR+CGQuWTufvFRXhS2OtK1UI50QIlFR/4h4QCKN2p0
NvWpOKdaE/3+m6bhewGTRQSIpNnr8aoCfyHdGNlggCnPcoyvK63WmF68ZB/s5Z1rSicMJVIwngO+
zdSQwaX6TBXUzYIsdEsL1vVJV+bxgzn2zX2AYSb6eEP1A2Zg9qYRPaXbS7uzn3WFMJfnFCn2K9nX
eVDltpBQWQgNPDN7nc44uMHZleT5n/zjf9Ynd6Zq2yIuRl5WY99uboiq6oZCpj7mIq8vv5l1Dcpq
AG8vGaP2nAF9poMphyikITRVpVC/b8905/V+OfxWPA+pWSksZwnBr0Zs2RDSbd0C87o9ynqrPkfq
1GZg+5A480/GZutQrRqraNYqv8gQLtLU3PxMb17zoJUGPqXj9PFfjAebgRcGyXplK2+OLhr9+Myp
fLNoWg+Q2ug1VcHnHONvDppIB9Nbf8Pn6SF7TGEG7gKCl/bmUZPVMKBPj/+CXLXyKUEa/rws6re0
0lEZAyP8qDtViUZIjzM2cfbBjbh+Uv8ZnddNUTkxkG82l6/UK/AOgDD7gaF03EY0jFLVbB/opkB+
yEbFp1Sjvb29wnuDiiSRnYsNFNrn68tA6UMKvAqOBKOS5Peg8zNfbvXEdzDB/WnZSUpTsx8PPuv6
iXueKYV8QftTqDhe9RvwrcA4N61AWNXILoGkxsqwmk1XrgGRCkGMCWkOtT+HS6UdLPLODnY4nTKs
JlmlFCR+2ovLtkfhcUZcsfGxVMMYVpLCVzijO+ByLIU+AS5zt9d3b6podIp4kAlTWV2PZ0VgBlR1
bHxFptg2xaH1YBljDW/ANHEWzepE9GWb9xV48YN7fneqOG6RrxGPUtVdD51FUm4hZtn4szUmj1ZR
G6eo66Y/en6En8zT0dIqKv/C/4vsf31WfJO44IThF64e6wFlVEeRo9SBKVWac8YtE3yDGS3KKTSW
6lNpmTVqIdg2oHyiO9EPGknO2yTgRdcCbfaVYbSOAsZNkPHrJ6kk+1RbeVifDdBefu5UmqiALRgI
WPn4ifMFXzykzgCgE+SDo9IOalTzFUgxwDpyQ798HLUzSMX+4GZZP0S/fgeqtDL1bAeR063+uBXn
GmJVCNdPvQ750JmXhxT+qqeYZXxwuMSO2n4FQxbALZqxBBWbzy45hRyNA1XJPLScJ+RRyrsBrsWX
2/t6b3PhD0M5mzKRSEPW3xqBMT2i94PFa4MhoRo72TmTZ+WT3JtwukAU/l5o+msFKWNROAfjjda2
2HwvDm4XRLVFJ73zJ6whzwiQTQ9IMo/3o5ZEd78/N5PgyDTxElPZzOuh6NJT5Oz5WFlW134lWwX6
kd180oFWeOGMyf3t8fY2ByBcRSgJmzD4NndS28z5WGomfJcGIbsepbJLBajSDVT6abeH2ruOiPpM
nYyY/bGltukTwoktYj1+V5qq1xpL8bFs7fRNpofqKSVehyogRCO7CYfW20NvfB1+fUEaOjJ5P/+x
ZbEML77gAhnERAC0RW3MtO9bZ8EKLKatg2U8unkSBIt4xvV8jqP2EmWLI186GrZnqSut6BRBdHvT
RTI+phPwGJS91Rz9EQlVYF3pGtfMrNk+OEk74QBJGOh2tIiBFmybYYEKNUwF8Am4O1WeHHtCGUxW
3jpoPr6Zwql/I8eS9g0J3OKMkIdzOViv6+vUQe6dxrwCLh2Qw2ZbZEYyU8ikfW1FKUSJqA+wIa0T
AySuhLEnMNQWRrUUtM63qkHNq+3pTpxsPbHvnKxoPtHU1f64/ZuuV4THk7xbRPTCNXITouhVhdqF
lVY+Ejfd2Yp6jGQTq3tYjFH9Wsuz9ilVUaVEfG1+N1ex+eft4a93r3i7TZaE2i3BwyZlHPRKG50S
gXnLsBA7qVPHFdCQO7XtAfOUIHwXBF/ASDTFwRHdZIli8wJb5/bGLNCgwGqK+/Dl5qWOYuk9TSlW
xrxAKFrueLBkxO6qsPppSYuJ+tAYPk5OUEW+NpjqGyWWx0+3F+D6phAgF+514C4GjbXNrRtZgbKU
xVwifVRZnp6pyEYi9/rGmsv5/t8MxRXqIM+qooy9njCnuCw7lJyR/8KjqQG54Adt00YnTqN5cND2
vit6QYTdNARwSdwESWOaGlqiYeGA6kK7YEk80hjVOtPCBttevi/5gn5/PVloW9QIeB5cTHubmueS
GxjOu0VMuJ7phEIDQspR5SMNqj4GJppmsRzKIJHzwk3pBV/IYqVLakvRo45ox+11Fhtn/VxjwirU
9fmo4jHdHKkkMGqrUzPsK3q7eB1Ww0h4FJnq42LI5QVXjd8PC2HvmzRzWGmG2yaqwzx0ND4l9LTN
Blv5GndfQG8GgGRrwkY8VKYjlwyxKzdTJPKBlSduUqz5Np830CoLiTGsyIENV6A6E9zLk9yiTtcG
KKNTAAZ+mv6LE4sEBM+cQDaR022em6GsEoiMKd5bXYf/NJj8pwnhwTM6Zc07yeith9oZMsUbw6H1
krJLX5tgiP6+/XV3DiwvnTASpbiEtPzmR7Q2JmdAaEu/0QflL0Dn+Z1mTflZNZrm0+2hdjYS7zMd
IHprlA6f1UtWN5QitmlTI5XUhz9a1cF8PMCFUutQLjTaZKkPzs3enShiTPIaUePBG2x9cNpMLUME
YmqkxVUYqog2wuG0g/QjzJVgPslIonytuUsrIWip30FHCTBXDwMr829PfWeVhRuNY4vCMB6lmzPE
/zNImYESCXc3aObMaeiBTbriaUFNbfH2YDu7maka7CohBsNTtJ71YmtDDaUG7T4IUE+I52tvF3M0
LqnjvOPyD/1BiuXL7THFCdmcIE0IK1jI4gp45ebeN2DmoN3DBEOUUt+OgxF43Nz599uj7FzDlHUY
Q6Tl1Lg3M0tKfrkxIzXZOw3kXLhgD0Eat+5iEY65YK8wJE+mPkN62I6Sf7F9hfoJeTLpmn3VftLM
JkK+jHhbC9pXeRUP7hANgdBAnhQcbsvFPNi/Ox+SKEJ0Mqm1s4O30+0GMHhagMemBcm8AqIMndUa
/wTG9rfcohSAopek/v5W5WiCYIR1T21f3zw22SAvMvBvpmlB3slTx37djUvxHuaa/eX259y5ENid
QBE1sU9Z2/VG1aoWJcrUIn5EbxCd2VSB/Z1Lj0osOKtmeWQUvPOO4oiLqa+iEy1BbF6Px7eyEtvO
Wl9NIkCYOgeDZHS23Bj9c6Dk5Yh+V1Py0HTB5C/zbB3UsvZ/gE1WQ8mQfbSZsDFYEQ8ZP6BfguJr
E2T9K0j36TOX81Xl6PHJmGy0owsLZfBG/fz7y411H8UPmqgEKpvRcaNI5LFvW6BatIi6wK6jU1vR
lh4GdXrgwj9Ck13XW0RfU+OcUuDhD1urWiunwmYYmYPmXmpd4rRK3HCa0PaQpo8F6p73Q9RP7rxI
uORJefLH3EuxizIj4CDJHn4Zl//P+vfVFcWPoacrnMF0oCXbArScjjVyJp0DPnPsnpoJliy4Kf18
e5H3RiFNFOrgiN2QM6/3WOCkxZyOpu1pVracE9Q9TzUy5Jfbo1y9J2gf8Y7SK6VxoMnb96RkjuoC
zNWbYCTDpW3ye6UxRqEHEf72UBpVQRRe0ewXK7e52avQ4mozZRV6eFj8OXIyPtlzawHois2D3P96
VsSXDtZIItIWfqHrtXOmvKPkNqsovSBEf6qkGN8JLQkBBE7o0iUHN53Y76s3i4I9bR/RM0WOlz71
ejijseFLjDp+CbP5FwC2wTfGuTo3g0UDJB+lg4W8OvyMRPdMZOuUULiB1sNhShdqizWpdF2iyIsL
s36dJEX3Rh6N4UmG0PYA8Ae8HIYHy2VoGkm/u71prmuNYq58RgMUPVrRAlf1MkW0qlLgTlHMH7hg
WzdUsP1wrWDSP0eIOGCXrjfaZx26L52wvB5SwEDJTFAMvBjmcNpMzcEDZ19/AbpugFdkCwgY5cf1
DxqresFeKNfwj5b0r3aFB16Dc/xbFYXZWWqXD6BIuh/RpBgHO23n0xOKKlSA0XSlSLgJDPPWbKWu
pg+F78T8MGaa6dVy2D0mpiadk6U1D+6evaWnKkFpgr4JCljbSNTpF62fenPxKKNRMEHrlPAhXxpO
L1ZmgIlboyK9nGCpDN5Mj6fFjVLPEOJOgubnIKtU927vhp3Dxi8CCYL1r6oTLa7XHoSjmgOYlBES
mZP7soYCX2Gm5XPKu4OhruNwAafhmeczU37n/VuPpaqF0oSyPXsa3Tk/sSMs0Mp0eJwHvTjnjvCA
kYbCX5Zx9nBpSdxgbtvf/+REpw6ZjkBnXX2BAXK0NRTotfeWUt+XgbC2hvrkV4hz+Kjihge3y85x
p5JIyx7KhS1i8fWcsZEaYzNFBVzTI+TVjah+UqCdPOAIL/1QWk2rfV1y6ncARabRXQht9YNl39nk
gBZEuENFmvKctv4FSRBTTUV5y6Mmlj6ocqeepgDJ4WJSlx9j6UDivL2ldo4z6mpUpIVBPEaYm1M1
5mo6O0EASU9CIPdBUPUeNKSEDBdiZ924NILsGrXxHAZKr8OrO5jwzpKTevCC4EP5THdaTzhKDFAC
diQj5LokZzlbOihu8DfuKvQkDPTzreYD/iLBXa0Oi5vN0b94KwkwdBbcVoEVbBdAz5IGZGKzeOOI
mlTSo15Rovbs21o0erfXeie2wr6dYhCYMcJJbRtLTgjHpw7MLW9CXD300gpS+cjef2VHTYAgCNbo
baE1ng0p9ZJmTqYTYynG67mxGngvXXRA0bn++DxpGnVHUPREC9vSJx4sigKU3PAMPayeQqSmLkS0
zakfluyhKICA91AFYZgUR0txHXJRmaLcy+NGF03f1hwx4ZoMOMIGHFM9voDmHx4kjuRvGfRSXxUh
0DPjhN1lyMbmDotnWttVrBsex0r9YIe1epcI9dJEq3UvTblADnbz9QXNcIIEIHA3hrptzEpRC9pZ
C01k4PANLYJp8TUN6x6+dHUQtO4OJWIvoCgmtJrNXYV3gS3ZWYHfRpYrrt3bnJs2slx7QsXl9r69
vpSYlaBhUqLAwPmZXfOyCBQ2saREgeFBEHg19Ul4RtVd8wcbFdYqTuKD4fZ2JbEdUGCaZaJqsL4S
ZBV5R1Mhu8NRtPoIIBhHPhDVaOC2yXs8S6NTrmjBXWlCRfkXE7WodXE0VbL3zZoudFORkRhZ01hp
3KHCRmkaI/mp6NrsQr/kqBuzu7D0Y/A/hsFz1UxX7DKYQ+pgnkNrE/IW5FwnNMjrsqC4N+Oq+fv2
/K4vWwpr4rCD6oGPp4uVf/EhkxzbXCVlvNFkAdUQeaBoNppX45Lr5xC9caQYKhMNMie97yCUHWzZ
venS+KTMJeighro5jt2EhneasbxqNTvopxvaHZAmBOs7R39YpvCoPy4+1zpZgO0jmzbmxgKwte0A
VPOYonLXmIgdJc1TRg/7g9SaGrFjF3ha21nn0AyP4uPdQUnl4DnAJ6VksV5jDYGpzEBKzwNxqT84
IWLfUULwVNlzcJlxCbnDBUc9WNm9D2uRVpKzk/nBtlsPqkyJ5tRjYXitHZSN2yOjhWz0nOu4og/m
T6zg8sGVlTgFHBMXyCc1KP7e3lt7HxcAIKVSXlHe8k0g0UXzuHQRqudy0BkPOPAN/qJIgVdJS+f1
fXeUGe2NRx2KrIxnhGL45pZwJjvLckqLnqRq83cZbaYzaM/yTwVkvXZq8Xj56/YEdy5cyl7gBESN
wAQ9tl5jpJmqMu81Db0CBeHZaI7PBiGvH1r999sj7UyNUoFGvZ2yDw+JeDxfHtMOOQfI58iQAbNO
EDwpFyP24xhdhqRGxOe3RwNzDeKaqATQ1laAvEwx88UswEJtSqOOhXDRyUJ6FM4oQo1tFw0HQcf1
7LiBoMiA0xd1g61Ie1MjbYX7U+hPCGieLR5od0wwiMwxd3GnYBgOgoBnRsz6GjBB69DhJbYnldnK
B1fZYC+Ig0GjLWb1+6TH9nd7afN3+TjIr+VF07/myES9jaBy38dVX6f4bDvRGSe+8RWtCJlGQ9Ei
hhTYn4nZyXdvr/91KMSLyr6CNkUgzpdYf20He0FVKaLAM9XMvHAyK1ed0Ra5PcreqnNSdO5+HnLi
/fUoLQIYcDHQDYyTEZnHtozvrdz6mFtOe99J3cEOvr4EacnxwDhghhQwQ5uzotH7I3JsAy9FhFfY
ReNeH5TaSQ4LzMYMC3XZqDjCkV4fUEpCxA18ZR44Ts96iroGwTcyhbotKl6usuToBqWhfibM+O12
DaEdUTMhCkg4UWhbD4VUHroJVUtenEXTQxda1kk3kVhfMhzC0lGuH5cSWbXbn3Bnfga5IdcP5AgB
CF4PmkzRRNfNxE5oNsC2yHkPZNXqP+Rd1x30j/eGordoQWzl4NjbNLTO7TBKAzWioK5oP6vArIuT
CVeAo6BP6d3tee0dUIMXmnHIBPnD5gSQ+ZnjOBaxbxVT+aMyh+bNOC49ys/0qO7kXKt4qPUZl11b
bb7LfVH6bYFrpTeWqPp2HU8NAj79pzkcoychvezf/oEbXwmRR4CMAE3P/U8CR6lzvfJllqEHiHCZ
Pw1zVp4aRYsfYrWS3iSxIXjFY1ad4ilX36IRhCVWM8ZPLVJSdzVigU+1Vs5vkD8MhbWUcZnkBmuS
pGj6N6oUFX+qhqSp6IBp9DJraTrYM8+39+byE80vyBCU0mmAbU4iyl8l0phd5Pdy8aGs8AlFVDoS
NKnILRBOwW6v7e7SvlJPo5V2dxKPKuQETImyQg19MCPVwWpe3UTcdXAJ6QXSSee/NwGSwIgVY7QI
3xTUfrD8a1ES1Kkgpmj5vDfkID/f/nx7A3JceABoXInCzvrrBV1RSsgro/KuKfpFjVrtoerVCYGd
oryvhuhoP18dHrhuDAM+l+KZyX27Hg9V9l43kG930bhEYgi6CvAE8AgLfG3v9tSuUiXR8BOjQEfQ
QMBt1pKgV0qQJ9XdYayNBmUPdfmpKDALKYwKe6NUvji5NHpF6bQHQ+/M0oF+z23Lb+AZ31yBEslY
m1e17mKJZPvQtFACp2/t6nrfv789y6volhE4f5QBLdEf33ZxtS5pKEVBuDDjcfGloLaoUASTV+XW
gsgBJj9ZPpfv0aAf0C7Pj4Dl14VgxscEgSMEY4A+0WYDRYwIbghHGRNKDwLPch+jOzUkl8oyExk1
w7SOPc5R0J5jZVQ+Iuc/P6VWVV/wjB4PwjUx2OpAix8DqAdKJbVp2trr3VWBglCsEPZLqDpo9aEu
6RVt0f7+ISVYYFvZmmCobTlbch0N2FSVuguWfzj3DtrEEqDFE5Lijoe86VFquDsrcjVVsEVFPrye
1QxBxJqAMbsaHYX7sQiLV32N8fntjXQVloi1I2kQIDduxG3oqYw5MBEk7hHM1YK/EWAnDYzN4q+U
ponkApbX3yIHax0QnHfuH+C3ZPhUFuCo65vMKCH4U3ShqB4rnflFiMQjTGhWeFLqtZL4ndYc1Yb2
R+SwUNujmL2F2TVqPZiKBW8H72u0znUkw+UQkaNcW0CoJwj03V7X66+n8SySi1FEhvaxbW3mqpUu
asF4aq9Kd0Zid/e0G42De/z66zEKPUaQKg5x15ZIg2h2GFGehgyF/PQb9OoTX2uw/ByrPgO4iXAM
4vpyaxzgCK8Xk6ALDxOdk8AFtMXSkQVxpnuOgg6d8NIHTXLRkd7wYzuQHw07mw6meX2nMx4GfERf
Fg+3sXk+6LojnNI6gKZRlvN1ayrue0e1fAenaJ/OH2U4A0fNEhmwo2BBxDHru4WhIZUgZmJb4PU2
d8sc6tIIjlpzDTVFW7obLXfqDNVvWktYSbeIVitDc87xE/JwRJvOkilp72UD7O7tDXX9uGjIcVHN
oPvEWd3euCgLBpWZcMlJypD6QV1Hrqx01oNpID9ye6i9z8u+oixPdIeAw+bmQWx4lNQA1Yiw7wzP
qrCMb5RZuqiGhT9t240H0e7ueAZrKxjHIjFd33RtpuFwTSfE1dlYfijlLGBvZq96vioM2XY+SH/3
lhLgCCfTEJo5W2RZb44m6QIiDqkt4yAsJ5k3RzZeL4p61JzfuwYEb5vSN0xQsA7rqcWthGNhwVCN
FfY+wpEDLm/Iy/3+BwO7QAGRkJbq8OZ8hOMcRkGNaNQIxxcF8cw8RQjiI9OZ/GUNlnJwt+3dOgCQ
wFfRIGIRxfd8UYwJaHqqlaVAbG3bmggrUe6yFLdlSW7ahxZmt9sqhXmwSa4jHsp4zI1TAFWErtR6
UKWaaf5a2EYGoQI6Wkqc/i1+Yf1FtkYSkKKcmre2VOd/6EgfPkypPH25vch7lxDEYUIM3kvY22JV
XswaNZfZScGAufivRF6GO6eb4y5/p0iO85F8tyKZKRwPR7Xx3e2R984HtVoCHJ5Li+mvR9YmRLLN
kfW2s6o+t3pXoy5aInMWdt2pb9GGvj3eM8t+e+nR8kXGQbF5xbZiUkVmyKkphxxI7JgiYcRswpYM
e/vv0Sbx9dQ8UwsEQgIz90wk6eTTnMfFa3kayi+4pCbTSc+rSj9pU6GEfjlhWymMB7B0mvpyQB4+
ysbRtUHmfcYcU/mZUXTu3KJGrPgC4j9tYSgWFVUS00x+aFY3fUvNqUBlKcBN5mQkS1+cqmWoDuAN
O1tMcIPAtHEvEHZt9nWH8HY5LBDEa/yNzlFqmicNSxE/RpbWjeq+cGfHrF2Vat0JTbEj3NB1Tk1A
RHkeXzEhDERfYv2dHa11KiOw8YlYUJmdNb2jr2M28vcxU1qEqZOm/9ApgFJPuAWzHHmsqR9rZcZ0
eeli/UtpI4XsVVFToxaLx9dbI+7r4KRS3p5O8dgTeIPmyhMcrhUb7lGUj0cByc7VSmsYzNOzuAGp
wXoKybzkRtQQ2FmSPnmKM2cfUHwLTyTks397l+4NZdAxBpVAzw/czXooxEarSuFAsm+AXfLpaNUo
7cKrkXUH9dmdC09wg/471OZBLJAWVJAzIwgweuVxUKvsyyJSoxNZIFYvIFqny2SUy/n2DHeHReIY
Egp1CuK79Qx1PUROJWaGdm0OxUnXW6E0PPZlfJKrvvriOLHkB3pjH4y7s7J0T4WCG/BCChKbcTEn
L6aI3+PKjZZfUiGNWHV2/SpQ5e+3Z7g7kmAbEtcJVOMmY87yssXhLCVjjqwCQPBknR29btRTbpn1
19tj7TzFvIz/N9YmypiKcihCNJXdCCv3DwNaOF8r0Ze+PcrujNCHoqZC0GhsJV51ubTHTMUfl5uv
BsVdO+/7Ui2Qrg+OuFJ7QylCZo+EVLAvNrsSj2kzDUAUulqF4wxqRfkZqE56waonur89q52dSFxB
I4QWHmniFnQ65NY0qlFANjM3gJ7QsjhLNm6YaTWEd2lSK+/nKTf+vD3o3gcD2yY2Bk0tcuD19o9R
9bdK4SaczTl7MR6g8aqg5m+PsreKpNcEFBQ0+Wiba4TyaY8XH1Nrm0b9M2yKH1WhWu/NOv0Xe52p
EKQgPkWFa/O5NGsAoDpMGv4OQ/xUGjWviBqGlbcsgXTwvfYmRTgNlY67mPxlM1YlFCNQ49YwIRw7
z5CB3XU9Rc1yno9IvHtfiWAaWRcN3jf9mvVXwuBhRD6fu1FBf/e84Kh3Z3XBbyMdqeUJzi5Ma1aJ
Tb8epUIqfDRRxHCtrvmLqK/281RdzioTcgdzCC63N8XupERtVIgMk3ZuJmVKzqxXdk99glLpKwxf
yLaCzApk7/Y4e+cKBv9/xxHf8UVMKV4cDMQZRxvhaSFnWp1UHSltC7cHJDGc7AGjCuegdrgTTpL4
kEbTWlBRaNgMCqsFk8diYdAWoukpCNr48xDPHf5elvWUdTZm5renubec5CdUewwHvVttE1glStom
vczWb5CNve+W6lsRyupBVrc/CJtEsFsg/29erdke8lE1Wyo8+dA9OHUCVF/FKO72VPa+mCCYyZTN
qFtdtbkU3Bux0NJcgEzxK5Rn8HvI4sbDuhs3i8B+HJ3g5+0hrydGpUWluAP+EcXgLf0gUTq1Ukb2
fkZ+4DlGZb5XBs3+eHuU6/RG1HMUUPiiMwzrdb0VcXlQowiiLSwSK7sbk3Z5VJPYfl3gV+rmOH2c
SnQnXOx6ev/2yNdLysiIZFJQ5rKCObYeGbWIagRWzoezi/ytJmnxZ0DN/SNCrM29pgcFQvuAmm8P
en0IKCSJyqPA0ELEEov+4uRR3cREhcMH/WoUqYxhw6Oz0IA3ui8Fr+j53wwHnBOG0HPdbD2cEocm
qj1iuFLY1Dux4wY8oN6UdN9nfBYOlnRvdtyWDlQ9k+LjVnoK4xu6ogtHPB162FbA8jwzwpRFgej/
Ke1z6aCeu7dFxW0ieJEEIltkNFLKcHJCMhdyq9Clozle5MjWD1qwexsFPAaFqefCzbYEljSI4UFB
BGnitPFrEt/xThqTBLHlscPjrrY9qHOFd/vL7UyNLhKCIoLwCFJiszsB6TodhGxhohmOjzgERr4z
cMvcHkXcueuMG+wXqScoZ6HIvQ2E9doy8y5jlD6fAdpaRXSKdbN9g+BX+tvJDHGOKKHwd6mmbntx
I4Wowcw56GoiB56kTcnJjnBqcZaqdBW96N0Jo6KDF2BnQ5q06UW3ii1y1QAs6iXWq4KHLtL7P5U0
tB9oahWfJWlEjz3I04P4R3yU9XIKvixIC3pU9Di3KF7LyGnaLjNaYBh9vdWTcfIhHVsuyjChm9XV
6OLElT/gKZy/t/F+ONgz118TcgSxg0yPBgqrsYlWsmjAe3W2gObn4fjVNgO59hABz/2lnMP+YGl3
BxNFCz6oCf16k9fk4zLJ/VLACK7T5q7GUPBVs8zmHVmqcnd7l14zIFCg0e1nCj3l0yvR+ELCXAAT
pNyLxgzL62KYfJkj4TtJPz+G3YQb7oQG0hQZEIOl6ZU+2M3b27/h+jwyLt0q8UqhHbMFHoCiwZpu
QQsHLd7pXsZw2w/jJTq4r3dHEW8tASfhny4W/cXzQDbOHs3s3BvVvrtg9gt/nRbfwam/PhUiUIFK
I4p7zEpdj6J1zYS5NkU0raXcrcXLcK92Q/gQm+Ocn5Syaw8+4N60uMM0Ov8G3Mkt+jvUW4SSgRN4
S6017zslNZ+GCgPP259ob1oWmBDwK6rQt9wsXp5Y6NviBApeLsWiZUICIFuQN3fkKT91Sng03vW7
wAq+GE/8nhcfC+8bREMMxrNm6SkDD/UZYdb5EhtlAmXz/5F2Xr1yG0EW/kUEmMMrhzNzg4KlK1my
XgjJgTmTzfDr92s97IocYoirBWy/CFZNs7urK5w6x/3We/GRBsnNEhkppvclAXSU625GJNQQSv8i
gu110lsTSe/BO42m0z6YEnmuJdURbP/mkmOPkQCqUC6soTd0ak5cLl2fokVkKHFyiduaxo8BvIFf
2R84r60yBHSD2DJkG4FDwuz0JhKccI8VRL5F0LVi9k4oOkVfOUvTe2cZBNR1SVHSdJvz01wM3rmp
PeO7mqCa5beZmr7pl1j/jHAjvKJzCiUukprUkSZBX9ksi++wfvD7kQz7QlLfPWh2O3+ggi2gbDOa
yVeq9iDQ2/1y+CwaMLywdEvXh6OsoXmeuE5BUkz2m1F1hrOFbN/F7TrlwBPfnEP54TADIEOyjG5x
CMPkGNNI6h3k9vzNGt3yO7rB87VMexSaUFdNxcnMkyPmuz2rEiEGKI1/b4YASy8mpjSmIqgUbT57
y1Qz/4DMSQhjzqXoFRWYvq6d71/xva9KsYQBZNgbAfttPNeSpUPY2AoqtBY8ZG2qz0EHASd1wvII
yL1rioYPWDO4BMnv1hs4Lt2MhCrvWw8izEd5pEEqZQyDmMr3a/0xGwijHgTvYARk4WltCqLL0Rxd
EzWyEUlsh65aIKwebZ4sji8GulJ/3v+Kt++pNAhs0WQEAUqILfpCmSi1IZnJYzZF6GlrZuVdADrn
T0OrVG/GaOmelSnt4OTNqn8Sr9UREk2rgxd15wBhBegHc2s0HrYELl4BerAq3SyAi8EJEH6sgmUy
ax+51vmdF3qNbxdmeWB0Z1dxncSElNV5+Lbolq7oGVZ0TdRRUGQ+h1ARfVo0p6P1AlLi/lfeNUV9
CtJh5juIy9a72pQkl/OIqahVo2vX5dFFuPrwrrPa/PXOBsSOZBWV4043TXrYB4VplAqmRONJaXH3
okCodKrK9qjccRPiEv1ILjtgvZA7k8KtVxUVqYQphRlEMIUXqFFmXRFdbk+W8Ly/bauZzkKDOrWV
iAVIpY7Sor2PCjBbUnWRSlCYWJtviIhsNUSWu5Wa72JQYG6tVf2k1eFwUNjZeWuBmQJ8kB0CnMDG
gy9OGjeFNeTBYgiVCbK2fslDmKqqsC0ftMLIr/fPy959oHBK9GcDbaH0sl6aMVAksbMpR6RRr58K
x2rOVa2XF3h/llOmFQXa0Glz4HrkIlYZi9zOX4xuHt1kLhaBslseTKEhoFAu8vmFoW77WpWZ85gZ
RnzxMkdD+MHUs7/uL3jXNuUssBe8/cAm1wt2tWnuhb6Qrky98byUau8TGYKY7Iz41JbD9wxBradh
so+Ae3uHiMqxpMOFsRW8ydqwN5elqyRJHqj9Ej3M5L6fU5UCAu7qCBa6a4po7eczKWmb1qaobOWl
1HlipED7sBSq81IJh4HlQQ0PqhR7lgyPTi65iaTt3yyKjzaZTOtlAdi65LR0i3IepzI/p5PTXl6/
cQyNMvZOsAcicXMzSuqCqa3ibqAILR/nIm1R/8yLj03TKlejZmKZR1KhCdBOn+9b3nu5qEXSb8G8
w+ScdE+/xNzATiEoHC083aJoge6lxqVp1e7RnW1E29oJoVwncb+IJkaPWpetdEGN7SBU3bupNMuZ
sMIt8Gpv1j+HSSbrJlnQm6n3OOgxXH1Ij56avPyuufBl08o5onW7SaG4qBJpQreIuJ+VrxdeJzpa
iPWMzYTxz8nshg/w/rgHBbW9K8lQCtRFso7BzOfaSl9E8xR3XoZ7Hab3pcl+uugEX3gtvzmhVS+n
pnfqd7MNncXBR917WKTsA3NzgCWdLYp5LAU0Rm2RB6bQ2/pk9sl4nroserCsrP2S9rX73fWiCYVn
FzHqbnHVI2WGPYcvJ/DBYUDvQVSyWfyQNTHko1lg88idSJ/BhiC7Gowq1Zu0NI8G/vdurHxBid4B
VFPZX9tLcluLegV7VmrliLZ5S6A1dnqJUU08uLF7S2P8h6Sf6hDXdmMqbSenSyqDsAdBc9+rXJtR
/rB7yO1yPo/dYh6co9ul4V8liSddM6qL21a+bbbaEkYRQr/T+DFqu+GpVwk0c1A8rw7ogGBQkpG+
iN7INh7JJcmXh0RpUKT1cB1VLjtQeXEpWmEenNBb0gAJ9+AfutHymd76Pa8rTYrBBRGrkkx/6V0m
Gt8cEoinYK5fXmaaev+MUz6dOm9IaIpbwwdRlbavw9ZxKcaxOvCGt36IHyN5UnGJTF9uAYW5qjhm
v2T4YSXJP1WlNWan3OrMB3ukXOWHRd19joa6jA6Chl27VFhgGnbBGmzbvIMeFW0vkBiEB/Vv5MuT
M9AD581gUQon20ascLCMl/uef+9EMc1BlUCSAN6A7T16X2bRVFlgjhrqh8uYXZx0VN/OBnoav2GK
Vw2uPLwAedL6Xi7jEPGXss0t6MaL5SYLN6axETJpj/Snbu+lDlaDA8yLLcH9G5fTdXFvDSamRlOv
fJEx694T4wZNFKkP4M30x9cvTb5aIGyAhQLdXC+tTexBL/OG21Ja72O3rU685eXF7ePlwNLeykgU
OB0SrHnzXs1lYrjKyMpyO5HcRIwtLE0R+VOSdC99PpYHILrb91FCRIiaGcggq9xumqnPkeIgmxrY
WtNchKN07xu31Q8gkXunENiLpPuXs+zbBr2mV9T4izoNoDZFslvR7LOV0eoa8Dnn+1u1t6BfTcmf
8kukUyZmX8Y9ptwq095nfZheIfAWv3GVyaNoRILnZ2J9E4NPPIVahPgNpGHZ9OyVvfs2bKEWtcQU
/nDoSJ7q/rAvv3M2pMyIZF/Bb3Gd10uLuhIVbYGCCl20f8KQ0k2xGA4aGMyfzcz0vP5L/uTYBlJK
0g+9zNpcCCsV4uFmAg9A011QE57+YEbqdbpnTCYCJvtZCCPap1mxPYCth9pm3GBlKGrRAhQOq1PT
1um3Cf3wd8BLjzoSO2eRuQTqCkSi3LRtLQwGPheLhjyLU3tiBMw62XEMp3J6SDuyZ4oHj8IC9Uxe
v42bGga1nmh/JIFqJLUfhSiziEjr8cUUju4f+71HVtYxmagiViHa3WRMRpwx7Y3TDfIxVH2kS7S/
tVAxSz9MJLtKjh6aizhBEE+eeo1gTTrBgJJfy6EsT2NhD9/v/569pUtYgsoxJbXasoiazJqPltIm
kLIryXttycO3OD04itToCP+486w6tEjpVtKqZER0cy06xK/sYqmTAK0UtK6dpr1k9QDWOk5aAUWR
hmpr5i0Pr10grw/gAOBGMA/AaLa+HbFOG89VM4au2sQ769PQ+tmEQ7DSJD1IUW/vvcFoMfAwZt/p
BG81HoD0O7WaJUlQTGPuJ10jzgDW0GqpmOr3NLh17y/t1oWC3pOVVYp9LHKbpzEpDEqsh1B/gSru
C7Xe4szcoHK9b+X2hECd5JArcTloMW8hHUM22Tlz7XEw9aMRFE3awJXVIbGD+It/39TegphlJTGD
s+qWtH0sIZsrNSUKiNgVQG9MKo+U+YP7VuRtXteEsEBVGP0PTiGneX0i4BylLSjiKSihpPqgtl56
sS14p1pyw2vG/+Y7kVJ+6JrZff0B4RGnukg0JFtOmzSFyXNn8lCODXiBkXLpveHSGd38b7mkqEWU
2Xxw9ncOJNGQnG6QHRSGDtYrRXQp7Kwee2FbzECoqhwV5SF69PRmvto5M70HG3h7xUkeiPTov8Lc
yB6uDeZ1D79QQYTcpU14rRnaheR00U8h0utPNKvMJyMZ0oOgZc8oM6r4MDJ7SMbkAf4lkhCZQWQ+
TVPA5Hx51rPBOTsdGleaPShvbD2qPiRomx0EFju3AnDw/xmVn/4Xo6regpEAAEEn1A5PVbO4zzSh
xlPb59HH++d1d32E6ZD8czNuhpL7LG9HUXNeEcedf2jaiGyGmyjlJdFnJegKjlJZOa+eHiMPZBCR
K08tGorXzVaakApVU5xPQWYxpULXbQ4mOMmfiEE96nuW+3o3gz1CNMQEZCK/2cV6WDxEs8opSJ25
ORHq9GcTBsrT6KTOwRu84wBI7X4SAdL34i1a710YKp1AOH0KOno3zwt8C+c2NBgyStNU0x7gwlGu
oaaWbytjDA9s77g42nuyG0YZhqLI5txk+pQOjbeMvHfjS4eS0vupMdNP90/MzuFER5nJY/iZiDW2
5RCiJq1Ew3UMhtiQ9IpDcuV5r4MsmZuDvGTncDLsR89SOjZoCDbhjJdk2Vx5eE+3pDvfZmKhIqmW
T4VFvy+v0+5PpRD5gdGd9UF6QAlP+lGNB3e9gbOqLJRmkjGwvcnz4zJXA7jWu4fUGTv//qeU+7F+
LJjkZkycAXXKLzAtrE3ZVhdq3si4Pycy+aYAhDuZjEh9pIpXBCmF/4PK0q49UJsgcQAfUf1Y25tB
XNRjSzxkzpb7VORT8jbOo5p54ykqfjTeUBwYvD2QLJDerORpI2nedpw6N27GSVtEoLVopESN6J+T
buoPXqIdKzDPSYCRpASCImO9rDheMkNvlCHgwDLaDAziCX2i8sAp73w8ijaMMgLF4VRuC0aLMLpB
41UNRGyMBhH1KK7hGGVflHZInhetDQ+qADvLkmNSkimC+hTv7HpZlTVWCU3dIfAqU73WjlDO8fGQ
/e0dI2ylEQEtubSzRSovrp41nr0MQW91yR9R24dPSjsneOZRo5w8OH9AbdIe7Njet4SBgjAFMieZ
Wq6XliTKQLxiDWCaCvcHvL/5KUqn6SGeod1OxXREfXN7p8nAqDtKkk7GA7ZQzc5rmPmqC4EOVIFQ
Tpw0T63JgaF6ewTj3dk1+isgm6i3MYq5nR6eh9Rbur7kyJeieWpSQ7tmMSnJfc+xsyBuMXAwLjE1
xO2Dtlip0roaC5rCPP9DT9v+nJoV6oLxEbnqrSXwIuCtGagHJmNufQbNqtjp04pYxFXb92anWp+8
olh0hhMbLz5Y1s+x8bVHxNrPXYIoGRe8eT2h2xIJonlTMCRxJeACLyVEf0lcx4fXgvRqocvyMETF
LK4WMQ3sP3NiwSBVpiopbK1auR+iTPx3vyhWd8q8vvo8jvP8t+J2yac5NsXfxK0eQL0GJrSHmRKz
4eejbizB/Q26vVbMAFJggCpDcmZsUSKCwYbMiJI+SCLqNX48FdXnjLZRxJica/iQrDOE5Y0H9+qW
44WQnOoQQwUQtHLkN4+Xh8ftirjuA8GA15cpXBRYj4W1aOd6GOb+mgyjfTGlxu6lHRk+t+fQ+E9x
2tr2lyw2vQMXdnvPod0md5QQDjjWt3rdUxzl3UiHAe7xLnnuyJTPc5SjXyWy/jlLnOjgvdmzR08a
1Aitcc6svJy/BM4mUu+ZlvYEX4Wlnwq4cc9ew+xtDHbSH9DPOngTbi87ZW70yMlKcDA3D2onaKvk
FXFl4iQNWIeWG1hmR9HynhXpKunY0nPHVa9XhQAoMG3AmIEoU+9aIYF7oSXVHpzY24suaYkkqSEP
NvHIJjgQS6tVEfKyQaS7yZm6W/vBDJvMV7mDr0aHSFPEqAyD0wjeYgjSGTB77jWE/8iL+dZSjN8K
BzFWQvLpwQ6r6M/7l3FvadBUQL8E36VkRl9/wBruNSaZiItrc3JPLaTkqa+XFfxlhp3//XpbMhDh
+FG8p2SzttUp9cCBgaxq7sz4mdcvPFN8yt4KZS6PVKZ2nAwHglhVajcRKGzW1U5TiSeISN7UQX1Q
Js/xYbur/BoQ0mMzW9NJJ00/31+gXMDaRUNmQmyMIgfvAsDy9QJDrZm8XpUuemoGwIpJ/FJk4yDF
BNyXGcawxzoUzqWbhfb1vmX5N28tw9wMrgigH03fzQmdvMhblpxtHBqKqrCtQT2C/x/dH/ft7B0X
omO4uuRIGmR56xW6ueMMUHSRdixUiAv6iH5euzV6sfV08DH3HBZEQ9jhbSU33ZiigTCPyhxCbcbl
81NY5S51Cn1B6rbPdjaKv+6vbGfvCCXhiZHRngF+cL2yZcoStGJlclpaGjqhIDSHxKsbXyyL9jD3
6BHH8eD5wliOiNZ2zqoMvEg7uPaseBPygc7Q9KLNiCOiJWNO0siRJkjAChh6r3ylRVj6k1NP1/sL
3tnKldXN9zXyaF6WkUKDAfkPMoX5/KxF0XSqveGI0GV/gbL8LClDOTbrb8uilUadcWqTGiWXybRn
oCwVNY2BNxjN9PHZzbQjfQv5l26uhGwqQFYsibetLU7SCasJIg4NFsBMhSA6aqN34bi8Ho/Nk0on
UkZUZAhbStJ8GlUIZBOeOS/62uep8zFfnPDSGoN+NHb6c3JwuyLqexS7CaAQRJSf+ZcnHOKCcOkr
EDJ25xbvrTgfHkUUmkCHk+qdNk3KP/3c9oHeOd0TfNDVR2PM+uWEc8g+LpaFZ+9z20Jgw/4nis3w
RKTR/Uevleprbs1Iw0XDUbdx71YxSUeKRuMbka9NJTSMxqXKa15OPV4kwRTU4HkLuLICZBTA41yd
o6FczvT1lYOH9PbMUWLGJaq4Yzof2zM32r3VZ44DjZVaJ7PfuFn9QS3VZvQp2Cd/aMvsao8D4z7R
geHbe0U5RiV7oySKEsQWxSCEAWRkpvjbz7Z9WfrGeya7z/1FhOGrXSSm5BwfpM50kbaE1XavhvY0
4bPSWSmZ4XVEHSjtaL+3lKrp/KwzjmiLdhcn80TAIYBjtjTkqtK0ULYMPKu9NQZJ4tmXAhkNP9Fb
7eG+f7o9OiyOvirMPUDKOTyb0x4OemrCgxQUvWNeen3J/s2U0n2PYG93rgXDflbPIKiqZkcQ/duX
B8t4KppzFE+onawtG5HRNLbHnZ7rZTp52RS+qQpeujgcITkos7p9ub/UXYOILdG6puIFZHVtkNC1
mb1Exsqu0zw7jPD5eZVWp6Kd9EucAA6+b0++ZWtH4sIlSgeLJoXMYDefNjI1hF5q/HGBDPpT0hrj
k6fBwDOj/BTAz5S/VIA5rpWoF99c2u+vtm46sp5u8APokGwS2UjPm4GeIPmfbdJXjhKKtr5RuPgw
r+1PGfMdF0bMyrdpMvRnTW+OUGs7h3j1A7bv7dgoWjE6fdA3NPFoj4Ah6QvxprOmo0Gn20eIoILW
Fb8XQCvd5/XOTlrmeIVXDgF6110AHaR5Ul2IW+9/0b0F4e24kFQS4YrdHthxtOxaNEPQ2LTswxlH
M4cDSvCp92oBDYoQVNFpTRCuSLL19YIS/rDWzGEI1AzJ1FAzM78c4Sms50I9xcohi9Te0hglJHBg
ZcR8m7BMlO1UW7U6BFYWlQ+ugiON+2p5W4PUPN3/itrONZQ1N7g56AMiSrU9F4bsgrb6AOaPkWWi
L3rYfjYrzg9aWt7iowVsXVBdnsvrrDPmf47h3nnvDrFV0GkbYBgCLaENZyrM1Us2h/Ybp0rSGAoC
az6ifd79LlLBERI+gxq5/PNfYgH6blSD8n4I9KRvHwYBPdXUxp+SKPcOnNNO4YQ4EakwCAbABFKq
XpuahBt5jcZnUau6u7RdhUidQkm3btP63LTxS8q81BWBmYm7q7on11v6J0a22oP92dkefgdBBPU2
EoLt29PMjOEOENUF1ZB7qKwmi+VD3GafSG0N5hUj59XJDu+czQcmGyB03XZVY9Tg6iKNxmCKk+HR
cQX1SiEoulmhcrC2HY/M4AD4c9wFeeO23aEWFaC8eRRBaRsoETAj9rikRRogNdIHjBYCkelV8dAs
8RIYRXKEvNw5TdS5qcZhW2Z1m5M/2IzSJpVLtyWJ1Cc3N34UiO/8KdrDS7bjEEnnAEFyy6gEb+HY
DRQtpZqE0DiXtXEe+qz+tIRNckAKsLsegOYUmdFPoiO8PrJWk5sxuakIYJFantJlHM9xnmgUTZX6
YOd2whRqNVBhMO8CyHsbgzWOVxZ0YERg2XHxeVi68ikPPeOjpme6L2qkqcpEm/yiN19flQLkTSmF
upQG1M7buABH4USBOBdBkTdawMgNsW5Tpec57o2DgGHXB0g2P3pxwHnw/OsPCrkxfEsWnb+295qL
qhXRtSjT6jxl8UtfWdkfwtL7N/iiIhD2kvmD51bXgdzo4Gvv+QDCagbMmVUGK7nxRdrguo1b5WNQ
zbDj+fnS0W9StXz6EpcmgOl4hir9/rOwk0iAhmZ+mClKervG5m6Ys27nS0pT12v6hI6/MBCmsp1n
d0ZmZ0KB7KSE8EXdN7p3TeTG0giHbpXEef29Z0YJB90a+N7kT35uT8pHY67SP+5b2bsmRNbyABGK
MUm+tuKkRmKZLSp4Rh9Z5zAUlb/MWfNu0qujCfPdr8i54RmhcASwYW3Ki+Z0QNlLBCgcQ6CohYzY
JoOoznBB/ttPhficq+ZRCWBvfbxXICk4MS5v19qoWWjWYFfVGEDMMXEoh64K1MHW3w25dfQg7y2Q
QrfK6ZRdhm3fLm+XUB/jGZejidh9tK0+ST42MEhbn41JvlJRBVuupY/5UWdo706APqUsgEvj9djE
mOMym2YP0UJQq/DTRwTxQS264TIk2ngGU3jE0HFkbxO/h1o4GXWKvaTu00BtRHzOm7a6qLPnXiJh
HLGK7e2ihbK87JSD7N2SV0g+ITHMlQgUMGxfkNxDIXsIzeGMKnhy0CU5srU5psbE+H+mAwMAgqKf
x9nynsqZelg1x0cY/V1TFItpLUNSRQtxfTij3mhgiAQAYNSF9bkf+uQUi0I9g4h9/QwfHV4QG7Td
ZE69LUlkwlPGSudsVkrrXWG3c696CwrA43pc7ruUPccFHw4CiRL7RmNhvSoeILe0dCECBqlM7Vzy
PYWcQjjyynuHkGyA0w49E+DrjeuKs4RSu+kSlJp28sFUcpuugpU+1Y4ZdbAIL0f3e2+7pHArs5Dk
rgw8rRfmIhIPYU0EYJYI7aLag3lpSvTYwmnQDyofu6YkvgHB1p1BETq7UakvIYGuOpfnDNHQTxyM
gZqAlR6Y2tsu0Lm0SCiSkjluPmMbujoawIkIvFB0jyW53YuiHKoV7C4ILLnNM0rXdwtWgqFrcWNo
hIKKKYprahcIYNliqPykqrODN23PD4My+19bm33qjcpwUwcAA2wD+ZVRJvfZUSb3e58z2KmosROk
jJb9xqmnXwfLAvBy6p0ySPwlG8vTum+GFBdFaaP6t9BaJrii3g0PooLd7/hzDFcONgO3WZux8jwd
ypFDz4Rzmj5qeWQ+xVHXtVc1A2N6/ybvGmMOS2I1JAZ586y0QLyqaK7JCURnhr5RW/HT3LcKqZ6G
l/d/wxqAAPgp4ShCknu9NA0CK1Vk6U8YSvXODkfUQSbjKcoPubv21sW3Q1YHzJMcCVhbCrXU0RRm
7MAO5VGgLmH7iCTI51hUygHseC81IPcghSRLR8RnE37YS9PaZcIXrJG6+qJMMAs4lZ5J5uvkLPpe
9ctJyU/LlH+5/zH3KhnINMJCDX+LVB7dXILI9pSsGMmy4NFenu0Rke/KmqtrOggY3gfFuuaFOf3R
1CL5Cn9S+NxCjricYOvOzlVcdVc7jYxvajgU9pvcjst/B0PM/93/kbv7IHsD+HCoQraHGf7xOtU8
3j9PHa2XNB5B1+ZK9I8n0iP1kr3Hgh4NKAsAk7IXsd5yq2QwtXF4lMrQg6AW/3CxuxmGfx3sA6pe
R0PVe0uT0BYiXZAJQE7X9vpSS3hKJp72bIZNrLTTL6bkQK9693eSQCYKaaHJ3BPKy7Uprm5Mq5Kl
2U2KJAMyUO0XKLWFfUpq5ER+wyfIp8KFDojxrm36VUmBQaYwCP20NHyAhKB/KPXEOCFsGJ/vH4+9
PQMFJ/MuUCvgTdcLE8KJI3OkSixkAz/S0bCeSpM6WhFlCGt7Iv923+DeplHZpGoAXIuEYePvhNn0
rpGkA+xlpvIY5TqE0KWIFy5pHx48UnvPLtRzsBxQOJCpyXpxJPNONZvYqoQpPmaZ3SsB6aBwDvZr
x47suDI6xggjPanNu+To3VwWkNUG1mjEj1YxN+c8bIq/7n+5XStgAoDhkGfddFqZ6CkEwsPUIouu
qy6iivXHKNFH7/r/s7M561RwQCbyBAZAsyZ/dqca6FacHPTvbuUiQABAg/bzjNPQ3eYbluklQkMI
Nqh1I56f7LyaNL+qc9ySaPLsq9on1fdxrtrhwahyjWRkiJm2N0GVfEfXSjfO6mx1j5oaKXFQ0HMe
/DLJHdyb7vTf2lLTFF814uSlT8pcD8K6pLjQahCavhNtVko3OBvCF2FpLKeBOdqMMkNqProdqcS5
rbLlUzvn7RFJ9M6Fk+N+sMSQkFA125R4RnsEOmYi5Ru5LrQBRTK/GHYlHswqLaHpn4/mm/ZODeEg
5+YnnHzbScjC0vRq+CACyHHTwh9HtfWdvq6P0uOdgJDSHJO1hNIUxLaVB71rilTUKt2etmUQTQf1
T7SmBlVdaNelLeHwIy06OKo7zkROVdCApgBJfrd5ARY6i4vR8zFVOD0exnTKPnbY85kPMF8fwlMO
92TjB0YEotC1LxlyqiqoYPcc18yiAFZkXwz6wgexzN5uyRaA5OWU03zy9PwS4daKLnQlKmnaNary
FWTpmPoj1fHg/hXfKzTKsIXWveTz5hFd27G8PjM73e1hoE4GNbDdKfpD5Kian8oysf9uupFZmKbt
ovHt2Jb9C+Lt84/UthXtbGoZOif3f8/ePhK+UdZB7Yg5hM2lALFYp8BGcTkGtasl0vQHELH/lVp/
BI7eswQfHOAtOVvBjNx64c2oTmq4oJDuUhH7S2h0u6CYzSY/RGj0INjeuxJyL8khKI0xXby2lU1R
lneG0gVapzjaWz1yHMCMIlWqkwm1bfbRSxU39yH/m37c/557ToYSKl6GjgqPxSYwnbu87TRUboPY
UpEamfscyR30ed5rXmSfmEyff2MDaYgyZOvQHGVcfr3U2FJcU1EEYUSuZ77iKA7UyjD717ZeH5zd
3bURYMoBfqpxW9KFHM1rMxutPqh6s39Exsk+hVYsrsKuh0dLciDf/5a7JwYgL0xwIAdodayX1lIV
JrLFx5idCJ/jSjGQ0PG0JyPWjpoce0ujwSzF0SkiAadZmxJwFfUC5gBGiDvrOog5PcW1k1ycLuz/
VLB/ELf8vFcbhAITvdQKZMmAiFL+oF/cDdHfCMspUxAFTZ5TIQbX8/tpeq6ncon8seimz+Vizn8b
SsPDSuM2/mgbWXl0UfY+8a8/Y3Mpqc91ZkQdPhB8FpjxGdyEL9iCDSWOfuPFwN2BdPlJm7DFgMSx
IZDFYYYGwrbhlJilBooz7S5NO5nn+wdnz5dDBSzvnxT+2r70mjqmcKSRAcezkp0yXR/fUHpVv963
8tNjbfcQEWCqIhRUJCJqs4eu2XaTMg1MwVaOfU5Hbb4YidsEoP4ZNbbd8Y1lpNWbuASfVxWT+Whk
UX9l0LQtfMpfU39ps8FhpoGiyxXsd/WpDC3rsSd/PojHf6Lfb36rJenlYf/koG/eax0WxRK6sYHR
srb/N4scce2WUlPp9/QmA7UdmslF5nTiqutZ+wl8vvc1No3sgjZv+j2pDa1An9Lt6qCtx/Jgv/ZO
IU1M0kmN7SKpXH/IsoY3SKMGDjS1dZJTM4buA5hN61vHuO2BU9mpWWAAEBIdBegftnTqFTXNLgpn
Lp5jkCBPRXTO0Co5LQnQHAiT/umZz36op+TIe+4sknEnYMUQFDAYd3Pj22pZCOAo6Io2qs59M3HR
rZSgLtCMyc0OPMzOOmGOZtwbD0PbdjuLasL3OgqXWaQ0dE3fHiBXL83R8cemLt8C+9UvSab+pU9j
d5Be7K5TUrxRh+e132J1nK5ifjRnPIky5QjSxCrODdSWV1W4RxQMe16UKrzEUJOcQXAuf8svXrRk
cmk2tIaLXhrJQzMPul869eB7KVLHSu86Jy3sxg+RgotRxgTpAWN+tawTlmlhMvUL+RsJxNaThyCg
4p7WF2J09fPi9s0bnc61Xw6H7b799ZKygdiQshRbHV7HTRtQ+ZRhxaIp760ysj4yA+Y+eSPqKWrc
Zv6yzE5QQCXvO8bsnN00PHoydmIroqr//Q1bxKvLAAfpCHTytd61XyeVprSN5sgLfAfl0zgl3ocu
LbLX5wDEpjSnuTfkOdtb24VerBQF8BHRidGHcUN/DglbD6zsRAFytIGWFcUEqeGyPk4RJK0AiLGi
oerwKYrTKj01Zu+8W8ZZPYcxlZoDb7TzUjH7K9uq1LZkv39tUVWTbgg7lY9pxvPiF16rVr4ee+a/
99+qvUv5q51NfMPIYIygMrVIOiD1ZZyK8NzUIG/GYmwOWMB2l6SD8kHMhORwG5DmWrREqjVwH2BF
DFIkFE7MXB9VIPdOIfyrsMtwFBEZ2RSYbAP2yjplqwaTMD/SQxn7mtN5mNsmiPG1D8VsHw1j7X5F
mHwkxxn/3bZ5XLuCrXP4WdGtyid1htC6t5AiQ0QhPnDfu0dRFg7APUNeuc2vtQXYRN/Tt7IruNBL
1JQ1f3Hxbwzc5UFUdt3Lb5wQSVFkMI8C4H9zEkcXHuloImYyGqOAWVaYp7SY+o8G8pmPv2OK+IyE
BQjydiRLmxdXmWVPTuuQv4vnuQoaN3XPTmUcDW7v7RgCVjCt8y+lavlK/vJAmC1M8poinVVTNX8O
zRJ9Q9LDejOWWvjp/qr2zr2M5OWMOAQl2weXPL53hlG2k9TU/cQIdf6nAnfBwbnYXRBlMLJayOHI
29cL6lWFUZOeF48qnnJB3aPxx6ytH8ZSDQ98094RZLoEFDNcD/A3bk5EhErJpLk85HU+RBe41pWH
vE2zT4sxtBdousIDx7F3pYEJsCjJYcNnXC+tZRQ9Qq2ABMGcmqAeVO99HE2T71L1OCexEaPVu4Q/
7u/a3vdkv6iGgkIiYtnExXaq1PWERkoQFZn7iTH/EYHwoX4ORxjV75vai8h+MbXNSsidsyarKbWo
blxMlyROlHd55Si1b4+xd3J6q3g7OSXwSNydF9w3vreZvJtQmRI7UDLfnJulThOzVsBpS+2gt2Sb
73OrVQNVn5e3iR4f6bDvXQZAXUwZyEoP+Pb1XuqoJcIKOwILN1WGhUxruiid+npaJ0TWSO/kbBme
chv+9aEgdB+VPhiiWHvU3BpRm+yQ1mnvXHIeJTUdZQigZOu1xCEcTmh/cS6XYQajM8/nNKdk3LeW
fjEyA1WPGGrq+/u1+wEBrtEpAfYEaHZtNNMLPY06yoRA97Jr3SNDwUjIUXNtzwoumGNPSRLUx+ZU
hBCAGHaS09iYihoYAfoycx8W5/tr2btjhKtwloA+J1WWZ/MXJzwtzOBagoOfwtH5JUnLyWeoZ458
J7N/J6CSY2pMivKyaDfAWMj388GmoOHUrnVJrapgssY9mvrau03EonhGgzFmApD1iqSqexoPKgNC
St/DtG7KQMAqrnWRFY+OU0UHt3evakwUAGJGghWwuXnHaOepAC+YoEQ2GYxmsnjXXEnsN6ayxOcx
BMZvLLV1aZZU8fvMLlGrM8Pros9HWvJ7K6fTLOU9oIijhbReeT+KUc+dcQxoKw3/GGaengqgLqif
IUOhRan51+vPDnxmUkkEhWPmAdb2JgeJjaHHXqn31YNjxtXZNuv2izDm8QBTvXcZ6IxK6AQMCrcq
6kk4u97IXFs8td4l8rrs84iI6vX1C4KEiigL4kACyc2CtDyPDW1iFKoOdcUvtTQKZsUlelW835hl
YzSHWTZOjiQ/2fiQqh1jkHfwe6V2H/qpFVZ+o4XiUz6P80H3ZMdH0kKgbw5sBxrPbcG9yzrKY56k
Eost+2KkXenPeT1eYElrGWdw3BNt2SOawp0HVUp7kj7B2i9lCdZnQ4RDkrtaP0K+oKTf9NQ1HqpW
DCeja7P/ZqNdmBRNPnjhYByclB2HRlsPpCHdbVL/bSe9Bv5AN4/5QKEk+oXO/T+daK0HNY0OopOb
I0mxSA4/ymkdU47qrVdoC0TTkySm6Bbn3WnuAApUNF0/3j+SN3daWuF1Y+OAJtEMWluJs6akep9j
RQzjkw2y5l2JVMiF4PBjLJRXc5xLcxAyMIPOeSF9W5uLcmNsxf9w9l29deNst79IgHq5pbT3trd7
Ejt2bohMCkWKolhEtV9/lubmvHaMGPMBg8EAyZim2J6yikZ9bWjL8hSE3jbBlAqYs0bJfz1saBwi
NIAIFS4QvAlvw5AVHUw6jLox1eLPadVvjVtFfwW1rY8C8/1HvSqwYijE/mhUQph395J5PatwZH3R
M20Ac5h3LwmdkcLm3XFVQXVBgfAlUG8xlxrFbzJXy3/W8tuHR04IEVSQyVBgfD18D3mvgTuAf3oI
Hh1QKTOfdL9zSxGKNVYZNL7s+lGQ8sc52AdFs3TH7+MpeDtnHVrYivXMNLvfUe3ASD8OAbw9E07Z
8e979N2hkHMD0IZCOLbP6/nlG55clyW6KbZiOzkR427JEaxrW6wfPLZ/3GWYFYIHaE2iVL6b8rwe
avevygHu0E1Ysb1ln1D3ErfKL4TpNHgYkjF7AC2jffz7DN856wAd7XiBPYsEMvb1sAa/ip1ZpJsl
GiBXsE6ILtgw/h++4z4tJDt4vgGXfj3KDGtepL7YJ2oa1SnJgrgpeRmRcWbV4f8woR0jgCsMJdK3
prZsLYIqpZhQHBb6U9LjkKKalkNu6O/jvLc1UG8ChhOPHXTT305pRKm7lamGwBfvD6URvxdfAZgy
VR/1ld4baSfnQbQPE0It//XHg85wFaBMMjR5tJUXJUArxIgqvJ5Epv/rE4NNiP4V1gi4hx00+noo
hk0SzAUqI5nmM6yc5/BUbgveUpfKy79/v3eufzREQHjHpgBH5i3TEluATxAxVw0bcm+IW2UobmLE
eJcdWpi81kWpX/77kGgOAPG1SwD/0Z+HQVzCMUF4oLqZH0AfTYlwy0YieGefVFl+1CR/70j/73hv
IoVFUizmBHvQzEdpPegxqMUSr5elpwn0Gtr2pE33kdLRvkRvXwSUMrD5I7x4f9iUKDzXmQuNauJA
qQNq4mEtUVG5snKzEDqN9TWDIkWdLHn8wcn7c7rgke72IUgfwYIv3ky34JnNtcUNpiA1dinZljTz
CM7HxOT4Oexmc1nEOCp/X9M/D8dOXkWJASkyeHRvxe+qGMAVM0GgAf9O0IdQwXlBHkFiKET850sM
uxX/oJwBkSUM9/pw+AGRGfYyGq1yyZ7ctKxkyWj/ubeF/uBw/Cty/3oVIQQKbgn6dgBZgIr8eiyR
5TLYMDMgMreRw2rClYKoYOhe5KIGMAJhFFwb17Ox9kvkbgA3x2PbgXoW461i/CWnHUQVyhTQ2A8u
vj9fDCTVCAtxUYD6Ur49uGYaTN+lOT5DkIjPAsW5OoTVyuPf1/XP6wGdJmAjIGyNEgE0pV5/APhF
jrItEdiIMAZbnAcZQfe4+uI7/RzPY/lB+/C9SWFA5OmoFAA2vW+z/ykWbGtuU4MKZ1PmY3q0oICb
O3iT5x9pG743rZ1AC64nREz+qG6ivq02bBwD8rGB8NjYyo4AZ8qIqhy7dT74qKL/p74hWDxI4qHR
DWwQtu6bXQtZpxAlN+zaUrTscmHLcJsO63CRY3sd1jQLOhIvcXAD9kj6pVgpWIQQ03I31Ff+pcsr
19CuGr4KVeZXbmTl1ehE/jvth+xRmzaFm65gn6SOONpX5kMwzp+3GX57GOjuxVnIPLxlgBQUKXOS
cgse7qgKElRd+GC2WJ4TmG/eVsUYXqtsTZ7XKKg+SC7fWyoAF3Z0GoI/yLy+3hIr9LeWckoQWo/p
b7+w6rbajDrwMn2ywP9+VFV8bzhAjkC/RcdxBzC/Hi5RvKKh5a5Z4VT0UwXZcuHhggEtiKQkvk8/
Ku68c3H+K2pW4NZEEPO2pM9VnqpxCiyEOuLpth1tRFA9TS91OX8kOvzOw4Ch9iwPGQByrzeHK0zb
MexgltO4zE7bsTReH1SIHOHMAA4/y8SVjWOcf1DZf2fvAF6DKiZuUdQ033ZhohkVB3RrXSMko48u
BVPvBKKeW66yZC016qeue+FWjKdIAyF4/PsFtq/XmxscESZqxHsDCO/CmyKnclSWbohtE87ePwuf
Qky97JdrG80tFNd88gRNAgWPiHjmn1bVfTT+e7MHbwHQPJRZ0Vvb99v/3GiV2yiI1841lq3ds4bf
Bila3l6aImB1ycX2ZdV+vtBD8VHH4Z2dtbuuIx3Fp8fL/CalAIEwi8bFu0aXQdGYfGb3ccjaK0AW
5MPfP/K7Q6Eagyb2XqF8C+EZwYxG32SABIyCg3G/sZR4wPfqngPj/feh3jmfqPXsejPlXhJ92xod
fASOPtQ3Gh/Cjua0BXYe8SJngHhG49ofXNx+lOj+fUgAqF4vYSkSuDFB4hPOyQW6o3lJObLBLA9q
vgXr9eSy5b/ydKGU9/8nCTTC6xFNka8iCKgFWH3bGpZbdIXGdbvOuuSjS+Hdye1nE13ff5WvXg81
By7iNO0g1NpNyVdeeXm9TTqANfXKgZCSVX7/9wV870DAWATFbCShuInezE23uQ43DhHTNvac0EEN
l9XEf/GY23tQoNdz4bLqFioIH7F73oktUKoAknT350B36k1cDI0D5xJubUN9l4NS2Nsa4lr/PUsE
Kw0VmB0NtLfS31yyq+l9kiPNbliovw9KbjdJFFHQNdfx8PcP+c6hg3sfWqWocEGe420B1Dk9bGxC
GpVTOExCm8808wyvCMjefoT6eecSRfSDaaGXB0ry2559ukaxA6qyb2ySeFcvkTBX1oP+B2GgwJ1L
KGk9tdOszipV3bXwANj9fa5/Yp/2FhXGR4ELGTEO/+ttupXFVKgdm4AfvsDSd/45TajimWBITzZB
oSZq8/LAEP8QNebVCdH6R0aG75wU0CmRsiIIwe/wh6yYCNdl5LBuT/tZHnORznezqQBPXg68r+TF
32f8zm79t2oJsjmOCrCRrycMOXS30A4ThnhFeyWHvH2cvOMfjPLOYcQo/xadwgyJ9ps3QvqoLRBy
YE6wEH6Zwi4nVdKbm6rQ+qqD8cEnxCwaUd/20b3z3pZCSAe+OS4DSF+9DeuWcm1nG6IIwKLsorW6
bJRAK4lxMV847gL01KK4WbZkOBblIp/+/nnfW0xQjdHM2vtpKGC+/ryx6CTVKWoCIko2XDnFs0FY
cYSS7e8waOMPcrX3jiraPbjvAFZEGPtmMYHkSVvFcSls2DYLGZxy51h1/HZD1f+Do/LnkqLrjlHQ
cYkRd70lxw5lZcVkIMdWzXR9aPOM1j2sNAhQe9kJ0u26YZyCAUXxi/z9m0Z/TnPPqJDWpxALAu70
zZoaypxvmXZNkTEY/XVtxg+xDywuWviASxKucXpRbHN2KIKpNIewWLuTmxTtjt3QpiQcjRUkyPsE
CoEBOD9TOo/fP/gl92/9OiAE7hcFChiho2KI8Oj1ypc5EwOfISRqF7Zexdv+EvluIH5cFASwyvF6
yz+hpd9ULJ1bEi55dsET+58hbEgwgOOBxNHOQUcr5PWvAWmJXDPmIX81JPnlGEwvzMHKa51SeYwg
g3oQdPuoVvrnpgdVe2eL7PpUIOLsf/4/sSjb4oEz6sBygiONOATbMkVEQkczPAG9DkXIarSrOP39
g/+5KRD7pmjTAdaDrtnb/A2gsiKRHqm2hwNJjeYjq5cpp3dOyOyD6sG/iIXXa1sgOU1xXeIBRifk
zdr6FUei6iFFRYMxhZORof1GHE2qmES6nc8jhyr5Cf6QZiDJDCxMPal8+WezwZQcqkRA3CXcsvKm
9Nb2dVD46WWOLZwpgnItn6CGq9cjzIfZSJwK3d0wSXj6/f1z/blGWJsMHwxCEntn802UAmTvQKXA
pvRChnU650UNVFTwmw2tBF1y6r/8fbx3lgfZCUIIFLlQd3mbncE5GT++6GxTiJTl0MPU1cMGycMv
Npvx2T4Y7M/LCaA15ILo4eDixX+83oG6EyJbbQGXcxkO5qaLE5q9zN0M/3pIaPTlLVAv2UwC+PGO
TSADOE9mvRf0WKBvLo5y3oWqVyv11xj9Q0eGIY9bUoZDe8N6jgq5n1qKckmw3Sa+n2C/UOnq0Wiw
uAnqaDBhoHNZ3ItNtV82v+mYhAUE6I9UZO1dQUt/PZdByJphQDxEjGzRRu5kArlEIAjdcADKKIN7
MQW2r54Dn2VwL4ft38UE5tdaL3pe+XFrlYDdIwi07Nx30iekGyBeXldyCcEJgx5cdQV/FyZgls3F
dBwDU/qrCRFe+2yB94RzQTyyGNqDFbRvExbS+2TpIn0BlTJ4YqhI2gJFsbz8tmmIIP3n/AogCJRa
gLZGtQr9h9crBIBp3MY56tas4BVh8GWvs4n1kE+uqoNc2+LwwZbAz3t9ZMFAgpLwv4CInbLwejwY
puSRA7wbgGHZPrvU6MMI4aV7NUNZ/u9D/Xm0kJsiR4WOEhIAZMSvh4IPADMgeZomnk1/omXUXhUr
/DiRO65XoJ18lID/2+N6PTc08rCrcPHtL83b2k4yrgmwT0DwrjSDm+ka2+1rLDz3pw7/w7VKEvqP
gxIvaxDBUnYv1yHt6wGFma0uclrRx6Fc5kc81XwgHbq/9Cq1Nvo5aGMNweNivvoxFfd8GVBHaTnb
yltIPiPRNxObL/tAQD4O2Va81LbLTUjGmFctVO2q7KlwCXvO4LP9xURWUZLlfaYPPZMLI5sX2ZNt
ez/UAMXoHyqZ+8+hUMHLOAEhB02JuXxqUX/sieXMXaJzK7eGK28fmAjCX8CaQ8ZbV1RspFgVAvZ9
Nb7GPvVPEH7Lz9J18a91gmVJk6cb/wfxndWHaIHHC9ES1r13W1v26I4IUzy0k3RPsCjaUEcPqOtr
7UAtv+q7qHzcQLBjt8q1YUZ67FP9efPt3N4XNElHCBw4sckmZqHK7mkPHfG6QtiFgwe9gLMsq+Up
GdtsrIPETM+B7bkDM8vy9TjgCECDE/JB0GWAVWXXeIDJelQ1aPcgu912Oo2ov52h0xQSr6BeR6IJ
NdLjgNrEFx8IpK8KviFjndN0FcSD9nO1+WqY7/2yBQfG0AX7YH+/vcp34XREsuiS4+yCpPFmf884
ZkADA/S15Fafo7GS12CGiKK2K/7gg8H2e+B/9/Y+WIGnFsELqC+ARr4+TOMIvsTqswgGqKGsF+mL
Y0n9RyCfP6Bve2dj9+3Dy7QX8LLk9TBov6cGbL6wjoRqg4Mq2XKFShM9ZAz3LrFxtXymLPNX+WQc
xHNlmc5ElmEg6khF5iNkK7xd9xFfTxxhG5xS8DV3jfC32EwoCMZ8WQv4TyiEdV8KL4MJeLGsstAp
z3n2dWbwuE1dulMBIwMZBTZnaruAkoqAxKkyywgoQRzA712PVj8tsH5PgJeaW4AomJrbJq5sVxCn
vRUXFLYNqGzpMYxrAEpG+qAz0SWHwcV9S+jCaXTo+hyuGw6Ei0PUUn9vJ8fwt2W7XzmVdKScy4Ed
AVTcphp2kqsiPpuK33PIjTpVycTlQQRV9ICbolAHOS7VnY3d8q2nLN2I4TTjJzOw8TnjWt+X3lTf
pzTAEW+pw0efWe6Wus2H9LvRE0Cd3Dh/SyUY9YS5JPJf7NRtX2isg5duYPltAVGxEKw0y+Y6yhhE
S02vu+ugqiBD10kFf/DUxMOVaNtluk5DXz4P1qQrHGlsf+nazbG621oTHkNbLi9o/I2Xq10EACEd
jb74tBwzEvgBUo8dG+7QRBpEs7AN9nCmLDtKvC+HpGZxIW5ABcfuQjNt/QIyfHGGdQDCO+hLo4fS
D9SXBKZJcHQYQWjxJ6RWUODs5LpdMdkrQMZhiFIX0Nz5hvOA3zAGGODsQ58x8Gl72A5pGQzz0bB0
BTGtXMTnHPyYqJm6zCAna2HbSGxhO93QqW/vmULU8smXxn5rRQg1aAZHwkd0+FRJFhrPLwpSkwHg
kIv6GYZuyy8GSBdvdRf05fPCmQ0Q8TjW1YA/ZM8o1q6fJzmWt20JH9h6Dcbqx4Zf/vNiNQwcoMGR
v4xDJPo6DNLqMVw22h5c3lLdrGqLCsCGaAyZXp5o+BnMjI71WlB25yPVxvUygkVE4FzMBDA5ycJJ
n6+Vexr60v2cAhmuByDi9S3wZWg6JDzKrvvNxF1TedMnxBqQfwFMDMKgqdwgjrYPoBdloQWRHNFb
LH6qUa6/kMQX+NEm9sl4KcsM5OxNRv43kgplD225bI8ZWCvrY5EwWJjCjD1wNVd2Dq7n1WamLtpS
iGbiRf4A/Rb+2YMNmV1lHb4eQf680+as45AhVTnvTzhH7JNNphJ+Yspuo8CbOE7X0Gbuq3PG0mGu
J77ky2Hn2rVkHoVUB2Vy/OatWqfkUrlFPcMO1y3EFEVwasUIBwHo1LT/8EXR22EujYT1kQ6fM8Ba
C9InCXvwM9yWQXaI0wYHAmlhMGfuPg0yGdd5uya/JiuLkaQeTB2yQK3lNm5Liy3aTfIzAxU5PkFo
Sl51Ey2z6yKiAEayNdXhJZwy0qwWouOZIEwVKq4zWMxeJ5WB+VKwxDivSyc+KbqX15ZuW75QOKhR
gHpZrklPu3mqqwW4qyWJtUEcEqUwyBnAKbvNkRCxCzpxfQdWfv5dq7mwZNxg51LvblX2CC0bP5HE
YlOdU5F09yxIGcLyxOviq+tYfOpnjiQqY31Stzxn/s7TWPKHGAa/pnbCDhLStGjhEqRGUdkE47R8
KpLYlg0UaMoRkq56+Vyg8aDqMWkpQDmslAPJYWo+kWgRXB4Dq1oQmkrablcuna0891sqfgQUaeul
FGxYDzD8acOjKaFfWgPIXFQNxSfbSLksDG5RazB/gv/pztxNeXcLbXIgSWJo2pgzKKe55idB9dCS
gW1VfzOxnP1Gp6IoDgDyr8kxSD2EBQq5ht+XGV1dAkWTOWts1CU/kXEjFhpWkZw2j7JjvQsZ3kOR
pKe10XQEJqeYC0C8YyFRaUyzMTwHwVAxHMUtmWuxgaZzE2PbafxpWX3SbVzcTUWUfmO8mvnFpvWc
34MO7OXRDFXbH5U04cPaZdu6a1equ2JusSZwB2phk8Llhm0dS30p4qz/Hu7yMjUcSv1DOvVle4Kb
rVrO67QoT4Khj5623o64muOlPU+Q+MzQr4iHZ9Ts0gniUmp+6laIm5N5K8YRJnAwip5tguMygINi
jn3alQ+TjWDfskRjkTUAEm/lQXoAc4jk2YLBnSp/28VnFtgDo55wLMOJwPclkJdzTMMfIt2MPm++
jx7gqpH4g3BDfu6gsKdPWkpX4iMN9hPNc0SPoY3z7WG2gl0FCFERWVAsC3PQ0r4smJZfAh6EDg+i
67/zZRpioo0O/wG/lseE0nW8sRTbvJkX6HudIWrlBiD/04wfs7aqLvJl2kBYglutJU6GMMtp53Gq
ag3gT+MV+CMNcHE2vapaO0JSXujFAOFlur08Vq3fzLTjwatoHL8CHzDeyTZa8VZaC33HztNQn4dI
48WE0xh/QZSZwng+qoahLiaAlc8zn1pep/AD14gOouCMMDUDjQq7fpMnWPANHQi73KfQB1wHKMxn
QqewgB6TJ2sN7kK+ef4TuF0Wk8Ckkl0az9eYDMkk1T01DnzAYZticyNKyJs8bgi9+fWAjkpL0F3Z
KhhfKrGDX9rortuiviJ50lN/WHGsp5pNkUyQGYwleLxyWy3JpxXNHz/HwwFQtM2h2uHcekFTsbaN
LIb+KZRCUNKZQd+5oCu++7THXxM5y6AHtNj1TguwI2rGcFMdNa9ERYAjEF95IPQDOsrpeJi6qFiO
0FOdY1jWdKOo8ThRiN4XGmSRIZ9jUSMVt0ep2YoiBIvbkEzlgt1hXTbf6MhsE1A8SzRfR9GCTHGn
n6R1pg39BNNulM0jpumnIIi8qhkQNd8XJqqkmUxIoQOvQyzTGlp7G5khLE4zt9yedQbyxFfOOSK5
QvjsqxNhMNbwtiyeyw3VjybOJLSjithT6LRxyW6g9U5LgiKyn2+yNvUF2fBTAREcUL+oxjiQZBni
BIUPxoN0bfxQznhWdCiQvMO9E++oxcxr1sfLXeFXAdsvGub3SKzKSxf7OagVRvsJ91IG2WMGhQ6X
yEQeUxHjJBoOC+hTx3zMjyEq5xWh2tIfgBCA7IsQLmw/F512yUHnif4qokL2RKRTdF3l04Zl6aPk
qUWBAfJmQRdcQJIoKBsfT2lywl1urotdJIGYNQp/oWCQwZ9y8QgF5pI2ZpEIm8KEtvRiKWce1sJk
ra11NmeigXZF9BMMhWBfDRZh60ZJ13Q0Kf0Rmi7qUzJkDB6ia7xqklTcbCQGY/0bGLF4NzqXAh0d
Sbgf4JVQQ1sPTJTzVYILSlyVk1gGnGUHrAkk9Irz1gOJTdbZWHrEkbSm7vNxu0mVi2lTeiZXwgGS
w7tapBaFDQDM5lpOXrcnD5qyBw/DoFcuXAYfYebL6YLHQVQco0HFXzOFMvAJgj84BGYJwwekR7w7
FJEqq+u2gycjCamcb2SSdd2ljPBYEZ1wqM9SdE0+h85G46H1W/gdnms2PFIWW3sScjZfi3BBKwk5
BLvPZiRStWkhBEeyatYwVnUrWgZjCKMllqvyjMg6ARkdpdL+hMJVkDcGHdMQYu0Jzq5q8d4c0a8J
WpLvYm0w+IFnNpK5IYe3ookdSZFzoFoFPwSLIA8klBrWGu4LrTJ8HweJoWfHoPCDzdmuZR36tkRA
qbJvnYtHU0u4BOEywrbGU47yybVdDLTTXOgA0orRrApQpSjMSrp4dDdqkd1ETF9swOjlTuq6tNi3
db7JLDmmDBUEQrMKiHGsPYhbGJlNRM/a/+MEzxWunr56ErkvI0SQNqWcwDcnFyeazwD8obOjS4Rh
8OMkHWDNjwicUwRqaT6VxMws+aEV9MNIDP8odywDo8WXUi0VOhpQRCtIlk3LBAafRmm/rwp58EXS
ucMAbGFGAETXuu5B48F1VlWwH7Fb0LuT5Dw9b8kiMA3oTUWnPuv6tE4GAduiLVHdVoOZuER1ovx0
n23tDJU54C1+GcZyiYyAF9d2MHBOiVWpCjyBkKS6p7jGX3w24gUR2Jcb6bZ8u8bNgLA6GSxCEzj8
xr9U19IH2yvz7LY+6K+TbloDqMtly2FuE0jX7IwVWouq6B7DaV1NPdE5ztFVKqsrwdbsASsSJbVF
GnAE5yIuDlxNyxMTK3AuHRBrUZ1ONBH1krHiKobgSo7DFeqbbF7xuFteKg4uGzqjDZ3zVCLY0kEj
bODXunI2/51nW1ZdZXpsn1oYj2D1/bQ8e4/uVNONgf05pBXKWtGUFpfRkE5xXbokuV+SaFWo+Bl5
vXShA5iza/WXdGAIMycmsMzzCPOkOjfwoCc2ifuxVoumV7GBEF09g2CaNHxpe1lPzLSfJ+gIG+Bd
LSAvvOK+vdKtnyl8a/J5IKhrjp/tsGTbYXJtOpyhLZ/9aguedg0fNdLxPJpZcbGCCDY0jufjTGxX
BY+biu1QZygYDqe41/6Yx74vSaZy0GjxN1AV60NkAm7qB0+2YloEjl2leYPtmf6Dp49+bwMB8Si7
aA/7cNznPcze6fgzM6OPb4p+k+6QVGP+a0GXBM6hm5bIpBGYEtcJLpq5Eqi4dXAG0ni2e/yVLYEt
2c8o2OIf3jBs41CIXZgAHACHDglff62Ut2cmxlxDngQyMPWEmthXG6SAV8INvsdBC1WAi9H59BEi
keXvIloz+FpEY9k2YlpccT336figfN6+QKwtlw2fQtcRFG7ddt7gtfcLXgDjZYmIq4LzaCh/RGEX
znh/OWoK3pb+c6xnzi7GEGS7i5ImMw5guKjf/RzP4tAhMOtQCFXJ86Lk9N0XYghqWJyEGkWYvkIR
Rs52udi5bppkeksNyaZ0MrUvffEQ2AxdEihGpwDCUojZ4eWmw7VEXIXLZbDxCSwWuLEqw5KCQIOI
/5awFGgJWALQ5VZAn/8cYWz0jxeu7ZBGdUo2AE35DumMwFuE7Q//uWXeM552aSfTICqTAnVFb27n
gqZYDRjhoSZUTDHaCfjk8zE0U/Yc6glNgrwS00gSPhQDEbhn1MEuYfbb5DnyiYnvLU9oLiDvFhyw
Zuwv/N69cvMTiCeM1wwB1Odg0cGIwGAJLgwaNCUB583icZ48urMdRCtIQmd42jqE+E+mNwms25fJ
/wwUM7fScPaj7wb6dVk5/+YRLaNWDRXoRxNBrrmmim2PKzzMMb80AJNVpuVKEuiGsDqWwAYWyM04
iTiLb+yKHAdkU9A2D+sSsdMEz+VPdh3GT2vJUW5x2okOybTBs2hRgPZN0OKFqKHsrb+UBSxWScqG
5QH3NWoIYgnm7zpIh99Gz4MGXYkXtp62tFNkg3TfAwS9ks/U0+4S2YD/nW1j8qnFCfq16AHAPYnS
yYCUP0TptmqTHPQgE+YzodDQLUmIHBS+9ulaPhpkhhNpUW74HkVuaBugWgpxMDpH+A29Y4fOSrbZ
e9RxVonYehRTjaaMsg8ZUlB+TqoN3AAR98mLbXN17+N4+l51upuuzSrLGa3JuchIaHKmr7ltS3VA
+g097KWah4Y7Uw2XHVoHPzlK/VcVvCDVGaKSxQO0ynaBObQddQ3pr9IdEL/0t9uipwfaTeIfsMzn
K2jf0bZOxzZ55GNXrUQphQKyRyv3pnDbwODelEM6GACuzhHnVfa17xdPcYPmuHLmNZ/u1kqi+h+l
gbIXuIr1cUz7NiB5THGZL3jP0CILhyCse9zZD1uEZxvM5hG1SSDjMmg6hdGAQqlg6lOUW7+eUd1I
P2+IltH1m5A4H5YIzkqEoQS/oeIol8upR820ljx02D42QBm/72GBR4RdVVS3ZVDJwzomS19bL6F7
FgNkdydtAsUvVlVdeZuihfhbwhH3cTBIeHEW90i6XbvyktF+FgjZQjM/4DSgOAS7HH/rmFAWWtT5
3Neygk5u3XU2eczSAd2LEV4Re/8lUNG1aZPx3KKQQclsQdc9rZZt5kC5KiRS6mhB03Pe9I95Xfgj
QLmDaaDHx0RD2wxOAs76FIEB+ui/6Twv16uZtp+yw516Ew7RjBMK7vd4Qig8nbNtiN3FamRwka8h
82gM5Z4e+7mq1MkhfvleLQty2URv8VHTxPRNnxrxAB/Z4C4tdPrZoZfKiTd58QDGcv9i+Bzwg+qK
TBMXxPiRywpf8jrPJoXUcE4pSgHLiqfDIm/M6gQXede0I92xxm7cXSXVOn5DUCu+tr7Ew1jQQDOc
/xJ9LEB//QVqI5sHxzXBAek6gWyrWEMNGcZQQSCjMwgUqoz/oMmUOTJOAGhBV2xhEh2Z2PUEnPVh
IYDSx48IT/JPqVwKV3tZLmc26KgiusiCSzmtY3o152a+nHzv+YVc4/ax31BIum6h82iODBK9HLH+
hBQlTXT2siFxaQ8ZCt14HgQKVhdjUdKqXtH6f4QcUCaOYJ8NWePlatojmrjsAYgpCV+VCMUpPUTV
Cdh5/5KZpbixS9ChydbF4SXA/WJAh8niIHR91V1H6GeNJJ46fh/EEd526ycnDmpU9DsD/k8TM1lc
jHByBieslFvakxDh1Ge6ThHCSKm68ZBP1H3dpAIG1mrcGgSSi/YRxMXgh8AG+DEC2dDW6FnQ57SL
xZ0bEUHU22wS9Mch6nLym0WNr+Va+cOUMwfXw6mXZ6l8wI5R6IJziYsvP0AhJVWNmwqqLjont77O
YZ7QE81zPDzOZdF1mo6+OECdALEXsmBQmOOCt8fKxmyoW2uiyw2FevQXBuNPAp2xjPh2Qeia99Nc
oshuRoX6WZ7iocZti2iDAd1X4fpZ0SyuxE1hhwrhUbbFP3tgMv4ZUgi/1l0kI8QEIxQtKsZxaXso
x9dov7mCVAO1d3O/8ajByegLqHissPpLK7+mpzz6f5yd13LcWpqlX6XiXDdq4M1EV18AiTRMJj1F
SjcIGQrebwAbePr5oO6ZPkwxyFHXxYlS0IBAbmzz/2t9q1BjDhHJ8iQMa1KDfLZrYyMUaj7sJrQh
C5xamk91gab7mBC/pPsdQpPTrMyeFrReqV2Py3rMZPKxkiNa0/ohIhpkFZXo2p3FRrr3aanR1i2L
/GJcNz0B0DHl3mkBiQDKyvTrgtNOdRvp5fKjRPTgHmqzGh7dNI1v7NbdpnGj9nupaElHtb3TqQuY
c24iN/C8k/Dm6ZmWhdvs8UiVRw5E7Q+liJkZOqnzE3mp6DfLtPQee8tRoBXlOHDdsBSRVOUu1G4j
NhEUdRyz4MiZG0m4HrjHTdzk7oaJNfYo3kxDu68Re1E9agrgFzOZ8MVlVxgJk6U5ZVezGcnPLcv2
ncGHk6LlEvrP2k3Y9a60vEtheLXccY/1tZllDdvYTEZUyg2+pqaEZ/mgiJF/LYVXcBx1GOY+URcm
vthyRBPIB3trTBG1fUr71hdbOuwg9C5Kv6ONAPckIH9mvgOiwzvR4KXo51YmBSrybSx1MzNCLabv
QsHQhM6ku06quFT92oYZRvK7LeKwrlrxYHpkhh0HGht9OBfY5zgO27hzG3tpSAwhGfsrapK82c4K
Z+xQnTIWG71L4mXnUXR/xB5trGVji5PLPNJy2s9UrQZf9DlesqTTYjRGsVOafp65LjUghbWD5cGO
q9BcKqCCbPq0YpsuOVLIUHUHT219o51mazsaolSuSmrPBNs2eSGalybpuuRKxu5EdkGf5mx4yLE0
ZmbRVM/1sCikggBljJF0dldDSnt6DuzeaIfHdmjbZccGpokVP4sMtE2eRLwJmE5PlHtdSNOFRq/n
SKT8uLSZB0On1arszojtdox8FbxoAUJ0bo0Hk/Dd6qqtFKlSiGHRMfe9amOrIlZTZ5ddqYrypCbl
VB4yObXO+nNlWh8TeBXDva2NC1stxV3c+oWAUZ2tDW0/riEaDyeDP9SKNXHMXyZV21sy16dTa1JE
p2PQjNVPQNbjUge0kzmIbbvGjqOfkbc45EebWV8c+4p43Kec5BXxw9VYO69Ut47sQAKel59ot3Tq
Qzna7IWCyLNL7XOtNJZqb4uCHuE+0saRpnJvLO7yQ5H1KuhhO5d8rZDO5jsu09FNjNc47pklkXCC
Z8NUVF5uzYl16mU5SGEA+W5n9qCeagQKVGDoqEB5yHk6mCf6wbH2o7UMyn1p6TU7jWFqLJol0djN
SJyF2vJKWegu3G92a9jOt8F2c0fsUvqkceKb0s6angpUapbPjcsq88Pj6BqF0pVGepRpWohra26B
Ywf43kB+J46MnKPssGzsUmMcy0uVE7q5c0nYmMKC0vlyazf8/bWvurQKQPiT4PcjTmNZPNiJqsgv
0SxZNuiVzN6+Y3xza7aWezvK4sN40MTIkpmoOq0UymtTdzErA1Bnu3fycd+XE1kioirSiaVy6LMr
BFFJu60nZ6gvukVdsnC0SiP/Atkjajnn9m4XUvU01X2H1GTxs2petI2hzKVDL4NiSzBbZuU+57wx
dzABM3nZzxanmUVlfQ2FFGAR4D3Pn4dYJi+dXLTuYDMJ5Btp5tFnJe5q1Y+VcXqEshnrW6l6+V1a
l8bg454vCFli+TNDKGZ5/SXu88jhrGV4ch83fFPAujFHh5jX5cdgtZm1UdE6zzuEmdojBiRqTBY1
e88fPOpwPqYa5YZOalxscjdbvsytU9/hh9YeZjdWHQ5MfRr2bZJWNBHYI/pJi93Wp4WSnCrO3jcu
9A6EzGZfWn5kR8kX0ce9FoxWJ0a/bJr5udSXeWIjO6rqRhv09vsMlPx5GnJ5obDZL5DF1PZh6AHe
c0izQ8XgvSDkMj8YWdaiGRDLJW2gsQjreDSPNW/P5C/6QPummSMCes10yi8Lh5DMiWMDx0ijaUp/
TPSGjAAa43TmKQJ9KxdNPjR141A+dYqx2rQF8vbNktD5vcuYER9UpeupScMwJRzCcpKZvoaBCKHQ
bEQfCU/3IW0tRNN5PXbP6I7cuygvtXwbV5Hj3NUkfz+1BFoi2DGl9cOrx3ymGGP18yaarbIKrEnm
YRd7cmU75A6kZqBhRTBJUnAve6FN4DqKtjyM6pTsJ8TM9cnCypRypLZYvr2uopYBTo5+DbBJaj+T
riaXmNatImiGKIupPffk97LwVzQ+28gx/dZyui9tzNoUyrlEz5FxdGc1zj2Sb4clmveUtWJz07t9
mRxRUyklyYZpWYRptAyPCzKBPuQYOX8rbS35Dsjedf0pseSxBPw0bue2Tb90YkKu7CZJdiMaM6V1
qbs1usV5EXRZhN4dOS9xfAXD751We0McaKWdiAClD30Ymqt0e8VYkXzQlOSu+gSO9ixWY2Eqfhst
4j5JOBn7ZHEBz3fY6XQbU87yRmTG2PBIpKX6CTPQ4sedUzDjaR6Cq3jsmc49D7T6TqOk+URjH+XD
mAOlDhiWFK6zJW2OsWSLFY5Yd0YmtzWU0FrS9nPeGuaD6smo8Jn2GTd6Pwv9Umm6LvVVOkHPcdzb
BWe8Hkl33XeZu2UycpMtYarJdlAbZQgcmlfattC8/tbq42XV/ln6qY47+wa0DpjXsmYS95Uld+cw
Sef5JkWae2+kbVseO8+ukzAyxywOWkQHIoysKHbp9bDJ2LodXfG1hEBZf7SGuKGWqVntVtPLrNwO
jelR/+EASBFWyDEYZm34UrH2mkGhwcF5wmJRLZtWRftG3S1x4lBNvBRKumP0Rzopc/2sZYubhoup
uF+duneNoG0rOYa83NATsrIqyXeXvWceWrUWp1GSchVAQqLK7pZldaHXCiXsROMkt2WDoH9qrbF7
YQ6luZWn6losorKtcvyUmht0GWHQj1nWLfsMKUVBDVahNYs8KH/sks560CRg4qPGene7lJrNfuB9
keZvujLU4mCVXKhHKnu6c+hRVYh5YFNFHbbJum0pE+swZh9e5dwKC+QX3BEEcMh0HsyjMyU8h5TW
LpfKDZqGGrRT8OlbtYb2KUfTIWcjDlJo5B/c2m/6vPWiv+SgODKpKK5f/5v8fog1VqIILLVJyvAR
TnJ9XxMxsCtp4f/5pUhNRqwLPYpV5dywBYFHK+a8cYJGQ1dguKnYxXY+7BKtrT5glZyralde8prS
/isUAhLdmUIvmZqK1250gyhrKj+PSEvInTLdzVlm+82wfGRieGOArIJhMqnBm6EMPPvo8rlZIiQk
HvqBWT8UyygPLhPpBw/wrbtC0YynVQd/+tsAwcxeOrnMvAAJH4GzEwpwI9LyTTFatH2zzvpATvnG
2NDIcdfZyOOWoFP/emzoKMT7Hod/4Nntt9RU8008oTFPh/ojPMhbzw80IrQqJnZG45lKFItc27RK
6gVUQLp7BAHOqWDb+8Hz+82wtw4LD58eI8KGr3Du022szuJ0yMekCIr4dd7oJ1Qb2qZzFeN6bN0x
yIokumttqX2isziEOhqZ+z+eS/D4oPk2WTNx1KyP4m8vHEc7B5sGD7XvkM4HqYdUBZWWYfxpVomG
uWsdki6VO9KfjbML6VmCk5vAU1y6zmj6RAygJ5vURn9apuYjbOfvQ8UAAklPC+kt86R39sIpidbT
OuEIryS5/Eb/hObmDBPhGaNd+lHG9LlhY72z1atrGyt2njt8/QizrNci2hwUvBzNPTVO9bWlS71l
V/Od6lcZ4K8wN3k8Th9YeX6foLnuSujg/VslzWfXtaXbKWzoeR+s0do2xHUF7WA629Jrmo0S23Og
aqW2fX+8vHmzJBYzZhAbY8B5fbOISaTZ5vSVBMUMvOxI3dH4zVtJ4KAvzLwNda1FSQrc/49ff253
DRJZ/bUODqDXV67MloCgUnpBZCzlp0Ipq7vZKCilTnIqr9+/y98nACy8EI/X9Y/16Bwckxp91oyt
x7Wq2N2p09zutIU+wvtXeWuUWpxosRbx/mvn9AGO5RFlVIcJVFodjuGavtVQlccZffwHK9BbY8XS
cX5hJnXWXtDrh7fkXt86EJgCD7XWlRRzdGWi/fmswWNQw6Uyo8lnE5BZ4fu3+NaDhH9HChqJitho
10fwt+lFyVTqnwMn22XSyy+FHlvlpvCEMW3ev865VXZ9BzFWOhg6Ldhjxtna0Csa2Qez7WElwCoI
ApY3LhPaho4E9kkEDITPDNaPDhHk1WS4fxpVuV6eadxy6FzCRT2Pfh9GnfYszeUgApIdmMDa/Ux3
CJybMtiGqviIwPfWyIHZuLJYDer253zNBAhHNmNjDdxBHbdkwNxGhAZtyEdzP1ikPrrS2YOFILqk
c8uDje3aCotSI/Ahy6NN2Tbm4f3P8M1LrRmtOtgKcGNnLzjlrCjuItMLTCU1vwGqIAndSJtPTZp8
lFH++9Zljdb+70udLUZsMOyBRpMXjIkHrFonTzSmfhaS8W0hyCRb8v1bO581dYuNy0p0UH8Rnq2z
63G4AeY25EM4KZO2w30kkWbN3jZfswMMQ45bJ6aEY8xF/8FMdv5Qf10ZMBCewnXVPfcuZvqAp1HX
h9Dtc/dnWdfeIaf7Cxhfqz94B9+6FMRElbkZ2qBlns0xNuD9YhbqgGl2dH8iqTcDbBEPYuyUj44J
55/felfYxVY+8JrGcP6+FcXQ6WmMilUx5ImOi/apK6fOpzlh3xVu8ZEr7nz25HKrORdSDJpFgJdn
d6aJgeAT1xtDqaRoJG13Z/0yTeChoGla1/wddO8++OTOp7T1okwn7MvM9aDnnW1CU2tshVOjzHRp
cq6JOfl+BEXy2OEV3rLjsEKKPPVFMrTu12SW0/0fD1m2NHyKHI8M7vnsxR9jmmjdXIqwnDuxE/m2
ru+MMh5uysS1QlqtNZKR+qObfmMM4cz3QJt5cA9xTb1eL8aBzTwXEWHeZfRpbF1ZAnao9s+4S9ES
vH+Lb32sqxvfdFcALoPp9cXaAWEIezOBUcpIA6+0p6u6S/qbSJuTrWgRmylNrX7wsWpvjF0sU2Ba
wQ8S7nFOKi9SJ1bjvBEo0Tv9SqdsS9fFtcW3QtTevh2n6cFJlvwiE71+ywmveKIobIQtjt2W/Bta
ZZFXplSmsGuEUR0Zvka4+Ec76Df/ShRqK0AQjen5kJcc0kmVzhAlqxj0WuEuPqPE2neF0u872yq+
v/9ZvDXaHawuGNLRLqjnuzvMnlVp2NMQGqiiFTSIShGFBoomxDKyOpKlmm5wL0XHPC36fQTzYty+
/xf8oj783bW2vnDsjWyS7oEiI6F4PRw6ipz6mmAU5o1dHim7lVuH/PO9E6f5punnJah7YZ16dWlC
q6iRcfMJh+0w5LRSEDi9/+e8NTiJmnHZZwOLMM9RPAj446jWaTEvU1Iey1nMt6OKuUJJrG95Ezv0
mGT7wdh865ogH9j7AolltTpbpqZCVRdlikWIMygLzFkf11aUcG6z2R1zn+Yd1YQyMp0PVo43r0tY
wEqqRJZwnoim0QVfEspshJcbNv0DUa3g2IEcUropCbZZRU22Wd6aH3zkb14XuOE6y2HkPv/Ea5HI
dLAqEap6YeydLLdtZMUiO0a4vjdjPWs0RTCTfTDvrI/xfKDxarGEAcQG4Li+C3/bFE/IewfdwOkB
MHN8TFPZb/TBth7fH0BvvFEE+2Ab5wWGF3nOEUBLWljCW/rQ7uos9KAOHbAFIKLo45/Ylseg16Ue
sDUw4PkPxuH9q7/xaHFrqgR4mhqqvfN9B/uEucu1hKFUZPYxs1HNu2Qy7dih9qGodPgBbf8RMOeN
SYuLUk1hV7C62M/GLysZpFmPNWsY6CFDTmF1nimq506UBo41jX/+joI60tdFmtRl9XyNdPsVuGy7
IjSLWTn2dt/dJih7662KNzIN1ELE29lz5ps/f7ac/NnS8WB1ophfjx+BY8JCTS9CZVjEbq61ci+s
Rg1x2bo3Onp1DILdfPs/uKhJeUMHjbLunV9ftCn7VC0sVmY7T+qjNKl7d66lfI+bRu7USr8iWHfO
P3hT3tgOsA1gCOs8Rx0C/+uLzlHm2IUZibCOyp4itzHcCzI2C9aHDgvq+3f4xiadYAvc1IxaLnZ+
6B8FCsJhnNhwzXiLDexjF9a0GPcKfUxf4N4ODBjdW5Ev3fP7V/4tfJSlh0YoCbIrOGuNvH19n2q1
sMTPHnoiKgX0J+b2qqUJ+RMDxrxNGoN4VKPprO9uEzV419EoI+ZQdPWiIPj7kW4MgkR9qpINqib8
Au//dW+9VazLvFgUKTlEnH0I1jipCjM366KLWM0lKx3zUGyf6IyrfhSPf0r2+/UwqF1TgWVPRlbG
64cxJ67mtC1HlmSgZm0J6AU6xcldqgv9zxeAlQ+MbtRa6cXnYTj0iow+wQ8WRmjMd2x5P1W85Tsm
GM4uXmdde3qZh3/+OAnEhXsHQp/8nbMXCUtbbSPiHkKrrKkVaNVwPaXVHHoRwhKTrLe796/31kwM
Y8/1DDZzLilQrx+nW6nkbs7VGI5mpO5lMmh46HvxiPtRgz1dRld2Xecf1Q3eGjSATMlxAXm5UhNf
X3VME2+K8RSE1WAZge21KMuKVNkgDFRWJIHxwSf5xkxhoBA2DT5PwkDOr9e4zMC0nafQmuP81Fhp
99Tp5ryjnpZ/fv+BvnFrVMpBwXF/lHzt9et/W76thVrnsmQTbUjkl47bOtiIbQyIyoD4G1T88sG2
7I0LmrisWcTp9a1sv9cXrGoTBwpmiTBv42hb2dNLaab6nqi0BvpR3XwwQN94lOA04frS4YUpcX4s
opE+0PdVp7Bn0gpR9uU7dA0m6nL7I3j4L6rb2VZo3QeRgAbmi2ry2cRnJ0jH7FTKUGTJvLcMqAVt
qgy32ZBpG3sSPcdPtbpJh1696Bv8NVbvLdfqNMRfUkjY33B1mxAOjG4/roEsjmFF93HUDVcuh74L
xkO2rzCx7OM4Fx/hyd46MOBT4JBK0dH6PeRq0QwiNNG/hVbX10iEIoxYli6tIxF11VONkoNd7Czj
Z4/1+FC3KdwRpELKizDqFFMIQIB+8/7YfGMNoxtAm0xjr+PQwHo9VFSlBozaMVQ0WyiIjUp3pS+N
UFlQdDWame8XxesxV9bGBwe4t65MbZ5CNr0ISEXn04w1kAefxDLMVOcHgRMmG/ZFXOEot0JN6MWT
3Y+pP/Xe8MFO843hSguEvhJHNoarrr++5Rj3VyUaTYZA0RPkZXbukxFohFY7fhTD/cZUCmV7vQ61
cPgmZ/doiCI2WA4lzIZoFeebU7lDqSPp4UrEjfPS7Z1WHz+4wTde/3WmIYKCjYGqn9fQZ80aurzG
2N7MEE5UFLFotcF17JdJVswAoD2a4P1h9NszZTSzwbTW3gTlvPMTCq3/WpPuMPP2pf1VryXVTq/N
aYeU8k/7gjqXYsBCqGAX4/6WR9dkxWhnDhyMVXR5gfcu9fPRRWdERfuDjcxbdwVpyuATdIHWnK/2
ldbMmWsrc4gVmAp92ZlDYCFaSZApTUX4/iNcl/FXMxsQQQqTUNIpsCK8PXsTXWwyKGHBJqTIpa9Q
YNPqX5YaAMv713njpph7OPDoPD/+570e/loM9CBujTksRjgIJp4v/C/k/MZe3X59/1K/Df+Vi2iz
NWbG5ujxi235t4XPzj0QBGvBHNtquxdD34Q97sqNGJR5S+l7flK1Ytq+f9G37o/ynLHiZDkJnIdh
JTDyMKtqiI6Qr8HN0NO7aqZm5wjEsf+TSxlEEKw3x17p9aO08b1pqBZXfZMgpdbqUS3Bn0MS7zn/
2Y/7X9/l/45f6pv/HAj9f/w7//5eNzOIr0Sc/fM/rpuX6l50Ly/i9LX59/VH/9+3vv7B/zil37u6
r3+K8+969UP8/v+6/uar+PrqH1gg8AXdDi/dfPfS49z5dQH+0vU7/3+/+I+XX78F2PrLv/76Xg+V
WH9bnNbVX//1pcOPf/0FP/5vT339/f/1xauvJT93P6VieemKr9WP337q5Wsv/vWXpv5zTeqiy0sb
jwnIZD6cXtavWP8kyIPJCEELI1FHdfLXP6q6E8m//jKdf7qQr1QOpmvRmorlX//o6+HXl6x/cpYD
RsV2hgltbc7937t/9Tn99+f2DwhCN3Vaif5ff7FtPnuxOaURD7sWqanL8+vOjkNG2scIQPGN6OaS
POeml4MjyHA8ambGBkBt1T7wOCMydkSMvhPmtDYpzk3ZFtEhWVo1bBJP9U2N2qbXi+YeN86Xhj3X
QUSDdl3K2jvmOBIuPTbtp5jzFng2NNCnKiUJN11s8zR6XWiBoj40sWdjbxj78UKmi4vKJ6beo8Ay
wCWjTaQHKMNuiGyqyZ0QW3x2y2fpsLWSI4bUA94QAmFHwzpqmbyvvDo9SX56ZzgdOuxqnFCy93H3
LOBjYE4W/RYf9m1Brdb3ZAUPExyAGyhlEu/wEWZhgX14k5ukDvodfg+/S1Jr1+oGEPMyLeRtBuTB
XxfWgNlJRy6AghoMRXMB9mTaFXFlbLFBj9+nAqZBZ5gvQIcQ9deQDGrM1IGee9mFXZSzPykF5Q+j
G0+Us8YLrSA4GOyj5hymUXdKHNgAt+H5Ejojiz55VqtZ+UYzQWy0xst9/DpM/Vo6X8geL63vaFL5
vHQa8tshc/ZCGLiIarv1PseayC/A3TX3/WCQRGmOBSTLvPgpISnt82rcyogCeZ8M837EAHlI6ihy
NlVl7ESnVnsXcfHj1EG5GrDFnmJjcY59YrWWD1B+3NcYIDEJpoV1xI2qBUPTLYcCe/OVkarAJe2y
3nm1moHAzVZTsFFWsAcJNgW8ubJ0ZkjCg2X9ZEK2j2M3IDmO6uV2GU3rVq8QwdtNiT8G4fXObZVu
53l9fxyXFB+RkdsXaPgBOsOp2TsT3umYD/VRL5QJUAJ6YXoD+q4FthDgmMg2Flu5TWso2gPkhkLf
mDCadDoRvm0tkd9IB8MennWE//TYy2bXi9z5hh6V72LB5dEV6saRzhNn6nY7sTgigot6DFqtcwHr
xzwRRGEFHISA2jhpuXGiAkAyrv9D6S7lISlbsW88CE325O3KcVQ/UU5xH0w7EtvJ0zQl8FTYXIVd
uKEY7BEpdGY+18WQoLdXYjzKsV4dI69KMl/t8S5y/sYGYfaZ9pwUyYIcbxy/I96eg4hVtYUJp+ub
vpHawe0tFle1SpMdEuWI/1ginCoHdjPw7QKKBQhpbwb1ZaBoD4d64P/OfJajP9u6hpx+oq5tFfIL
dnU1wO8nv1V6Yj1g0fiSK1qH1LUwrpC7HguM5LgGNW1nKJZ2jQ8lCnsOt7sJz1dYNyCYqpJHJKCh
ntqWBIkKeevell4CQAgUi/R7K0kcv5mL4VM7eUvuR7RSkeQOzwplw0d97FaUmjlte8J/VSnrfUXE
wUZXOhWzff5cu70aTqYTPfGqDpdZ5ha3ZSI/OZHn7AdLMUJbX0cjUjHjWprZXZEi+J6FTLdKmuc3
0YDP1cyFCwlrksMVWnwTYmud0UOo6jb/ZOtS7mFkDNfCGJ2XVibacXZRDKGW7Q1MvSINkIVPcKak
Ki5LU5VKOMWKftIHUSLYj6e+3eCQra7I5sywxZQWBpu829Vwg/xoWL4pUzefEvD/P7AKsKc04a7t
mqZPAmnactu7Cn54zFMvWgRExuP37ZR8FhdVUU5HPRcmcvp52xT5Y66YFnj3KeswyStDOV24Qzp6
12k9k9yhtEP+1PKqX9VsXrIAf/pyWyvVyY07c2O4sX5gKUsiX4chgIYeiXpYOGb1IGtieg+qGle7
JMr7ZpPpMmS9Sfy0VC50J542mMOFT+j57Bct8QHY/PUidFPlEwpr+7jkZfZA3wC91+RexhNcO9x+
+oYyJs+9TrKdtKMNDcK434yKFx8MMxkuYxBIa0yjucN3AOEoH78brWDFGrLyYECH3moauDMJxRZv
vZUH6H5xwhXEGGNCJQodQmM4AoGrKQhv6Sp8t/Puc9EDhvLGZ6corkwINzbiSexbcQaVobLt1Ef9
hMEwls1e5M1XqBbzSZnr+NLS1kFCsONepa8XDoYwEEHJWNs3CzNltvRXlEWNZyXS4jAuzPICIze+
XPhCD3nqzF/YXbshUElILflQIIAbexBwS/1ZL9pnb5yv8sm7xkIZ+d3Y/RBd2xF3TZeZiTFktpg4
pTryaqHGi/YqHQ9QlY/C0ZNgNt1bo9BQSijTt2pSoifRN8nGyKt0E1fLwrLtVQHpfNkmdT3gSnlC
JBGQZIxZBoixONLj6wLZ3mYghP22KFLX74f8csBX1QYWC3ANq3Uq92bqqffN6ORfS44HmQ8v2wmw
IEUH0iLaXQ/fi9luKJ5mMggvgAIsO9eGJoKFOyLF2qmfB5z3JpT+AQ6Xg0lF0xvjGwfUZqvZVYr0
XRgOia699QNAtn7tFaV62zWJA6mAP/UaS+iMo7S/0N1svpicOPpUj9LKjmndFjcyir5r01RcdBGL
mA0oIHY0iuJ0nnaTXOottUSsgk7jHLw8xRworORzO6cWkKLGgGapxM2hsiJZhSBmD07L6sK87PIf
y9oxMNVNVmPToHBiX+ezCmUoLrTmNpaL87XSi5sRAvgIvkFFAZ6UfXXiI8biJKDm3kzLPHwycvWp
r3mjpEv5KIV/4KL2x9MOZmhbdxDjNQJHHvVIqfdxO1pJULH1dADMqSs5gk2E39Bu3iDGtZ+bFN9I
3BgdPcA2OtlA3q4SkJZ3mGPlQevzdpMo7RLMpYtrsDYw8MNXVb7zNxamr6mcmoNydJ2ruI20Y4yj
fguOEhi6KQLd6vQQyEh0uSS2sUsKPEQ+GLlc+rlXJsGAhWTrDclO6ZtqX4/lCbKO5pNFRCsCSEsd
KCOef1B7KMbzwQR5JHDK4PLJIzLOB/OLoA5MSJqrSL/KtBy7rA0iUl9ZHZU3X9URfKWFwJwL2Wnd
QwbvjiVEg102aq4MJk1tb8ZWacS+QMm7kbzs5E5kttEGKYiOL9hlcoADrjYFOjTNHaj8mB65q9zn
iWTiwiRIuvpkN5+WLms/d7S31UtYDNFLYbSDdp9AgYDg0zjLtqaUEgVL6nzp0nEpoBCmpr6tQHIR
kwty1bIz99Gs+5+dofyshW3cT17kblyMlRg1DBcmk2jKr57RCLzDRdbCixbeVWc6AzuQ0v0Es0fJ
NnxVuUCGvdNckpBYd+t70+y7ncORYduCXL2zMoZK62IGIro9yAbRbVXscC57LTpMdakT/GFB8xF8
4NeWYj+Z7CW3GHnABcROEi5SZi9uuTgbl0yWwzCzklKDyvfgmpqQT6Ldg7tbHitJw24sv7SmTvBx
BGrUoVDGFiK/rDx2YuWCf5/4Ca387BB74Ttpemlayz0OHDzyhB98zYR1leWiu+mLPD6wT7ntzHZb
2M0VnpUXvfZoXFV3req9EKlzl0rzu5HrOwWY2n6qF/0SBvfD5E6HonBuIo7UGK20AzzpnnoZsJS+
BWhiJvahi/H44lOkKOvoedBZ7OkndVOYCTiIYvkms2jtxk9Aux1PZJDhE7u/m2WroXVM6wkq4lCX
5AA7woIGk6ffHXawtzoFkQeaDpR1EmFDFdLn+BaBB/RRtZiC2tGLzSKN8j4qjcxfPAkLEN3JBdb5
OJxwZF971jxTZve6kW1uGtlHjMiKzaoXr3BMZbqdYIrOW69QlU1id9ldPPAtq7K10+aTOjXKvvey
dO82C6eFpGB1LUl8Oyhxodw4S227AUfK5cosCFsCRxdz5IIaSFhofZXQ6AoMgkNvzNXI7DQpxAbY
EqTOcl7cDexyZCohtfT4ZBxEMnSvKPz4IzCB0DALZuGySfb5FOGgiTJKoRUfsJUy/7D2Gu0xEzp8
NTeWp1KYZECkz8CCeRB9JZVDNRfsIEp710WDDMD2E+WFn1e7acApIzV174pFVJtqeK6AarCYDPdl
uqihMyzl3jaibuu6kBRiy7moSjFdJIYBCQMf+G3S6peF2WKcHxawtnH7hL3QuGuxKfuAIvtNBf/h
ZLcQHsyprQInK8odIV/xwdKVaFer3kI0I1kVTurqp0ST+rYtbXOHxKGFBuG0t1nJ8F4g1K3myYmd
hTyNVnoLwAT+gZiUw9QsxSkiFQrUbOVlISzXMt+KdCzvFiF/DFmt7acBJBnJifhrcR4l7LgHpbq0
eO1Ay/S9FaRIOR4dfeKVjWPvTpun/GkAsKWHIhpjMySOvn/oXNIEOFN55voLSucyTk3+k6fxbRrp
lQykXTXh3HnLJtGYEZRFs4M4WR0RZvUcQy260mCzxkBcFHi3Ver22P4VIglcGLhlwacVFeoFnmk4
TOPCgRVZSe421Q1cCodjZBbfQCf0MIZX5Z1lLWKbdOoStFiHg3KN2ehGbdmAO2DYwfZof2ARrZ8s
YRWTLyTzkB9TYjDrFP7eZEXGJ9m62q7O7Px+bGd1A/HG2oqlKw7AaPNTmpkPDAY2P4OY1YtF6dsy
7JoVoC+V9kAudBpSeq1ZnzM+36TtB5/zh7neS+IrkZTXCI/c+w4Y98AptXefV//6sZ9cQb2jaU4D
YskAQ/f84C4WzbBBKt+iZZ4D4nvSn5qw3WcKrtkBjph8+LfaKluwFK7up5aGMzeF5JaAV9nD19OC
1FG/am42Hf8N4NSSUegA32N4415tyeaZ8aNeNZl9laVDFDi2F7NbSG85dmZX/4e981iy3Mi27L/0
3NlQDjEFcFVoLXICi8iMhAYcgEN+fa/brOoms7pYj7M3aFoajcbMjCsAuB/fZ5+1zcX8h8fibwl0
T23Nr181tz/pdP9WmfvTnzp8tWf1a/j1R/13lO8cmhr/858C2b/Id89l/5E3X3+S7s5/43fpzjF+
OzsEMMkiixHmcO4b/C7dWdZv5B3h6sS462BoNejS/EO6k9Zv/I5J8hMXzfizdOf8Rs/jbKxnEgvj
LT/vn+/svyDd/arIoxhydsHAS4QGwT6/hpPXLMjYofs5LkoruEgJc7lALvtPptL/56vgKOAj4ifA
MvxnEdnLlV/naptjkeQ4xwx27OOi6/XzD1/7Pz7cn3TIX1RIvhGSOhi6QwzlIfB/kf05FSp6xUwG
Q+qAlpkZLbMHqTgGvZdfeGMzPItm2C7b0iz+UxvlXzKszq/N8CkOesM38Gj80o+uQdwClWthb6Sc
3z6rDh0FEiFEgj4UU1NvO73muIKAI1dL7PlB+qLN3nxvEH6SmBoetIcY7WqJUuFZ6a7ujba5wQyd
yf9kIPrXq+EYmLDwvtOj5cqfuwt/aFkwKT2VLjMSsQlc6sGiI5ueXAPoyN+cr0Fapo2F9MwVp5H1
a8OsGCx/niG4QaQqNRWqTRv41tJ1N1/77ez2Iy3CaSveMng7LJ1/fS/8y4fEq8ngGbHJ/CLQ/NxA
/MOHHLUuzM4u/NgbYJBu2epdcqbv/2YjhsfZxUDCZccexdznL69Ci6lgZLYzY/IyhvfJ5eA+SVu9
yHx7++vPc/5Jf2yd8Ur0YPDlWAzMojH+ctHkGqiaOWEzzjuTY0XjJhwwJ1RVSOPisiplu/79bxAH
OG5Jcn0IFZW/dH7ycXRGi0HtWHLsP2buNFMKtOJv2gXPCyJJ2h49QZ+2hvnLcwPu0emB+dhE2QBC
hnNT7hE6Of8uuX2yjO7Fbtfq7q+/y197dr++5i/rRM0Y/epsvKbld+cSMtlis+y+gy9wX7Vf2iFq
g/c3BxMZnGOJpUPCKIjBmv5L69NLF/gm8Bt4TZFcTMWm70gQXC5K0VJ4yWLmEEmfd052f/1Z//W+
oZdM4AhLEzcoIsufnwOCQRjj77QFCLmrHmB7ZB8V0cIhy68HesCty/9gzDnfiH+6UVkB+YfmK5YH
yK5san988HBNMcDXSRmb2le3ZqBIDhyhwQMC9gtx+utPxxzELx4LrJ4gH3kh8qkNJj9/Hfw3206t
cLCmeHDRxg/jsBXNhYJqt70WzGMiTvMhk30Kn5aGvUYJD61k5XRNRG1wJGugMz8WSMVQKNKynHos
NahNF6SNrWKPWt15KBorVJJlUTT6se465Hn1MnF3Dc2N6cCyZs4MfA6LfRzHc8Ni6vMZ4gSSaB/V
zIuo234gOeByncAxX8wbJ41Xf1togum0iobNPgVVFpg7uyYbKOwAXVpHesqL/nRy+NXh6q9zezXT
e3GPePED86JwE/HdZL7HiHM6YG/M1nryhAy56TCQGbwLiW2TmFXdwvIAmAgDe51K7vapD6ZDTurY
Fia1IuvIrtRYXhdGMA4hEhDJCqmQxR0RpfMEo9XypztRAu/dd5an3tRaCrGnEpVqT46H4185Hvz1
sOoNX0Vmb2S353w6+0hcyfCSQOP2EFzSEig/B+o1/c7q6CzOTlmptWZRkgwdX62arXIewn7znGdt
kGwDAG/d+Ap1g5bU6sQ6Y6x8K402OrAv60LH5xBwkCFTqq0UpzgLcsglmB7/aC0j4FqHNgqKl+0k
94HSs3EwVjP4hjKoR0WHaKIzZMxzD7kM5J9vPpLHYZr3TieL4VCva20dts7RCrri1rbpDoyFno/L
FoA+JFtmIiME5NxZKwQs9gRtfmlCCJk2nCLXT+ddq7UrdrZZVDj3oX+VWJCHZjsxvsRBwzQq/jvp
XaeIRzi+aNxFY74WZMqUYItLeTkMXPcstDehhqukyIMn9LLWhGuZjDb4tKl78RO4T2FGezqIFuKO
yhupCnIGEVySU+KwAYZ0Pypm6LVyH/s+AU2Y2ODwL1nXKTZqhQYXN/1g0VrpG/nRNwMFU+f7NShF
ZSv/rdPa+UoayCZRvW6TuTdEVeeRVRsdPqpi6V4mbYsntPWl3Nu2aADKI4lBPCwn5lXgIsONqVMM
Z9H5tvnJnd/myKVqYphlSJKXcpw6FS7u2EMwdIE5x0Tr8VjAocgv2k3S7FgmrcD6mrDNBPjBLhY8
RDaPFQLBwWvaFK5e0/NDSkELKx0s8FhQcbpPm8yA4CYvWjAkteWu6Md+SZ5EMU6Q07YtA64+z4n5
IxAjoY2O8teF24uBHviPif4ugR8Zke/BBY0J/+BhIJF0bZmetTkvc+3K9ZhnIDQg3TcCmJvtK5oC
jrWNt4rCao7JGVcODiiem6eaEZL0gU2wyPe04cgrYn/rbtYkmDKYtboGKTUbb2LqilvfJKvyMOYL
DK8UdmR+IiprXoDhCMt/xjNtXPDoGu9oc2vK0VVYjw14muBbaUF+2neZI0UWnY3JwTd0AeKB7MFI
6BFOZoM9Cn2nHGgYKUB42aGbnJogdGPuX02n7oc72xv74TInKudxslOZnQzoxBy1R51AND1HXxvd
3l8ZWz7ZVmUQRdGMWXGlKqq8fW+tg3XXpbk3PMxeazkdaANSMsl272zoY01e9j+KsgTnJLq8aI48
m01FX21w/K/URcDaV9SmJK2NCVEK4yqWLBLzvAmYZ2poHrxAuIgRNWmn6BIEYfReWh+QTI1vuS+c
JlpNvPi0l4bynk6C1cdmosoHimjjJdscXe86X8k48Oq+iEHDdhcQjYx38kiWLxcW58+GKsA+yL7L
btXi5+quNurukw6W+iZbe763ShUMkZN2/rMxavli9Mw7hh7zazsP8jXxYcLzH4oqED9U0G5vw2zD
ZF05IhY7peXgXbTJwuQ8i+cUM8m8ci8ZEqRkaqfFEZx6Xh9thcAuGs+Om62wNgjkxTzt+3VogbKX
WUAfMw/QDgjh8atQ+Ym6KokFefLKlBWLGX06j0iFzi41stkFgCTrl9mYWVbJAtqSg8ZQMMCQliSj
SAIGvuYgB/xlBb14SbvSugNILGyAumMF56q3rS+CfmSztzqQwxcFI1BHeE1jGo5py9OeaL86tmWe
9KeBJtzHXPrg/S0GaN4GswLHXzNWr2NVrMvN6Kjtvhpy0UdE/nq0FaQL3leltrHtaiPBAmo2ldVy
uYv2qyZm5MNmrDsHkj4gvHXo5ENcSQdxdNpg7h0qAwsCROaCzhSOh/5pNjQZN+ZoTx/nS/u9ok6h
wEKBJwtH8ElD081nODOyHK9nsg18ErcWh3ZSYzNTUQzp3ZkPBZmtWbO3VfL5UbGLoUFJno0sspa+
s+Ks7MnQSZGs7zaxdX2sB4YwjhOgTPz/gdOxg3tY68j/ysUnQYmzIvizDUjwImfQ3ZWr3XzTFt3j
mxVFbow7hz3kySDHVzDQOFXXzTya5i5rACg2RmEnR29o8q8MabuIGuHR1bEbqb67DfYF4iQgLR0G
vtGfhQ/tHmjZWqIruo3DFaWbs2M4Jk0OC32gM5BxvU38mR5a5wW0TYJ1ZcS7rd3q1SL4CKAyaQtT
LJP5jJ2mubdFhaZkDgEOSQhZclYQKM2Z0CQPf8zd0is7i2CHmx9DakAoM43cWIDVlUCurQ0AVVU1
yVuLTdOi+91aCqjiYj9vsynIvMD4RN9cj+2HEA3QF8l8D9z33prWUOcL4VxuT6qcb1VJuu+DvH8g
aGnLYs4ucJuB+LTzgUgDmLNKYTyNpbQwhpbMCe0FoRBjxBPSXdBEr9ddbwLuCh1Kns+cRfHBZ3Nu
4poO+RZO/gxMuofsDyqY6kvv9OazbJpMM/dh7jNkvB+czdCnSWivBuxeOu+VPw30AqCx4TFILYZD
h2SF0ZdskPtD3qBBliXQsuNClwIyH/Fsp6QhLzxaEAyITs43ZdzMKdzLOFclV7XUOnvwqEtFPCew
u6PF6tcpJrNV7eye+eQ96RTTZ+FPJSUr7SZyKN3CxRejMYJESe6Cg3cyAqVoyNEXDPu+TG8KJgTm
o4ZGW8UDge421GNlnvJGWdSQqgS+d+5EvVeZ4xJAUNfZdJxdTz+Q5dfoC6CsCK3B7GQvajo3+Ihp
AmYqrMy+7dTYOABB3NQ9ejZg2h35mxTAuTnkr/OWTB89BH1/15i578UOI7o/k7pQ4PCBxGbRxDL9
c5JN8OhWYwCvW7mwUgbVv0y2Ub5opoAUqwkpPWEGOuygg0GevU9eUvPxXRe377j2LwjxTCMt3qg+
l5aWVpNP0/PQq82nHlfq6LWaD92rXLpRKX1g/t6cBpiInMCPN+Kk2JJLt7mHkVYMENtUpsMOihNp
YxN5v3IxmotWuJtL7LdJNomYlPcCSkdB61tTyJKVuQXzzgICeu7W99SmEnkD98hgEU7r0PjLeNIA
TsfMbs8jTmmfBAvANHCTGd673koh2xh9C0/FBgxujSYAY3nYU8Zh8tTGMEe+nFRwsYJunnZm4rqP
jQd58qBM2VxjRdreeio8mAkLzV38PAEFnYXgjRy9Aa+mM9q8JmsC5LYmlfSGy9nR5ixoT8NYzqx7
Vw/rt2xretomU1U/6qkwHi1rbZ7ZgUi0sGedfBFj19HwhLV3FzBzXNMoLHvBvUYCkp9oIh0DItJf
IAvlHUhThoIjSuzl+5TVzY1DCAhnDi4suL4tH4bdtIiMAjhd5EitmBESA9GvOSnYYxwAZGvBFXQJ
WuWEtVivJKJJmjB0n1KqY4A0vP22OZETw6OTULDeb6yQPbfERDJgEOTJ4+qMbCLVUqWkHjhWt8vN
Uf00+d85eT1L9+m41jSFbmbDeC4SjgSAgjF+dcMG01DrQD1C5VN7r00ccmzGjQqE8VSb/PdUG3lE
qt/8ThuJeJWg6eS1AP/exNMwt4902wWLs8qJcXJoxvUAEZ20vkhscBfhwlL0PKki+/SJ3VqO5yni
24bGb3bJElm/D8QAtwc9L/5jlbCNAYZtx2+6h7YUinS2D/OwgI5x2jZ5IallKU/ky9avgXH2KOqk
MHVoaEdcqW5lDa2LOXioak6vMekSBJlT2GIQmqinqZpKJhTI80tprs0urHy2GIkXoq9S880dsuEk
K4/lPlN9q+HJ4+3drRwWv4qek1ZoWBxcd0sKcHFXQIccjhvgHmoa0VVgEpRucdtwlA0nPGxL6C4O
GR+mt9RGtNHxPZDzkYF+xTidRyBpvOzQ00xKaIeaNsY6QLKhnH35Tt3iWLFJ9thtmwArwr+CLZF0
N8LIQ4tK4BJPEL2jYkiKJsxnc0jucZ0RtYnVbH6fcKc8lRyWKlbWorkZe9PtbpAFAxaYHoI0y4NV
U1HhQ1K7kSNqwWUbCH3SehsXZKG2+5YTOjPwyYjIY5nUzANMxaz7SI5+/USal/NkjIaQoa99+zEr
U6bITFqbcKh8ikZO50NAXPo65h9g/13c6UG14XIJOJ75tc+SPkru9DBPAk2LihjNn+4iM64cITF7
2nblt07m0xfNp6XZAx9la+J6CHlYhhze9XQGhYetLDFBzNog8KagmXVLViyxF9D/1yBsnREUbcKh
FSCttVr1/vxJv8h9mbIoK/AEmLJtsws4T8buHC1rRxXnizIiOaP4ysWM1Fg3lMAhKPMN0mrqlG7k
gY7uQ2teqytbOxhwxsq+AgTviag21BlczYDph2XW4mrqF/0+pUZ+dmexnJBkUegH+trSOWeOZcV+
sszCiAEgVHyRa9o2e1er5JPygJw0in2CSBLh8j4KqO4MxPc8D6EL8OXG80rvUchGPI9e1X0AZd3Y
2e08fRrr82mG1JWRHIw+cR8XiqgMxEWOp6VuqsA+BFPAz6E4QLVYOZT8sAYne4PjrJ4Tz8rR86s8
0ce0tHxCsYfNVOfz00DsqO9u+sQhlfKyt0jDoWyi6jioWddP4DnLOipqKY8QUpwO20pAaK+hU30J
0WAkswKaA00JgrSt1cjnIyvqBmQd85yIUoxLD7NbduYu1xWUuLWR3UNZzkSXVI5N+mcnAbGE6bal
W+yNTluEa5dSgAoyJe4bsK1BxKGNpOlEsw7vhN/m5HOKSaaHUQ7qFsq/9R7oc6/dUoLikXWZtCx/
HJGXFBrK1VivrTgAyh3xHziZSfSp08C2JUHX6Y8Ejuf+Bzlj0oJKy2xauMyt8zr1batwJsy4f3DR
ZNh6bFncLqMvux0i1lbtukAvWdzVdXDKVx24cU8U6oiFepletFcg1Th6Mj9G6lNG5aFNZOGouDcv
GlIP0uMEKHbA1C3K/bhw40VkdwQujugain9Niit/gggfDvE21OJFpTKSIADsk+zJQN81tsg+uq3k
ZZpyqoPLfghacSR3ieSJNnC5sZxp5BXmVUHcz5rMlUc72fhq8QQ2dWj3gc73nAiH6xyHbn2aA4y+
ONpq9jhdaBWEmpQy3DtdN2/7Ptf4UZxU+lZcBxinUy7ftC+cDqOVO3Cv7JhA8tWbgVhV7OsmY2Ve
xEJGzELIuhudR5Gh0oLgPpjF4Lqh250jDnuVWH5sgcN+5gne5N7GQX+ftYRMHHuOUC7m2KQPwl4q
g3wHsMRfpdnabxw21pWlQm/fHe3KC8bAF5NtL3XfpLN6r31h9d+BMGPmn5wsIGhymeUX6jG+C+2k
OV53qpV1783W+GP2Fij2FOrde9C4JvZCBdAJIJH/zK7Veli7uU8P0zS19/Q4DO8alrl61oQ8YgSj
m31XYfF5Q9dIoP2LTFNId8MwxoM5ZB1euvO+L8D7tcCRCUoIpcoBBPucLr5viUKSgQNNQpsily1K
lnaVsUXgjtpPfup82oWRPA4+vpOo9hJDXm/+0Fb7AqrNN89eSSI3NUnarAuTPR9LkpPyuyFHKyTp
KOvb2PYGzzrmGh9Y6LLMAjGzVSPjLWkK+ls8v3fWZvFEjKWrfgI2Haej7WK5CtlSiXSf2izPosLY
pvpZlEX7vHb0chhc0HCte+3gcwOU2sRacgg9Tp72oKLPjDPgOSrUVbsQ+hQ68xScoxfoMKD7KYJQ
XMlkHTqb5V2NTkU2qoW/KolTgTf97BfP73sX5Tx0xhTXtTaT8iOrEmvcTzyEK8ZkCfJiUa7/atTB
kkbCImITUn468cItISFhPtTu7br5vnOsHJQPbqIsfQ0E4k40ri3WEzQ9JLeBzMIf9Bp6M65YDc5g
ZeX0cdNWxXsOg5wCcyjI6sKVgJ2ztUAmH1mapzcfi0eKu0w21N8G0hMMF5mYYQUtMQll0qnXtmvb
L+a0zcei8XWyc8ds5mKecxxGa+ieWTEnmEGe1JzkK5ywBQs0Oc9D+WmtdkshQIJBelhrjj07h9ST
t4QU+CIaSf0aImjI47XsfAObZBl07m4uz9KJaGXOz6NpufK+nCQ5SSRg1K66FekxB5KLHVbY6Ztt
N91dAHqxj5AEEvJxG+L+MP0Ud8FSWA6yXWMdU5Lwgr1jTvUNlup62BfCTIKQxAv/2Svmlad4sDs/
GlCvsP/ryvL3rZsM2Q7pfqOiIXTT33OqSq4yowGgKdNUDxdFrdq3BJmVSKDEyn4aQWpV+8YS+N6X
oFJPDj1XLhpp2d8SLZMm2vgS2r1C+iOKYa6YxrXbAC/OVvjf58CezoFHaf1q4FBJYjWZ5XM+tX29
M62GftHA2KwX6Vx4z9NSduz6rA/LvrLN8jvNZkSkguEHEfV9JbertiQrmDvGar4160qYgcwNu/uc
lLMlO915CM2slEF615KvUZ3aWcxfthz1D5P4wTJkp+nHC5KkOCsMYhbBHquueevY3kRekjljyCfj
qFzirgskBx1Ui+uedYK0KDBWR8/BOX3lsD8zgodhOTonr5zseZw0i0cPiNRO/Q4qdoJuK1y/eS2M
nMTQhICO28JV8gFQu/XdQApDT1o88ZkNLSclR2LrOkBg00gcpqd+DkTYi5hWQHpDsBkHLznY1pGm
dqUurM71L9N17AhIVOqcTYh0+xWQrMD6NJKQKADpJ1E9VFifGUQoPzGtFwvPU9ug7o8tDR2GpCXs
DYIFPXBDNsvsSolIqKDWlR9ybvMpAfFX6SOkIO9CuFX3o5BGlrOO0jtg1Zxz7Es+V2lP6ItsogbJ
vKPkTcz8ckU/s+Jp8/J3fOfcLJzY5pZo0oGnmFkUfetIa/22uE7AUc8OeHwpRTGCoeKfBwRo1goE
n7V/ypTlfFnNloNmV8MCpMo2J7jx9tyzEbRMT3WMdTzY2Uh1kTgbWU8CjjuSR8ptEdksHNjoaWeu
xLy6W3GiyyZvZ1tPDIXNhAgS2oWyCLvHRyHAwLdZO2oHJUPw77bPW8nmNDLGLXia6zpNIitBuA9d
akb3Url9TtpSQELMSQ++vIERYNyZ53ubEosNN+60MpFkiaPhhWgKz7SGlLyaF0JSwraRm7i1RW3h
XLTdpAnncuWJrvrWMnam8Hlq7Z403EOW0abEsZwkLE/M2c87NVRI40GLJhO2ftsTD1qgaVwxJo9Y
qC22x+sSXVTELerbFtfu1LzXDOWKiLksM2fwyO7vqUdES3iVQ/XlESP1DANMZtj8JXB93hJzNyZP
SnsYGBKo7maL9K2dj5dTRh5isBGuiUIASSqknT2mj8FBwFKpGxVpXySRzwVOw/ODQmSBwHzECM02
0vSYkbwi/lbwMwhWKH/aY7Yt7NveOzHkxUl94mx6bZK4YsUJHiNWL7X2Q1Rbk10diJhgG5iCcyBO
qdzxpDNL3KKd1ChqpPCkUU82bxsFXZ59OVtfD+cYOgJP/Z5z9Z6TJwZUA8KuGZkMArSh7vv1iee2
FjvTwYt7HDdWhb3yjOQ2r2znxmjt9nOiGbDBhDEIMHWKUnGySxaiF6qNUigywS+1seSZS5gioSe1
DxIlVta4NXmQVRIwE0YU33kVL1o79FKbo6sxBQYDGPbi7SllOEUbxLCKC8pgzzw0U25kTwaCtv6e
G5Rje2Wv5DSKGiM4+g6vWt62qnH7A8U+In2L6llfzsAyMG1bDgZ1bP2tw4ASx7K9mof+0tfZ9Mqe
qS0aAgzskHDtGsTEFl1VHBmwGm9B6p09tnz07sGAQEQxx7rFKEvqTW9YAlCRN9pgTBpalW8SlliU
OeHY7NLOnlQKz99tTMHtKfcXM3KNqmZWohH6AddS/m1o8xxZtkKuDbtumFnNc6pV0Jn1Y61JjcLy
sqbXTupAVqaczcR+oCuQ7WuzcUtmgJpgDDFAc3YnzYmcyoUjHEOBRQDErvYtApvPycnMPGV14u4X
AMbvwvMGI25HYo2R9yf3vVcMedA5yA3N6GgbkF9e1Lo/8crVe0BY+uXUDfRniZAufgZrW74tOb46
Yu2q8XsgR9X/4BSDGWtP3Lh03ltWq/qcvYGA3JFkiKeT2biALWIjriKN3WoxVRQUbb9eoI0Bsezd
kQZi4jXQssnIJBPDW5g3o21ON5Gg19yffuJpBj/QDT3CK7MwafJEKyLTnKnm/oOZMdYPwchrGlpF
gg2YKBwmmjhr+iLqgmST5JEWzjEVkP5RkoPc3xk95qVdwU752PgF9S+q03gCQNgQOGAU1cuWjUMT
40lrB4I/Ms+Gm2Z2edSxQWyPa27ay8HJfB77JCEIInY2Yaxo9q7KLtqeXmTM/Gqaod26WRX3ojPK
fVmNtjipWQZ3PsVevfOYgHOJGcqKROI2Br5J1GZKifURBNDpXhTBajA83AzvOMYChFPqdEtxfE/8
+jbvihH7ssezcZapK1Kdgz5BcZ22M5e0HxqbHEGyeogMtV22Fdm0Ytub+QxzHUnDnS/meVxwWdRl
sE8Umxl9Iof5YbCPHBoWErqyqBKE2Fv0CLfxxL8a+sk+IX59E0pEEb641cRcfw7RPS/TDB1c8HUp
JooICuNE09I0B2hNsyBUyh1+aLapR4EfmTOhsNcpMrNFEbqxOvIED1p7O6G7EX2xSZY6Jn1S9Qi5
BuML9mACoCpLhHyGKBd6qLLp/flSyIn1bQ6I7T2YY14EFyZN7uuNOBIyYD0CRpqOVMzILesuOFhF
Dc/C6cYUP3AGOpZzZIH8PsJ2PYCSdvnhTtluzwqHdnHMWtfO4tHsgh7RmftyOXVl5X5nbjb4bnZ6
3kKGHa05QHkTrXvN2YExLyYtEZ4CZXj1s0Tjz+7ScqnUT9LO+kM5zEV9M1e0AE4Teimu8IWewE47
XnaLxDToHTqKSENToNelBHtXY/OycnwF9LJsg4eFmpDvh8Ra5nPQ+ERiJrs5UVh5j32A+E2yZiI9
Sjq75zEv6wpcA6X8hr5lHGw6itnt0udOsMscr1NvFptic2eLoBNMiGH9iJAuUAHt3O1+94X9LX/z
f828/JeYgv+ODmYPy+2/dzBft43+ar6Ip/qTifn8l343MVvGbzYsItswMJG5wN+x1P1uYjb932gW
YRwG3QVk3PH4nX/yB+zfQNDYoAkMdIvAkXje/skfMH/zz05gD1ca9kwT7MjfMDHz5/9sOrPA8SKx
eRgVgVSQI3n+/T+4PYUUlsQ8y2QmZSJBnG3PhkGh72A7zZaFw7RWyzcHIIS1G6cVXTctpgoXHLkx
6ZEws8LdqXWhG1HTD9sBuHevSCAdtl2BMJWTKLganKW20gxJT/R+lAzqEg+BcFVdSQuvx1zJuo47
BiwjRzv9l+csFiuwCIgeWLWMfS/pqQeTrCK4Mp2nW6dhxp/BjwQZzzGL9blifCpM8u48mECqXnZg
9pcz4LQxYejMyn6uue87JmRGxpsNWFvIfEv/baUheO1wkmHwffCGZ5tIgJz57ZaWDKnPnKQdRXc8
qgjuDoFO1USumlIpllJhHAtb2Pet7ThfLmW/iEynb9n4RF5Egrqojjc/998JPuMUHdiapRr6oKdi
TvrEiCJQqCscj+WFbyg13rBcWf4BTk52tPsKoT/YpGUcYaamTxWVyEVOcU6blGErJr1Ku74p6acx
SMLX/Q68QL4OnJx0uKIsXHrbQv9XjW27RKR2qm6Hn2JnzpZCSi9WSgll1MzLO7M13WE+gx6Atjo9
d5x/iIhO1zXFXJAsMNaSgXit0SPWKlQcgH6Wo3SuFzIAb5nrsD+RHuzxUNe+1KHfjsiQ7VgH/fWa
1uaFxYAxoebVaB6D2qzOzu3lHoabP+6abalPVmnibZvo6YsQV8Nw17TLvgvQN7nOWXmFKSV/7QAs
MOCtDSDRiWHjRR9dhqnzQPBZKk0TvJbBgwfh4oUbHOPXOLkJTTEBimAnkoZcMDAAKoh1X/b9TQmS
4G7T/XZp0d4895BbVFOW6s4/CU+ZLzUkc25/yXxwhQWbKWHZ0RZMkyFlmxDph+EmYxGLYTafHZcx
uhwk3xYPC2z+fdWlSwtvCE2QPLzUkxSlAS1DrBf9u2FQKJ2b9ct1Wgr2X/gUVHhlW+qHMtXJ9Vys
AODSwCF2rvFJa4ws9v4TKg/RXrl37lNn40bXUPhjeTcEDYnSvrdQ13APtU7kY8yi62b1DrOXaQsl
PRPDuf8jWErORi73xsf+UOzQCDiaFlMrdmqZpx6Dq4E/wkKPOm2Gmq4DMaQXkhXo6FmiqEK31U1N
ogzuoQumyNRpaD2gCxJ8fxMFTWo3GPOmQoaYwK7XBO1bw9m5pzEGoIPGIH71lWxEGdXZYNzXOYNZ
J4Z5lytG8zjhZo0h8cZ1uBme8NaeC0WwHf+wtf//Lep/WOfAhn+/RT1+9Z85bKbfeTv/G6pz/gv/
2J7s39iZmLIJAli2UNJxOf+f7ck36eDjMcedj7L+f3cn97cztszzmMxxoU56GJn/uTtZvzFbQx6Z
yZtis4Nm+Dd2J3zWvwwjWIQa4dr3CfsIkEmMX3GT9FPzwEvZABjAnC7yrBQ7JrLlhfDS9sNuzfHV
ArbFaCAWAb0u3yjrRZRZRMz62CSvsCs5nyihGyeT3D9V2Zq9ZsW27eW4OVcUiMxdUix5RL61w0FV
WDYvpYeqF+B3xjfM1NlMkXovqlyegk2LGzSD/oHHv7tBjp1DZtTHO4PzNKibUb0Mm0ijZs6K3SxH
dCq0rx3Rs8OuDyzxXOjOiZkhTk/axNsczjmi7WYs3T2asvPo9BS6NiL3Z+v5AIezfD7Z4E+Oi6r1
/bzO2+VCt+FI+W4x821uu3bY6j02sPKqHeZrSxp3KXiQdPEeKhNG8WaZjyyafkRlYp+JGiNfg518
BH5GlF/LyG6CUuzk2IkprH8kRKo3c5rvcnA2ZG5e9KQZk02g9wUtp3No3YVlV7du+jyDFRWy6o9Z
Kuc7wPf1HmxEGoRGOs+vTT+tV03jY3O0R/3lz8rBN13VR3OzsOBSJ4TM5a+fZpEZj85YdyexOk/t
1szvZRLgUE0d+CRmGuOdvkEHlgfSQklorluKf1xYz3MD4M1zR0wzrZieUqR2bKUKSLOF3fMi62Y3
0uUwvmibHMlozjA1pezut0zDf2eOdmeSBBfWSC5hxXhwJHya942nk+9jNmWHurP1vW3Tg2pIcj6o
ZMRDpBzGtRMntlp95w0avynIj6yzo3klNAjn9YlZ2XhxuniWGdLCuLykiiV7XYwoLcdPz84fZGnn
u6Usr9E51IW/Fkak6y3bAy1qUau3Sz0tlx0OVMFaWan+fzF3HkuSG2kSfpV9gMUYtLgigdSitLrA
SkKLCGg8/X7Z3NlljxnHjLe5kU1WVxUSQET87v75R6JzGov7OA+rcngc9Gskqo375EjjJXpKJxp+
iFaTfaBXzGWcHGYTes8Ticf8oOEIOUQuV4fpH9qaXZK7n0tjrTJDCuJMBllahaP40gX5d+Z7NJzq
8QRTYR9hWlrFrdGGYkK+5EAJiGHh8iZRtK/7JJyqIT9Jb+zh2sLyYeK5cTODk2CMqASfylzXwox0
To+OGwzQOm4QhX3TjjdMi6/VVvMmVcmzWbQ8rzKL0gGpIOENa8A5vsH5Dr+tyW6unrZ074q9Pnjf
Umo7ZCxkvKw74GSY/MmYMXZ3znRKhqkJISIhf7NmD2N2GHQGJwvblQCH3YBPNj8YTartB8ZWPrXM
a0tq7aozKmOXMt07t3VzbgfXvJ3YTgFJEJ+tIh+dYawvmmvdVjp+FcaZgGkGSl9bzVxCx1Hep0bm
xxZh606qROOy2YBKZDJSNzFkTJzwCJTbM4M4rBg+D4J8XzrTPsjENTf5jHNksJRV3kXxhdgV5Mcs
ATVSqhvqM8en3jbMdU9Z+32vW6fOVbhWiRJUTbV3sDQVlfGDaLCTZpKe7Hgyn3LIz0FTXLrWE4E7
X93WrgllZBw/K9op/FioxpM1lSJAwEkPHAzXRoojAK/LC3NEWEAyXwJVJrSoy8Du0npTzVQWQK26
ul5T55imVOiY2HRWTHo+iyS7JYfU36St6SeeeQJBcdWjn2pHL/00zrgnQZJFSfpVzc6704uzNeDQ
pZWeloqiKHBTRVui89neaoDkxL0td0qRD09CKcsTHYiKnzhKhRVSOOsIu+enAa3smF7bwxkvLz8y
q/OgMgqCA4UdU+fgtBuURF53LVowTlQGtIBKlT0j6mJN6/mE2lnwPIkGWYOR+4aKZ+QCygiwhHi8
Db0oobA8ca5hhnGVL7EdqqXxsYym7RdjpK8as5o2sam7B4SZ5cAsLbmbHUd/S2vTQoFNOu1McEZe
2iiFRJVTLS8aYvqFl65jczkVOUQoz60Mv9Ls5MtWcnurDV72EtPCenZkK789OFXfEx/bPl+8WzCJ
7O7ccfqwyDm8z00ukIaiA78InIgCDSIWMbA2ptaDsLSddOPivnTSr67TcA3WwgiUTque6m4Z7q42
nad2LgGN2MuOvHjO0FOvbpV60NLVnHl6i1nVflEma/Arrwyvx7/ZqR6jksntmC0KOfQkOg8i/2QI
S0Y97cqVUCgVV5MCVwiRIv29SVI4X72it0+pmyBaVNrVlQ4Ew1gzTcabp1dC3FWLzVimHQvF3bSz
Yu4AXCivxtBUR7YfuRvkTeU8mKriWj5+y/7VwXCx5WxU3XT0We88L6+P4MCUoDUzBit6WuqVz+BW
Hg3syBAQiHo8IjePN0NKG0eYYuv86FV3dP2oGqIt4bXmiVyq9WCiAjUrtMmFE0NREXDq6kh5F33a
3w26LkHUuNWd3iTtPVsRF7tOZa8Ku2/9FsHEjzR8dqjUJvYHa7pQcLmcGLD2+yQvmo0VLfljbWpP
CFLcYn1ZH7xmMvbpIqd3rgdjncUW9fe8kMgRc9L/xPxPc1CkrfHowPwdUGZ13pAEQ3BhS+MmrzY1
baRYYavhTu9p73EpfYNXCE4o8u6zDOEvU89CRncKncs7o45W/fWM0nvFow3/4SeVo030AohFO28K
68t1q0DBUdaZQ8C8+kPVGUY6eZAkqZlBlIlmVII6Orp5z0Q5G3dIsu/uQOU6UiS1wzppqo/rdvFg
cBK8KeMWxtm0RO3KTdA/I0zKpC6VYI5xjXD7ohz3G8/hGUVGDnSvGzbKEluPptaPVHGOxkkteB2r
+RSvKzpiSecsoaY67e2Qafaj5HHCxdpN4j5zDJ0ckOndAPVs31PZA3DoWWaiAs9iv+ScfqCO7RIL
f25qsPuLuwZwkzfa37bTfsyFs6AJ9SMXp5SbRu3NL2tGIWLv1bKConP1kk1aK7SDRW3oPfZsZ51G
eNflZG+gofQbJ9E+nEx94qjfB2DTqnPtSSbTmeCtTm7hFYluq1L8p/NcWsAmYrfe6JHDW9KrJn/R
TfUJnoMufQgZ8YFFqPoeKGXzy4WJ76I38QaL/2j4WZHFX6LN3x3FlRe91MKsmayjwfT8zmoAeZim
ntxokH9fhRyGQ6UM9WNsF8Zl7Lt2axdzRd4P1aIZse5zhM4+h8qLwgG/t7/AznocaShlK1AJ98co
C7InuiXsjU72gycNNAoxrEQr/NweLnO8V/O+DqpyY42kgmBsbpEkqMdTkuImpv5ov9S63E4tThxi
CPFFdYe+DFPoJaGDihtoMfZHixV2B17wtl8wzxDc9s7jgndQEM2FAzRo9SPR9ZZoQ9n2qm8lRHp5
jacGaTU8W5lKvXuiB0r2Ns751lDAuWrRPQOm1CU8A4fQ5qnoFrHpsX5D7DDcaAcoWPvJzbbdNjSA
OynxDBmnxqFocOcJEI3bHHDITsqm3y29oz8LVytX8DSgv8EN8QokeRvPYSlaFy9Nmoa9I4t5xdmo
JY5qRce4b3PIM2oWe6GeRtqegzkEcnMxjch3IHTxlJoKmzN9jpH+rvc5ELjmTU4pB3OL/uC0ql/G
rjC5P+Z0LANu/DhQVRyB7KI0XDE0kwZ6W0WHkgetwkIjTVB7VmKEkrkAlupxvErPRH8eSKjMCzMO
J2aYNVeun3mWsW1a0Y1+0U74xZqlfx4lUBbhGimxLlvOoIXSXn2ocIUQv23TKyknQwxHCVMjLpzq
Pmldm4dJcrVRNIbzMNsxtjFyJPndlBnlRnEjh6b4BdFvNgVWZAzJfPIlLNyGYu1mTpEdWkYLD8Xo
tCvbyMoL7/94DQI1DttOUieJgfMSEXpaE6qS73qG2dxXsrz+0ZV2ec9rZP0utkdKQ8XDwPguZnIv
x9VSsdGgWISAXKZRTRMJ46wkWwvQ+7G0WJOMXJZnU/Zyn1VN8aBzDODFxKGOBQR4oMEPMBax+cbV
6XeomvjXmXxitlXGddM41jFq+9fGUK2gcDslB7yTWsRih2XXlxGvvEq1qwt2VX1LTQKl3+BVVx1F
ZGFtKEBGWZz3orOXDQ4YNcCepRxGxcVKRPJ/3beuesA1rYQY0IxdhZK1zSxTCZPsKpMg/pQv7dxY
u6xxcRa6UPUWW5uDxinnLX/EgqpKDi2bdsy1Z3scljzgwHqHXeyDpE3tY01HSBvJiXQlKc1OwGxj
JsbhS3AsSiaVVw/JlQueFoNSuhFrCEHEw2DTXXVPDvdulOaeeJUVdrZ2w4Hhrfe+jCneQfnZDP2I
L7FM2eNqBJDU8a7mxIeZdPT2XgIsbYrMdMf9ka9AtXYv/KCv0VBZhGXqZ2VMPR8vfvdu5+b3mCWH
Af12hZ7qayVEM9c4TWJS/CxCAW6d5MewrgQIFZsfsXsODN5ghU5WPk9u4xwns3/yWkUPMSvGvldG
J1lgBeR4X5xhwla8gQp3u1BgHwWci62TmtikxPi3Kremx26uhR+htvs1NPxAnZyI3aHB+LtCmmTX
S2jaOJp9tUkrrTowxl4ZMl9PS2Xdy6VU1goA1Y3QrNchStwXXoT5dkzzN9Ou8MbUSuPyS6ea8gQG
bAkbvbY2fPR1EOmtte2i/GEcOCHyakvZXngdZwUO9Bg3m+oOMqwyQZ0k9ooQ7hSb2FOzLBTq4Fxz
yxH5PTvb8IUiBH91n2bLJyHHDuAcrjmAbn2AShrdCNxfXG7nyUhB9vqOFWU708v6j2zQVKi20IJ8
Hp3QaKY1qY/GH/RJwSw8eHe6h2SwkpF7EhyM3L47pXlZXCymNiAjUnstZoCSdmeGliVdf0SUCiaD
05HRziCaQLl6FhtM0Z094X1mvQuHFkqxX8JunBT9YKTkxXB6e8HsikfsSfdSqXHECESvRGtfiQqP
Ww6V3K8WHwcNu4UvBnvYChMXX5WxII3xOdI0cz9Y83LRpuJtMdVh5RiDs+0GDqAcXtRVXyJfiPQM
sjTeXT3qTsPfobvphlYoQqYzEiHDFT3MSEymthY01syGR9XwDnd896HV3tOOKSeJ1bcMR1xYjekq
Wwg6oMKDcmWuFPLpkY9VmAG7A51Sritg7RXLrdZX90ITO/TkmMDh7AUGicGVMDWAi7F5ZL3FsR3d
5/qHoo/DxlTxH7bofB9YFXufMRe1Pc6b0w6Hju260LRiM0oWY2At96wV7aUv+mZfOjVjCix+cT+a
B/wzyw5s3Fa3o5jobbQeZHeD8SCcGb+Wozdv+xzbUEQIUl5ZuE18hREz71uJzho25LAtHJJmuimi
CEba2MyBnbXPlJH1lzbHgAXN6oUwX7Gq6myTw1Bd0fN6ytmPb5uIgfa8oNMaZfs4ltnakNmxLuVX
QwsFgGbcoDG/12aGQr2vWnq2tUrelq3zgPSO66MgoMIbpttUEFnOBfMCzHnKtjdFu+OIfg0o1XMQ
gVxbFWZsr/F2EOjIujnsS/3Wk6nDu1TRPji+fdgODhJ9LKFfF4TQ9XYJCPtHVy8l/hfopGUOTSuO
EwwKA9G8VFjWKpk8gWW6qnGQqjuwmLVfY5MgkwRGCsuMQUA89iVOmzxN4yAzbfXUEFIJLCN7hPB8
Vkn7bV3Zmzx5jHi8QXKkt+cpwOaa4IMhGYz1sLPeY4OQep5U940+vXcG4jPKmfTzquQakSzwIeMI
YhJMMSTuDmFPEicK/shWU+50W+xj4XHcJHMNiyHexgUTPYLIKT4zdq+YTLbXVgHkHvVVY+G5mKV7
UtlYwzoFHKaJVa7mh7Gqnkl8ZFvFVtO1bcn0qLkYKcHwjrxRznoERuN6n1RbQkosF2XkbSB93bLx
UDGdeoQrDECW5FYCnvT9NJNLG2oOmP01zcMW8AeCpfvtzsknWUjbHzB6+iPRMJ9XFNYvFViiEAbu
fh5O9lPpRvSk/hKvu7MGubKXvl3NkdXdlTgLvbR4ocVA7Ba9RPJO0PekdlSV5hZ47EYaiv3jYvwy
02iTN8urHNlOpGTJXaJsBqkaPCeceSTSu/nSWXr85nk47cCe4SIvjs2QfDosin4PXoVtXKa9aCUX
fiBWahfWatGG4Rbh/aDDNzcbIp0yt/pVNxnMDNJVk0xFEDtV9WDmZbKZzOlAfZLLwjGP62U23nFo
7DF2H7XozRm4r4wp/S5Kwv/K9Q40B4aVXQNFo2GPDjm9O1i97QTSNfIDGNDbaeDj8kYZYoBl61SW
m6hbljBxSEN2eYaQuFShHq1Tu3xIbW+n5Uh+dcG5DycN2uYE2S3zdW82Hol1/cDw0Y7JrJkwoSxj
rcBBPIK7VY5u+6aK4UUxu8CLr6QbKb7A0A3rpu2KVc9ZEJZ1VgbJ2HgJ/uvqg3UWkwsI4NGAz5sT
mATJ2gRJN1WBFN/S1ENc9GeG0KQ+i8++nV70zKIFHjYbkL3E2GYyzk7pmCxHTejWwxLzcoe0y91i
Pisk1Wp8c1tvOPXl0m9FE3/mlOaEs1Cn4zi3U9BnE8Z1I2Lb0vqeMxy1VD1gzhGcomeCXBg7l8Y+
l6V9SggneUm+cPVwK3ujvqx1y1ZfU7QGd9IRI5uo3RpzScrgu61DcpW+mG6w54ejJjd6/jMvT736
Sj36NSLKwaogK2vk37i1125DrUUDoOPGXtoi6KHZYWC94riL5LnNCmUXY/vgfjwSWNAeVMUEym8o
xVcCVSgoKygGDuDvW8aZRgCuhdCpKgtG+Ar4FrpkjiNPVqpU904WnTvFHjcDlsYTvb/NCnfp4xix
Q7eSQxLHvPt7hRqtCbUQyeBFN0tsgVkb1ouSHMw8K05c/mmt9NYWIiw/aJ1UD9KbeFPhSXzplRfL
G9b6PIVsq2wAe+WwAhpzDYdq8t4sGaaNrr6PtWWX8yRu2JJ8gnMOozw+qFLHST58VVF9pmwsAovS
fmHLohxGDH5RqAeljjfQarli1FmXhJ8Nzw6VazA+IwwKGnrZ24vlktwtMOM56qafwOQCmu5D4vXm
M3l7tgUuBApzRE/FEymBjajLiTJUdztFbbPmOFWw0W7aW30AspOiGJAsK+hbxHXH0u2a361VIOdK
nMzTp+Hw4ziNOb3mPOwcQLLVMt7PsbW1U25CHEIF/Il8p9ER37Hi4hTzU+e1gVHEcrR2ervfx2My
nxaUojUucXwTJF5SZ6XOTFQYi+O35nxX9jc9oenZy+5ljwtNVnH5BunskEUKs6/xDoKCwMk7sirL
9rFi15TO7JulFMMKyL2zn8DYBJULf5bY8OdUmPbKZisxq62yAaRpHaTNSsUQTB7MuQrjsZ8Rehkg
CIcHwRPmQTCYNVj1oJZiRltsYmWC9jByMNVo+faizz1yuwO2h/Ffc5oWKQ+5OizMTUZeKgPTOQr9
2hMD0h8cnHKlRIIXr8bOL1wIp1w66OFhkSgKbn6WScwy8XaGegE3a3lwcI9vO6UUW0XR0thvNPY9
puaOwZTA5bRl7Z1aMfRI/hgj11llYceD8gK1W8ucR0I11mrsSXBBhsZqi35erhZhJ0lQArQ7RVrN
i4k1KA5V8nObbOborAEqxY6ueTcZs/cPRRXEbwa3VVZqfc2x4hHE2Fmr72bdH5XSxrZbpTuiS8mz
bnV4wT1e88MkiImYItvpkwdTe+JbzNpw37Euf/PhinCoXPKxjjuQLSU++qwUrfqVsLdp8BwWyXdN
7IPTJBMxkmTNihha/mm1pnpMCqCWktKODQSP8aV2pukpZ/a8KrDuUiXZFPvEZriPndFiHJoarzpt
SSdGQtYmk2w0e16El8hLH8uli45T7lW3SavbH4PaConpxIMB4ClNgLU9eeogaQO0AY10rkSZn4qO
3m5tArGbaVZ6mse+eemdxduPmHXXTKdadrVFFwCo0U/VJGVQLtV7LOSNmaIf4O7GX2QJZZe0mXPm
hujXmoeewAem1vdXQ+GhT0vrVa9nICuJFY9PE6b5fV+aGnMmIr4zppaYWeSo7iGEmAcr15b7KWM/
YhfaxL6j6maWWlDpTsF+uKhje4PTn9CvI93n0Zzk12CRjMJbXK/BS8/hCDB1DUoP2LbRsyyOmMgx
r9yZuVvvdL1pXyrdmo+E4epDnS7Rl9QZnTADqmLNZo4oTe7qsiLExSDbTAGPNEv72CkaebFWiZev
Pq1xbKRatGFUahzq6QkujfLuTF3EycjutjCB+ts2NuMAsBWaXJUWG6AhGel3Tx7aqJ1Ywthc4C68
PjwCkgwGoVU7sC9ijyf06CaNhnGr6pp50GKS/PNkVewQnOKz4QLsF0oItowYQL44Q92hT+b5neSE
H/63yYMsS5fp7ZINjl8OHo0WS2sx11zi0IhjNyiUOOEVY8qbXx6Ev2XH+LdewN+Qp3/pLfwPdAzS
rHhlJv61IWPXFt//Vf/81+n9t6qj//26P3wZCqxSjVZ3z6GwFm+eqmMB/MOYwX9yGSrRZaTyRsQU
o/Ld/kk/Nf9hag5oMKbhtAhj7fs/a4Zl/uOagaSGja54W3epm/sb1owr/O7/WXWW6agqJdfYFl3H
5u3xrz1akqCLvnRUjJZsMhhUvEMyuR7nVdfv6tS6deJs41IiQsUIKZM/Xa2bP77Ln2Gl1u+exV/f
HPSqy1prGfwq/4rhVHXFK/WRKWrd8KbrGaMP22pR5aqCgrhrhVowyBvtbk+V0HCrgLZHD0g1iDdj
u2/ZKidMkvP21wkGL6KdF4du5A9VS30ZZmT8JEmEeuDqoqYaDl0TTs5TppXT5wiKZiLoROCghIIS
xtLqnqWqp7Pv4q8HQ5TqX6k2kHejDXZI1rA0Yt9UUr0OKRVtmGfI+RhFiXdbzmX61i0mCOZYQXhC
2R+np6vkayuF9a7QD0MYED0B4ZlBPL53QZ5E6k79M3eadXKt0TP/uLR/66n8y2fttyfy3z67/4lP
pWdfCZl//VSer9VfPJOf31919btfSvvja//fMUV9nOnxlF2bq68VeX88mFh9ceraeKNAf+LqvQIX
/2novVKJQUg6FpEUvFMGPqd/WqZUDL26CecYpxMJPOvvPJaO9y99Yrqp0wXv6hBBeWfYOLt+9/Oq
sy10zlQkup16cJGcEu0Id+o7pXginl+yGDtixnGHbfOb1jYvSaLsbHu03xdFmTdVIr+sGGsSLs0b
k6QeE1bbqrcGmC22wBhsvVcjVvR1mWsbN9JutbkN8KDf8NCS9sckU49d8mNVDLfYirLnJ6wE8FCd
2nNd/BgGDLWmaKOwUL30vuuc+rIkrO27ds5Lah8sSPolRsJsAZPEUu9hOr2rhQzZpQS5S0+MnV3i
iUMnGDBaHmp9PZNXOiXsfU9pWTEANBkIEPQERFQ9FrV8EuVyIgh50giPbJj9IySDYbSrVZkiPvZ1
ZYSzQ6Buqmv7YqEjnZx4poI83wGTWpVdtOtl8djFdF61pr5KU4oQOi5gJCXmkzLOLm0tyCUyBywx
HLOfJizSNUfCDkeGbl9Jqn0JV9k2FgbmTC2fnUENWXO1B7zKxrqPXYxglXlvaPgcADD6cymVdTGN
zxJ30RwvDyJvvgkJDUdEwYe8dl6X0tlbJXqRkelfFb7+TCPLMM3KbZVGh7ryBn+S8eyjahDRKAvv
jLJlklupmJs1aTA235GEzdf81KpcQ4tpv0tNUQNxJR0urTgtfLFWlMmDYeN6MEzyok5vUbEmRWBN
evUFBC737TFz7hK9eEjkXQG6gYRcxAEIWsl9OsGBKLz2wdGNd9gL8BYy9BncSpnkRy21jkE+5ruV
US+Nb1F+wh5JnlupdxcHhSwYZna/acn5KNLshh+VuJ3ex9tEFjYaSB4adQcfUxARQ/LwVrTJa5tp
xA88aaZO3sgRoY5vwFcqvMuq6BnZj8kbRTLAB5QBUsno3LBHBr0yuAfFVSj5Enit+IUJsy26Tz8m
WFm3NIOyJmtXN+VHij921JaWqmTQDSnEDGbKPTZlX9OHzSzIxMV9tB0z8jr25DDXt9uVLHm/94wA
VL3G11e5AWAGBPClgq5UAtNY6UNkv+pu++okSk1TB/MUJjCx7DfRBIvAuc1aBqssAZgMTMIy/WGO
jA23eSBVQeLFyR5s05h5Pgpwe2OK46iGtRRbivmqgCbhX81wEso9U0ICvEAbJ92HyompDb/EivTt
jVVfiiR6rUlqRR7OtApO6XOf6wEAJZrES46zPd1lxETPVrLctoU5b0ksRpdMbtmeYALul91cpaHq
Sax4Zf1NUA4ACZ9H6GAEoUT1LQbtr/LkapaC6J2+WkPKSypmiMaHwgxPzc2Q9T7IO50DhjnNW9uZ
m61lOeONwYl2U4OhCMoWLg5Z63ssGmHvAcxIEjqZbZXgl/NjLsbJ0+v4nGfLuzVHzjlpLHwA9dnN
Y1Zs/AArO5aBOcbriTxRNGAl0o2tmqkM6Ev2/f3yC9CJue7ak31sadhAE+QR8yYvyGNjh4GdidPY
fwrcS70JQKORFplmQcqQHbgPD9Hln5pPii7A3/X0RxXqN1zbfZ8kN1BtzG0+08fAONcDKoUjpSBF
O6gXchqBqSkHWqSIiTOBJQRokUUY/bhCPFS0jeJNbxCzmUDpywQhze2YcgnuFZ02OGTZfGW247Ob
LcdspP6iX1R6DhYmARET9CnZqFdz6pLNd4xX+VhzZWtT6+Pzp+mhqvWNa0/QeAvqL4qcCR/CKac1
yPOes7ypORYqw3mby/IwqXF6lmWVhY5VjrBV5lctdQJS3ce4wKNGX+ynF6t+blLnhJvfxfRErL4M
qERyVrK2tgTwKeFmzmFgYF01/fCgRoM/UoTU2G9xo1V+Qirh5NgbZ1FeJkJ6jNyXrUDvStT23RWE
acXwMBHohT36DB1w4BQ/vc79cELwwvpWkBONBfRyxTvFzkjCwqyUPbNTEC1X5+BQgYwQYxpaVVV9
4n1S0DoY88pyfE8XbEyut9w6WGMgdQAME9qPNhjdIRKVHmBu+2ynyfDt+GmM5+wEk2t6S0VerqHJ
PVc2WMt6im7s4UGxYnPfEy9AQpvTfdSgLS6F6G7cMWE6lthrahnpgfTiajdBp8wK0tBgErywMlkK
bVtcEKj52z6oCESwi6nz8Rj4O84rAiRiUIrA5kLI7wjZAopwsPCk51RrbsiY0bhl/8SNmFeqPTDq
8cx9mnE/M4JPA4715gqd67NJkflT6BUrRU0eY6fTNsK2P2e09zUVOea9ejUog7Jr/f6Xa1nrcPbm
VyuzQfb3sbjam/tKU35t9YOMjH8or3eaZybNE9pbd2qjvL+xVAUqclqKs321UE9JppzjElt1PRAK
iEc3+YH3Wxw7ewaq8MuJTVau3RCYdF6AQkCWsa+mbY2Ky3V5NXI3OmWO3tXcLZbF+PCuhu+CZYQt
RY6rDDc4blfku6tB3HGq/jkGQ/UuhWLuSeNHSGUM49rrQXi6Hond6+E4rq7nZPV6ZG71rLjLl0i/
uIqSIrK5MJ+qmfY6aW37tGvWXorG7hsJvVKeC6xN7clDmIgL7/CJgSug4e7NsmTQVUr9sBjzu+JF
3Vfu5SDMslI8QI7uIZzymUcTLgR7HgOBbHmrxhTkjGqJIXkaI7y7rqntxNxBnerE1e2C6eOkjklz
wMOApcQS6oV4SbKPeap5r0vEPAs600ltqbKrigK/+7tFJ1cUA1fwKe2BIFQnFzL5/WXKXCsPpbBF
yhhfyttx8hRY3t3iT/hON9qSMEDNbHM8X8NEvpLj6fKWNN4rTC08H8YyU9UMcgwhLKsO+yK1XzoK
ny5JLt7JOw8B8abxY7R0hZOODpgtnq8T6soYs6BAlLmzs2bZg/QUd2nPlo7DmPWaCx2TNm/Flhyl
smyoqkkPTqLaKIpnjGkYs9q1EQU2a5jXvg/axPi3Kz/Jm62U2Q6QdQ7OLMmn6MWu6obuEZgJQasx
sNzxLSuLgzIzkLKLcUeEILv0fWnhVo1x3MZAOhvr14UltoUbN9IpKMWLcqwTJKwl0fcN9F1/lKSU
2ixgmFPfOnXdH5piCc2ivespcTVIEYVuy31bsEoQOx43Y1Z84b1i7D05xeMcDU9ttPQknw0sLEtS
ok8SAKsqsKzU9taxVq0FnoALSd1TXbpbchKPIifozN5K3E/jGOaDfeslh1HnIVwiUtQWJLC2qtSz
CVwDHmqzLt3pRohupUpYAzn70DEKRMoeP1WKetUaSv1oKdi9meOa+rzD8Og3qkNZZZNuIiW9G2Ns
DkShkP+Zu5Vp9LQsYOmcpsODMdvl3pl6JLu+9m6nGHOXrUcbM1dD0sJPhi3F0Rl5VzZ4xjK/r+YX
DhUvLNIHAvdoMp211d0fQRXGhXow5PcacsvI//uuVPgBJpR0cHQtE6k5kHb3iT1l2ffew5THR1wp
a2w6behNLYROhWx5atGU9cu8gvFpwdaft88THa2rlL1g0XoB57obHXtGoHKkKWtxxbnunY7iJ0tE
6bc3kq4nan0S3XVx6Z60RChHw81P4AqWsL/Gm7P4ZLWPBjYNtMbhpHb5kVKEvQFhfbVc20Hp4Lv3
riRpr9vPglOGU4OF1Lw9JaCsj2rHOPi76PGzjNP0hu6UouovB61Qrlh0cLcut1HfeVVIFRvp8hJ1
kpne3hzYe7N2KTFGCR7ikNw1nCE5sTDwVygA7ydpa/An7HNb8O3N5dIumPtJkp9Ur1vHFpE60s/G
Uc4CK8ev8/LfGh7827HAbwOEvxwz/AcODwhHmcR3/9344ECj+vBbCPj/vuh/5wbaP64pK7puXJWZ
EbHAP80NSAgBvqOVSNcIO/0WBL7mnwz1V0DYtux/CQI7tuEZZK2Y4pt/a56naQwa/jzSc4haETRm
xGVDpbE52l9Hfn9KAhdZlJWLnVcYW4S8gxS57JW+jXcCyAlQXo7IVIcnFY7neK5VkhZt8eRYzVdc
F2/DbOz1vntnH+2FFu5yMsENRdj1YKCxEPBE6zUQp9m6IMmwIOjte5xO43p2WDu0eUaCROZVxHiJ
M86GRhU9jc4QxDZ72KotbxXNSLeJCxFu5MwzX610aqxdQDnelOoMJmy4elYV7eTKVL+X4752tT3K
QLyXSvI4pd23/mvtIq51piqQMjaUryDqW8e3NVQOtg09uIboQ/NGGlvEmWrJ4+TkL+TceO7K+ECA
yAi6st9pDYa5wcuPEcnpVW83d7qql5sqK+DvURK3HZfizCla30VKcXCc+kgS4+AwUjqlqXXbs6Wq
lsjFLEQGd4bBsBZ5dsmUuQhxSUShrNubUjGUvcmC3ct5m/0Pc+e1XDlyZdEvggKJhH29DtfS23pB
kKwqeO/x9bNQUkyQtygyRnqZkPTQqu7OC5fmnL3X7mBUkgyRuU6Uru24dq3cAjpe1qDofQ62mvnQ
1OpiqhxAWoSuRThDI4fN/CDlre8PF2XRMRnkN6ozrsu22HJEZ49W7cKB3UEhdyC8jp0qSQNujz2L
3wBu00tpOqQRRdKouEtiesZZad07dQpGkqi40XLyJUUDMkFM4aKbvtcI6+PMpWwb8kJOo64n6wj9
Ih5U2r2SH9PTka/o0liTW8x7mTgLtF1QFuyr6mmXBd5tSkklSyFf6TFxd5iAV1kNg8LQq3WEp85K
YUePYE0giOxgfmwxEWxLwzyFib0J48jNcFCvYGoi943rQ1H6h548uKUSQVBSOImzDcyfhOAUEmdN
A4i4XAIy3bBv/gW/qkYD662nLmbDXXLcbkML3lD7BjjoGM17NlHDnI81a1mksauXqK9yxFaqBrMQ
qvY2KrtoqbLLS9TxB3Y4F9VavRnb7IiE9UGp46vUbC/Zda7iurvDTwHKKVlhSabiwGZLA5tNeLgb
FkCiQ1Tdq163X0sCEolfoCgMm2ypigznTQ9Pk1BMwnXVrSeam6HTdqo0jzIfdthJEFqOnGfiFqVg
QejjhvfnwcusC7aInI1a80bYGRfS50fQsv4aotUWtitocU7B4wQOOPyzz22dVQq1C5B+ui50/7bI
4o1f5Gtr9B579Fvciua1pPJdTMGbrikPY5aVe+nrBKbob5NlvVR1c/A1BDMqfmccJXfa3JVqzfCW
WiKhguIoaa5JtEzkAG61P82rcXbQhW4ECbHKCteKh2tHQaJoj84xT4b7oIyu/VJbg8W6LTX/uqAJ
xlYS4zQM1bk75pjZnRaRhevFYkPN3TVVwgX0xHmU5Am0eAr12nuZ5p7aJMvrCrVl4TWnBtL1FFHX
VyPCKHD4w56dHTAIH4r8p9Uku8j+qSUsvWqd38Jf33OsAUI1d+6qqu02dsYkMZsjjLmtl/RVhhJC
f7MBte4s3Uo3xfAgVf/g+fkK/gEHCeji+GC0O/4CLFtrrcca4OekPfOKehzCtYvU0tN1VOLQF0w4
paLsObNsgCAnl2Uksp1ZGRszb+9Kmo6I2C47MLrLaqjdOEe71ahNuvKEarjw6XzELcE9yQ7smKHd
xM4j+4CVreWnDqf3yu7CLVileOWYD052H9j37BsJJp6RdyKgK97L6y5smPwn9hKc1tNBe4irCqi4
t6rt8S1nrw3bEmXNWAJJqp1oW9OKXQsk03OjyBjCCzUayFPXARbCIDlI0zqlVOdydNNLyaeLFWRa
0XS5N6zsyjL42NCi8JXguoHB1Zio8yCQtu1zaBk3ejJRZ8FUKs0rTW8f27mx60lKSZ4PspMw+R3V
u4tglNGymLqfdS4LICmpXMg8um6H7kc6t4f7mvN3Vdn3VZ8ReIPZYvTQbZhG+tLjMFiQ7HGdl+om
JVAGJwRTLgixx77lr2rdRxiR5SFbT4fjTUZBCFNPr2ZXTAVAiZX+0Zw71N0QPNR69mr65hHQ9Rts
mCs/TZ6YzneVp+6SzpnAY8+qlvZBrdqt1oLk99pqx8aRr5n+LjttbZMUKC5YO9irmkgsS9nBwh2H
PSe3V8UkOcIMOOdPVo8HsDmNmv2WdKirqFZR7qnkQ2amFlG2SbP24EAPvc7KhBRT+M7vXti4gbS0
ZZYXBLZnYKojy+yOeen/GHr1yY6S/aQT1gp/a8Hihm3Msd4gTRzytrgMJU7/aQ5zKXBiUl3ETGL5
2WMmonJj+uFVKMeHVFV+dSKg+Ng3O30UN80cN1uZFhxc67q34pOOuTaFPUxReE7XsxY2+k64Jfg0
8Qg19XDABhdCCLa2eQ/UQJk1B+mAV8uiKtxCtuipfdA0035akXbF47xn4qqOcVxsY5i1VOfJWgK4
cWP1ANBthYgBIhWX4NnQy7bDL6Lib+F/50sSkpHTFhcsHTGpQdhXRk9dV7Tl06Zm963lm1AZrxOI
g4u+tsuNnsdXwtb3aWFfh3ls8Oq2AhklVcJJp0sZ9v5rPQAG7BxoeHr8Vmv2HsMhSEKiSk7saACZ
OYJn6FgoFYgjaKYa70Y/rvOgChdFmN+ERfokgG6zuCfbrstAjThxsQYEsrZFh3CNbVfTHrUExB01
CcWR23wqEyBq8jdgpbVS2YfODqZdWqR8W2Q76XrXraQvKFFrrTiFxbOJbqSdOC+hIyGMaNcY6kXc
OG7Q9OXKaaZhYYmJ6aHe9Om4SWbxCTLMnQGmcyni6Udo2q+jgHhv+a29aA31crQi10FomXs8J1NE
/KtznK59xCOJX2pNDw5yHA50pYgIcbobiQ0BdlPqyoLQi2iseZ0zecTkrS91pZALp0UUM+Rp52Z/
hDKp8YJNPlk1YX8iHkqFhEh5IZbkUeEaWuodGlMonfeGne7GMntDIi6WlROewHUAx0t7uOxNSLBx
1m9EE+jUsOI7JVSPGlp4l4msXXudjtZ7QLvj52gx0dtRZUHQuKmAkIPNQhPTGPoRpiKoi5pZIxL7
sas8kiH8x34WBE1jKV2cCsTJITTDW6H6m8DgxIfMBbFUgNJW14HPR5BMKXBklvYiCkTtqGqLTT02
F8xzh052R2bykSkxPFl29mIhz+AcD12fFA8Fezf7rYZoLBVLotI0HI/jMEPCM2AQrLHuwzJfJ4Z9
32jjjdmGz/00nrQ0hNgTvVit1SwqC/M1sp9urQX08IyGiI7RIY7ALAu2Ah4OJzWbGSK+9auQrblm
XkRMHI/QJgHmlNGswsYO4KmLuusvFU2CgCnldTPMAjrKEn01240ppdoDSDDEh7fQl1F6N4dUk3va
AVSRWvmzsHRxsIb+dirs+1q315Vik4KlO0uY7rM5foM9cxOYBSZvI80REhFV0ynWGq0sTRI7x5if
xQP4YIyppHMx6Yz989j4y1a3vEXg9MexUr0Fk2kFarpbheY4m8K8mx5CJJtkNJBOFb3EQ3sUgiK+
nJVnk9ZfmIg2YPFhyZXBXIn0s22sojCIy/aat4+Tuqf9bMr83vMyaHsUbVO5JvmjWeqo2hBUeFR5
yztyp4o5y+ZQa+MTwUccfojrWVDmuNO86oh56g4n3SU485s6aw+8wymPtb8T9tweEcZrjdK1UfE4
+Mqwl1GyHY3+oAdy5yPYWHRNxI7LMtZjxIYKudpVl2CiRJJOtHsJtJ3N8FQkCLMj59I3mhThYofQ
O4+X2qzeGxGmghwyVkgRmmUce1tDoXBSOLum9n97MmhdA3RewqoCjzcjNRsoR5n2j7GN8iNBrNgq
8dqonB3RUvZRtZvUhVjb7uPAvMBekqy5ewvmoo0fRyeK/fRgHDwmwSxqY9ZRsVyBVWy2RH10CCLU
WdHr4JBQA2M2cvZL4nPa7djSBSRtKtmPQaMSzg3+QaKln7DueCW5gZLaVRk6L13LxrVOGja4Tr2y
LGNftPShYBMqmxBXBtsU7OJGSKuSLJhqWTfI1Knrb2wdS63aj091UmAiU42rgMyddqwjml0ap1AK
TLJJcSGHD3aZHULPlmsvlxbFmfhFFnyNOjiPJZEpm6Ei5oQWGdvAjgQGmVWbSKG7qUToMssqueoA
SpI9DmxY9GV4XQXRq9CC6UB0xz41pL/sSqbEQSqunvuVC3EAfaHJcZQQrQsZpFdBYLw0RiXRnEZI
f8nHLKt8M9P8AAWjiUGYAx87nuwLtLzstxr+JZiBoBiuVTt/0tD1cfDzacIH1M4iw8nYPY8/zA4q
Rxre87m+IT24pKfN+aKCemmP1U+nQMOnTMGtmb2NMnk0ZZVuKpludPbWnGBxco4zzbUBYreJ40n8
CATZinZQQKQV2siLiKkcLnRy1BzxIojKWHqCfyoF20ndJbht5o4M8o2J5om9Qq+jrmC6coBwKOJH
ArBfuCrMI1KApyjAKMJeIcGrmwlIDWF2N+FQ5xhCsZeAGEmjXpCHiJvxp52vp5EWOW4gTxL911wV
3UxWLhCp0qgLuvjGlJdOFgE7noMLNAtN41jvimLc46vfmypFb8zpmIHxjVBwPTgqDTuhVU+ZT/QM
FQImxRadoUnUIyu6ft2oT0Nfejut0DcZh9wplTszwx6o2+Xj0IEr8crpobRMdjGYpJi9vX68QEtU
bTxLYvg15gAf18lSSqX9dRZ7yJCb8IKwxQO5TCeEY6eGLVhgZvd4Ie+A/N7ikn8QvdjWQQDAWdRI
vHU8m+MdZQSYHU59ZaElZ2eisQvSesCe2rOXN2JBJGjFYbd9iqILOq/3VWqoKz+oY3xD489qopFS
czTV2YF5/XyMp9gdFy1GKCMQS28ytaVRDMukwg6lymwP5QAHKeiqBRxPwI8AEshOIBr+TWqPPRNi
N5XXYTcGbucnT4fUdE403k9dh/5zQMugdt5lUHXJjsSefcY4VTrKJQCcX7VVHgvVpo2M53RuXagG
hWdo37qFosIMn6YUL/+VUbwguVuSpJOBeO42TcGehO7vsq2RGKPS3KUNKoTWgp+e3wxti/I+BE8H
cvF2lJZyUPu2WTXGGG/KrmOvb6kXo6Xfkd1KQZjibMrfsBiRhmznHAooqInMfxoTKTJWNl3gPALK
QyOgrYqtaoqLAt+m8LqtWdV3yAuqTTa+GJHxYpWWtYuH31Ey7CIqCWmmAhxtpwuDeDX8Fz8Fv+hR
x6qhqvZTVk75tm3in7nHVdjd2F2M8McW6ACXmhmQp1gSfNOEkbZOHACqheOJDckaK58+MMcsVBKm
qS/7vFVcQZ1PUnVf4vUGAJeF2u9qhkMPzayt0RrP1fBcnzrDVvZGbUUHs5GAhARlgF6L45XugQ+u
W+P2/15b/rcV4w915S8r0P8Pa8sadeB/r0pb/ErC6dcHeBd//z8ryopt/QMxGQVjZ9ZzquYcbf0v
jajt/EOj/UlcMoIw8qH5k39J0WbspIPczBGaNKQhDNSj/5KiCeMf6DkRY5A77lgI3P4vUrSP5WTa
TA7/ApZAbZa9Oep5rHtLgIUwpVq7jRLs7MBehVmFG23avLsdn4hBZz3bOyHqP4cRcCUMWzcMW8x6
uHdV63HC9alNI9QX3Ml5o3IkefXkT/QOVwnMn68Hm2lof4+G2tVgKLicf9R370aLuSSBdbJ27cq6
8DkzL8OyfwLqXy0tjHnLSi8APKk4SMCiV3ZwRe32h/BS0sbCE2Wy3VDd6PC6NvgiXsGr3TW18vDN
b/wY6/yvG2/rNjhPbr6weF/e3xGBMBbjATUgzxnCBZTLpSykTU+PwiPmottAlHel0LaGr9wUsYbp
SZm7utFwpUfOUdWGHYGw9QK9GmGNZQ71cki/eWjamYL3z1PjHaMJoZr0NowzlSI5qzlYjrJ2pcVu
Cm3EQrTVpqPIi5tD2yt6/qQj8LMp4VJ/hJgY6GzBS8sdZLqtghYrq9I+B1X5A2/i7cQePM/noylg
rfXXt/OzJ07ThjeYL81iTv54N8nykmTJcTd9vFFuweq/DgnZXciW+icrMf5jUbMXwoAzAT78evD5
UZ2/3CD2kFBZuglN76wlo4KZN2OvqF1iw1yC6/mOlOevhzj/TA1VFao2v88m0lWpnw1B3ynk0BBx
VlbtA9vabWjErsjNb8LqxfkT/zOOJE1A5cuxVfvsrTQbQUJrFtRu5VS/fLI5T8TzhqAQMMYBVE/c
GJP9KhzJTUVagAspqm6+vlKTie3D3Zx/grAtpLvcUJ3/fHyURppZxAkogJoJ5jnSBu3XVVp0r3Y/
jpsmRWu195t+fAwL4rU6xRPPfjx305OWAwzKVEjTaRL+6oqEootj5fbSSOWwQ1PabwU+igJrrFL/
GCrv5JXOBeT59GRkluMK6ihTNGF21MVCDStq710hXNGal22htFQlfXXV+9ZlF+fo0ibvPp93X03k
H2ctMalZxlGh5LAeY8XYeGLw7/RG1Yll5pDXk0m20L380i5wH+phBCBlto/gAY+BYAXHHjjqurfy
HdZOkqQITjBNy18GTazAWkCaQPQJ/i99eNVTEAlkvK5sj8YNPnqp9doa0aBzNJDyf/045PzlvH+5
58dh6EzcuiWEyZTw8XHkaWsnXVpXboLudK1FQbxsI5KEmBpuLGYtOv83TTB7fcneylZFwZnTyiqd
lpFUf1Ezfmhb2YO1obmT82YvdXSxbp2iKFR9APFj559qTj1+5TMhc8nK41Dxh0Xlw88qhf/DJ6iW
Tku7ZRExVr7kyOGr9u+vr/OzDwzTBW4Ouqs8rfnDeLdkjPBQDGyeFRNIjVrKD5uTP9V3ZZv8+nqg
83n/z/1k6Qbtw/9Qkn8ciAquU+UtJ7pCTeIte0KFiNchQRLbqsxa6A0aKD/JMz549TtHxieP0kTU
LviwZ5372TWqMq9EAVPJJXwl/gUR5xQgc3n2JmJbvr7I8+Wei9Q19PX4Lpmt/hppNic1ieoV7pSh
321h+RWJfuuzzUA1jBGq+Pn1eJ/cVFNTpYEHR7Vpz89P993Tg3vvZX2sckxuSIKppbUXA905MoFX
XoGzLhYkJ6XfXOQnrwyDYrGxqObMT/PjoEqOCXgI+8pNqarSkImOOpbRhaYP2TcjfTYtmxpkZKZF
QyA+OJuWDYgzTgmDAC5V8YtAwBdp9ZMLxWEJZw/YUz/sOPH8LtU6W9Zp/Pb13f30QmFks5OC86qd
v7JmaXdW5fDe0LZepIZxMoNmUxMZ8vUwn7w0JkZHHBa2o/Oanl2k0yZYeb2scvNJw6w8ZQ9hlaxg
LYE2TsQdelNn+fWIYv5Xnk1ueC+MmYBrYJEyzt8bQXrHQFnF1SgnPZo+AWNFvQug9i+gr92MI+l9
ijSLndn7wMu0Knq262LdN2a+oboFmW/Eiv7Nj/pkDTY1ilKqCQ/m792rSdOKJmXAw/bUTWO1JG/Y
40vhvFXQ3GlhD/C0VA7JDgzAvqHE//X4nz4GSLOzX0wA7NI+vtaWB9ik6h2Qsn10A33N9dLxqJnZ
BcSz1ygZ/dXX4332DKSF3IYnMB+Szj4jUFM+K5BRugkeVRLYH8uo++Y5f3ZJklmB99dEu3O+QfPN
qE28qS9dvwqogzQd6hmlGje9GJ98er2t8s2Af51AmADR/PzviNbZVOs7Ac7abGTEHLECbvDusqiK
CCxA91IbhYaww8oi6oM2asa+3hps5VozfobvdkG+79aJCC/3LASTqXbywWzy98uByPXw19d3/7Nv
G1EKKzs1PA6BZxvnsaban3Vt6cZK9GAlw6mX0D8pz/13w5y9VHHbBqbZdqVr4vuDcxkv/WSIcej1
wTezyCfbR/P9BZ29TnlCy2gauKBwmt5CCRmmUy6TFu0NdtyvL+rTafnPOodhDB3Znz9/t+xQVtIC
dKSlGxFXtMj0I5pPSDyxuCCA66TayU6Jk60a6rlrGf7N16N/9t2YrK+qZeBn478fv9N+CMNeLXjF
gGmS6GDa3WudDsXTfzfK/CveXWLekE9PnE+JSqZbUitYE0z0zaHjk8V7FtUZVCFsMOXq2buB+770
6pK2fwV0H4HYM2leN6KOriy0RmqZJpjdkUN/fV2fPjtbn62pjGog9Pt4YQTtoi8trML1yCJ3lWzw
KTLfZGxrKVgz+XlERKhmLbZRllB0FvrdNz/gk401FR+mNlVIjY3n2TknIhpj0ID8umkhfuRl8kjW
OnCaGByqn94PZfysF+HvRkuydRML8J15uvr6JziffPyclR1dmqjn1L9SRfKQ1wt2a+HmCH3cqUp+
hZO46bLBwk2jwFQIRvQvVnJd9pXcp2ncu02nrUGNWuuBc+qKYkp8XY9e4Ioy2/u1GeGn7ZLNQOS8
LEzE9XC0d/iQllUWIHnJpwvH6PxN0ym3dRXUOOH7h5FQ0gVCvsMwOLHbNHW+ol0QuxaF56UA57Rq
emWXlNn01MIhWPMyeMR315RxeWKmMgG1mptboQY7GYLOsBhlfAtOnNDZXL8qCHKLAuKeA8dAVU7H
chn06SnzC8ITVTLTtAkqZOPfDR2U6yKW+6HCImOH0o2Dktg+30ZOMJloaZRYXenUFnTkHTVatzDZ
dEp5a4aoPkbkvjtvkpfBIOln5EC7g7jPnsXkAFLPvUOZVj3ZdbSzats+wlVKNqOqgPsooLtrQlAI
rhuxjyt7btpkvzFTvYZ1fCGzcReS77Dya4emRV4ZhxbW1y5HA//1+/DJMmmrbDIFKlOVBfnsWycx
XDrINAsX1fwMTEE7FvjBtVqHV74T3fBPffMRfjYgBy6b0ADNmM8KH79Bi1wMBWRi4WbAp2DZg1Vs
4SF5gsCVqQMJ32TfXOJfJS0WZmy3mqSoOgtp/1Qf3s1nekXmVFybOZtMqHUlLYI1ha/oNgcsv4Bg
+NKW/KHZxc66cIzrNE1/FXlz5KdlJ59u0MIrgmQnnEhbGeEwXhpNlr3qNNA3rUDmHdlJ2H9zl/6k
J5ztUjFQME0wSwk+1bMJcrTTeMS5Wrh1kR5tq9i3g9LspzTAjVbgXbRpnpCRGkHt0n53ik1EQd9+
M1d8MlUQaMQOweIIQoFmfpTv7xvqAKtprZzVBq1pAjS4R3QYTJb9zdXOL9n5xZq0v9ilccmUjD8O
JGt0P30+gN2N0x8mvG8OHN/ssOep/a8hqKhrOoYcUzvf4VKtQDhQkSQZ99pD3ZPlGGTZQ0KqD3WZ
cDHvfkxf4isz6m8u7rOlzpyXHNUwJHiI80UHUpMj8T24UR3uY5uw6cK7M+r0agwy7J3GCBuhO339
Vc8f0V9Xa/ASz8cJakZnTy62K1LyGsHVxnTMR2+6Jad6bZEFvCHw7ZvBPru1NBKoB8/djr+qGy3I
6nywnQJUtXmlRC1mR7p7MaKYwsoPim7dytK8JVHix9cX+dmNpXth2siYkQXoZ2+N0ZtBruiicFHW
UeldF5pHBB7ag1VBrrwxkvJWxfHj14P+OZGe3VqKlAYIAeIcqTzPH827jyLu6hSGdMCokxPvoAQj
QuG4ptfGqwQUDFofI7s94ElGakp5CVhpfBCjCR5udlTGllOuKaqmWHbGaelXcu7/WdIgnJnpvore
dL2gFqjUa1/p62VmSmMp6urWio1XrMHPFnGdkGzEvSTxCd+fczFZseLWCswkOw9eCgnff0asU2u0
D9RpQPnpcbBCJh2sqxr5uGVVMyXAUVZdWN5+fXu0eV766/ZQSuMQSZCQpZ/NWwYwq8IZvNwd6pTN
lIUFW5sPYAUq+GpCiaKPLQ4mT92P8+4gULTyB+DrTVwn062Kwqtpg3pt5enOmHLETDikuRmljmVb
fzZtuHUYaghNNoPvKmWfLEwOJ1/blpQhJC2rjw+2gfEfxMD7ABmQGj7we/BETWLV14N/tAuealva
9jffzieHRkGfhZ6QY+LsYGv4cdSEhDSAcUbuVr3ebNoBc7qWUIFAV+dQAinUDURubHQknOD7CjGC
CU4WUYTI1PHkvWEbr0PfPLQd0tNena6jwtT3Q5mgGskd5ZuV9JNVad4kwLahfiJnvs3HXwtB0C+t
Vs9c1aFQ20R3uEGaBRSyaon5cZj/b35mg7MzQcQpCXTZ9lovvlmX/p5w8KayVyEBCcgO7Z+Pv2KI
ykLgDctcZYwPmAovVDUAwjSuG6DbGWL0PmQLi7/vm5n87/ODZCeh4geZG4ysIfOM9O7bN+B/Gx7Q
NRdsK1xj4biEEpA70pAi4r9WXnDLW4ofrAXI9c01/7UWnw19ds1lHYogVROWyAb+uTfsxpz+QdF9
84S/Gea8JG53WhJYZcxHgIYtS1qKqzP077t6018L/nw1GKss5lHmCXP+83c30ifkrpURNxLSfbXz
CFg4JAI9/deT0efPC/XP3DLX2AHOy+S7YbQJR4VNfhR9inijNfptYOoXZhi8AsC7an2EdjS1DiUm
C621/6PBWfA1KFHsO+V8q98NXiRdw2HAZ/CCROVWXrde9HOMG0QoxUvZlDuflJClXd1lY7775sL/
OmfO9/fd2GcXHuGKDmBI5oDq243hJOvKnDu1HPqw32Zdd1fq0dNgK3dDTdghWqyvx/9rKp2Hh3ZF
35IKK12Pj5fuZ9Yw9RDs3M5+DUYNLRB2n/JSI+MZieY3g83X8mHFORvsrCaCn13hAG1lKHGqZYcI
zyQ3EEczVevkvxzq7LX1yKRG42tnbo33Le+RrjH7CVI+KMp/fQc/vyhDEONmYnA0z2YaqbdFaQo+
EFSUOnpFEwANfgKOstN4oc0i6v9gPFrNFJZszcFV8vGJpXQkDXramTs6sP9C7L4LxFzFxkNJuMI6
kXzzhn56fe/GO3tDrD7uWi3loYV+cWWJ/lSDJCptrNBas/1PLo32gjTYEf/VR4lGqsM4KDNXhCgB
Clu/cMirIMqzZ3v4XTP9rz3p/DLSV6B4rXLIPX9u0OwhPDvzdY066FiTQI3KvGgd/GPlhIgZPYIi
77++wL9XZTr31AMB/lJb0shx+fjw9EpV1AbepUuiwTIfNTJ3vOC1mdPU/AKVb3osgxIodTKus8a6
Tbrqm8PVPJWdfYIffsDZd9Hqhd6reLldyPLLMDGRBtebxO5vvr7QT1YNXhlOcJSsaR78Oee/m1GT
kmDVcODm1kKApnLoHePq+u7VRHD19+VQJLTZl7ETFH9kWO9n7rqZmLZj9rCmpvwIQ9W70aPU3LAj
WCZ1tq57Nbgeyedcj3J8G4uI5i0lvxXsbknxS72NlfK3DQBvEdrQhyw7qoiPpr6WlMVtDBpsY03V
dtTqQ5nLUzRo12NGuBBMomGHCafb9KFBuFZX9ou2I6OOPb6yxGl1T32qPo6577gN5e6NX2Xg4gFr
zpIX4sXNJka723q85zTL8dwVMg7dukvt33mn+tsqCYxjjpmsy5SrrpXpIWakVW5ODhxldS9aaUM5
lwdiC5pNVzvtFb6hdY+hdttVQsPDydXH6fSzaGL9ovT0J5/61mqg51saZHtYaQMXVVfu0bwnRx7S
DyMxh1uCESXKWB8fpSym7QCYj9QUz9qaBRYzzUjKXd8pLXTXBvhOGR3I093mBfYcJwUNYCVteR1E
uu22meVd6noqXFRyc8wNGgvd4NRkCvAgAQLp0FOfi7q96xVPISdHu7Q8sYsFjmd6e5qxqerCRG+g
Wc8B4y5DaB2QwGYihK+MpzFW+xVoae868IxumYVRtadZbi9LvrA9gVzmwpiLh30Qx78UHIp7UxuL
C7Vi69k2HhG/frV2YMOvTV+LjrbhYwJL9V2Fonatm4266zP/KBRJ7ycFbhHqAGwyKW7l6L94KeDZ
qL+FHN3vQ2Gli66ocDvZ8VumJ8VFN1WvHLMnLpscAurnENimxpUyIdFSzbc92oI1oAGScOx4xGeh
2ltHYJHSIrEl0WXpaBKLBvjwNRQrY0XbWEKNzy6pvM+5LB7xiiHGj8XU5sbTWOh0NQY/ag+Ic7AG
2tLbJPi/8bhqeb9OyQ/qq7C+F4hcQBlBhXasVHNF6psra9IJXG7rYQvlMfCXEZS4yM+fcrtONr7E
1dXbfX9tN53H6VCScV97p8Ic1cde8Y29r/nxVUVmDdyaNrIWtTMsiKH0jiZAL7ID9P4HKfRYirnx
9VpFBSA3XWaq5bYbhHIy9TKuKB/DQp6BxgtHC1CH+8Gmk1N93WatBroILTnnMXitnYETRYEvZkxF
cUhpVewUdVgb2G7cCO4c/3j+YKnNFjNS/gLRPd95kXHDOTp+oLep4udAAQlk3mxeAllgCYUa4BEV
Vfe/jCDQSETW+67cO1qJDFsZSa2Oo/YuHEnwpWCx0FJy44lFLpR+mUpAEEnQmHs45jDHBnEoVYHu
jsTPRW9Z0yWiwIoEYWXTVjyTSbackIkyq1ai5cS2yEcYy9nkdG4iSoUpRen7o+b7L43am2uvYX1N
pYG3VKv86bIpkJe5PpimK51jz4WV1h5zRoXbsQAe6C9lOmkblZgouCx+BQFKq5Eo+Vh8XcVqe8yb
1WDBn4vy4lLBtX+y4PLta1jxYgOWLFunplLf4nwSOz2B2bXocQO8Dbl3Caa/Xk5dba7zDvR+p3rq
tQJyWi5QOhNUl5rZ0SPIrOtrzBOkxUF3+mm0+JTB9ON/LEoH+bsSGtQkQduZO1EbAInyuOovSD28
iWWKT4QTtEMV5hDHQQ/ckIhQMFXYQvTLuI2ukCpe90LfBF7xWFTRz2osFBBvysEgf8YmBMIK+70+
FTBCsMVhTCEKrq3EozJNlGVUJBitDe2OrMT9iMzGner8YJvJ9QTYcWGHVbaeaiVZcf54Qo9Qr8zM
bDaxKh4tgxWjZOMDQlBe2TXHEIjgMPKC5oqa3c/U5r2Ae99jD/V3ItDhFffqA6AbAFGN9ZuBWoT7
3qkpu4NXhPdZq696+dg1E0rMqn2szfQxUDmTd7bCIVktbkjkuI1J51HSDGx0A/cgBIev6Iieypuu
0V91Cz1Qb/ZrbxppSodbnzsjRudaaTw+sQenrWqk6Oo6yaHk2+0pM/09NrfZ/dyLhaAWtYJbMvs4
gqNHXJDXpL+ijhvoPATwl3AIQUIPN9S64bTBk4p8N0rrk58EhwAmPOGhv9Qku+96nWAC0e+nWJuL
peziTURjkby1hHJg9V8KDqVg6VyK5xfSfwY2mfCZB49dYZ5kbAHw6fGE9HF2RSrd1jGZCwY/yW4I
iB/IjEwfZIcefrRdAVqPXvHS7BqDVpTyFnSYeWPTx9aarvRQPCt6fa3HQ75jnlm0tv2Db+pH3I1L
AhDXzSCyV4eCnx+k8PIrm5CfG9MzN4oY7Jc0j09Nap6qRiTLqON17CtlOyb6Hpa42Er+j0F6+VXk
g0YvdWNYWUByY4McRDYkq8yZzUmjiTPNnly9rG9IZfgFIbzbl/Tum31S9745uIHZhfXTGAxdeG2k
elbl1x4urWCNRhIGdhhPeyqYv7/ehn12rJ6F7XLmrNps/M4OC95AhJYyUimLtOpodQF6QHR+9rPW
X46aeoka98HX+21rh9+dqT85WM5p2IJ+BFIZulYfd7plBmGH1yh36xp8VGBvyZlfxsrt/5B2ZjuS
G9ndfxXD9xxwDxKwfZHJzKysrat6k1o3REvd4r7vvP+e7Hsx/6KkGVWy6KRbBowxjB5XJGM5ceKc
/1KkKGD59pNRKmdfpaPawJBM7O9aZN1OtXhuNXE3N1/VVPHQELs+HW+TX1C66DnLopB8XiyeaoOJ
KBx2P/kp8Pv9oKNCjw6HAhr0+jBvk1LUAKTTNlg+FRDhIsdOEt13/T7N2fgtrgo6ekREifl9j4Sa
2oceTPiNN+HbD1NBz5iqQKWQJ6Ut//1Vuo2HQwU2mOrJYNlnWMzSLPlhVizv+oetPAV5LCG6Y9KB
RE9nsaZhHCEJW7CmPZ6cgWudshAn8QZ3hErf+KK1nSsfZiQ/EL41WyyqaGaBMGorGEsgYGbb6LxP
X/X8s9mgVGfkDU0hxFgnSsuls9X3lH/6zRvpr6GXQEw8lPw8Qrf/NKXTXRDRP3DRgWr98jxgczTP
XIhdKG5hM//4U/v1Ny/PTINvK9KJYXEyfPejVjdHDLmOXZU/6mN7e30p13YMJQSHE8rzCVD+5Y4Z
ZysZy5yyk5Lz1DS0Z54o+8Lp3l0fZiUKWJam6RaoSNZx2YIJ9EKzZ9r7pw5Gl+3+pKcYBnfGDey3
Q6KIDajK2qZx4EFIGg9VZx6fl1+l2p3QUW3gHEwNvML+Nit65aZ2kl/nWspfML07H1eeoApvbbGF
A12ZUwalc+2YsH9Qj78cPcESuS+yguWbMzoCLfw21B/wdus0c+Mkvg0xKtwjWa/TgQTAcbkcaiqb
PhrrqjiF/WzdlRaWflmmo09kDdFNgpKhNzfzeHDm1v5wfUVXXvavRtbUZV9BQaBVRabvJBrnLLuH
vmOerg+xEmZkDYhllCrcULMuPy7AxTdFYLQ4WVN7l9s3jvFo8JxA12tjoJXdCbgIZI0GotUUS5IP
zMg69AdijJPUP+vV+3qC/YeIMao2d6KxN0732vaAh0IVHZYIPclF9MRNcqwTsmuEpzJ4uPaxhlAf
jFuzt7JA8n0olf1Nk5br4i6oo3RGDJMjByThl1pCEy3z+foCrQ5BS4BiPewsKlqXCzRKfYhSZYgx
mh7sLKuQXXI+/t/GkJvk1ZUW6GNuhy4BKoasS9tx1yZbTYeVBXEx06UACJiBO21xXkG9DCXljPzU
uupnjNm/9SV0ZXX6G7czf1/yAXmoghleTFc/Otmo2oyTi/lzn8W/9kYe7kCNH65P2fr3/DXOYsqE
GfSVVVLbA6qj4JbVe4PjfKyo6F8fZ335/xpHHqtXS6MMkwEGj++B4vesCuNZycKtVsHqGBb0Ismn
cq0lZaCb7NpG14X7SfiHztdvqnorxVgfgs4kBURBsFnUYktnckZgCRSAW+U2bvP7vjdvrs/USiSj
1AioAxqhxbcsgqWKFUxKKMBmfE5/N/3uYcrCX6smu5/drXb+6tcI+nOktQYyJvLfXy2KVvupzfLn
p5H8ZBfOfFL/w1gVIDGgYwzw7+DBhCTdXozhFonbJ3Z+Aof06CqYuvZOf5TCPGrsbBSq175HJn9Q
6gQ0DrE8nFg2W26hMlarPs/N+8DfijBrx8WEHiJM+Lt0qBeLU2h1YQdWz+JM2b18VRZ+Qokx2sC+
rA0DBMUF/4J0ubFsxKcASJzA55IxRLwzi5ESJa8eo9542+grWSvXpSA7p3uigaW/XJyZWrjjp2wA
itDviolqYnhErnJXlhUys9ZRiUGguQIFXutsUc7RAh3dri8J6lG5rWHJme+T37JZ5hBIByJ9Pusu
CmilRz58mw/oLRbzQRHJTW10O8147C1r44JcuY4vvmBx72MsBxLARaExxf5Sr35tTf0Uq8WDjnKh
qden62dzdTSkOg18Rlif5ZspcDs1EiWbOarRJpnfKdO0U8JqNxa/R+5Wk3BtE5Bp/GuwRWjORuh7
TsRgGCPvuA92IeoIwv7p73ySQSOSxBAU5SLDyMOkbZyRCRwt3Eh9Zz+qIYaZ94CI9wWi6ddHW/+m
v0ZbnNC+p+ZcFow2F+IojOlkKZ9DfSPdXB8EHIcu0XHQnC93NaIiaDeWwFgcXBCU/Fl1C8x/qo1P
WYvTZOz/GkXulVfBM+1ntRG2TlsOlVbVvZtxQHUo9Wrm//FzFlu8BByNyisD9UbhOehs618spFiv
L8zqzgapZDhwhCj+Lx4H3HVOn3WazAOakzL8btjVqVBQtcfdTancjUfX6tz9NdqSSwN2IeqagdEC
E8PpwPVm+KCTo7PFfxh8yv3jytsUmAh9xeVmsCsVZ06U7U+Q1BClGlDlFhtzt7rfXg2x2AkNTjIq
HnPsBIHp6HDrFJ0XGn9rv0HYJfnkcgPjf7nf6OdEPt2NnHfqgxWqMDeKQ6nyKt4iQa4uDhecw9WD
tsPymR+Yk8htwS3a0nIb0febtHbfIrFiZh+vb7q3I1Fb03j9SlweNq5yYl8doVwvMU6PSHVyyz4a
RnVuGjokVfcu5uF9fai3Nx1DQd4CKm68MHUvh+p1ZNA7KG8Iq4ujU02fgT+cQi18VJLwlBn3tGvz
uN0Y9O3GYFBqbLaqAtQFK3M5aDK7qZ3lM9lCMh9U8ZNbpKj5DBvb7+3RZRSL+8h+8Z1alg5drQOz
nbFeQzwfoJTQAMwOifpT1OtUFeyNNVv9Jp7NVERhBL9BrleQyqwAs3jURRJPg2iSKvQLh/Fwfb1W
htEop3FgqR0CSlykjXQh0ySMJ3ynJn1Pxn3PK2mH9/RGIHqbMVJvp3dmWtCGQJHJn/FqB6ozCN9I
2lsFjZrYnlOq7UcnxlD9x3eCBp9MuAKwvQ3a/nKcIO/TqHXRsUAk74NplZ42WE+QW344AZbwegMu
BO948CmLGKHhdmykwshAkCb13rHASEbKn4pAaPkE34unP4qar10AV/abpTkI2ABrBQ++hEm2TtyX
YztnJ8yqD5Ze3Geqe99P2D6hwZKjtnp9J2wNt/gmntaDT982O6HIeaQl8c7R9Z3sArjYZiDZ/eVv
DIfiCPo9FKsBiVyuVB4Wqt7bPcMhhobCzsm35hM6nrs0wn+U3uD14VbiEpAXIqANM4L3/mJjoIkX
4oSKW/gwZzhoBV+tuToA79sL6zGapptuEjdKsJX4rwTei1H1y4/sUG+cpyLPTqAR9mU0g3LD7LSJ
Tklm/3GQf8ib4PS9ePyafW/+40IF6sUE87einOooCNv/+t+JTH0sMv5n+Ycu/m7zXy//zGb2vrZf
L/4PAFCYIj133+vp/femS9t/GnHK/+b/9h//7fvLX/k4ld//899/K7q8lX8tiIr8tVqUIHihVETO
gfUn6hNAwF/tDDnen39Hzsx//vv//3/p1/zbv+FQyv9qNv/Qv5wNYKg6mgOwHRgnm/afMlSa+w8e
9IROejtgNV2pnvOnDJWt/gPNGbgjdJs0DaIi+eSfMlSW+w9e6BqwRNWgjsK2/BEdqstNRuAGJ2fK
8eGAC0SvFrHVrJNKi/oIYelidHdt1w3oUtu36Mv0SFHb4/HVfK2EpbXheC0x05ATCLaLPd3alekg
ljJDhdDCQ1mQTfYtVlqcLh95d33rKXN5cv/4vBd4M70QXs9LKkTSkGdUFoKIQuE/hkFrH6wp7Z7U
FMOUqWkQp/CLqT27YRoALpu1jTrR5dX1x/gunCMT9og0xFw8C5IMY1WnzBBkDEv7XKmVAtPISk/X
Z/XyHn4ZRXYLKHkKbnu282WkSOqg1PReYxHLIceGqSmOXW6X+0yNpj8ixf94r6xMKCQqhy0D+4Cm
iPz3V3dxXTYx5Ldp9hITg7XWVchmrMpF6bJIb7QIXUNuWOsAc3SW/uvFxpcuuBp/fCotJwqQvE85
IouUw3SKOa8shNCruaKkEaNQgT8SdAkE/Tls+GJn9anCFB7tv6qMHzIznFGaLKau2uVKFX4Y7cHo
kGw1k0/zUITxPuh7NEyzTgmeZt2cvkV+J35TS/wvN9ILbW2ZoOWQ4crZI8G4nLvYxeUow1EbzdvS
PdhhBmMDAixwNUd5opLs7EZVefBzX8NiN64BUcfWmVdgftMUSvqOcxPhBoTBg+L7yvn6FpJb5K/W
6B/zCptEyMyEwv/yRh0jp81L3595S6JuNlQQtIOuaZEEh37eIOxZRcL36kofN/qVKxGBpgaFOlJV
cAWOcTkphRnlON4bM4IxojuKdpoBcg0TCPnxm9o3H65/5psl4NvoO+kadU70HZd1W+SPBldJRhMV
rcE65nrtPqEjjJ2gjlj89aHeHH05FA1u4LKSHrc8lJoPAEJrMOssQGnkvjO/Q4ch2/iey7yLZWMQ
arJSJw6JDbr3l7M3+6UJ2gdU1dhK8KPWVofYRHPWqiPs68CLzbPoNkLAmxWTY0K7k2xKiqyG/PdX
IUDRuibua+CLfeEPT0OeVg+96YeeSxzynFxrPl6fyAW2+s+PRH8HzURwEM6yAp4l3WhWUFK9CEIu
cvN5ghFhEHkQlCKPZuyXpg/Gu86u2g8Zh+omwxbloFh5shHM138ImweeJawKlvbyy1GeySYYG3Qs
Z2W+QQS7AjyFzvOQwoDPcL7BEkjBR6pJix0ay9W5hol+6Hou1etT8nbZJSGBqxtONV345Wm1S+S+
qiyxYFniVGYDjz4VZntwzNQEbqeW4Mv0YCv0vgkRkgUhZfZIlFYeynZu4B8CudvTFWw8Esffj6lU
E8MwaG+ncXgwBsp5gSJ/gxMc1GwkKINuORohGbkNzf2mH2hgh4K2b1XVdwhWGx5dtXZjw6zMjoui
Dbx2WHJSsvNymbrKzG0FA2iv69L3tp3Oz4HhZ+/T0v6CrgZuAVXqhBtjvrkXZauZbOplcgDrLA6i
aUeUZXmqeEVSVXd9oypo7KIVVxBVP6rh+Bt1OuPgOnDzApM28fX9IL26L8O3HF5GGqnxafNIvvxk
Wy/CKW8cJpd6J9PsVJ8sqqu7MTNNr0kN+CSpoh0iJ3E9X0fRoo2hME6qKwkSpnWwxkY/dmVme/XA
RU53oDvQW8UPtxw25S/WfquQyDEATVBn5fK9ih/TVJQIic+qhxEFTiSDUiPPjPK/1vellxTRuQqc
fdak30kVtyRKV+fJZVtw39CAWja4ReRG2tCwTMhddI+JX4d7MsH6tmxwCgi0AAsfLsKPo1Ua3vUl
envzsEKvRl5EzQZzEr2tbDYlvogHB3GrfZf3MaXv6ev1kda2P5ccVFZgApCLF1GqKqwMefBO9SC8
A3KtS9KJUTiHAMbGydJ1jFb12dzYgWv7//Wgi89zB9ttc8GgkUNlQzNLcZP7+W+zaj7ZuBVgSoLQ
Pm7SYADD8kdTCDY/tH6k4ChT0rxcnL2uE02c+Jz3ojRgfxBa7gG75eckN/tjrkbWRpt8bSlBXJo2
WQsDL63ggJXbaaULqUmSi71I/OTkJ/avqBxuNctXbhw+Tb4OweMgQ7qUTFAUcy5qrn8vz7LWi5Kg
9/K8x3ukoUzlTrhjIpuB7qvT596oWOEhdjFKylU8OK9vqoVkm7yE+SUU32gICKj+zmKBKdpiRhTq
Krq9Tb0zevwu+gjl/jxPUrjipfNO6fpyjwWceZhzvCMwOsILbWrCd0ZSqEfEscfbgpfyRuL6osJx
kbnywwD6sO7Uud72xsKpQz0CG0CvB36+A+5/rp3yGRM7OI/+jBrhlA3nUIdlIyzf3081TAikIDMs
J43hcH2W1o4evGzcEME2EOAWz1sdvatQm3sI60LrjyTbwOTtMrqJJ0U8h5kbvPPzbKtsuXb0iMUA
4+C9gUYwL+Mp8l6hEL2GKlBs86Iwe+fGzqYHpXULuDJpdMgt8Kld3SkQFdrkdP2TX/SSlvMPyQK+
Ph0P7r/F6XMiGL4ppDgvKHL7DHqpvNfQ1zmaA91QxU/RUMdnaZ/LN1oghvq2Nfzxkf/avE8zF/ca
oyyPqMbaZ7sxSwyWyngjNq2dV4HUFIcV1Mkb2G6W2PUYBp3mxXmu7TsRR2jRxeOxsVp3AxYpT8Fy
MgBkQ4hnMGLEIvbKVmeTJgbnVUus78BL1T04gXZfyabWVDt/Fu7+x+f42/sMBUxYh2DcUIt+A3UZ
iP5TYgvNw+gdT7RWLfdqnY9nOKMFfm/aA3ZvEOa04PP1VZd76vI7GVdmBswo5P/l48b0dRtVfR6q
SHxE7wNXLSA6GM7G3nq7sxkFeWnAFRBiWb3Lna1XSmmZYPVheVjiCbVnsXcNtE3C1GzPfoIcBDbN
GZ69/jdndJyNMP92LeXo5PokduRUy7Xs+hi6ESKknquELlmrheA3/i2fUjwhvaCKlY36wNvgAX4d
m1FAUTK5X4JwcPW13DJsdC8rSKarCuiVNed4OaVZ7EUWPiZzE20BmdYWksqjfExQkHsjRYYYep3F
clA1N4cHWHyO1yTpj6Ek5OVBaKBVpEpaM7fmMiPHnMXBp0f3XJ4IB1gfmPlVUwcZ15l/OM+SQwld
qmkRgpc3poH9o69XfFBYxpOnoWANcEptvQ5JkeP1Q7C2QShBWRAOSCfRGLjcnk3Qd8gQTrrXq/N8
HNLkV+grqHTbsA9b9JV/OIzJ+ErNgjItheulksJs+3PbWznqWXET75uKJ6juxsFeT/iP61+2knfo
IK1ZLpuOKG3ExZ2iz/D3DKvXvTHvkuPgF/0hxA/Og4kJBmDIsPlGjugpyYERYZre7+ySFmAbKupW
o3vzpyxDKvL7btZCgGsGtfN6BxplwPV9NFp12kOuGr02CGCUUgz42SFR8MpsxHu1rq2NSVk7n8hI
UIyn4kL9aLGJe64y2FaJhqG5Ht/QgNyN+rs5xPjG0vp51wcYN15fhrUNxsUutbJkA3SZySuB1pYt
RTOvRDz7kMS2fmgMJ/bUMvzgJ8oWtWftA9G/BQEoJUFY/Mv97EwJRiU+Qb2bouhsqKN/yFK/22dd
/mwlSs+DItpq+a9dYOTQFENRnZcdy8sxI1vD59Y35UUyBegvKeWtrof9qTDM+pnmBJxWLVRPaCFv
YU5WJ9dGQke2EGUD6HLkKjQ6erzoycUlRlVFV090yLUcC9QC7laQb52pt1kIsgAo5oBxoetrLKu/
QzvGJpxojbI47lhG1uGLhIjVEXklfSMGvqA/FtczDwYyApNpRV128W2Gr+oYbkacGagnDyVCJ62q
RBATI0xrq7BGN6fECiQ/u6nm4q5Ib7jWnU+qUypkRWqBwdngIMY2mDtarWIXarayn63yaMxjjJxQ
6p/QwbG93og+qX5g3EhHo086Lld3EcT0o9UG+i5XHUSMizjAI8ClV9BQLAKLB+c6DsU50+f6zhoc
TFQF/pGBoXUb4XllwiEz6WB+kFQUCB1eLjAOkHoyj2wtZCcTz4Y5+0yVoziEVTAfrh/UFxm+NxP+
11jLglwSZWoZhDqPkMZQ7jN36vYzfo9ULO3qPMZj7bngOI/wqc2jjw0r1P4gPQIAwDe3qapdXBkd
6Ei62X3d53fVFHb8zt7emJKVPc+UIFKBnCAp01K1yU/1OilL3koD+/TWSeePdVInn1uaZ8T3ed5S
e10dD7UmeoyoeZkv3ZxXpR6Bq0AyyATORRzrGfen9qbxXTQAuswAXjwkG+uwuuRSUJyyB1+5ZCUp
OGe4LaKkXlNrwUM8pTivUVSGyoZuy/Ulfwm+yyUnbgFbIxGWktOX20sx40GJZZklq7P28xz6aQw6
21Dejxac4X2RhNFTMgrx5Lbq+yEZe89KkujG8BX3MUKG4udSG3dhpX+Pu0Z7qEe3SXdZgzHHPizT
jG3Sho1xW5aju1f8IqQyVrYHF7F9TxnddtjzxBwl0XGkS+P75WDtR9vv9V2rAGbaV1UpPqs4DM/7
CiWFW1+pkDXTlAz1An1uhqfRjepbN82zmT6T0X2oBNWSHRVTnHvIyaX9Whq+S1M9VXdpoNtfrdQY
491kGRr0A6tIq5Mm8tw6hkLH7IVbClSgNQUZtpgiab+4fpr8rvUFvOixQ0OzMiMXqV3D+ckZ2uG9
FevdIxC26WeELXGSJozVx9LqCp07vdV/ynj1pEd3sOqOgFk2xh4t1vYXeMXVB3WytONQ6fy/NVpq
Ppa5KL+4U4Rlbkeutxtm/0A9CKvTXBunfN/aBozTDGe2b4HVRYhHpL6v7gHncEwbHh8nfOIxCb2+
QVZuU4oARGGQUSB93rRmyCFEVzWUGunI3CS5/XOVdtEBQTbspO0k3/V0pzfGXNv/0Hc4boILnAEu
92Qg9WUzizGRDRjOuKTaO6MJp0MzJs3G/l8dyqDSgfkOtcals5RVVT7KKi1Ft45Qkpd4TIR5V/w8
zyzO9ZlcKTHovBoMoVF04022NMvSQxU3uxJB4sZNBMIbrXWnZqF+UwbufVOI7l2bwfctVYyG3Qmt
7NqY3D3OlBCPSRD3QZQOhyo15vMwW+3J1zv3dP0Xrq014EGQmBAuueZlHHwV5yBmjDrSUKrnB1nh
TUmNqBiPrX3RtvUu9pPhvo/FRnK4UpGDIwj1kkBOXkFL5nLQoTP1UfQNcntYo8bQVxHrQPK59sK8
L3/L0tgukJKIk08oR3QhwNAx+NTHzvh5mjL/w1BhXbqLkq54gr+v5Ru/TpeJ2yI8ghqlxAWODgTW
Urg209u2QiJQ9ZI56vCT7HEVxIimHvtdaIyYKQ2a9nPCa97cY20LLkLBwvAxBGCaIpyiRz8jTVn/
jpN3dh9ENlDToDHVxxmmHUoiovmCSZb7jGdYVO58EpVfK6URn8YyMr91xlTbG5+zcpHhA0JxizhP
9HtjBOIQgvJspMamCDDx0fRLU3bSYkhFT6Gx9B/fTzpGFC/cNd5RS8AZ84xqSobwZd6oWBKLscIw
WnLq/dB+ShIR7fScY319E6+caGmIJgCNyorqks1Wz05focbMawNhDOq1BfIggE3QTTKrjaFWirY8
oihzgIYiBadRd7l3sVktcHPlA4HEIB40YW7pI7e8E0Or7QxF9z1RNP7BHWZemplzN2Ibf1SqKf5F
NDBtrn/4Spnp5UXHow6/XGOZpcTN4Na+lZIo5m5FjMEqvs/C+baMALzH6pBjC46eBVaR+KgiHLIx
/FtciPSYwdCGmQAJgS/d5WQMIrZ0ZDN5GeD2/i3TuujDbML+bRCBOrk42z4n2I3swiSrPzlO0n0o
55KWVYtGrRHaw65s8xFzXptXTKNOG8F3bedzfF/gNsAZlltxHt0Ux3dqX0pWaadSjR/MejzpihPe
pkE8bVxga699EHGALGl5sBLLoOZmtaE6EzWVsfFLj36ZjmXqjKuEmjX7JJROttSRdqI1dhCWvbyC
gU018sfMUV4KVgB1JGCMegtwh8WS6FaZBRhS6x6sgegYDam+i4Zev/nhjSdJStxqFpBjYDCXC2+L
tNeadEDbJ7W1Z0DUE7bpU7dDtnI8Av3PvUTt63NuRsG5q4Z04wpf2fdUM+jAk4rAKlo2jekUhWmP
HzuCY1Tl8GOYvVwthBf7WXI0+9TyXNGLvfTjLkOhPF3/+LVtLytLPM0QhQc8vphjSPVChWECGwMr
XITZUvuug1jpTY6W4VTgTEhmpTblyNE5OOmYHi0Rp2ir8bSM0Z0+IE+GGWtkvXfKodyYmpULnSeE
FCKmuk0itWhqRG6PflZg6N4kcD8PZ117qklPzkZDWykx8MGe5nmrQrA2qGTHA00C2Exr/HI7jPBG
/MkO2XRomdU1FgSIHx8jYUQ3aTeLu2lLK+IlSVtc0sjr0SWW7zOkhBcjxqYb9mPJiO6AMBl+1vFR
x7TZG7K6ug9FaMj2Yoc+WJid5knppR/6+DFx66+p9CpWrLLemPiVcANoHdQG/0P2sAQHpBkGIUVV
6p4xRvUHRdjdSenLT01Z2yc9S+uNeLNy5/EcflH4BBYGkeFyynEsjXw8Fg0v0hBnj0uLN1JHLmm7
nbMV5uXfWk42eF3KMijsC/Bal2NZnLc0cFPDo33c3kVWSc8kbLEiHLXYm3rsu4uhsfZxrVCtzub2
XOJSvRHN17YYGRm4TSYY6IWcj1eJahQgqpar/IbZzSvOPfY56iw+5VKqsNZiZV/Gxa/Xz/nqkCCV
JC6FA7Wse8UoqI6jORLk5rB9zLUhJY2pQZYETuEBakGpqx1wnb8+6mp0IbJIoCjWfoBVL7+0qM0I
QyCfjZQY/rmSppTJ2Nl3lT/NJ6fC0BtND+cA3zoNd34bO8cZIN0uaPMa9/TcPaixaR8GQ1R7RbBA
13/e2jbntifwcfMDQjcvf12bzo6J6JiBwJQGGsRNsxtR+jioUOE/mPHo/nj7nhQHzXAHpVUutSU+
ia3QmOh5vayCc9YS6gJ2rOG0i0jmyTfK75GdjLdJkAUI3BXN2UcIb1/2Tv6AQ8yAznmwIzsczten
Ye340WLAPpDGkOx8XU6DVQ4dAtcRcExAi7MPbw7s3OS1wsg3JnxtF5LfATIV4GLeKEEHbhNFEVg9
5OcCcS/MNKHGO4tTa46ZV7WWehcYSIde/7y1QUHy0KuR2Cy0Yy4/LwaiHAVma3qKmaNUOganua0T
BNg0HRhF8RGI0sfrI65NKLg3CK/SMMRcFqVGrU9jdBlN8giR7ocK052uqfDibeCPXB9qBXNGxkKv
DYVkWiJ0vS+/LkIU0NLqwaCupRq/2AGqprDx77o46PZu2RHYMjc6hDw5T7VI9f1I8fg+zyf16Fhd
e2fGqPsDiC/PJYntAZn/FNAvtWlU1TdC71qiQ0IJAl8qlnGdX/7SOGiCJEGL0INrLGiLB1/zTqtR
E62rvd8nyW1nzT0WP6F2ABy3xdqV87CM+4BlofAT/U2xrEPnhZl3Aa5B5JJTf0TECDBGo/bvx64p
T1Ij4UHN4o+2M05/43TBa0SDnLatQdPw8rPDgWKX5acMHFoURVQH8ZtRGTweDu3fGUrKjfM2hh6w
FNwxCyMI/Yqd3mAkuYdpm+3SUJ8OTpW1h+v77qX3+GY+XYq7fJEjiSuLz3JS2A4jdcUCi41Hrew6
wOnNfHAV7dfQyauHMXTj22qsfqOjppPBYO9ize6I0aEOrrDDlUFRT27TJHs9R3wwJu5qaY31JM95
8EHpcBdwXZwCO1N3BTpCKMlV5sZXrIUGNBF4b8IGwLR18RFTraRzEPem7LuPx7DOgM/mZnVbiare
d0GDjN1Yb+mfLWS0Xp41gFQlSIoKoUTMXU6doUxdkjfoOxZVF90lRK5d5oMZGUUBTY+Gqmek5ucu
s4MTHsvpXV8U2sZZXIlQBCcLVQQwuvg4LKJGSLfLTwQ7BbXVBkBSVr4rHfElGrNogza6/rUWbE4U
1SH4vgH7E5DH2NdNTwt6sLctTfrSGn9P8sE52knRnkQ3dqgDY0Zv2IqyH11X3zgXa4UOnvYUU4BA
oOe13KyWCfpb9VlnyBzJGSCOsRd+4ex6axhu2H3OPhRVdLTNRLkvWsr3WWS5oP1c/zaLAmMj/Vv/
OXLPOS9i5csLt8imUIkS3sxhMZR7oxWwO7RC2Q16i+IlecDO6vv5aJCxHQZqrufUQNCkRARlj6yk
urFCK1kQGAPphMcdgni63Cuvs1Ft9pUWArOXxE53N2sEKBiPyoOl9KgVF9oGOGtt6wFCka0oqAEQ
GC6HK8LUsoIg4zqmc7pzdCXBoM7lSUkNYGOiV4eizSa7bYilL/PsJhBTPui16dXI6u4KKyT0Wn25
Gytla4vJX70Ihy8UwX8OJSf51STmQzrRH+JAxYUb7pAPUQ96M1QbqczaU1Hae75wFaVW5OKlJBxc
UZ2BVG3Kp/arTSFoD+IHD3Uggeemxz5R0bT8rAbohjjGNO5cZNE+Rx1oy6ZNw5PTJfFWBiJf4W8+
nX2DZQ9Rjab65aeHI15Ko7zgbLpFAH9BDoZGSclAr6ujbmf1b5E/mTsUs+eHARrOOayb8BQPrX64
fietbWTq+ZAxCDMcr8UPsSb4XnUhj1VcDvTkqviBFzX+yTkokSJMrK10XgbqN1/Os11KImITbywG
LA3Lt6oRclGpPplGOuysfPwlUAbr1E2xQ98hm9NdhfvUIQri6mGoQ/cYjU3yOayHcONYrX48zBwA
Iy/tiEVELyMsFeeiYQPOeB8gATufmrSqvKoRuDWHotuyAFm5O2kD0fiQBAL5kr5cdsT+pRFexSO2
DtVdPiB0hHhosleK4gvVwdhrw35L2GPtQL8AsDUqgmwn+e+vTpky9UXZFL3hqUYQ3GZpPuD6h6+b
iKqtW/rlXlouLjQnIjSnVfLNL8cS5hwMilYDMqQKfFBhHdESbsYD8avGKzFAx7qgRo0TmYtNN/lq
2mXaHgi8cqwVtfIoaAcHPdHErdWW5TnPK+wLTQiQDu2hY1LlikdTPt31pp7fDCGSQnowGPtJShji
UYeW8Gg4x1AR1bsUKuUxjHIdrIrYKrKtJMbSBBb2teySvnmTzaaTx52JlRp6GJGnU2r20De0TxUF
Jg+1T8rMSTid627ecnJa27Lk4lBREUcAGbbYQdCWXKc2cTrrHNGcurJongIbsfZOj31eJ6r6N44I
blUCMwtLNoMX4yW9LSLdrIgPjZj2ejTaOx0PiZ1V+tquiAz75no8WpvZ1+MtjqRRqrMVAqeGftSN
u7avjUOtIApexO25MYfksauNkG7ctOVCIl9Sy61LcUEqb2I6BLjqcuuGVkybTAWAAT44+d2xcuc2
nshonXkaPtGuTR4ydtM+qkRwHGJ3C9O11imGAE3ZHk1GMNFLXLJSo4uZ8HLw5hhDQNUvoi94wZi3
ReqO5zB3hn3b4G6DbJd/xOwN9UHYFF+Rxy9vRV7fu12AYNrQiP0w1OljHyX5xsqs/kLJsuWtRNGf
abqcoViL2fMTHqizCYrQ7vNvxljxUBJWc6okAL4UzoCWbZyBSRv1o9PSe4Bcrd43ul3vhknED0NV
Go9qYDeHnkT7w/W9s9aCQbSM5yqtQH7oEueoNUqlCUaluaJgYzLOqXkoMv1bNBtYt9fl7AH+cH5K
gwQ9IIUysC3s9J3qh/XGrbq2mSB84pAhUMEGUH85VVbSau1owQwzNZ7tLVDBPVbA5tmZ/eDW7mz7
1PXml5kM8hhNI93D6xMh//xyL78efpFYZaFVT4ELiG4cG/OTT5UCYgtFzB255afrQ72ADd+MRRdE
xgZEm5ckiqiPVdcKC4BZSaB7gz5lh25QIVybVnHuYK+8Dxx8UvRyzslz4ukUqHl4Lh1uvTH3MVso
2m+ZHn9weU7egtW0PEsbxc/khcB1c8V6pAU0fVVSG8h8bPv7zDSanY7HzH3YzdoXNU+1g5Y3KUmk
IJmwcJ8b3R7Ujh7gAkF39IhYgnOsclSYLFrRt1anV8cu1buDrtnD/vp0vLTXltOBOQo1Y84qygmL
lWcuzFzDRcfjsuqesVGLPIh7Aghw4O8RBTDu+7ITt3o2VQ9xP5dHJyyHuzlqsT4yzPldIeL+QHup
2BmVEF5XdvPnarD1d0FXot5uxznHPJ6+zwmQWqsXW42Vta0DCUSTORE3+RIOSC1q0PTM0bzW56ej
DVqfwFsnJ1oe9cbVIuPFm6midwwpW5pIL5Halhn1TtfTRZuyJDnS48EUMe6yx5JK/k6MXe5hRtVt
WGaufh8RQqMCiFPPkpiBVEGmmR1dGkzKu6PRW9nnYRBfNeBiG0/EtZGAXcg1NVfe8FomeEApjFTX
Q3sGs37ru73+lAhjKydYHYk+N51QwGYAty6jDWSXCp4ugRmB0vKsZ3lxgMnlH3QxKBv7e3Uo25Di
M1RqiW2XQ80V5TqAdKyZWQC/QxX7KBpSoCh0qo2Xwsr2gKNDjxU2BNQwe3HdZJNFldOnDVI3QXtu
AyM4WXiZ74Gowr3GF3k/KZutrpXvs+gtUebh8EPbWUylazYY9JWu7tmDg593YKagsaxxZ6buVml3
rRpIc4cOHpgVlHKW4tsNIiOuP9FJ6d0acT8bUGUEduSghqr9oERGfRjhgx8VpR5+icO82oWO1Cpw
wgRbGO5cJS0oArsBcEakQjxubes4V4qDqUagvi/0/6buTJbrRpol/SrXeo9qzMOiNzgTZ4miKFXV
BkaqVAASQyZmIJ++vxTZ9xepMrJrebU5Joo6ABI5RHh4uAsXarQnvyt3BJ2o8bCjbpSfykH9+fam
90+RAXwYSnOUP308Vc2o/pRiOMotn5gWdB3Js5Kei1RZQ37V131+MWeK6HgSbRoNtTh21badwtWu
rvy6kbtMYcpr46uwx2bAux6wYkqtJJRf3r7Ff4AaEOoEyYa9jvvba3F6kCzHNNpCK9+gUPvR2l9g
KZ39+yX/01V+WYjxXIrFlqyOSRZYfhW12PnoC5xVhfVec8k/RBjMGwrORsmCGfsqja4X0LaRfB7K
Q0D/d1TNp6GbFBygKDmUoZvdEs+KT0nrqXP4uM07i/Mf1gmNUdSdIT8YnsErloE9YS8fYkC0X3uk
aidZigvtj9+spR9Ob7+5f7wSYTmaUdTb0JR6NbdGDw6JYfEUMpd30ouWUz8VAOeetzyFTf9KS+yD
+t7ejf337+P1g/ofoAMGdvbTeP6i+3X2UI7lz3JfP37/Sd6L4u9v8LfQgef4xWqVkV++D+P/+V9W
5P9Gycf0D0agFBCAmX3P8l6u/ZupwZOikRESJpgY/Fney4l/o2ODKhEgJf1rwKL/Rt7r5QSn6Gi6
J0FIaIxHzx8+xcv3ruPes5a4oCV8npcFl2jkqpFSTM7lVvpUu91EXkfzbH0HGxo/hGufv1fpfjnz
/t8dQByjBAp+/jrVdgVOxrRcR4e8ldWxZ8Lt/KJ1wCeydyKhl7vT05WMNw8lbvCZX2S/g663MloM
wkPjOB09UjqA0Ff/O/UKcxXG1KhsUPhE1iswyNxPu3QR17Z0J98/WHNlf+jlZg+7Tkpaz4U92v4R
ksp41oGx3ITrFHydV+mWx58m38en4O5NbUdugfmENJwhUVJEenkLWJt2kRCuf6CXfaDBfAiv6y1L
9ms9NKc1DNqdZ2fWO4krLFe+9j+RpnlyJFJdU3QDREf54FUokbhN1tV2DyLVKpp6ZFEWGPX5NdaN
unBRtEpWp8/Px95Z9K5I4JKiABlsJRoilfyQj1idKW0vG8T3OrhqVVgHqT2H3UOF6mae1hLB4VT0
iXfZORqVFiU0cj+rbt0gTagdV2lZwBTbbVsLdMKdOuOpjwv/sx3LZj2VwepGaU93t/8XHa1Wt6Ob
qV2OmbNk94VXit95WeJTVHv+Y1x11XzcQKXAAoRDfBJ2Sfgp35LyTx2tQXg7BkXd3OM8VntpEmCr
dhZPVvhHHmyZf+MRx0z3lb/VJ18KPR9NW6C7wxGHrMoem/lrtABzHJzVT9RNRpp0l+NKM+y2MhL3
OtQ4zSVo9fhpuFCASCGrhPrQutn0EHbC+eblKD7YIUf5JV6h65pmaxLOO+3bJDidPTtq5ztzdB1P
GttLIIAe409BG106gY3mqYhrOl8aJoV3bIWl5F4pDFH30AqnZg8z21UpSlhdsR+lys9bqL/dAbsP
D0w/CppjSZri7P1p00tKA2BwExfl+jlX+ZKkTqN1kq4QWK4ijs9+1ztlDNt8Daodgi19A7wFEK4T
R5zssgLf2kK9rbuQhTKdllp9t8Bu7uCi4FQ3r2JJdu7QNH93SelD8t7WtUwZzvlj28+PUpRbl9ZC
YnDZx1RRyL2p62Zj1uy0NThnvbXM0SHzx/K2HqPiKhnC5Pc+n4vvOGOitOBZdjKmUay932tv7k5q
qCn7+VZ8iZRUNF8KK/H/wBy8/uh2nlRpObg+RuFJpMmdPPd6XZM4g1rvJLczdhBQg8DuZOqsuXvM
0app9hJfQWwdty7cLa3t690c+8vN6hRTt4Ny39L7JKeyTAPXKr6oai5uoS3W1qH0VTKdIRqEj1A9
1PkhhpovvjSI0dEbkpdRFV7gKIsiOvRXv71YfZHpq6RaifSU2ySfyijppl1hJY2A91sBuq+9Ne/c
LQ66/ZS1Xr3XE0aJ+6GQoTzzlzp/9Oct9NM2qYVK3UzF4W6cRz/tEim+qUhWDSVBbTcHFczGB7YJ
Le+D8JYR2YwWiU0YVIO8EX5LO03ZZPrTNm3yj3jU7rd8lGVgylvZ7SZF/KGocEhKnUDl990UMcfF
4gzfIxm3HxGo8u1dXg/ilp4d9O9EZtf93i0bMQC+WsEXnzbiP3uMYv5O2hH72aSr5z8HXBAendyG
C1/QE+rgs9KGXTr4VWOfKcRasg9z3W92SqhVejs7yqcJ7qpcYUkHTh3vbHtdsNTGVdhPnUgkH8M5
KMa9O7fO16zJvGrnQNRgDjYBAk0DoPeNPQrcW8N4dKZ9NW10MIQd1qT7wp14MZRnHIBxWyo0sRba
Q1BESfQfnRUaBnk9tg+4z67Y6xajFMe2mYB9E8jt3lHOrqVYrHEP+zX2imKf0X/qpLqFfZ72lq7z
Dx5Si8POq5o53odQXBvQLo8+CAsqPO0ALgfRSau1r9ORtaMRf+tQ7kuctmAbsIGb03CO14d16lGI
r2Sk7IO9Kp4MdpWlU+KGPD+g8+nhHjxjp3zhZ2WFt+ciIF8tVdw+xLnffNTMXghyXeF69I9K/SHc
LFQ06njOviWTEv6R5Tb9UeeW/bmzgjpjRaAGkq4wzgS6ni4epYNQTr4n7e5jKBebF+0T6K3Jfhna
4DNqByNiQZA5+n0bxrO8WKaRmblWfXiP5UUgUmW3MX5U4VC9p8/5iiNAaow2gck2qNUScP3i3UQq
NuESk8eHesL4ducPcIEf/WIe2ON0lYSXHMOre96Jxh7ofrcH+EnaxVmwYyOY9m8f7C/LEuZmYH7R
jwgBluoEBc2XB3ss2Q8hxAUHq8MYtR5upUPrntC1+uQbb6l/fzXo52AQ0IPQo3yVpWu5aBkOIjiU
tbQ+Lm6j98tixccZDsh1Icbvb1/uhzX4z/EDykG4ftGaaSj1BE6vrtf3rSbn6P3DrHNAvbjEK6kI
pgg72D7RUxqIFq7BUgixHIS12e095lNWth9nluFhTDrgyc4PFfxAgPJre2qHIIWkDSRoze22XHu4
SlEGrq1h2/lbXo7fW87hZxnPf5Xf/P/JIH+Yv/fj1H//L5Kg4b+QXP3rYUSA+H9APmTqNv/7Z9nl
FzLIu4f24a+Hn/Mh8/vP6VDg/obsHuAtEbLxQzPKxc8JEe17/50Bxd5vYJGw/oFuYGNgK/zfGZBP
QkXxCOgXzI2l+a8SoB8uPP+ZdbiBImVAaoa4KOy/4BdVlZiQ0wLTzu8AkbTeHoeiYIekT5vCz3jf
xNhJEzx161JZhKCTo1pjCJt0474WuRqW44xNmnEpc2fBftxovAH8cz+HRmqfRiI+8VBj+o4sN5Ki
o5Ifktnvc/fMs5WTDOeEIYForpmk7KiUwdAhdm9DV8clbayOz2VA6zel77CN8Idj1k9u79wQFXEq
pMKEds4N4cxalbvn2xq2IenE0RdUiOt9bVnspXfxZrkutYBu6mS9B8kX9pb2bTL4TptmThaL6CB0
rB0/paZjY1z80wT4h5TkB3/4p2HGGdH0Z7JvmUYhBDJfpUUN+uGq9eP8K5pXxopW6WHGqtg0c0b4
D7VdnrepNS1Z94iDNG35u7Jw63Y90o8+lV/mMlwwzVuCMmZIxsZBJ2s/jW4GCpvzcsR2Pltjbljq
nsZlN43HKU5w640zj8EOm2rgDfih20V1Svv04qldnkfSXmlenrqOIKNYau4rp9mH+4Iq4RbJaciF
RziXdE3m4im5UuSRlOIgHd56S5NjQlJtBNp/ETQ48t5nHLm7lho7Xxj20ubSKEvNTU2QOyKCtQuQ
6aGqaA1VFt1ZeCEPwz7qstF2LrWn2yk6UaWXfnCkekCP0XVOKqX+6tmlp+Wox0WutN/4UxZFO/pr
Z76/60prnq9ivPkYhAqZV/7mC2IsfoUyCY9Nn6XNLfRdt/rWqV5Lh+QnnGxz/+U0lTx2Idyge3z7
nb/EFhDwBv+H3ARQYbJ7+l5fnlZ9NdKiLZb+i/b6NY/O6TTK9HJhi2UOg31H1DkWBzcniVvO5SQ1
k9waq2UU+LhnQfieOqs5HF/MQFITzjGaiZBNDwABXt5OSSznJuua3Q/GqbHfrcLO12JPdWrDK1GF
qxmqeSkaVdxaLmKg89VaTm1evnOsvtKCYFwoxKA+AK8AiB+CwatTXMOSEpMaonsCarQYb+aevUac
iHjK0L9NeCFZmNKRu9QQoJGo6CR6HN2MNtu+3EgetmOmJ/MxL1uyFEhTq2B0PlDS2jzrQ7PWc/wo
vXHKq2t83L3qmsZJJ7x9++W+DEV4CAq/tMOwnGEv0pP06rA2fL1uDNR2v7qdKAJiSdqLm4M/LTLZ
ToU3dN58kVi4Bq8yffvSP8C0l6+S8jOkZddgYCBkr2taTU9xCSmF/D5swmnLPk9zU0XdcRzCjndI
w465eETRlAnuSwSs3J1tDXPSXbc6wIPnRkEmYUVgU29W6jw7BZnsNEjHzIvcKnqA8sLkAB/k1IAm
ncIJ5QiCj7mQfGfYd1vkpq6jI0OTmPWc/EFPnFjVJ9UmglXsFz3SCSADk2UEbjkBWGSDElnYHTdX
Bmbhoi7PbW7rFvHNiacm9p1t7ifuqBlisyotWhL4yKw15OUbiz5+s59X3L52aCsWfbRT3WTWNt3f
G/8WP33L3IXmqwmLSp5r9ZHWQgNSFQ0/jNs2N4+3tuaZRZmw7lc50El58JFf9ItvWUmsu10O3pot
KpVha3ePbKItI9wOqKujM2YPADp75EKQU3JUaSMum/YkmiRDI/GkKs+3fMHb+VaoktaCU6uiHIEP
VSE7bz1ArzbDXkd5x8tbu7Fe1R+zM9b80NtaxvurXcWjcK5qLGSq6gySrkQjJdUWq4ENVs8jv7qo
2tx17GeK50Lparbu/Hk0u1rzdJ/wExbrrlWDOUcldWnk3N0NRTPnuNWLPVDknUCZEqRoMij3B45z
r3sMxWjxmp6/KjdmFOGH4GlHXUcytk8NwT6KAXmFsPQpKOt1dD/TlWZebokYn6i/jjMOnNibR4sj
souKupK54XFKwunStbeBPaalK5UhfXtt/GgWeLHLGfAeSNfIc5Fd2q+wvyLM7AGj6vELwhol1X8U
LkHads97ntX1K0MWzpVm0iytcPiQbbdwd8+/4pXlADnPE81o3YLXmsPak27PWxyXqF/u5j6j13Y/
1X3FrEoK16wy2u+c8BQ0tFJgpFd5feDfCWcNSiA7RISVDO5Gyguj/mSvYsg/LasI1vCqizQgmwb8
UF00XXpPB6jrDUF1ja5QzgWe/gIRwMxvaOlmtjvzZuIeEQuzZwf+bG2QEspmZh70W9AN1kflQIlR
YdoOsxyLr8+nnbPCnKhTK1fQf3adldgL7Vtqa3kfHI+EVQCEKDWPu9wXObyRVhSTG13lU9wP3+zA
Wli4zhi4nLGeoydl7S2ohkMIp8LPs+TQNI5u11MTOK0XHukvM4s6UJZ23yW3mh32pzcdG1o0xBf2
PzImduJXb1pB0WBPCqq7KKQX1T422bwRBbrwqwZ39xwaZr7fiHI3rkndiTR2ROEEl97mLezKGjv6
8j2d39enG7RpyhaYFqFOQCvZL4GeLpUblFvZ30PMWXh4egjNRz102ZBcj2oO1Cc231iyX4/2sC7f
kjqJ1HZa3XgprG8bKDkBcYJ4jUdL5yLnDhHZrJ45XYDL0OVMuz4TfnRtIbHmn1ORILh+R9rxZVWc
pAA+MG29dPeirgAE8Gps6WizYC907h0MuC63duW86rwUKQm/Q2zdZiLovHPXWsZFncCU0J79/PZC
fhWtcAesYwfFM5MLs5hfBwl97+Bi0S13qKZWUfB1sdc12I5W4jRMeegN1bylRdhDV9tRPjRvN4oa
eNWHf3sfSBcBPFByhh7wy0hUnesjUdWpu6e90Q0GsyGz8jn2j2Nmr7wWut8TsyBY9YQjlEFN3Pv2
bbwKNwzRB/MdF5SOu0HI99ULEdU09kXoDbyQwcKXFG5iYnkTnp1T68Z/h6NohupS+Ogp5e+kLr+8
CS5MpAMRg6nAKLyKG2k46Cus39QdnREh2R+bRcRxMmeJxcfz5uO14HPy3CvmefuCRF5Qy3dGgND5
1YKnpII9EJ2Q1FiMb9erMVjqGBi3SdSdLCZ6f268pwVWiJa3d1aPI9s5huayZ7k9BzFNQ5vBfFXI
jJJ5WsFO88TRwZONLbuybGLDcio58ooxMAeCr4Ifz/T0xXSxxwUZKmWCIQd3WYM+RpBKWeP6ubQs
OYkP4OyjtHDFq1DAOo9hzFYgYu1sAo0Fe6DuMbBiEzj0EX0b/b52/bzs0YONzSxWdj+J7YIMqZ4p
51hg3fYRwgAlMko5P9KxMYGwQCAULgs/fN7+xczsexx6bYKcIVnQu7yagxVrxVPl2ObQcFx6YwBT
2USD5OjOg5b37ap7zhin1T5n/NMJKO1+GyOaWrpq5N8qyoHcrC8DUq1LrU2aeLSdDFW+r1YQ1NVN
C2POWa+x23U5jkaR84zHwBvJaa561Ziy1LghHlXSOJtlc5IufqXQ44bKvIoZgvUUbpTDRGipe8ZF
ctLq0rzsI/lkxS3oAEZ8d5RPMcvSo3NlpaWmdgFm5bUl/6bd0cAJi0RhjEQapXxupZy0z43VcaBJ
A8O4h1d/Gaxbwa+4T6mqxeriN5//g8OyZqK0nLkkk8RsZoAzb8v5aqL/khixKRxCKgoABkiwaUZb
0dLtQxMBtgvhArEo6mN8QMM2M2po4UiRna9hzXla00vFBZwgYws9EBCYs9pZLQRydv5auH1/1CVj
VRy9pt3yoErbxq/q+fc1cqstv5zgO4zTzq1FlHWHcpLEI/aIR3F1hL8yLn93WfQjenfGjTGyhJRi
SWMIKLa3w6tvJJlC8I05HlLciweE2H8sDQ0ow/406spTo51mBQA6knw672lxRkVoo4C2R0wsLv5u
yAfcmYIBIsfDrV+Peo0u+iQxcZtofR3lZ03c1nKgW30u2Tu+WL6t5+7CEhxLTlq3tiDI7tfBs6dj
NjS5vgxlXpXqpsm2NdnuWDFa6m7fZH6WFIgmhtTWEDzy6QzGxodUtjl3ntaTHY0j49nkqgnmvcBH
luckTEN1cL+VXsWForw3icJzdvP8vp2wMOFR+xRO+UFkvuX5VMaOxOzcSbRZDMlTCP32xv3L7kkH
JnpBNAITquDn9WrT6urOQdJXFp+ezg8QA0I7jydab4NlhZcId2cpuHcfD0/ySBnNrO237+GXwwPW
BcdGQmQC2PeL2iXORBJDGmu+td2pXm8LW4bVNazXSn+xWo9c59ji78Wx9vZlX1HPODW4GOVw0/MD
XQsmz0vEQVCgDcpk7D8VZYbjycmh3zkRQB6uWq3D4q9LMVybqkxi7/Be6CJ5YC1WW3CZVBndiPdJ
YfVTfrYozds+NF0dxero5AuB69ngBh7vutB06ZdUpjQaBbRY1d1MmTroAS07YRdiObkKEzfnmBeR
6blGtalz6lPJ1oVKde1lXvFebxsMlJeRqXFqomhixEyBBqhUvHxuJ+yWJQ/rCV6UDp3+QaxIAi3f
yn6YeN8eRQuyZideJjaEttxcg11KXzv9vmS9xZ/HNff5GSiOyVSpqfCiFDkXvyDVihzS3t5oJq7I
gScDOoinL/YtSgPIx0+U1Re6fXsA1jSsbNbXJVWbsKHZfMyJX87DDPMBcWzmoWOwx9Yyp5HjWVXp
f+8iK1yDS0eX3Emu1Fr0+6EEYlkuVrVsmBnYVtX7ceosnELZDnUUZ1VN2mV2MpW3q0LCSZ2R4Sez
dYw4fR0sT4dkonkxDThvaLBN120zb1mNmf7x7GPp2EfWbhO272AlrwNZEkDMpagVIeznwoN8FbyI
YS1hP07JLfyueVa/k9FX660uaMcOUhOzsHsXYg4YjdX1DYr89hp4vfRAQmGUAXWZ+hF/Xk0F2bHX
blUT3wIw1/oLDklmrW/G37Sg7lnPXJEAnj3hX1/XkEuplaHOjqrAq+dGOCIsF1/7t7ZPI/UXH4FI
cNzFlWZ/HFYPKD2qKbO9i01RlniRleE9Bzhlnti0LyOi8nLu19A61n7R+nZ2mPo849g1Xrl7DlfZ
oApXXsiG3grrQOPLqoKPXU3OVqa9KDY0rGTni6g/l1CNHRqvcBatfwdiiJflPZ+uVwKBhNPIPQJm
I1pneKVs0y/vNVlt7Ad9r7hds3giS4yrwkwEvw+H+E9iAIGntyuarL8X8wBms2uhX4hv5H+U9c+f
UxGURROtdkU5oiyx9zxldcu+V5EZ6Lff6Ss8mdslD4I0zOgi2w6S+/J2h86GAdE2wUekoFc2krAs
zCxafW/jb+rHwVEuXSL2gTtB/T/ZeJYy2yoXDnDxzs38MrFd14gQkSWaP4hzvbwZEyaMEqz9Fj2i
krVkTzSo4DUbDJQU90OM7urt0C6l/vL2ILwyODQvzUdQ08h3BCytX9L+JF9z3SNec7tGnTXCzZkN
/Nq2a5ehVzAGBj7UUk5zbGLPQla3zzFXPqCdSHSWDBnhwBJje0KDmVNqbvsZkWtUFyIvFjurAULd
ecun8sbJCz1qRM0bSeDgy6UKyr/ffqgfhPafsQwkqEEozbvFscwABy9HM/G3QgezmG+fEdlEyST8
MDndFheHMtKhUmczYCbdLW1F51h+BvtiGNUutGtTistpaOZpxh6dUCudyVtqyTwGrvqklR9l1g5U
NvSsnY2tE8it56+JWx07GNK1lUa08lTTOaIDYeWd/NEi+L2f6d22rcNTsOAugQFpYSCZykEPqPPj
g2QYoUkdh/RdaugM+XqINlvV3im0SpSL0qwN7bk94IJNn+PF1M2jdYeXFfYUj8+vQ2+zQaT0hAEl
GNwAz4H0xXdkzsPlNboTSEH/wKVB2BBtTZ+x5Ho1ehr7iSIRagHKUpwpV7Unzf1BVQu25USeFyMT
laoq9lvrPEeCGrWGqFqJhnfRjBnne2pZv5w2pk5LtQeLG5iHv8zNEAKW9hH3vZ1bz6xQ0/XbPdZF
lrBOgYLNGEZOndFkCJXk3c3318ubRWG8VUyqTK7+chYRa5UCmF/dPkOZtK/anC/VFIdcv/xR4vKD
yuMukCbkpadvT+MfgikvprHRysMqw5S+ECB5HfgUoy+Eo7uZZtHcZFWiJn4DI/XySUy7YEFCL4En
RJV3uuyAHHiBOG0xRw5W0kmSiufczHIXgxtObMj8MFOWgfGxbzM1gedwfpMJcykbgt6m9a2FYiOQ
W/tx1eeZ1fi1qXH0+TQ2wRlktrZBLN8eJxHuR2eLIBiRo7JrlLhit0VjvbND/rJdh2CBKKFSL6VM
jyvCy7ex1mHlDhRvDVHPbFGkIz6v/LlY7ZGudo8VchPjeYh1ILMFabt2vUVa7t0E4HVASlsLveCI
9YXQniDFvjqUM2etg3yr188NdLE8gLrXcI2lmmq2agh876ndvGINwcyJTASAqoipkiVAeC+ffbGC
MJfZlH8uIE3BaEb4g4QtdTbQK0JGWSTzw+JHTZaOw5h1FKHZ6+p1V9lgFH1a0KXOx9uz8xemA0U7
hsDEg9QGfj2yhrUeNymb4jOGHGYn2VA+47jHLdwE4k8B2kKRaL1V1sSY4DhrAiT945zhWPOr66DY
FnPyglEwjKEOyK6H0jJv72mjbHKUpb9EYnCFOmlIyu6nbskoP++wUjbl1qcAtCN2ZhUOIZYSt891
rdJDg4pm0aZhSmA7QOSRFsO8UX5vcE+E50irV3TVQfnD2CO3IhXsB5wjWNpdhISwe9ZOGIBWuBt2
P3COPjHxrOM3DrcHO9ckm+sTePf2yL6OBVj0hvGNSS0RAUour6bXNDqlDeHXvXvOLJs+GuejLO2Z
ZvEo2BBfRszPrPa3rwsezDz6z4ZDBxjbHBE2lhHsPPBhXu14Nl6MzPbZPUJH1hAhI5G3PkUf1NY7
6jAjqU8HVFomGH/pJVmz/AApp5Af3KdCSOiRa7lnJXRe69GZQBpAVvMY1Oe5rvNcspwluc+cNtHY
9MWe6h/LdlcUeM9d93m0bPauiYrCF5yvtqnEIjoyRfBlgGvqmxq+Hl5FLUnT1hgWgoGt6hxViiT1
ZzWzESVF1bttOplC5+MzsCUxckX2eWkT7cwnBSY0lOQqQ6CupQN1ojlZiTu4D1TIaykPW9B40ZdK
ZwGHMQzeaagO2axh21x2bqbxCEF9IsluFpsSUL5HvF6pOm2DqpTiVG9Jm1075oQgPQgSOmz2VTar
ZLvZ+oGqKmFTqZk/wJk6r862mYr9dm4PrJF17y1ZaVUHemwN2oOCYrxaX7cN/EvuBq+HWgAZHg7d
Z3+h2Y+6m0z6rT7iekdQdCpj1F3tw7LBkzWOTuMG2beccea4QwmffaoRkzmyaHNMom/gRYU45XWG
BTOKv5Alq33fjcsap/qpklyGQIlcJFgtQURobYSw+3kdoi7fjd5W5O2OkL4Q3jmi6NvUf87JyYR3
YXcJSe+tlkKUtEfQ6EvnQhBMqnqYCvSVHxO0aeLzSfWOk+8qdFWmYqdcdF+i3XP5efyxSZRxMfFC
+iqbtuoKQx6D/z3Brs81+eSpoG3xStl5xi4Dgp61NIHQWCmDZM0TB9VAXINGWZMCLPXzX0+VwFy0
TM8iChcO0XADtu/3iyfpRe6xyRbvhdukiy/XGCc5RAf0RKCrkUmSeLzcy1naLWoGKjif6Wjw5rRW
0AjFZyfKIgq7De40ZzTK0+VYwA9r66RHxWdzs+hsqanlwwldy+pSjuyCewW+d7UsowLLnZz8c13j
EbxL/CZfrt2oGYZdsfrhhc0YYJaASpOfVxdxt8paVjs8UhDun3r+rTg1bmXJDwJd9+HCUsC2J2T1
VEn7Vjk/ZEO1iaMXlEtzqF2n/0S6VMpDB9xZ7+DyE5gqGbrLeahsZHOllyVIKWd5NO7KcY1QonPG
anUuk6RVN1ZE6JDaQc58m5pi2S9xHui0LWKFC3kgk4s8mGn99kUbXZFcoIy5AJvEPGwV3dUI6V1P
vT8vSKx57p+0g5YX9AIMIaX3SNz0TTIhLFY6X1bk57El7h/Coui+WI5b3dS+BTlbj3450oye21kz
g1cXVNavOo4rN96vga/LZCe8vhnsKzA4669kzj3stGHBb1mhDwpm8Q7thPiMZ3XAbkiyU0k94DN2
WagTJf4E0pzoq1FnPjYVdbTd27Wvj2Pn+wiwOvXwYS479RHtq/46r3J9rLYx+ATz1Dtl+NodpFCm
FBcE2LJkVXuy/QJfMa1qA0FF17Dy8jNFRf6zrYLgj82Ni/tsGPvbzeqzqxz8/LweepjjE6TVPf1X
DsDdog8hdkAcfVqs57Y3Tpe0OqwfpDs4B730ArMn3wV3nxUtD5Gz/aXipbrroAV9bOgCuQBlL26W
yEb0wOpFd6ibXl/aW53cARvXF06eBR9jVyN+JKAjpFVex5f2JPz7Opj6+4S6zAnehrWbgz47C/pJ
cZq0YWMMQiwEk6bYP/PnsL1T49JKtOd7ChjbbD3kbimvEgx8d6HjjncO/fP7RfXeaUHX7dr1cqRl
9Ky/V30mH/OwBMPbMmsv56pPB505jw4lgLNIbtUZys3bB6jU43WYI4ToUFo7L2hhTb1Mb5e1KmOx
K3vpf4RqE68HiDotV6Eh2wIfuFTKR5s9jvvoGNdV9ndcrV9oeJ3oEIjnU7OJJK1ICNNhpB2qKSv7
s88GfLDWKv4Q5FF05ulSgq8PPEDehMHnmLyTEHtB3GQvY9k+TI0IsEzqhLxiapa7GStk1olrvFVA
1VM7rpyrHCDqYS1966JzIbcjz5+cB2wnt1KWXcqZ2X4Bi0LZV8/ioWirElFOt10/djQv0LVLd0zS
UMtIl2WmjapZ6vaRDbXxUpcPkXLwVHhrQ3pL6eLvfsdGdDoGWonzCk0D9oxCV7fU2MZbeoa9VMME
Ok1QQNN49dq7cCk7N80a6VSII5Vzga5guqoVEcq8Gf5worG9KagPHqylmaN9NqPHneYV4kHAG18W
QUFrneTXgoLUOZTMb3gbfQnrZoW8Vq1Ha4qqnU6QgcCAUlnnzohuz1XiZ80ZD1Z7O8o16oaIAump
mtxo3nedy5Fc4ONSpBgqsL22PqRP1xH2Q29Z625JAqjEvrL+sGBRFqnqS5+GZ7us/wqR3jgTheVf
Sr11fyaNtC4qMc4sLn+9zn1vuZhK+gzSNgyaPRlw98fC2XHpbEF4T52lu6V7zfb3bVGNx3Bbwi+u
MzT9Psus/iIagwi6KUHgd6toig3kVI3gAC4k20MRDOV1t3r40ODcpfaqCqI2TaIkK+Lf/WahpWHo
N6pbjPAFTDWsFCVSBYUOh0+SKsQBUaGiPM7opH3KK6glKc0MGQ8k2UtgAXwibLduHYoY36W3sf0k
pXcFH4L2KAbevljgCuMXPTWfAfppsVl1/JB5Mr+vcrsbUgnpVaeMgrpzEhEcxepAKyyzvj7lMi7/
9In+zyJrKx79wRvO/WyMQE6WAtU77dbpmrUZS5NO6CMVqu6idMsWB72G8oJfZXtRqvKvGLN5bLLj
+LZ3ZAJ12s/PMG5cd/U8jAdw2vyy0bO67Mrthhv/Joaw+dZpPEXCnDKXrDz27s4bD32sS/5XoJKL
yh+xQYqQGdzKoD963ZI3dPSUai8CK7jyFb0ytKz8CQbnX67Vis8yjYan5f8ydmbLcRtLt34iRGAe
brvZ3RxEUoNN27pBSLY25hkoDE9/vkRBf2xzR9jnSkGK3Y0GqrIyV661MrJi+D3s3busb8vfMdFJ
Ia95zXCqijG6b13V/+KDVdJxYdrSi5EY9plDuPlcM3nk3o+MDYu63r3N6xrfu3x2fhco1/ichkrR
naojo7wueZEh80/CNP9hkILjHTLEPo2ILQupKIvNEmwh27CSpp4p8G58bjcStQxRVC61kh0lWTK9
dowLFbBwr0DbTlEQH/DEUQsNcz22zucpHKTHUxBQYMboEi0ci5RaJ60sOvyXkfZVGTEJNJm37C0o
WcvjXQ6JmT/xNPZNciWlUrDj8Hjp9lN9MtsJmdvJGulBvi3ZmHS/xV5UMYJFd+uirWZqK2l/2OUP
Ue3V7p/sTSnmF2Okl30eKmgZd+uk1PYMTyTp7/vYMFpQ7KRd2xO7zq9f8moa1XRKIg+ZxgTRPb0Y
Q+8wp8qopQUX12v4w4QzED/CubSqJ9stSPEMCLrztQvctv7kzl2c/450sRlbYI6hyT7TjY4t64xw
sbTNJwDaxfNvYFJJl50mOBGwdWYYoOtlVDFuDaWDzvhEgZi06TWecw6uE0W6NwCvIU18LnWxmzPx
Kr2b8HhP0UFCFmXElHRMum1r14ixd1k1/oAxU0zjaUzNwfvrZ7PKbsPiefYQtD2ups8WCxl6zdzv
2KnK8+gWGxOysjnILlM+T8at6xhs+PGglTLJRdoTjIirtzddIUeo+kJqkJTbGKTKGv5D1SScf3Od
pVxYvEpAtQJ3PaggOjXOMNaiUDhYQVUxuzGBVKLAp6PVdPCootjF6ecSOxx+/Qu5FEt4ptCipsei
RdB0Z7I3dINbaGDlcKMT0PKZmXK4FUgGAQdw5SZpL7DuAOfe0/66dISNvHYQC/Ir61yqeTpM4AFV
N5X8ACtYfkfHVVhLB3u5mW0h1aXmLF1Bs+To+KTriHaphZktPI/lJ6LYZTWIwANVEMN+H0wNywYp
I2qB4HumDjcnfTUFk4+Ha62h/4GSjjfX5fmoLHnbPqniupTgEy7WQxooTxkPpcvEQlCygFvT3Ki+
195+jVXTN/8ZGVTT50/UxZ0CYp7pVLSPWwKHHE0lYylaHJkgUrJPNema0WL2ALUkXcKdpYrAjs0I
aCiXGgP+8aTW2DLgs8ExaGwM+rzCgjtduZ7cnqYLWW23Lp2T6SHJ4Ja8TYMr/RnfZNrFp0KLUEa7
SoFVEOqDJF1C8bT/AQMxwbM1iMPaC1g9fr69QT0FVumiZEzDB4p1euUntIfDAD1/3gBobri+TAxD
O+5Vx/Coxbz0gaFs2meg7TwxzZNWtr2l7g+DCXYocmsMBFgbeTeuPJhoTvblU/cCHTH91d+fCNac
6cnTj+noASbuHNJ5r+JmQw2g0kgeKCNUN7TfeeFi74fVLZ0rTIqciluQ+53gR1QW0jP0l9Ra8hsD
mKec3Ccu+pVskPYxl4L5W8k9tupw5dXzYMBwRikhS69bQSe+r7rTyciMMWjOJqs2qQSY6txfaRlK
f3mkmWOm5yyncnheEm8JJxq8qXwnVJ7yta3clbaP3ylFjYKOOzXbU0n/ZXlb6B8M3xH+I2R5apAt
E138SjQPgx0EGVcx03cezrG3CU4VZWu0cghM6/KV6XWW+YsJBaUlOkdpXl0nBCbqK1Vb9g1v9MSb
GQARWcVnMy0nODOL07MPh77L3bcUx+jyQ+bDTrz21GP+Jx1LRr+XPnOznzBjUhnZN8NjgAki1NEE
cjWUCcygN12nMrnnU+dKb02VcKcwxVaZ3FG7ZC7B29G8LUZ46GS9e/GOkoslWbeTUDggyIDAnUBo
fMC7MPPs4rln13pf54DG0p/4nYLyFN4ohX5vw8r2fm7anZKmUaABbwBOO7yPUsEIWtceP1drE1ff
WptWBkNw1mlBzbu6MIKQSO/x6IAs8/0HODhyOaUBqn5bqzBazzFDDFvqwR3/bRk23X3Xt6gvirbq
Tl4crjFrgfJx+T3Iam6tNWDNjqebJjdueztZY5T6xC6Qa3KnahwDOe2Rtso57wCo8Ms5NqUBOdcJ
QU3H6OOYx6UPmDUqVufH4DUuDp4mbP3lU0S9zutrjVMrN+G22msgjNgSBoe93DHbuPR+0aEMZk3O
njhQ0JJRRNvboAEUaaMa4+u89hJoqnGQP5y6GcA2RnXSfZ/sVjYSuJdcInMQZae2ii7U9BrTaODy
+4pmR4O5AElAegL4EX6xXibAZvIXTGKRL6+5NFB25fjZZsp14ldtL03zkCu7WqDs60DsmwZWuHeM
AJQGmoUATtBHFWdcXBSt8rj0ehldpCPZLc/mmZDooB7b3ny1QsZ8YGIjSplzUuDwWJHPN8w9Di6l
V62Ek27JkbI+KL+USAA0KDlPUprEvrXFaZqYxOnTdJxzTUakr3xfFrju1/7kY6yx9EQV1vlE2znE
/RF90L55gtSURX88bB96z/bWCJm4OXV9IuHGn2M5nvEWEKJD0GDWSCZRC98JYcTONaIZiJKYMjiO
SH4nwv5zv59xDOBQU38fZ/XgMN4V0UNZPgJ/hl1/swbkWvXHOvKXhc62j1h8vYHyFyb83wA0Rz0W
VapglSgoCNDvJheeJgaaDCPK/PwejZyQaRjYJkHMcXvZ5YjuZLX6uCml7bmsy3b8cyitBijb6d2K
YVqeqdZgvlrWKq0CkxYyd8ap4Pl9b1QkRHMkGtLxppvj8I9fkj5+8vcjxyiH/fzeQf6EApSLq/AG
JFxpesDRgKBrKTdw6fAXp6bzM46ruMAAfb0eXXV9ePF730lODggu2e3R3FPNVgeI3mnWNu09ID9N
p8cGBhCXhhsXz8cdzc1wvFNVlW55pwxKSnTMHSKiF0jdlKZ3iZMuQYFx9U7spWUnEssoDCLD/jUf
w62Mrkrv5GMZ6w1dp2p04uckM5YtPXe07pvu62Atc3dpUDOo9a5DscO3ODIdjKHl+WeMCHTG71D2
9+W1N1ySpMGo96GIlMda84Mh416Zbi9RN4UYS2K2+K5iK7Q+ONCnTGfhZhcL4/q4gUWfCxnTm0s5
mRhYLTs0j1NYHadsoYnu3bW6FTfgPcQt7I0cIhwd6yGPqVPwgIbfu5NxJjea4+BTz5RrVjGCWDmo
eo5S3rEqKVVhB9SuvEemfBxl7o7GkDHAT0iR6e+cCGp92QStiSwSPNI1KV0+FUXXDc5LQ9KHuhP3
EXlPiyOY1yVNtTE+D9e5CYge7w85NJUMkFaPY0UN1TzU+GH1MPBHsiO6OosNE/m8FSXuvBcE5HOF
TmpPo48mfd1DpAsflOFkwSCj6PfOF2ounoSl9VEdSQsX1uxpsD4RVaTk8DY88B/vbgwh8zQA+5V0
11fELC1c89Ut7P5bUXhChjnSXUAYDGYv9LbS6aHp14GFdKyZvrWl0TtDWuaXY8xA3/UWRjE9hltG
P7F4TpVTk46Rlcm2WeyYfYCJg2yy475CEZSdEiHg4EKWeJTda86EExxwhsCfTJzCIPJWZ322AaUL
kW4FjJwvgWNudXOX+4z8pD7Xm+6oPGCr7gXIQLf44Qj7mW6be5qXCTHa5KqOMmmF7jMwfbLMevof
uiJNGuh9nNR5OnLP9CF/7GkEjfq7UxPjTacbc6sVoJ84KeRbqrg2jI6fHo6AbZSzkFT58gzV+3DI
36o2T1kHUw7GsN4CzVUKV0ei7tHyc1d0KbQV9dGmW8z12MiRc4TsXMf2yUwnfpmrec8d8rzhJ91/
xkPIbW/TvDmzxYQtyb7D3N34EKN1kP48pZlF5LtMOFXxZfSN1ksuIjPkHulf2cyNkROAW8ABwBAJ
HsTPp8kgN+5U0g/y8E13AW86QSXnrN8GQ6IpY08lK+prjuoVFA9rIWwlorAAYWSkY92eEjpbwPhA
TiaeJZqQop+DM4by0E1v4JTvw0QuPdibqkfKfRzkEZQWPgrHGDmLj5+AD+QRHZQDCkI5oK3BS5ka
wEgqfIeAV/dN0Q2tfP+fVMJ0lLOfKdayXOtlkSwmxXeIW9DDupSMGayFzzukI8clj+0CBNDXjZzC
Ttqn21saQ+sTJhVNPlKoPQWCpitLXZ8DvgY0wCh3Udq2IQC4Dk4n954hu1jCotB3RRtAaSeL1tQl
qTB0ud+J3UgldqgwlRUIjhKtc0vI3XoEy9AwgDegGqlpkYexauFkA4LNBx2kxSoMhOFyFL2bV0pl
dnByp6mV/TnBlOc9pVyTa9lzmCNbVNEME/JOyD+NdxrjGQLT6dhb1Kpk4ygiJPiPe8amQZvECUEw
zx7oYJDgWYRDOCpSZezYkF7JlcGypUja+/fzYks/Uie7x9GNuJws0+2XvRpKEUCRhmkmrmZKdqAa
LBh/h0bsnXpLm0CSPJ1FDe5MWKp0pp+4rTDrch0pinxSLdgo6U1sPFpah2Yzsrx4xjZbyvafXDnH
29EyvdaPe8fob3FO0nDLseN0rrlkO7kdD899T2jhqjOu9CJA/SV9imN0od/roqPkDwhk8ng13GVm
7Q6T6TP04Aub2CwxhYj52sY2QExIp+KFKQTmNmOetUQWWY+UM03eC8tBp9r0FAYWj6fvnLOF7XqF
T232zQmih5yEwTxLGmvZpTSKD3zOc/J9X8SWcJj3i+UgX4X/lSAqenOiXIL3QYFAziXxXZcCoY7y
x62GbrVDGKBYPPXAH4RLEyxxai/PIXAiY+F9LcFm9pEEPDC7hTPO1ZX4ZpsNa/EIQFCiJS/R+Jcu
gIwF4sAzIg0Lf1MaznMTHodINdhZV9Db2svfv5GysWTaN51Jb8gkYR3lFg1O4QZlTX+vjNb6At1Q
yoED0TxKemoxyfWPn5jMJfDCIUkutOaXbUqVqJfDAWGiR177/g06MfTdqkdv/emAXNokHwMbCvNi
XlNG9XBL6cLtVJV9IWvSGUrEkZtX61gFXkkWS57IlIbMMYbhpndKv4Tz8FwRvptPlO3VypADGKDh
yWVAWfcd8qVopKDRB2yK43TUgoaDSD2gASUYZB1linXx02Hr1aPVVuQqVyjavULSYSQDi/SIe8Hc
yHmwhJWcep1rStrT+61kOO2eoyXsV+Lfgac0FHU8PtUr2apHqeT4s6QNzHgRJcMRrII6FoFeH5dS
nNY6c2sYQcAv0wq8p3mwoUTyE8IyhxnCakbW1pJl7m4Ihd2JlA/35RRHL8+PCzCm42oHtAwUmP5i
iCKSzrJ8ocRnyHl/gwMcWusdGJ3w70orcNiXMOP4wZfin9vHJpFFuoPjYQNb+LuzGRbfik0s3Px5
Bw41lneQavGKY8cEOdA/RWnnSprRm74kx8Jzli1Y1bR37sbZaPmn6whlHNTDLEkyqhvhAYGXbnxd
b+tlKRyJidIA+6YzqYMYTua4v6cJdQgUUqc1dRVITDWQvuMbjuQCbhMeXB4RG+tBUKb72RsxCPzJ
7XdoC3MpOj+w9hJ/mqzKTi5pZ7lj8QV0WRJzuFmyBLAQlUdqrTRGAENRweMul4JZddABdtAiLQ2/
4w9xwGL5udBM+d66Zm5cd0fICmSUzSmDYUNwP5hWx6YIkoomQwSmy+5zEXdyY+CoSu43uJ2Utj1z
wwN2ZuEM4OUHAKEPgEOoEy1DMl2qcOyzgb7TnooekLOpwWMfjiaPMNVZX7gENU0MhBBSDNRMPKQO
XZpKMIV5chK83pq5Hlb1ZqTQRqkow9qylsfNQv5BzuRXDLd9xluwW7wXjCCjIRKsdIvbMv2x9CY5
1DUoajv/PDLZofRvqe0rL0RSZSUTFjwB1Cty934TuzcfI74f6G9w0rozED0WL5TaDBb0Wzwypt8G
FBRueIdgLs1Bg7bNCS5tDDh021TA4CBBo6znIcdh80l1kKLSW1RSiX9cUzU5D/VaN+VbzTL6j2fQ
1n0r/SlSVz8fmLYDmLf6wPFQpx6buZt+N9uub14Cy4mrW6y4PlhUzrDmza2wQ2P1LswSdm9gfun0
celZW9fKjlfz1jbmvD3ZW66wbcttmEGNHZAXJIRf6CZu1KynEZvSCcfnBf6XM6TzY+8pvwGpob6z
PtRbzXyaFnKXfx1p602nyN7m5inMys3sr+4QjSMYYIiAL7u65WygAs0aXOIN2MPlSh5rrzFLjBbg
YjBaiDnkDkI9s3aYnmgZjU/3cOvnFRZSmDP76UQLu3eXc5OhCMpPGZ5LPqUm8cG/M9kGTN0MMQD/
EJPh2yTaaaGC6NHqMwz7T46yTCZPK3pW82vZMLXpW+PVsFoilXrzk2UFU3Nd3ZVp2FtWmvdZzmgM
1l6vXlu8INqHDsTTfY7KoTGevEZN7Z8hQbn9szV9PwfjNNxx/Vpt8J2KC8pa5arTMCEOBBk2w+C7
X+KCYUBU/C3lSSTxTxy7dRKaRCwRaW14HNzpCNbobxmrOnCar0yCkCXeTwt5+CGu0cBhYCWJ8QFm
jO1/hCTDnTn1brQ2DPQZCtIZKMHUDNlaee59QuuFKfPVZIKiNjosG5BY2KqtPiiORFmn+PYeirIG
b6DfQpB2igOdIjUJPujrLd8RVltLsDR/M7IjMODFgRD/TCeQFEq/CdNJ5dAg+klurt/FsnbHE7RX
tCOOXgYKxDlkh7EP4vVu2WV1x4GjIU/dIo0du9tjswPb7AyFWjb+1ABlZ+egyg0EJfa2eb/GquvN
8HVxt9oIL8VokW5mWSAl0mbB9PsxoCZralpqkoj+X80mydFidUS3IWya5pexDeP6ezYWfvzXjMXR
9LCYyqw+jeXoNv/R7U39bdcDdxrE+2M2Igq+bJ0zEGavNEebZtBQvqFuKtZLA7o4YYAXGsni3Dlp
LAd1ofte2Z6VJHxJGw4H5ipZ/cGb8ja8rYt4VMamjWT0tbOmpFxvGNaMqGYmj3ICF9LGmgdSiqku
Xn2njrffJxIP/Lp8iJTqXBQFeMHFGQscsb7ZpZ1bxq0ZShy71edg4O2D7h6qjxWppxT0ylfGmQM/
bXD7vsuyBNX1uWsZDHVaKtNrL1Pf4U4Jaco2zh0VZ/PSLhFDYCmCkpwUwAuLa0ZadPXGOS1v0bgb
W8J3ZkaYmdpfCtPozBcG8Q53KMcWWkZl+UcxZt7bGLbkHnY4/cnhM7Z3wWaulzjy4vEO5iEfWgbp
+ASICDO2V+38A/faLbmnrms+M/nRf6mgST+GuVKXaY7YiCP4svtXi/1GfTegrO5vqSqXP3sXStkp
3Ow5O8/D1H7vktbuP6xwgO4CwJQvvRf2TzMjmj8gWHHq0zajrrraXtW9+N6Sf19RXr8S3UqxFXRT
QLnK+TVte+M+iInzntus6t4urblHt+A45lc0X0S1sm3G30hDkseBh8+08biZcKtM4Ho+2KDff4FB
L49MAEthffQMWznRgoDbVbSD/Z0WROE925R5NVzmObfOKQ3t7oS3Owi55Sv/lgRkeqeMtpb/4Hlb
VqCHDZMcMpg9fN9q5sZhyY194smlfwePokxn5i5m7snOze4ZijXd4ppZusVdToFE365rHoKKucW5
5cwf8jixfg/NJvg6zVb2Z5YW0yPMR+d1XixWWeTH16i1TfhLpftoz0MRnkdw++Vkm3H/iDVl8wdn
GyeD2obiD8NibEKasO8o9X5lJmj6e0w9hJ3KnH9kYHh1He0xujErcLk6zmJ+tSs7fYszzz97UZFd
Z2OLP6c53J1gtks6sZO9nA0sW19q1yGkZkaq7mDYVd3NqYLsr6UxrC9DOKTLpVBm/yfcV8zQYDYC
ALopQ+BPbZEQWeLWWs5dP8cnNFornWqjaF/CkVmAF3Oyq+pORXjfnkYzU7fAD+ZveUQtdsfYNPNs
u7GCGLK4Txj+M2eSM/4JM0p4g+nqfbFqBnFMeYzzUbVED15dJXAix3mOH+BuTsmFuNR8Cac1+dB0
yDUuLRncpznJ5r/sdsQ5NlXMljg5eTv0d3wR54sjsv2P5oJ8iU50znjZNlniZz62PA1JvF1RDFV/
loazer/kocKyhlfgJk3S8p+MM/MbXnN1fG8ayp9+jVbITN5zOC9BkF4ov7fI/8ULeUJLgf+VgkR/
K90UQi9ODzRQjeZsMDpoAsVoYsu5bCtQMIrysVpetyIpxmd7hob/AD2ntR7A0Qrr+7qOzEw9h9Ec
em+JgtExnQKL3UZssYGMyezwf6leTdOuCg5+NqTJAO1iNfxoc058aDXkr1mxFTCJRml0bdkjdGXO
d7x557uqjqfgeTFzk050g/Luw7wmtHZrhUnKzV6z7WMz9nNwMgtv+JjlkdswO8TCq6+HoAgl7ZSb
NNjvV7Rqzbkt6RXdoYkY1xtxtzMfWAal8zGfSm/7V9nz33nCYrrkerD/0JpAM4Fw8neesN2uGVzo
Zvm4Gma0MAAhxgupfMOqqCowy/w/O82PmuD/3wbvuJ/8/cNseMg2i5P5W6GNBOC9zNRdNjtsELh9
TBt6P92pwIeEsJB6bUuk9FIXX/n7yh5t5HCFZ0LYSJLWyj2azpP805Zxwx8ejT7H7Bco/7uDlrKc
Vf5u/8GLsVb0zrTrcJFEc+H6/lffnhx+l6P5oS7CHES6NtPownd7cpGGQiUfZ/Y78zloWPCXCNU2
LiME3TC+WCxrwZzyaVJvRKF8Wy4qh7EIu9Fweyc+ZfpCDRBavliw2PLiODGD8iUtEdLbD9Xce7x9
u22mfD3KigU/4cUZmChz2HDV2Az18dXrkygqf631jZg5xZf1N/YuY3fOtjVOpvOKj5rK1ke8pX1/
urK6Pbd78pcBC7FPCeYjfAHmLsPNvfh9kXLPsqGSQjuNOLrrk9UpOGv3q5lLtaVQ0/rVvbcMrZte
PJo1OKcw9tcsM3hwgKMM2LDjbio+JN3c8cA2ZLaZ+ZAiytvij6XrZ1aO+7NbxtuZzpP4qKTljEXH
p5j8xP8al6FcSubUHm5KBaU+aovjGbCpBnnL1iWj+XxASpFZ+FiU1MU8pO0FzHpznBfI9WG7nCPq
UCxIncLaSA0NfJq5vg3PDFwxrQjKX/wgRTCP3FjkK2OiMVMWMZt8I7FIh0IA2hA1IN+88Rqs1vQS
MtAt8mDs2oomQ7zP3RUfdKyq+vTSNm7HTXQtBlY298NUOpVxX8Q0dWqGYe12QtR0lhk/ZsxBC5Z7
bPXwV7pLJiMYkmdT2fjXnfo4gfR6K9ZMTcFLa3bLkv5Cw7Sif2L7hcent5imcDfaYKKR+ICnFyvz
IWtpycHTD6k5zJNy1sg9j1k7Wh8GbQqJ/x4CxudlzDvv3sijJbkktjv42WsOW49rZGJ6y0v/ZT/v
grD/EvIgk0dAxK52XLQGPmY5fw8efDqmkUvZfFTo8tyeDrntGA4deHj39amrmwUhpzP6QN1n7dkH
liAYbqhtPNd0srwK5xAGEqE4tP0Wvv6bgYlhmPw+xywdUAXHNyK02dq/pKCBwyhNOOFVfIZRUg8N
s0tNg6kMHBIkRg9LO5jcXYU9FB0rHB3l8w6bVNgxtA4XLwY0hAkgHqubNnb1eAv+DofsECt5i9a+
1V1SF/5udWpthWFeMhsFnlpAsiScELBbBylNGK9SR1WGEnOVchzEZebweevyusSTjTEIMPxxXqG/
HQcXvMzmdnwqLcupop8vXO2S2UzneGTFViQyKli7O4Q1Lv+QSY5hRRURzPVvR4cjcVpVtdfF8SqF
Ssdg1eO3qAWXqQ3bH2rEbhh0+DMidxEPRuCjuH/d2gJPU6jKRYuPYZ1HHRAovJfdDKcZ0qypnshT
lyY9r/4qUs5D0TlsSWxk49moJgFDiJ1Vk7z6PuoqVmcbqRErn0PNeXgH5t7gbt1HOlGe1d0jnBEv
I7tbBYtEcuz08Z2n8JeAM4G1DC8/LBBje5eSdoxs5SEePk+HqstuES/SLqONHDDsO43xcCUv6vz8
j8GSuvNiDx4l10NdICeEYZvs9jIRS251cPA1sLf7l4lHf5fw4thgOjhC8zmY2wWW7Yjg7b+mp/Si
0yySaHtJ0HQBKLa7ql+zAo+mwOFacVAx/nkj/l2zysfbADwsV0CXyAPBe7cNFV3fpmKExMvR3T5o
UId0Vffek6wSjA5VkGyqAxD8/5H6v5tyyNVAr8E612IQHKJ4572uEGOUQNqAOY+NWRswgJgcArvg
LiMamMZ5qgYHK3TVNg17JZpFK5ZmtHrxy9IchmO1YsgUB/nHlHSi8k8pr2O7RvRM2HcaEEDDJ5qx
icZN9m1qwqRSn4uiliPtMOLKOID96pIQuMmp//muY0fyPp0BXOYUlFFIYh7zXi/r0jJG/jomr3XS
4DB2IR0J6+ZKKsKyvwwYQrAvgCDkpIEN6iMq1CE8atK2CuHlcoJVD3bYFfs4gGmaPoxk8PU19r2c
17JdFgyuHZXWJ91mPFB63ZOZSngM3t3BltKM08DFHBSvzKiSTz24DFacC/5LGUjr4zwYCHnXC5CS
3Klw6uVN/KmVSSXFkFq0F2wmbb9VblUIss/hAeBa69ZhjvUAdnIYDlvsYchB0uHs5lxajsZsCmvj
IFxC2QEVyk1C/Cvh0faGU41VwfrBhqIC1hwyvI4DvFTlbn+7JM4KNZtCIptOdGRROV8PtpduCptz
it/CJwdaUvEFXSfkKK3EXSoQfzoXYl4pS7tw+u06wZRtqkukbcuLcaf9rZMxzCRdPIb2SUuHDzgK
2aE0BMKq97PmUc2cd80dPQ8wpsYownReTuaGpcT0lGyV0CqGnHFG/Vnz5F2z3VlUJYxa6BG6yX8w
DvuOnkxxP1hlAlX04IOOiy0tXt1mzxsmCN7XER3k9THX3efjggNmKnJZYx+KRfewhhLGKc+kY1Xa
Qxy4p6ouy17aQw0zfM4e1bFhn5qcan569RinmqhbCKRQ2le7S126aXPhSiMFlULCdTFfU27eVANu
BJ+KrFiS6QwnY82Mq50BlmB21ARCkh3hOLMD8wSMI/mUqblN+gcbDkL6kOJaTmLXAlbzAQe5xjTc
nFdz4nfkg2tEB+C7atnLlDiZmRj0xI5u0ZHFhI6qadmtQVxzYVbDoWrfHzfTNvDF6S/hZLXbeCWk
hwT4fjMkBTxebpvTQF/T4T/d7IxCIGle46DH9i/S9ERmyEmD5WhYjYvY/JyXES7V5zWrFlBdTUU4
2k8ckiyx44ej84PjgDz10V2gMx209MPLqrAMSOv3lh1u4wLf1mqh7ENBDM0vLX4mBTm0Z/e4hce+
Le6GjUG17Tx5CaNNIA9pXvSxGc2sDlRwarvEMtq7g5Ob6AdGI1YWme6rRC3WXHTkphKMYD0Neq1N
sGQf5jUfqhBVgjR4Vur0ZM9Gjiyh1J13jSUqhn+lTJs17czrzgMi2/gLYkhrNh87uwb/v9CZmmfQ
BnQwLB1v7tt6REW14Iz80jS1NA7R4xcjiKs/TfX3cg8jMyuLeMDZ3y6Iw7ItoF8NBznZ4hApHFnL
cgvSBJf/U2ZWafHY2obbtXdlYyYqehkpQlmTI/U6YSgP/Q6+06w9OowVCgHb22Mt4oygu8YasjXH
DQFfej7sspRiICFUJyw4SCUOVgAHl3TJLAIKTl911EmkXudJunsH763oJ2GaGsyYIbSRTgkf/rh7
22gMfOWk7czpYWuH8CMujV6COECrETTLet7zzCpu5ZUQZCaLBJMejG1eGquEQIR3d6zgBlZGn9Wo
Ohkrn7dfULJuvKAgz6ARXUxTEkyPNPKFuCEGLVx3TKOF71TEvdA/Dn+oo9XtMPRY6Hr+En1z0acX
z65dQAo9jf7aJeqUDwMa4E/Wkipf5edjm83GHAvdMJv7DVXbacn7zCo/AkqluALAgtn3sgohZVbP
WVPICnb8QVirmZYKYK3NIJ4/epvSzfxpyxxs+OvZBZh0KszWVkVCjWpyk5PoGmQ4DiTRSZOoOm+C
Y4ngUXg9BXoMQkHCtyWE6P5DnyFXKJ588nC4MnEEEzX41FktrGfI7pH835GOu5pqY4B+K+aNKzsv
w7c1CEL0a5pScVzPQYfRhJElNtzW+Xw8L6abSQPBQl1KXQwMYEjATjGFk5EKOVb245V+G9Ycz4eR
LJ3LTsKkLgdVm8oCnWtafc7nJkJd6dFcx9j6RyJU0O9xJv5hsOcgWS+7e0iqmd+wPCXGDJqFSXje
bzKhnzZzmAOezx+qikZVfs+YJNkZKvBRUZw9JqjO883XeoVWM+ITmcbxvQQPQEAQbU0oOrNd/HV8
wYMl6GiqF0i9tLs1mecIMZpwdVA+juMy1lQ3jzF+3P0jYlfTLAQZc7crROIjCUinhQ/wHU3p/fuY
T9cflSaAK91NpWEmBUupGxKHfGbSB+RBNUD4LPnLQVTKepT3uCfhjsATOhCDrmgF2PFqJe2fxBt3
no0Pm4xtDi+eb3UI0ugvSUu30BFw2+1b+p3te3B1NhdRM6suCFbc27uJ1k94tY1QOveeVgEd2Xxu
J0LzB3mFPmzPuzFkpVlkh7KkxLCBY59R8kJyPkQymoGdLfEQew9MqLTN5dHGARRPy+N7H4vouBk/
SSxwgOXhaBry0aA+vv4RhKOAbeicRhIxP79LZqyUSGMsDM2Dc2pjMvtgK9iP8XXWyV89eRsH9+rZ
edU8LWNrBOUHr0eERXPV6+L5B4Y4BMu7MoYP41JZdYH/1eWX5LIaQ+tU7DjDpejp9gSnevQE3UrI
/HkVWLNAacynEvyCdRHysniSR2MnIcDQ4IQ02E5b1cNFOKkwmPkQVnUPWOE2cT1Gz6h9c8Gv4NLx
jr1Xyj+Rm2Fwiw2NGy/fHEUT4OuM7TRf7CDPge1yiZiFcbmjM1Fgwxsm07RPfm4X7a8ILwSnc/pQ
cLphW2TlatiIBGLghwMoSjQM2PatbEpG3gk2SfdZeAz/XE+8ryZge2CHImMobanm3o/JSktGSQFX
Oy9zxjHTsCGChdHHmqbh6nU32Ey3ynDiVbmTP+l1989X8T+1pBiA4lnH2D/xAHrvzRKYqeG7xmA/
h7t+6dg6RcpqgDa617X5oiQDOUiEldZIpDoz+ueLeWcUY1tY5uH8A9+FucwcFO9MLPK4GbvBi9Vz
6i0i11oUWRYRZieJHooNOAFo/m///MH/8yw8uuiWQ5YPLM707XcVtT2GTDKJ3OnZ0wdugGgap+7D
UG1yO9wFj1xAZVOErizRefs/X8b77w+wINE9sLgJFNLvvQPpd6khQT7/zJAKjVqmwr4HwhZuG2W/
yDSOWv6fP9lihtV/e/TYgAp4LNouxmh0BYL3tS2CqgTr59j4kGpNSBnE1D2Mc+zaHhHprp86yEmL
VutMYSfx+ODIuLA941+sFlrDv1lCvV+ithVwLzyAishyHO893OFDMMFQLTY/HBX2wWYbd62gXqJa
6vCTvafVMp5WwfzLfZKV8N8QqI1xW8TEY1Q/qH+4pnfQj4+83nPp4tI3cjcsnDVhCz6bMj+vydi5
E8LcMTC/lQUzBquL5fS19a2bMMhPzlHHvARg6CSIULt4qoRJ8i9W+O+MYJimwVxzJ3CgLwUWpvzv
zJY6v1stD6n+vcPkX/QvmgE4QmH4N8Pid0MUPNAv6BY2w3V8uM50I97dC5OBl8roNvfDXIXhlv7m
eP3YFg/4i7i4AnFyEDoDJoxVv9s8C9CfReUR6dSYLDAYXpYA34H5UgPjBAxG7XbHpblE9sXUMnEJ
+0pWiNj/UAPxzWNjvP7z83y/8fH3cL3Q9m18WDz3f8xFic8KF/woeP45aUZv6xbXEwK+FluEuzaQ
yU/wOa2t8nio/3wR3t/tWLmRtsOyCgMCH26u/2PHyhmqBPten3NkcxxqqhuasH+OVFTGb8myGLj2
jMYKkevTxknCCir0xLBMuygVuJe5L2PgrW1xQ5Jtwh2Jx6T4lhoWI0Kckz9YCpvIcCK3zW4usy+J
rtpCa7bsBCwOIJi+F5RYOfaOtLerwPEYdmMG4uR+YMtNsijYapz8MOu/Rz4TloOfXpMHrseSaHjL
aWb8ESzEEJFUQVKAu1ADhaqzoQMUphg+sHvCkPTtCK0+YknjSxJGXoZnk6OCXl1A5J0hrKH65Skg
9P/j7LyW40aWNPwqG3OPs/BmY+dctKWnKEONdIOgZigABW8K7un3qwZ0VmpOkHs2QjETlNgNoFCV
lZX5mz6dgOYf9b7WqogniKXMj+nCEon8VqXwmRnHsb73HJLAaqfDA+i6q6aOUdrdUz6I9cfX357x
Yg7hv0GE0h1lqm1waPs1JHg++wG4/OR2ralXy+OTM3GSvKIgCbMIc6UhC+h5LshsZ9E3X4uX9eLz
BDJdFej0OVVy+DPtYH5awEnrY+c08cpP+ojK0ABw1HfDt1q25x1bl3YtEnGqw4OHp3kutmvh40a5
XG9uOEVVTvEn3LvYKg4LCnk1NlpXKsink0TaiSu3bBBxDzpGf2t1nEVcD4VKF58RN3ANj1LzWUDD
69dpPJp6N96s0VSnihrmVrTTxhPf8/+Vh3g6CGfHom/tKf+wk6DdT/V9ujMAoIST36ytyzVtrJek
EGO7hAyVSIu02xtF5vPOAiFAmd37xGaK/C+SwrSvlWDjUN0ksfAINDknPvfrj+tnHgLR77ygVT2+
0EDv7i3/jhfXtyhYgcVT5XybjeQspBfZFHeTb8TXq1b/QEBQB7lfbERyw1E8iXohRb++ml7cAK8Z
ULCLxi4HDcLzr4vJpWbp4rHXXqGge4oe9ulkt26zEWhYFZcdygXJ0QHb631+/frqAX/e332QmGRA
Sg+Uw+yLDSEdBxtvpGi6FgSX+aPvS1TD4tYNqSxw043WHlwT96o3Jrl5nn+RcxJHAxRIyUGZc2fP
nTpWb8152VxjdRHX8s6zq3J6DPJGzJdr2x539tL63BmN6p/TF1JnrHV7T0JTqKJrLSSnpdZDoHfe
4t1AnenQmLkqsay4ADopKsLTBc2ZQzCQFNmot9hawJABBi4/0b9V2IvXh/U8h0MQmoltsxlQI1B7
3a+vNQTvNKIeIa67oEdqZAOoO0m9DT51TVojSZH2DnyuxYzEmajNf5O4uvRIOwCRk+4bL9k5f8mM
Na/ZV3dFE+380DNkALRBnonrBY6anEhtSw651J5ef/iXlyNy0TICfOfpbM9n71Yk6K0E/excRYq7
++0HFznrSZW7BdD+xgVfpGZsuhyjCGJ4SeqYx55dsm3DUalo1FcrmWnRGhgj6KkIdAyqwaOM3frs
Op6ARBog6l3El+5MCeAzO+DaFerNNYoaKfW7tUS2Onw4ka7oNAt7dDyRlxfyEbIHgHexMsRq5J0z
yy6Dr8u30j1xlKIFVi3hpPom1ULRZZf3mMKr6kQc0jDAFeQEcF2oZCvVzJG9Ygx4Sa5a9l0cNRRm
fLkAfotBlZ0ESsHUA8sQXa+HZMnhIFqhF9T2ufIVyXsIT4+ekai0jgmlVkTc9Mmsg0Gt6Stt8fUA
f5Qs3Z6+0BS7b/YKdQzD0UJxdRrMWrjIevwoo8KhFtZXUj0S64crL+PQClcVqUFnqvLNqp8B1lkR
rlbI8XJ2ydRh89uEcBuO8Y1mR91maLRmco9tjhNHcCnqGQe0pSKg6wNqLhBjB0ifByfC8+3dMljr
sWgNxwLlcM6Ma7VmrVCXCKnNj2u3mmLaie5/AmEvBUkqOqo4edKe1gtHn8QxxK5mMraLVO565vTN
QA2mV/eKcLM24NCFUKaTyamyuYzA8qE1pbYLO7EfMlihPTonlNVsshpqZ9V3sksfc/UZitTTApQG
TZAl3SZiuDEUyVEBFRTkktN0LQxFv9IWVipIhKY4VCyrwL3KzWoIrlFqbOVHgWkh3jQUtZ052C1p
SaCkm4sDyoxtThMOv7rIQp/EtqlOoZ+YPwGxSrxtR5Xfrfe9XinW1ypms+iowCrTIkT0EWTuN66B
3Ki1L7MUK44Nf0XZrEuF7hxXJnpB8SIAGmlg0fHHvJTSoX531n2UukM27dbK7woVgEKtqp1r7TOU
yBF/QwUAkv0GZ47Uvmt0FHvg7s8ynT8tlCOrhob0nEPqw78xFnPsPC5UbBq6Uv5J2cSwH+nE9vIe
v9a8Mg8IXmnTo2fPsEbvETdS9GQH4jWtt9QZ5hYZYzEbmJO3S/NxLUtjd6f40qjiKrr+KjPhUSRl
snIqdw1ObpUoaSF4NLvmw9qBJhoqIP+co+nbP3h+2mk0PJay7kqKbJYosCZwweTayWfQ6YZ4WKa1
dEeWbHpauD0aVjVyuL1vtuUe9ruahkuHPNQosl9UmomowrZfMERLUSDFpYiJuTAHhWkKR0eDGaPF
eVchSUBhetViWsWxXIFoYLOHh+tI6oYZRApwpk3Y33mpFQ1AylYd52KM2WzXJ12mmD+5sL5WZtFC
wVsFpJalnvqBr31Gp7K39sESutaG08q9WhZOd9Ko0k8V9XWYfjCRBWK68JIXyvBSqqe+qNSSFsrj
oquyEqlsVMOJPfirRvrj2JFdQHwE2cgCgtVRdx+q3AR9W1pOn1M3XirrS1vE9Uc1G6GWQ4w8rkI7
84i/Ai1xRiaIdkvrZiVr2kt5fRXPCqiaEw4VILH+tjrPrkS3BkQVAR7RWRgRi2qNHhuqsl8bsRPf
OknpznDulkCZFKFPEM3H0mHepWWsp+BrAw0vyE2g2TCw60X2YVi+7yRy0ljT5H/CtJq3uwlh0UNb
xsPLAO+9HjGXV/Njbp+iXssoEORX5t8SKc1T7cTwGwV8YpNVu8CqKbf0jH/wHk9c2ZW9GqGAOz/2
0lW/ve4Sa4N30SJZw8NSzlwVAlZ620pQbMDOMC8LlPqyLEI2Lknmx6DWUMwGXscBWG4LrVG6L8ZC
3F9IMAjj2WTpWO+p41e8nIN/eC6dyDL/mmxwFePdMAGNR4Ic4j6/by2H/rUXVCwFo4VHvb4gfaHO
mshRz8l7AfsLgMq6zdleR04z+LPqw6x1k7Q8aUy3izzTtJCPYOnRdbi1SDPokKz82W6JKxWsKTYt
qdqe2h70o6OXtNY71WAjT6eL9Ee18JdhNE4qTVh+MhZ5j3G5+pK7AWJRB4cVAJXiVMg8SgmoajOW
BZMPLyqFYvEWVw5OnLlxKzR/0m9qKFf0dyp4OV8bXFXizxEdTSS/KTFoz5mAD7ZYf2ULSXXthFUA
3tgQ1+L5IgawqOkUArVSDLvNnhlrLbYrAW0hDfsXDHgoCYZRUKTWQXNBG5ZQBE584NY+CQvZ1aBa
ZVSn7czfYsERRsXOpdQo273Uddxh990iWL9M28A6GeOtmcC63ePgSwS4TGpTgjnEuHwugm1UQwKI
t1CjLW0+ZFACmAgLj3INyGviuE70hXFkpJPKLdamIAJHcJvXE+KqbLTCNwINlz00zhZFtjXHlUtS
tQKLTNxWeJGomigCMV5DKuos+lhOYTokWpjKqzgL1F8yYebWjccPHU3PDtXMxayjWeCwoclprtwI
A0k6/BpPjLcV8LBqeNvrN5If8o0oo6kqbL4wrFdA0iKdBGdQUb10tgLuqqUxylpe9qOFgaadVMji
JTotyVOzpIerdtHaboyW5u6izri0G9fpuVBLF8kEd0lIlyJPu2S2IJxd7Nz7GAIuuE5gMIwkQZ6a
0aVA1oaFnmi+sqldZvOqWiCWNScUlFpJhPUWKNKmBbDkXfpdUZcJtKjQtb/ly8suTwpGncCmD2u9
GGDbg+Xqqr9s9VHU9h/DqC+cEi8C5UCX+Z7CIHEEUF3uBUaiiRNX2Vn6oFRo8gz0GgobJkpvNtn0
dm38Tq2DEOwhCfF9gXO56APSSVdJtViQWgbpBe+/blGoKN/pQ2IZQJ0WZT13UfFaBmldYwD050bu
fD+ZM/dyLVZo0dClxjaC+Ra7m1r0p2Izu2QKEa8nGEFD0uke0hpekHRW5igAG9dBvGHjTVGGnt96
0z94/qOm5qLBlszMWQd5tR5ihy5re6swTvF41y64FVTrkf3ZcwgZy2pnQ3BuxZfXj3fnNYrANz0c
GeiPOT4Gq+dFutlxxzKJiuwqzypg4KtA66pKMy09s1Vr5t+6sAXoEfIIPTp6HLTJzktxWWp1tV/O
8ZXI4tr/NnFS8KATVFiCYo1Ya2Ne7AtUFgjzr1/4VPb5qSxDeZwDrW/ToaO/gonEmVWJpvlWw7fH
F8UwVb59SVGyc6OrANNTwOL01aXnHyEiNwbgjVnGbVZs7WSysFd12VMb8yY9qe11eu5DX0S0QA7V
u9dv8hwJC/wVRSqD4wPaJ/pLD94JiIXnVb11XBFqCwZuXP3LG6HKpbo/Vpl2gFBVxZ5Atc73/A9j
11dVdSyzEQTdxkTyQPvQlIlWRluQWqCaNznTwMr39mIcX8d5lkGPSjKtAA/rNMgab2IyVSve5whW
U7RfVotzqqifHvM//xz/K3ouV15P+8//5uc/ywq9lyjuzn785/G5vHvKn9v/Vp/612/9+pl/fixz
/rz6K7fJn03ZIkt6/lu/fC9XX+9u99Q9/fLDvlDG9g/yuZneP8PD6E73wHOo3/y//uN/PJ++5eNU
Pf/+2594MXfq26KkLH5b/+nyr99/C+ja/Iv+pL5+/Tc1EL//dmyen4vsqfjr/CPPT233+2+aYfwD
gpdtYuaLSJFuGXwbKuDqnzzzH6haUaXh4OipOhnrvSibLv79N9/6B5VoZFbhVTjUvnX+qS0xIvn9
Nyf4B9gBvFwCFycf5txvPx79l1f4v6/0Z6rWeXmOwjprSn0PfCioWmc19hLBAYxbxIBCuKwl/CR/
VPS7TiYIz5ltZKFNPOWQ66FdtIMfXg6ILtaP8Lfz6u6nYVtv7edbOfP7A0+OKxHgPG5DpxeGksGv
pULPcQR+B55xW5uRa4o9AJCYBk6XDNqnLkffgD5L2UbJjlQGfOExAhooPicsgY/KfAqT2y5P4Wn7
1CqOGN5a/kOrFcn8RqX+xZBByKMrQZEYWLdDIP71NvtR98LRsbJbzdSzaKNIROPtCGlz+Fza+IXu
ciOJxHFozKjZoMymDDo5WpdvlDL/7jbo9PLmoL0wYGejZU11OY1+lt3mlMiLb43V9/GBUCHSDYeO
0jsAJBndZtcUURVcC73PuqsILKz/7Y3Xdt45olbusjE5AFxth3s5G49QdAJRiiG4yulNxsaVW3Zp
R/CVeaBfV0C+zI9dQla1oUENYhntgLS6FKYbohBX6NPNv3870OMckg2aq9YLa80xwGVsEJZ3pU66
xYOMLATxyx5ZfIrmIwYg9oHUOo1GTpMeICJ4KcBgQD7itJM+lK2wpovXb0kNwE9bGPKa7JiWS3sl
wJSPhfbrhMmsKRlGyCuX0m2zEoRuVDfRUXSRg0x9Gwmv4oC9SJME0snFd6cDwpRuXr8L87zXTPCh
uxTQZIZIQf/+bMJ05PtgNo35MpwC0tivXoPedXPj6C2QH1iQWoJZh6kjmpEgNyXmMtzGdlDF9mYC
Od2Fm1RyVPuu26Ojb4sJH55pO+CzXprbXoviaNqbI2jV66jDovYpHke/RTGfjtO0oW9cp0+Iy6s2
bRAgzfwU9jb/7WQVdf7u9Sc9szdTGAggDraFYBrsbRr8Z0+qOYL2STKEh9VoyiN55jzJKSzlLvPW
KLRsO0d1j/qIxykAAr6sO4q9BztpgkKDG990PPDrt3U2DWjvgPAB8kUfjxDHnvDrNKgcK5lkafaH
vBNdetA45FZXmjFH6K/HkXtHvcLKN3YUa/6x9mURvbUyzroR3AB+s7pO+kjLiQh2NiygfXE5Yf85
GFptdLecnTNzk0+T85dtDnp2G1ui7d41CQoOG4RUusc4Sit90xaZcC673JDDTdTmSXWkeZZNYpfp
4/xlbrNxfqNndJbmWhhSQiyy2TRphLJkVOj7qQvr+Wih4ALagbvWXP9gtClmGpAa2va2yLvsQ0Gu
Nb6xSF9MGp8Wjekb7DseM+dFA7TLrFFpG8qDLGfdv+v1OcF5Q6Sac2/H7TAfGIAy+tD70q4vvAaE
/G3dOHa7QeI8tM03JsuZjyrBFDQcnW8b1zbXoTOoxuinMaCtN6SDlbUHIOLBvY9hqrGX8JHzyznH
IuNIY6R/cKu5aS5ytJq2Lg6iD7ng3LeNfW/+MuRp6D4HyHPdmi1Unr3tZgZ+W1iI2huYidaIeZCH
uYwVJZ327+1N6uZhi9JkC4DWuPT+fr15Y6rtISjb5oDHlt8/pMMovBAm62hReR4783Ge3Hm87yuM
ML4PfVN2qD35zvPrC+7F2YHbYPUz44EU+kSas9uwOxslENb5IUHb7GpMLeNBDvD7tpDHUd2Byj14
xj7Dva66ofsgomvHpvC3C8ZwHI95rYX2dyokLeiVN+7sfClyZ4j0ATYwdQelcussFijEoTADtzrE
JpX6K+oMg7eNMrq4OwQfq3ynOd1kHbM6LuQWlwWMujoHcO8hE3bmfcT6KRwjWjRT9SGjHeHcjwDp
0ntmdt6+QXk83ctP25d6mQQsAFGkmx41t7N7lXjBTV7ny0PVevmnzpPUj6eswYovNtoqvcoNQ0JU
AMQhN3M4OFvLnYzowqxkbXz2JgvJ2xyXCegmgL4OlATigzcYctxHoZFvbbueC7RxcEYFUT97T+nk
JuPVmFf9ewyi6mBfJ75EogmBqKskKZDH2fQIYIrbABRC22yaMao/eBYiOhu3srmCV5R8yhDW3L0B
klHz5WwkgCMCkqS/wZ9z4G5E/tJUPgpEozFPyYOO7YzYZF1TO+8sXl5NE9FJbpQQ7afX58vfXhhU
qEufAcyaOpD8HAw6vwQq11vw/yG9DbvAaeujE7hRfNDzopZXgKSB+2et0XX3r1/5LMtUL98HFOqD
UHAcSgBqIv8UhjykCULsFOQhxwF5/ICnlPc5GJv8eaaME3zBfC0yd91YpcYuZyue8YxosvSN5fI3
j0+6QuXdhfmqc5D69SZKK4tsDbPBQ5bodXuo5WjIreYYAgkNx4iGhwpoyY7SbhS9sRP93ZWxZwfX
SSrJ2J9tmUY9VoPvVx1UT0O6yJ2Eefi9ZU1vk3bAQ5UKLQL8+4p201v70RkuRI08Bzy4ZxRcEBI5
x5tCJJPFOAUoEzoy13eR247q/GMEV00F9C3QNWHsZgDe5SHC7C87tr3mFls2y7C9RpqEwXl9Kvzd
WKDfHHAwQwLAOH8LmBBV1GGGljhQFs4Nja3qOfPz4KY2aTE+983oXs3+GMs33v553uSrE2oAKPyE
lHwBNp2rQq9gA7QHB6k3fzeNhf+xqcz241DVWr1Nh7rCNhA9zhljL1cT+9cf+/xYyotQ4BzyAhaA
ST6p7u+nJZDMRtKYcL8OGOtlaNFFRd3v+9RLvJ0t5nRr6KlO01eYFVrIte9o9+UIhBwxz3m4sohD
932H5vImTOumRTux7d3D67f48s2o4aE7DLDF539ndygbX8J2irnDJJnGXZq6/vQHnTvtMoBr2v6B
z5KVUDLtmzdezd+NDUd10MYe8YEKxtnKtPPYk8E0N4fKGuqPEveWaYfznxVucQN3s11hF+PnNOis
ljZb5l7LwC1uXCMyH/QcilC0mQzafDcOXi1PpuxD/43N62+yOizbLXVn5LucT882L7hZMx2ysD50
KJT+SZlMNGBSALfsJ9BR7haEr/iS8OLfW5MhLjNMDPotPPS5fmOoXgZSnHepAhouQDtC+NmNmB1e
iFWVN4cocGONuZxjhoMjp6ldFujdJbtpQIkKzwPRDtVVZIbxHgmbyHr/+lRR1aazPYyMEown51A1
W87DSlCJyakDDa0Ht5zzXZ1Ka96LPgvxowry3t95UBW/lfWQexsNh+AvoGm08DBlWXGbotIvjsz5
4tOQo2v4VshTY/Dr/hqgLqJjfUTJ13uhrhCXuaQFP9cHshHX2iNHld1o+oQFlK5H16QW6Hh1ovik
lf5U7RxAoeYmEk6BN9CQPzdJPSVvxLxziC+eB8Qegz4wmbhNOe4sDR/1vsRwkOFCdNdqNkNbwgcJ
WpwaAFJGLqa2vn2UmZt884dsvEVkFTst19U5vhcUZH1SuI7h6wnO9bYcgTJt4MRN+47GNjCjPNcP
UppB+NZ9v9g92CixuVdv2oWIdV4dMunzCvaD7GAPLgImSM8OefJpMQ4jlk7e+27ESvGvzoqK9KkZ
hB+/Kyx4hl9weeoQx6E9SFv3jcn38q7Iw4HEQbphUVrnpTO6gpVmuXlyaPWyxIB5bDPJOVszaz+5
NxEPcq+kbDWN3X0iL3zMytnr38+DRCZh7+Ul7guH0bZRMXv9xk6Nk19mHgVVdlqIWbxttOnO4lhB
47j3bD3co8nQwKuzONFR+bSiPh0wMfJ6pC5LExIx1r9AMNKnQjcHqgcLhEtWDn8l9IqKhkj19I7P
jc5FhRx/d1PhEWNfTTZHC4y1cI0bL+ygFfpfruvXXKpufaWB/PoDvdgRfMOixgDcEq47il9nOwJa
/AnFWz1AFJ+vx+tb6uW11uGVuMfTr0kQKA5RzttKDxvH69evTePj13UMchQYK/HWIMyQMJz3bEKz
GS2CiThOFYY3wf2YtjODFQya0nsVnLFKbTsi9tOPX7Estr3+EjOmGd/PaRbFvVsPbvdlONWMMK6g
5oRe2MA8MWSsWsYyycrR32r6GOniQke6bpRH3dGlVl2YKbH7cSzGUny3vErLPkaoiTtfRM1+HG6o
krof8H90hc8N6PXkb42co1j4AQdImI/bRQnZmrhCifdApgCP7SyCMNjnomwwKHZTyJPZNrUbgck4
3FfF9RnyUq+rA0IwdRYcdSlSPj5NUCX9HfFSXRo4YMJPflGHLeq/XqAmk8G5il5+EuCg/CQgGVOf
AsamamKjsCOKhRYybfS2I6FVTBYq+IU7voc34w4jkEm9n76ilzJ1n40SBnBxZbsUlwjifcHP+xEP
lxAf4F7Dx20Lv8JEYIVIbtvbAaM4HiNHmkAdLmMtbbGBT0NGbid7kCfZtkrd1r1rQGuqv+N4ZzgX
fp4H7XyZ2t3sRQePwR6zew2bosF60AJ0lvTjSoitXBufqnqj2U7lqPeTcLK7HoBrFc073ejJnu/W
u01qJpJxmOfRowYnRuk48cbl3I0A6CxdkDDhRKnF28I1MjRax6iLsTrDpjR4ZKZRhjgwKoXUGJ0k
6FsN7KXJ0fQQgbWJ5BWOQRYTD8xRwNCPFlIlwX5VrUCgfpac+BF/y2i9A5J4pGTQssJTtxLfg2gR
VFnXfjkgj7xNQRMyJGFRqwW8/lROc88AeejinrArdVA+mpGZOe/9Fg3eR+A9TXeHiGX03aU10H7C
gnSonpIeObMb6Pe5hG7a1DLUgUVhYCeh6Acx71KmmrroGAOOsRA7KLwnu3ZqPFeRF+OxxnpSb6uR
KZHcyArd+eSaFF4PVTL1w06imC0fUX0V3HK23HlsU7998uDdTsAwRUrK8VCZ8O2DY6fpRhtuhJxp
Ee6M0fNZFV2pqzhtdxGFo43vR7V7FwRYW1uX5oA3vUYWHsF1vdLtIuiyW7MMQmuDlmbTog1My7K8
njrEVJINVP6hfQfmG3fmfZLona/jvNnP4w0yDx1q4lT+EJnAmsjR+mPUwGQreXEUe2EXF+wsH4cJ
HMMjEg8IYiVdSQTatOjojuPGM+fS+jqXYCS6rWAtkfSOQMvSeSuqfsjlFYclnvHg1Ql+Rjud01f/
Xs/Q7ma3dmrQDhWACcYaCBzzwNRt9Wt2zeShUmM7pVG9841kZgpi6unyl4aNHKC1T1yEfLW7zAtw
/pxR5GaUksL17As0TTsmm+ekSj8dcIb6X9qPBcPZakEqvi+rzOp69SGbwzPr1pwD0ScfZmswtAB8
ZaFM7jGR5D6dOJlYK4QY9dITO2xUWCuBYn4XDVzhPwwtbOqLYLbt/ivuUw5GpjE6AMGFQMskfF/0
dJlRrTtBpbIKpPyzDjvPYR5FkVoXo1MROyMaCQjDJmnn9qjS573a7YbIB0gkcWWyHlBQb5LHypR6
ejRqisb+BiokOCGs6MpJfCAC9sF7fLlQgqSajOOc2MSku+VNWHMGqrfre5pxJCUQrs4s+diz4S8P
jP6rh0+1kxhDcIutYU3/L7Mr+acHbFN+btIo8fDCsAYag4j9Fogs+nVZzcXeGCpZ7W0cXbW/EGWr
tVsDynVaHGgb+s1D1waZuHDR6Y+RpNRkiUSwnLXrtJNRH+/8TFj5BVCYKrhrKLvSy8LAA2/YJtO0
AT3xKgmjRztqFCoZTQoKteuSsEAf/qunwfgVpoY8mxmNn1BEQRl8M8dNU6Y7c2rUOho6iVN4HdQQ
6lDqjVTPBw0QtVX6vW9M1x3CGemThYs703AsZO1cRmnrTP0B2+c8eA/ntOWjtF7QlbigSq/6Gsi9
pgxo7nSlk21DjGZzSWCZO5dSsleXN5bsk+SGCVvUl83YGMbGMDIqN8iwl75/hWaTz4JGvpquL2at
mMsjptZ2JtucxV6kabsisFtgaevGRnKBdOQxrqw2ailTNkb8Lqsxw/g2z63ar9dcyTZCFa7XvTzN
hMINFrhzqsU1TUqqiLWvOkTr9iviUiUK6yZhhg4koG1j2CpdWhIv9GLUftVjhMjHvM5VQTyXtNhD
VJwMtRcLLFlZUcXQqv0T0dOE15V1oVBDZXtq6a+7XmmZSSi39HfDxPzRq3M1KJHlznPHJtAwEhxM
b6sz6vO4cZYmUVYMp2/G8JthD9Dg5isjZzJ4jYXva4ylyHSSmC4fAIoilZDxnraNK1iyqLLHbfR+
0sM5az4JLaw1d4umQ1kfYqNMsVBv7HZgVdZoehNt7SUvpT+uRGIA1gYF3pysQd+6EiE/l9ddVzcE
iBEjOT4A8UHlA3rn0PTa6mGrcopV5CX1cjVvyGsUnTtBs0tD7NRMT6285Qr49xU2PhgTRQd9nyeZ
2kCdKE9THVroWEWcDNHt573ktQOL4xOeY1qVPTaNVMEqCJEDEV/RFFWjXs8emBNUxeGOlDBgnHka
UOqRuek3xMa+U9PcKg0lJtUCpWdelBZsJeNuhTbpeCryFGTUGQOJPpRrX1Q69CnjnVlnMKae5qK2
GuMehkbKUJRJ7+A5jGQ4fqIdKtudTu6HgLXRn0aqiD11/TjDRPxrorlKD3dNC4wkTbpvFUJc8tOk
WRaLEbe4ThWqM46kWzvvVBiGyJKom65slRNaCiHR4SFigzK9S0TMtp/IEtnEiw6YOK9jzT0Ssyn5
fSw21EPiME9G/GFoard/3/g1ghlXfYDUMNYFmfrCsEFxpbx2pCxZRKAJtJHUCku11nTpqBMw8NaY
NqaF94W5RQtMNS8TtJi5tfUrvJxkFyGtCpnk5M6BGstvTnGbs0S0Oi75GqNMEEnYlZaom/62XOYz
spvq1UVohat9aQGEQHlxuS0rt8gDMCQ+XQ40BF+ZUvqgXQKWrxDfmxZNdXNHhg+YVs0Q9ZgiA40+
7wYhU/MarHObQEDTk1TP95qleRFsZiCLj16vNcUfQYw337MXcL2tNArd7o6B11bFHxjwonlNtSRF
fxwnkryp+gsDhBVPnGcOpIbGJvPcCVo96WcR63WDDW6ezGBc4vpkU5e0mNq+w+Vonj6jYGqhzS4x
+GowuG9SmH67vubNWLcxVuZTu0kDp0TwfC4nrZd7JrQfZ5/GaEJm91M+N3ntbjH3wmUA15hw9ALo
K7hq7uuRJhPO3ABG0PhMMybUO77XoXQRd5lZ/IVXYt+hnxObc4jYetemnnHT9X4pqvc+oBw9OwTQ
7Z3u3sYLzZfHqkcOm2CXRM6DYVCw6i7SoFXX1yOF4d/XWql+sjOjsi9CeNO5ts9NU+b3Vdsnun8x
wgNq5yvfm7rCoh+PSZqxn1v8gMJtjcVwbRzoDYYTe2QhSnExInXNvcV1ATIh2QTjbND9ya0YSPoP
/vzA9FYRTwCTfh8uWfMasqvExER4R26jZUTiVaShR/QBZ3hfTOKpbSsHYHketgih7TuOQ/kH7Egq
HTh9mgEWjR0AuZ8RdAFruhlk5rndRgYY2U+3HQhyF9Q9oO58i4qaU+lbHxvjzv/szwbzxk3CpjVp
rBsJ8vaOVOkqfEt1bLOWTU4oP+psa4pp4hGs5VcKPbKh2LQ55ONsRytWHco4gLSEjOVs6jSF+i67
1UE9NIXD6hXomM7juzAclQUUwmRs6UwUksn5dDwRgTjtCxmfuYZLpPZ6a6IsYuF3oE66ph2p3dsl
rMlkF8CZKMcDhd9QJHdruACEUbAjSKzlCRQkfiHYx21JFzNubtCFRrf8PefEsDc2borNMpoBBqp3
yAN5vQrtU4u+7YTMGqQ8KF0+VKvvxCuPyB4Pjhl2X8PJdbNuh1HZKScNczUsK14CbVGOWVbkq4AH
Rchjz4CuyRMGlVQQYbOoFFhE5KhH9odU2qJJL1y3iif/GIAqGzFF04v6weqs2uRdS4aNqMGsQQc8
NdlXEZGjU71u42BKR2Lk5ECzYVyWYwxuWJFRwzF022LXtH4fb+kQdUQ2ROWZZds5DmY+ZZWAuC7M
JSwn5K0ckJbEGTkySjaNZilAToHzLvEsX0JeF2cB+cy6ua70kRQRyyzZIFlBRQVLtROnr1oyn6QD
ilriIKGrVMFEnZSg2i3pehTm6jhY0q1RB4oJfgn9ekuVGoxRgT6PvkwkG4TfGirR0pEEaMp9lmhB
fD2g2zuZXyctGIf56DDA47BjhvjBB92uuzLaFRCLo2eYBl34AanPOr2Yk1hDnLsXWm/hFM/8yW3M
xmp72mJtWxnNBSW61H+mTKB/rMuwHr/Gg6VwUAhI6uJoY6ZdIR4VhdNjFab5sJ3d2ZqPUdVZ80dS
q7nWji1q2WNyheSYUSe7Ji3n9HGsYRh/MRGPQZe3jxECo7gMyL/dRAZ6jdUGKpss3yd5Pbt47GRW
4l9Q99YSNrJ5mtJ9V472kxFmo3mpFV0tvonONOgm4HxzRAswqIsr/L1793Lueq3/kNORC9EbTdS6
bAusxYOj8vOMvodzL6Jgh2hdke5sICsuZ5YsrZTsPhELec28wgtoxzZph8mtOpqFR90Yu6KgRsbI
kTwiYdIi3ZDoBjJZcd3O39YT15plkwaorGcpEiznFc1C6Y0wJ2NOlVFQkcB7GGVqWH6UEgDdNq4K
j0mJeY86qEc8b7lb5j+OYerbkMpSq2qcZsqNA9UjpkcC+DJ9Wo7caTirVHPNc9cl4Tm9SqtrKFrM
Wg2gtv6FsgGeI/2UYMQ42eq9H2bLr4YJYxsJJ3CDF8LQ4/xt4icOK7Hr13REpdaJQP6j3LXp3Igb
iDi+uMcyJZYV8oV6mV95/Qy3YDdFowoZK9ND44DA5QO7Gln8aZmH6jAT6hwlqzo1alJQaeAnDhSA
N1wqS5KQNZMm0oi+E5cyQtdcTUawT2skNwHql+OQfWRJYda8AerY6MjCOSBFLkPk2oc7XmA13EVp
6c8uopLWrFM+cetZ34O+HNtnKwhk+0wuIcW32Edi5hE3Bp1p2DZTJ751AholLhse2B4kSjy3sSWm
ULo6T2Gvo3BPMzZU09cKMir3Oypvu2cBhCSBIdtC1uKwjrA1r0uPRhW/y6rXDWb5qXjk0csvG6BT
IBzFJtUqNRxFPeoE0oaMgdyoThx+6Fu/ce/waVY7wWiYBa9qjWGsOJ/yBGR4iwwnwTwID+jUCQOx
MZxGy/J3EOFqXpi77ENSR6s+w/D6lM43uqVOG+HkKVn0AGui+dHRTBbFrmJJ2PPuxyatik4Me5mq
OZAaDmUQdzCl2xwn+MAJ/FSmjnkDJURNvgSNGfK8XJJRhxuzxRM4OdZu1aLPHtLZK+vt6Fm9FDuM
bEIm5riCBykCZwE1D5xm3V2JW1YQIBQXpFWwm5YaQK4XVEzQX+IQrdUj6ycslHDYNjCw+IHL0vf6
57lKIE0DtKzcOy+pTIYNM8xo+Ij0s+w/rnuqXlSn4ukA0BOHH0xzpm+hHdWG3FuAudSgRZNkrAf6
Ijw2KbcapjAeNSKzprPKyw0fbastW6DaNRvDnDp2TcumGLz1NDNnMPSkMdpu0+I6Jov9GFih1vIB
+T/snddy3Ga2tm/FNwAVcjjcCJ3YbKZmEE9QpEQiAx9yuPr9gJZnFMbjcdV/8E/VnhOPS6aIRiOs
9Ubs6hffpI2QsR9hUA1PyZlH5e9YHjgsk0PXWett/21ZjIawZaUoepOWaZe10p4MP6kH6oC4QWeT
KFjydW3G5HkOeZw0rYE5y0UEAyK2S1TM9Zg8O800Ohdo1I5Uog/T9R+lXXFMgHk1BZpcQ3HBV9cg
4OAjRJK5DvgFuaQsK5W2/gtFd/hVLxMrGYqu9ubfEbWE1jPtyHmvxCnvwPve6DOLZGYvZVpOeqyO
pIyScEKv6+MHo/C3jAf/gafgP/Im/DcZD1QLZuXPnQd3L68ImH63MKw+hY///JvrwNQ+wf9YxAuu
LXAqtoN/uA7WPyL5CmU0NiLFQCT7D9eBYn2CLVQJ3iGChXAvDfb4m+tg/SMFhkyGRLcsclqsv2M7
+JlXJZQRAPEjAPGD6zVWpvA7UYWSCtMiHJg+j86RtoRE7LS6dKiLGN+pWXPb8UxFROul2viFUW/v
KLSQSIs4gQewoi7NMQfIvNRkbUP7kH5pdJ///iX3p5fKD9aXq+EN923z9tvli2h/Iz/760uHgeS/
wNeyRs38+dUV5L/dveTDCwjp9xfZ+kPfrjGbS8JB5wlrSmwUExHk+DdniyN/UnAEoKKlrQCrJCaV
P5wtiv6JfCGsXPzQqkb//hrTPinGmojGJYv8F93v33C2KPyK79UEqHVQWuBDW4UpMvYxruXvLzGK
WJLZAAHaDLFzEsD0bm32gdyhWEzUAzk4pM+XGYSNHZGRrrb0c/XlJmvO6Acfs5LB1mTKv/7uHF7/
Til/b3JBNfTLYZGDsxLzBtrPVa/z42GtOQyA4iYtxkN4Jo/EvKOksnpRG3PZdUCROXEVRhf0jiig
CJow1bwBNPjYKEVz3UX0SZFugEJ7Fbcmbkv6AZFsujF/rpR2vmDRovWxNKPpinLJMPbIT2j3itNN
fklsxz2Zd8kzmablbWtqdEFGcaXcgMvIbkPV4YWoinhnRdG4RxgzmbjwY+FZTV35RWVZr03npL5q
gKL45TyYaYDYrwl6pLMkvUey9hgnEh2bhpHNTyWBHLOfxaZ8GYftQofmUkg3KdPXTaEUxleRlLXu
gz2oazx2HSKEaBI94p2l1iz3OsaIYC1U3Gk5jV1eyOew/NyAcN2lE8O6WxeqKVxlSuvPTWUtxwkD
76bGDfCc0FhCN5yUZ6OXo5VNiZkGPsBTrb9khTEfcAPLPj2u47Paz6EDvK2hvCl0QlYci5wxW3zF
X0fFrcFyziEJ3SBWVimKAKV+d5WrWsNHn7RLZZLjNCDFXj6MYtiWY0d8lWP6i2m/y2QTnyOEFKkL
46DRELrMmPknNU092bKLSyWX0lMpimudrfYr8foT9WDgwosrO9XQUTtJJqhnSLl8H/WxGfqW6KsX
xGW0G6mDE++6chJP8tw9USov4NVLaZcXmXA7AXDctWPjh6n6udARefi4TSQ3NaQTtRNAXANNN+8h
SpxtJsEB1qlynynNqZU7+bIJe83vGkd/Hpr4mUw6up6IR7Ww7EbthQVcGLnUoXlWPWIYq61kqyXi
AK9XMk6V3SV68svZ7E9Rmy9QP4VueoU9tZwUiyZ7mwgPNol8vgnJxLzMSqxlEc3x58Uqsi9GBz5r
zIhVtoboSIXIYtt+XBaFQiclBcIT83mBF9io5C3vOg3JMMUItkJtBq25tPW06Iqbbk1twDe9afL0
brCSjPJqw4tArFxomTwotPLdHPvYkyZ1CEgBlt4MpaUvou1fmhKmCrrzaVTnm5yICE8GP3FLZeiP
KwBcpVLqqnH/bKJRdkM+tV8q2mttNoiZY1PFQ+NIG6u1ArQANMGFhi3t0ryf9xECVVeJURKWDg17
1NHtps65acOM/z5VynNWO28tPUmeXalFwK59LYwu8yuh1C6GCHpTCKNZgsaqltulAw+lk8yiaBJ5
vxQIXZl2jLvJM72a8lOjq8smUsdR9XQApm1mks6u5+pNBbvgCTut6B1SEjw78njV6VOxyQvzAdkQ
bhQyBV6phDJp+FBa7amZB4MLKGyQWM92JryaLiHZLWfT8QpVuW56g7spkyilkGaNaZ6Sb8IfKbrW
MOMqtTHAdsyDt9iSeogaOw6yUEcwKXrd00rVubXCviFbqFKCZtYdL6EuZF1b2w1AJ07YEW6Vmumy
dR7UCXBUssXMA0hehmBCM0TTaV6HZ0qKJMNfUItHJ3m02w0VGAv7MNmwfo/eSYcZ9G1hhd31xEZ/
cChNe5wjGhCmeR7164paowCILfFiKXkl4nWAiJkz5AXjdJ2TAHHHGGykvjbq03WWxGvstjIru4XN
hxIFJzx3g7Xs9IxSSRsY189o6jrYsmh9AkSiDTHMlFWQcnE7Dl1G5+ZUEJqj6KmJ6oV+S8qZne2w
pNgi6Ls8VlMukJPmk+Pxx+UWsz1cugCWoGZhCg+4HajyS1Oz5JlRDW9Gv95hFLu9QOTwznCmMnwH
dhDZdRjZ9WNTTII72BTmXVlbrXLMLdbLv5CdfTirvtNRfbxz1xBjA1Uor/AP9eF3Y52GZBFYPjE2
vRRrKGzCRyMfH5YKhFZASOwHZTmjnef+Kr9ofO0kbFWtj+XpTFjRicA2Vpcq7b2qHFzhVI6vG0Xh
ohI4a/kKRbX9e1Eh9G3b9LB+Tf/+5fwR7/jz4TM1I9LENEIgL7PO9yOD2cAtRKHO4fdzuaUv6zDO
7SVc0YsNR+7mIjybTgW72U6uUOmyymV9b6STq01k2ZnZlh2u2KGd/gsX/E9yro/TSou9DIODB8By
fpJz6bRTOh0yv42VC5QgonzI44L0dwPLRWSZAeqB37WY/69Xrv9sRP6zxWw9mn94yP//8Hqjmvzu
mvnF7L2ryq9989J+PxF//MgfIzETLDl/iE4wCTs4s5juvo3EtvOJ8BpZpoKT3KCf1661Vw99soKb
H7cN29Afa5f6ycE3SpwJl+M6Sut/ayZe5ao/XOCrydrkwl6Pj1XvJ50jhmbaljLT3Ew0AQcMN65u
lMZFJ6c3mtTqRPJNPmJLUiZtXnn1YzjWiPqjQt0Pk9QESkgUV1loeOGS2+/O478YjD9E6j8cGuol
bj1CHnAXYFRa74HvHh3wD6Pa6fTvLfRJfl4pWdmTiiwqPaFphBuPNEaho2mLPa8/OT/SCU2Viok6
bS+H0ny3JLOgQLJvzxTztoiCqlb3dUmp0GGOy7Xa0aJIk1GcXKfV0q04YKjzTqoK9ZWuE7mjmjMM
3zAhOE1A4jDDd5iFvGx0vdn/+4/64Tv76aOaJhpmoBgZZ5W9rgjffVRYUY2EuyncxLJknhF2dCOK
jin2kMZYOzPpk7tEkZa9LWXStpH65HNhCIna9zm2e8YdK7mUOpWe2tBQtnbo2F/xDileH4ngL470
l2WF1HVD4UHOF8M/VhTh+yMFOFUH2UnibTpCa6UFBjDbcIIm5rJgvxuvhobcrSmemg3EqX61OMLe
p4hdfJKg6JcKe3XC1lUlFyZk/+Yvjm69Wn84jxyQLtuObMlr8Ib803k0K5rWIDxRuqFPuaNCYGJl
k4k6UvJiV4BXPfACv9KZDg4t2f9Hox2VvzDV4r769SBWM7UMoIwNAhP8j6cIgpzOnSbSGPlMKb8s
kVFph6iwBfr97ClKdeFTEDZ75BehxDJa3bPlisyZ6H5h4fEJ9FUusnpRqZEb5aO0SiXrcfS0YWGc
jYbqlglTGG4lQcdi9duYpaFeayQjbiddSTyRPs9Qkl5TyelDZcykD5Ld+dAS7+EV1rDNR9rVG2k8
x2YsLpH1MwXO6rKGGfbJOdYQNLpmpA7ldqisl5SWqphZTs03oaQSAmQOA8FTYR/fIyDIt3IjHxPy
Zmx3HHTGl1JfJ+85GvZV42TUgcyd7KWtYT8SlYxeJg07jcMw9MTNB+FsnEEOHCU9W/iL/VZCwww4
rn8ZUc0/20pW7yjOYalVOtPXTHgLMiIni3uZSToYofWJEI2R+sPFKagnMsNLUISRB9GQQihS9mGU
q8mDnHYzlbzmuFumon4miVA/SUWONV3Y87ZT+zBAo5fsKZuodhRRtS+hDdYEBnokzr7b1PNQHJAn
kCyloYpFR9XQoF2dpjIr/BYU9VhCE20rMzdvidwvfDFIIpjNId7GiHCPlJbHb+ggs0C162EPKX2n
GZDIRTM8leyOGzbzEZXwvDxZeSVIbjGdq7x2Gj8ZhyR2l9Zxnrsx/Gzb4/Uyk3nuDb2hnSvGe+LU
hzN5AiL3Y3t2zinBmu9RTmLWBYpq5BhaQXNui6rLUssoGCSMeu4Myo7zMplOkUpCjicRDXxnzmLw
55KWVWiVZDtN3d1ciGpDYCtS6zYiS8rUiUWKnP4cx6njU5tLcd9sI7zMi0oKHDrk/Emt4k2tTMqe
VSh5A4MwPMQieVCN9ueZ3Ec8LuPnPHakNwnk3SumNr42tOp5itlfTASB7pLJY2CmZrjVdeeLNDOG
h/SXT/nYXOECf1VqlbYJR6AAtTTJI6Dcq5B1oNWPjSA3uzpANd76CRdS0U7qxbBIN3Gd3uSh0V5n
K0fVmP0+zyht4G4MN8R4d1+z3Lg2lHDZjnV8KpCAbmhvtt+kxfoiDTR/D2NEe3KIjDZNiszrnYRv
TE1IMKXRCqIgVLCkt+rFNITxu9bM7YlnjcyKRmX553HpIreinGyjhNWwI6qKNlVQS8WP9WjeN2Nj
0LTmvPGqbmG1Iqi/PhyvxJwtmyxNujP+WseFS9Gva80ISjaAwEnzwccIV1Tol2btaNRNVrhGmZAR
xi7wTIOh86oVtb5Ph9h8koDsnkWJ2ZsS4eRIAqqskX4FoYvtGezAaJfbioC906TYxTbHe3ll1+WX
WcyPiPyY0FHcHluxGnktI9xIFCM/NNrS3pGWe1jCfDlURRHeZFiCjijbNK9yzJ2yDImHrs/MXfiS
FF1KSvqnkdoJGEsV9+8Z9+gz0lnJdsNcLa7yaIp22DEsKnXHyKPaez9XY+4rEUajrtEcILB0Eo+k
92lkoI3cbrl+6Ak3epeNZTxVetMEtN2WS0AEMEBGZGbpNcIoycPK/JSK+diQerCHRGP50xCx4Mmu
D5RgDwH1kXQQIoY42UtkPiaGbZUUXE4lacK2vrH15HPrAB01UnwrCbs+6VGU75Yh72NiLsuDYoFf
WQSfnMdyMVCKCOUW8QU1xWpLVrgZM0LJExEUYFQxdqUouYriXttUVkJQDAFw6PCGVvjF0C83JHAX
bhcN6LD0UmkwWdXmtrK65iCT0uHLiV16XBOFZzlqFblUWJvAMflNnbSYuKwi3lPTmT6NqZLcy1kp
v6+qWizSxWuGF+TCMhyBeFAyzhDX2PIi8uuVEXm7Wd/1uYMRwelxDK4TVUyx7iYuivqSYvtynyFj
ditNWJe1xbZRNkN4lZrFTbF0D6le2S5Z+ne8puKDpk1KMDb9tIfa28hqJQ5mMx5Ts72ykD8F46yd
aDFUXKmtDC9LmmZviaL3J/RGuwyF7AUysUM4yDdln6N+t0fhViYhNm6DOP9mMDLbhUwLPQ2C2Jeb
JN6EafhazqHlx23I66428100YwLuB/HY1FH1gthG3CfUwgWJ3lOKq2GBRJJibAF8B3fJ9fSiNPXJ
0/RY26HQi7hBdRUmb4j3iCasG72zYz9eapKx8xKJXdEX1HM3+hVy7BoFn871zZtv2EmUlV5UTHz3
6OHvsHJYXydVuiS96B4TwuQpc3hdDwPdsShf32e96C8RXBaXaWglO5i+EkVXOAKsTYnxBqeav1tR
P57IKIl8VHspdrJ5Ao8p5WssNYIeLhqrUZvUcgTIJonU2rdDOGVuGnU8vjC0qr1rU9lhH4eo6puN
1BOSdEG3XikFpR2BGyAQkHWwmEFStoTxVXIBEDvl2h26gQaMLwnzMtxCTJMbKiWl6hp910RublC+
voVoLb6UvJyIwRjS0bowUQPCP9rl0n4tNCsVPgS3LHsyF1BF6alo9K2Yii67QwZRHBF69DyfnFK4
A4xlh+xPq8xdVLcrPAjrEO1learNjTpqzXjTlzMQp5RMfDZhtdrF4ijKJfrJ6J2AApAVJ47HO7Vi
vjpxmfcsMI3YtlNcHg2nnU5IXTkfKimjmTv3oYbwKUqHI/X2aoGLem4fdSVX7vuGHhV9GPKTKFGP
BURhr/HjzoucddoO4E0LypRERPrDl9bihhVxFpQIM/ni5DUYmehhT+tjPeiXGZCeVqcZClmzpi1h
B5OAWh4mzW8wK1cBqkISopC3jAVUcJfeW5meS9eF3usk2ZnRdR8n2WYADA14ysgXCwz/JR55sJux
Cj8jDmdV6VSLspPBGqo5iOOEZ5PTpGAWkwBiCzsRHqSCtvpMtWrZN/W23IvSHO/QZNYHte/xpKny
QB4/iYs7NBDzK2eAOa0vQyq3h9S8rRAJHWKcJrzGipHpaVI24VIOiGMJ1UA3rzSEmyfJtaqG2mMl
ZO2ZWVsL+E+WV9iABfo9gtqjBtV6I7wvpqg7afU7HIl3DVZK9q7yoagb5ANO8phw3rzQnlB6pSey
Vx7bJba9RUfLxCgKnQEtEahZezvUg3asyrk7LiPi9T6piUstyQp2VbMub0OesukuVRdbsMQqVblD
ghECRka5j/R7aLzSwJ8C1mmkB/JAwzTQLQSbR5HTZG+EaH13StYrEuQFUtmbZHHi1F3Q438dHbw5
MuPl1yaS6gvZHgAjFbVAXKvmT7FTUo3a4m1crAR7sSnOUmXSe5pH9UEMDs93i0AXaUiTPXOr5aWz
GBc3XeZ+cpUGDY2p1eRVp0KPOxfKoNRdVS1fxnFsXynfnZ9ineBL3arbI20g89c8TT9P2dAeKmWh
6C6uBFxMC3BPvzEL8IJPwpeXTn1JYT32s1pHlx3tG7skHO4JojLuNfqkN2MfXaK5Fk/KSiyUHxyD
udINUrcyD/pKQpQ2jzWPNNYR39sHT4FvEs5CW+mLAh4DHDo9cf8Wl+KD5eg/GA8BruFLysqDLCsl
MsONFCtJUsCWDLAmq5r8IH8wKc5KqmQrvRIbdXdVr5QLZwL2Rf9gYsIPVmZaCZpkpWoEnE21kjeF
VqGFyFZKB/Go7Mt2d4N1DvKmzOzBl9MyfMw+qCCptLstyaDCtyYksXMldqW6MI5YvFJjq25A+Okv
sMk79aLEKY523TB92sjZtEjxlNUHgNr7jSze6QrT3J73Lk85Kgzfkw9eSliD7ex6U+8sqgg7syBJ
tat23QejlVN/jnh3zuptRJhqu0c53l5yzt9LOZlLz5mNnVa1BGxpEhVIhJ3YBUaFVov3kuF0N45c
3IxdkmPytx+jul6Qn9YMk1rzErURnUsp95cxAFSGU36TpZlyORVWeW+rS431eCXmog+OLifFnNQr
p9iYeT5RHFot26HN/H4e4QKlkd+Hfhjj1Gi4mPaVi5Zejn3EA9gPY+YvHwkowJGepSv9QWq+SZOh
QyGSm6+cYZJa6UM+xqln1IycDN/DsVrJRUa67EJfCce6m8azaeh7mtVhN+v8bkaB4Kp5gWJHUIC7
AtvlvVgqtIlYcGm0jVsD/6IuaXcdPZ+PWLrUAvIT9bc7NWpzEeszD/map7lDF9oJC6VKqs6kBa2q
RZ9548Q+xip126BSwxQ7yL5emdaL3DcPIjetk5mF6WuRFe1FMTpjgCUsZmRt9xE0Egkk2ecwHmpj
izwo2juNln6BEGsfY9r5Nok5Rg8MttJF5fTKcXVMvfRoqq+WuW59WUt44XJkWbwXXaJRGl9qjA9L
pX6RR1xHrjILe0MpuTV4Mi+DPTE/ytFcKzApjakuklRN3z7gk/+DeP8izlOxgfX/XPdwSr68cLP0
Lz9gvOvP/IHxqqR2omiwZAJJiIE0iXr4A+NFEUFwAZlXgFEAYRpA/bdAT8X4BHxP5aajkgBI5Rs/
9QfGK39agz5ZqAA/QZP1v5Xo+QtkZxAcI5vAUfx+dNM/4ahWLpNcCUOxYSmiuaA2jDs0B91Go2z9
L8CvX2iJ1dxtAFrT0UUApPwTOliZmjDSxGk25Mrt66K7SZmeYls96014QQrg75wEJMC/zir99ddx
ytcoVeJQaR3kNP0ARqLJtOcRT+nG7LWzHtqBhj6AZTjN4SLzyyXNo79AGH89l/xGvmGZmkBqqX4G
agckds1Myu5q/lyfwjVFhnXAWOy4311i/wr9/gXKXKMBkZnCDmA+QXn142fDc9mkpT03mzoK253W
ZBlB0vD2ZF1FM6/2mPoZq+3OxpyKTVkO+3ge7/ibngddPFHcvi0ZOojtG52FuMbmSqZ1PKCvar/6
Wm9JEKr/wuX/c7IKtZxg2DQb8XVAKcBO/HjEKWXBaDijfJNK3SWmAGJi22srcuZjYbGoxPLgDyD+
bsHOEixjOwb//pT9StatB7A21ZkyVAsJOD8ewMQyrVa0y2xSBQuzhxGQBUwP1Y3DOyqxpNKNHR7T
iuTZPT7ywjqqoXOYIuNFlscL2gwRYMrLF8JX/irnYv3oP+DSEBhrVLcMCQuTYfx0CyYYPmKDhqlN
SEtDHyyhycoeaQhxur6UAb3EggRBAFqOqjHqfiF07frfnx2yuX86CB5E5N7wTIHqIbLpI7P6O5Jh
BeH1JHGSTcFs9y4R+/KMzN6IPaew0NJR6YCxmgqe6zLJi8+Yhs/huKAKlkqArxIxZ0A8H+cNEeEt
PyYOAC7yRrcdfaNZCG3DHksW8nvP5g7xHVGd2Wn2sxFlTzAbKin0Z70NYykAh9WTYCrUYdwyIFpq
gOUnEUHlSEt/VCs49wAqRn41RYcLJNJy5dUmc/JUhlWd82KUnM+opbvHlv89SlUov4IrjuLULs1i
+SUrBjVMcw0/USaFCm8czptWpLDpfcMsQXJW6yuVXF7AJZcnazWQMya3w1uysKq5o9mHtWdhf3pp
pS58aLJy3vMYyjTMW9OyLbt83qAHk7Z0BVXTY9uTFLSdQ3leOZAB14GeZhR/N+tSKczyhEeJqhpE
328Fv+ysGblprlbQ/EhQ4yozk7t3dUa35GaKHZ7ytqsQIrTNUWRYzhku5xqDOWOD6ibDMlTbvK/y
o9ZY3TsiW2gAqXIeSycEKbcQ7D+VlhmeysUZLxWrM4h1zNV9TuQu2QtCH3zE6bS6dRl+bq+hyfIQ
E/tduOSvzrsyDxV10yYMu66BpnvycgcpFko5Z9wSjTD0W8wzICJ2JAYPctE8OjSIIN7I1fZV4DW5
inpDzHu8DQJ1dIQ4ILBbC1yBOLCFKjotjbsN5xKxf6EDzB+KWm72DiVLfEjDzgbTJ6i4nvesIkq2
ByBCtYQnzvCqOLE2iHgo96lFHfMqywr7SiXiCkxyVuXQp3gKIKAnyMgrG1NpsJ5393pkpLIfau30
ouoEKrpoTYf6kDWKYwbD0s3R5dJG1HDIaaq7U5alN9TWCsfr50I6RxUB2G7DbOqXNYNt0GcDOgNj
sQEeoJtMckAtQeZa2FjGDXm3YbynQhokcoVsGmvW3+wPHKetgbcppEl2C3jcZW3Y3SUnDuH/CgIZ
s32N+wrgKY/uHdu5RJNtfV1AjsQKIVnE/F1IhI3tCLHOXBrZiDgrVtiJNj0m3hWKSlZQaiTRyq9g
bG/mFbJCWqEGxgpj6SugtQh58uYV5IpXuCtfgS97hcBIl4DbWGGxeHGqe1x31UuYlo8S5JWnYr/e
5QIgo1ihtX6wXuXIRnG1wm75CsAtCrhfu4JyEcTJ5KYrVDcBPnCz6jfVMB1sTVgX4wrsSTGBcDTR
N/u0MnWvWo2PlaacKinSAkntr2alPyorWFiAGkZpMe1TucGOGHfLblHsO8kC9wNRJfZRKjZVmUtX
cqWxo1NMFExtp+wxoRX7rrLFZT5Re6hBmGWIsPon1cQDV9bqtQrUmaJG3uMNIblpxUGJuRAwlWCj
U5q91itaiqVkeZ9WBLXgufnUrKgqRZOFj3f4JopZDzUyiCK3WHFYZUVkW86JL1aUltxtc4untdnC
2QHiJiueW67I7kR2ifDFB+A7FvkjGmttQ8/Hlbqiwq2oAIixga9gMYvHplkR5AYoeUwSQGUYIOcM
dqP7JZAzRZAo0IwPHJql55Sv2HRWpJ4FWK1nqs5oRJ6PaWRA2XjyjEe8N9kpxGt7QRnYEJBDXx9I
Oen9KmF1ksbK2mvzeBRY0zdllSenskhuxgRVpWt+wOpiRdjtFq/NsKLuhBNrB0C4FjJktN3uA5z/
wOnVFbI36fPxmyjfFyucz8JqkeHbfoV2IbxFbeorJWtEydYlS9t6JQS6iHPt5h88wTI3+c4aGStc
gqgSD8ZhKuMooDlhOeqT6dyUhTMfFLOr1wiC9EBZoPYQ87DYRlGlbiUAmKPSTQBMMBlUX5lX40pu
IBjCnwDf4UhRtLMlisv6ymRR1CYooWWlR0jB0VHSQJkUuJCecq0rD/lKqJhNNz3nRLUEFFymRMZK
lXbsiOHk5YmBGEFZPm9FoRnXOJ4dN13Jm2qlcTCnjVfEs3debWlpMFAsG0Qr+TPGRJkkqkzqBOa8
YRchYN50WGyJLF3IgdDiz4Cv2jYjk8IhEARmiVey/mVKHOoUs6Y+ykXeBnaiEng64Vap43jZJitJ
pWv161AuB2I/XjIBb1qGKTE+fARghPC15fEU2EV567QY+uRcu9Z6WpPjuHnBX55uo1qFvBUVoEQT
BcqQNNdLbF7BuN6VK69WC/VLpNmNPwAmBHGZGj6OzYn4ScUD9ZG8ekBiZmC1Q5dIveHK3zUrk0dd
uL84AzGl1he4q3BbEiUekOtTITgZqWgpi+dijmO4znL0sI9Kb6qV3uLih3xcOtSKcR6saVqetHKM
BEYoe4zI8SZxYuemb/KJRgy80l6O4M2Pqk7XCGLIsJULHlS5bvabFGAAO67yCgDWv8QfLOhsAAwv
KzUaT1zrbqQ2+hPThnlaFrmIvUHlltlNeAfvE4l4cN+BehUrB9sQ6XMecruvPRsPediZ5I3EREL5
+UrlNlGyuMAlOeG8yfDsNFJyBamTES5RVUlywdaPFmWOnc9k05g6NKOey26Hg/6BOyHZUw7fkA0o
lfVbZthcQk5sdE/LrMQ3ijRO20SEkeVXBdoDV/SZEoIW6WG5NjEi8lWWDkck3QA1s0SiMdMlQk4E
mlWURz4bagaJmUV14Ym5Ua9oWauupWXqUXSuyTohKRCyL4xJraHPnZKQszpJzlWSIhpQ2hGpdyvM
9AG/POHXsd20723fT8Il3YvWNS2zSRdrjFac81XVgJQmf67qsveNJecpJCTlCFOgnxLAD/1Av54V
QiWmU7s1i8a4tO0k/YqsI48CaEpt35qddiya2N6JSO9unbmg3Sjh/fyY8gzwWr0r76a+CrRCny4I
q9cblzKjkkeWHH6es0nfQlOOF22ajzvkP+IymTv9FVUxE6ZrtKXzDP5qv+dFPW25yhdqraJwR3YQ
6aqirbUtMnjFbbnvMcWHw+y4EDi01uflAnzc50sU2HM2X6dkcgy3iWPPsd8ncsErkNLOyOo0/lqy
+LyptxxBTHcRBXjY+L+9ykOG7qbsmFl2Om1lUU5Pylg4l3LdG7Hjh10na8QzxQy11N7ExT0Y5fTF
YrV6E7093ynAvlRd5qLZ2wqJSb4xkdjuq40svyYt9mKXMam6wyaYx9cDVoIclrafDY/nBm/huXL4
LsO5uq1zLogtjRLSCRENMCQO0DxI1RErrxITIBqrzlPL3x0H4BeFb3b5cKOwIxySKu5u6diQtvmc
d0drRFTbIn+lZK0lx8mV4TseBOV8C0NVHw4wl8tkeDUK92pPUlCkM3fiL/aKcBrMhzwxGMSaBaM+
TRPkG3WpGayoN7ykrqebYk6V8ATbOCP4iI1GvPGEb7rFTcjstLfkcNj2mVzmOH9Asg6ZPMRMBM7k
SMQjT0b3kKVFdF2gvk9dy5yy21ptwDv1Oe12I+46r5CrkhPRzBzoMPgEDobk/yVqvB1UiXdgI/Ar
a7ljXERly6dkFa/vFmVsP6ddV0y+MibWu+pk4y6b+10tz2whk9zeTwUvHMtJl8cuEclOHfOip6Wx
W7aqXcb+EDn03Y0twpRpUnextFAd0i/xJQj/wDsBqDsqm3oTVni7ndCqv2K07no3HKKSW6aXEcVb
/c3HDvl/AOFfAYTfrdq/KED/p+l/dN0Ben0DBk3nE7Y2HWQEJx6o2Col/QYMWvInIDlQPx2/k7Xi
c/8EBtVPproqO5GmkV9Gtc8/gUGV6iAbaAUF6CqN1P6WIernApAVVrIBsdY0XP42Hj8/AiaSjSzK
kjJW5lEpbgwZXT0EE3W7hmas+oGx4BJMinNP1tCBDP+ezAG4A09IS3ZOWjEc5KTI/ahBcaKjiHeT
qVauuCHEmlrPYtlUYXIigdm6ZTYs7wa7tauNaoJz/P0L8z9THv/3mvNAs/4co/4faqtAqH+jdeo3
96V57b++fI9W87N/XJLKJ7S063dt8a1zYfKdf7skTeUT4C36Tsr9uL6Q3f7zkrQ+WSq9tPS9rXm8
HzD2H1i1+QnolSg/hb+LSgA8f3/Do/dz7io2UFPXQD3XyxzI7Od45l6FZhd4wnwq0a27ZOrbQzfb
c+WtGt9XTTiQ9saQhZtRVhBMLHYxu91IvQQ2sdj6X/bOa8lxJImyX4Q2aPFKgkQyZYks1S+w6upq
aI2A+vo9kdO9kwQ5CavZt7V5GGU11UEAITzcr5970qFCvLemNsQIcDG/gDvuaJfoITmABlSXP8D4
5EG4IH0gU1K6G4ZVxjrFBhxPA0cP+sq0eCNStv1aHauoC0mgyhr9WFjz93Ey9I+Zbc30EXmEtjFK
4s8aJIxdhVc6soNC99H2Hmd11Ak9qC2ccLbzkp3CnlABI6P9dieUzPgUxdohK1Tn0dHc+Z3ojfEr
VKvZAi5gKO9QiCxH2I3LwXbyVkjSSvl1gQWiPkV52cY7lUTyeztN4/tQL7OTx7Uq2Y/ER8mul4XH
LlGHLb+SdaZcvgq6JjTy5K4Oy1a+qlfZRk2YQ5EjyPXpewz3NVX+nZhUZe/VQLZfTfUrufJ1GUAO
pTNvNXRhMgO9eusJQBMNoy+0vs7cHvKyVm87JcS0xxsgDXahE0SifP+/HWdtcycbaN/aciK4uvnZ
PiP/xj8bDX0KAPItD4shMs6yT+H/bjT0m7NZcCbasu3ckLWNf4pi7m9UV9hh8DrEKQZN4b/PPpde
YI+8PnsNCWz2p1/ZaF6W4uuUPH3GbGgmpxCcZ1bqatIsxVCKzo5QCxBW+paafAGnlx/muvpRef0f
buK+Fw3dXLGe1bfdIMn0JhXoV2/sysy9qJkQHsgIwET8b9KA4ay04iYYLwSDrukLLN3usMa5dUvM
FtP0eVI6arxKuXdTJ9/h0gQOBbXNxvgXS4fxHd4yMQWVCUL181XKTlBrnSCZVJiukvgUDYx9jRH1
U11YuHyH6ESKnYEnFbsVdklIuNwG2CkZ3/E45iWElYIC3C5qwNv4bpbGvt2IfAfNDvxkXtd/++T8
UgT6//tBTyXh1Ve8iDdvvxffqUi/Pt5f/sbf686xf8NcjrOdJPHLWf3vdee4v0FpoBjNMe/wvaXF
1L/XnUX/Ceo2Dl/PelmS/xzwzm9MEOq5nO06klf3l2LOF2LEeS3MJawlwHVMquUah+T5lMP3AP5t
raXHRVMbRFyjnnx3ExNDiNE0aQuoq7KmZ8HytA+wfDNSyB3+Gv6SKcO8y9W56fem1Mzti6KTPnmK
Zk47ES/hA5da574nxCn8wqNr+jAZbr8Xdq7Q0w+PBU7cMH8qwdvRylNjbrnHeiP7QpEpKg9U7m7j
MC4+zNBe6WjtHXumDwL263608omyJQBdYDoht2F0G07CrR1rXrCKkWV8JgNMDzZJF+M+D/Xqa5PX
oG3q0OYHYn5B3k82MJbZQMJdsYWXBo3Vae+6US28mxiF/mfbVfJqH3s9NfomU0WBenU0kYmB5h92
aE0eq0jjjBt0bfoZaR75lYRL+SctddUb8Giw7gCcZif+ZyGOejlrX6Ks0f9w2PXJjatO8l0QeWOs
zM1e21uRpSeHnm4c2VQv1M+zUMwv8KWK5AYzcu8PJ2maO3McLQcWQqnUgNBzoqzeSPPUF3TuPnOu
U0ZNKjv7Kq2ixhM2BlooLXf5OJ3hpl/RZSpUnzG3YsvQVcpXjRaGM7wq2cULSkL53ZtSUvIhjUvS
hXFwDy1lre/QJ13of0rSf6VdPv4RhsxPtL91+KSPMMJ2UNBaGsAXr/9dawzD2C24LTJ3uIYt98OY
pV8Vl2bkzh7QeiVaRgdpXPXW5CcUb36HBFkDtSnQhiLI84yfAw5CCXUO6bdBljM9dp2VfB3QL+Zw
gRR9r5gz/sEkScbyaPYZ+ZdW8cZwj9a/RXUsBvO93RlTEdAQPt6aszmi91dgodcbsc46rLLkocW/
CJQNoqp142dadbbKPzc5WnoML5uPuGNh68fes9KNoS6K1ixPGpgQc6DHwzJgdTZhwJ5HreZg8m41
7xSMPvzcGamdg5o6dLE3+32TDPc1//Wdlqrjvzpc/7fTv+LzSAjOfw6w5D0O2Ep3ttPzN/7e6HH9
hYiC7lmn20xmCYii/r7J8Uc0ErqwfuCKuDQLc+z/s9Ebv5Fa0JBCehRnuaTwt/7Z6I3f0CdwbBC1
GRJE8ktAnxc5wesAix/FNAVqQmSuctbI6fXqAgARoCv12gR2bGn3OGpFPei+KDksEMvEgbSn2R6U
UGeD8LirJXtaNKD7o6tp+10Br/427ufuL2sZ2Kf1LB9/0rlEe2ZbmRFaUKfR2Iu08U/ZkbNrSUB/
qqwyfWjtfDH+FSX9byq+mory8/3nqfgc/yStEBN5nM1G+Zf+CTvQwOlc9Aj0bQ7116kuV/2NGcpE
lfwoDDVf4aV05zfdsEl04bAi/478o79no67+xj+GiN9xTPYePDh/Jdwn6DkLOpAeuapBiM1e+DL5
zyej1Y7dzGKpAy8eqr1loGFFIFAfX72UK+H8Opr+1yiuTkqNRaSvO5YjZP+mMRl1EIUcDUBACaCp
DNPQOO6mai79vjTj/dtjXn0y2nFVkxeJgc5ql16qGE21addBYerVYW67lpYCEBNvj3IBKZKPhkEU
jbW4CNGszj70ejULamidCDuc6bWCBhQzoVfFV2Ov8ivV6wvIF5VK7zhZqnvS/nRsLJGS3xogl2Cu
aHDqGxXQzU7kxR+JPnpYB5R4cHxMKeaIQOfcTnZ0Pyj3Mwhh/Z3QrEg/imSe0zvq5O6DwLD8qdaK
/KbremUDprC2BQVwpgOgcjxTOqzSw8ie+PrhUDp7QnjoarpFMd8puh5hWlDGQA3dWP8kkAPt5hEV
fdd74TFt1eHGNOv0SGcnQaXSOOPG2764FsofxKWUuzPtJsjFZBTwau8EKREnLvyTYCGMucU5ePqW
TOA5F7WaP1OQzKnP0QKPQQBBiQu5FOsbc0PPdzmxOFWAbnHVJgJ4SVC//g0WyjlafZ0ywEpw/JLY
XfEAOGfeuAGv4xlu/zZ5cGnwjmLNvkhBJypY5THKKWEOM/jgKr9FM02NFubLxlu9WJ1sPuQ+NTYb
BjLXLA/T6nWQPmUM0bZs7oqJimFPv3G5cxGVq9Ok/KlFLcTCt1fOxWtkVMdE10iWgZSrsVqfc22g
Pu+9KIisWI12EIFzOom7YkMKe/EeSbPZGrctmYbljraaMZHuDI3Wa02QcMmjO6fPDrnL6unzxv3V
J3oZCrwbPYJEC4Z8z68mZ1h7mTl1YxMofZc+x6F51ylOu2Ezus6kyuQv34kMItdRSV45HyQt9Xw0
0roOkhArRQQL2Y3eT8MTF632IReW86tbt4MO2zQYCuMvii6rLQBeLMfUPDVBRYe1biT3i5nSiaTQ
FTopPyyArhsT/2JeMCAXaoAFsppD6uf8AXGUGJfSdtm3XRvjXhrjuT4icvvF2fcyCsxHTMbx0ZPp
tNffyhElYFFsrwJcRzzuYKI7aFpY/DejMBIJWCpZkCVWoyQ9b5S++2Bsm/Awp+Mfk+Z0G4NcZOyY
EkQKCGnBTpBrkpHr62cJe1ofmZU8i0l5eNTQiehIGyACaJ8LbbbvXcy5b8Blx3udy8uxke3u1aja
G/vItS/nkNy25ERRyaec/w69HHKg6Hy5sYYGC8PWOC70jm1MyAtaoXxc6BGsaJUOU26h58MkTWaD
AOdxsRojt9brPe0uw0GnS24uhue4qfGt4OZrqFUQJc0prLXfp4gSf4Q36r7SQmXnRe3Gr7r67Gxk
vH9Kh3Aez3+UiZgXxIheB7MhnmX0fjSbeSuMujYIYmk2aWYtR6HcG15tMMiiE1ttGQThTxkoykAr
rGluOfle2TFljcsl94ocmnvP+Shd52ZV2kx1ELaleiOyOnnG9qq5nTon3dic5T/q9VVIfkoOclVH
zC9bPgibXz/QzMdAeSxqiBo4KYYlyF6swEu/1lNpfgImwyoaiMIqraFvr//LReOqcP5pIYH7bnL6
rYYO7ShEa1fVAVqC4VsqLDSDiF2DWtBobhCd3QlnrH52zOAHUCD5bW5Kr9bQSjZmjvxoZ++ArJ/h
wJ9VCbAI9lc/RKEaXvXoSwI9av5Sod8f6nnID2GPL1gmhl90iGYb58ogoWO4dYIkXR/2XejCtEYw
FaRmQS9AWzZgj6HWZY8QSNBiFFU4H4rBnD+9/cIv5i7jUgrl2HJNlu5aZN9b9timoyiDkdvSA9nY
Hi1jZG2cjqbcUVdvk+sFBDDuM6S+7NWOO9lkeCf0ySjBlf5T47ozVb1c3GAMo9xhsjjs3X4eT3ER
xxi4OfkjZHbjQA+/u7dFsXzjxc0n0y2sep9bo137uDvBSUQA9OwI82thQmPMQOXdc3ehARWq9y7L
8DP30rH3pzaqbw1F9Duc6oSv0F39nnTvcMiiFqh5Pqh3JVKVO1TKve9SNQFHZsR7FFZJ0PfsSVkk
wqDIp+yxLhbA8Qv72i9/BoM2EGwn2Rm4tqy2EMXDiV13QLbhI2VhRE6I3qTDt7cHuWg4YZIxikO4
BUBL44Z0vq5HbK5zFGVl0Ib5j6hOniYbw+0kSShzopb0s6F8FxvKR8iEhxRb1t0Y2kEsUE4bGSyR
sgbqh65vqr2t6OJix5G/jGsziVcYeVzbzn8ZrJ2hcpuF6a9P4rTgduYvtQFfXU81+gEiVoDOLmAm
muu//VIuttXVyKt3YjVeCrNZLQM46iP9IBaWXtns+AW+R//NR4YbTIRIfzLtbecPGQ2LPqpiLKEr
TjBR7CbeN3Zs/WqgJh8Iz2hyEZClKKqcj5IZtYE3mFzRndACAzcM31jCz2+/tSvbhoEXNBRkwG4E
vavdUVWsJlFp3QhazW18PIlAbIyjtvFtrs0K8hIUX6mscllYfRvbaNFW1infhuDiCNMk+xqHo+XP
3Vg9pOlo345RP+wAnJjlf/EWKTlJMRTrkiLT+VscMCIX6KdJkJdm8hl1a+kr7WjdvP0arxwyUhhF
PZOEEnC9Vcy0oF2kDTMpAh30xx1dEeMjuyINEVEC8yoy4+9vj3flhfLBSL4woCWzB+dPpU/j1Oh2
WgQKHqOBZcBDbQek2mkFlo3WLuHrAxLropzbjfcpA/fVAUD9jMwYBTRYZ7K6/jqk8NDDDmM15MFC
85JvdQa6dbG0vpG16Uebj3qInLL1MdNqMKKotyhnV+br2fCrpSeYRLUiujxQGmApBQ5A9MK000b0
cuVzyhQ3MjW+Gmql1SgZ9ZYazDOjUEG6mYg8b1ISTSBzdXG0jLbf2FAuXyqbJRsKmlDiJSCL5y91
USai6irOg4o/83Gu+ooGxwK6lWI5IWzOwCo2n5TYqaBWDe7pVycTuXrWJso/NhvdXU3e0YjUobLV
GofC7Ik9GtYpZkpPjWjbfV6XxZ5Jpj46ebSxK1yolrjyokMgVEJYwQ1LAt1fzyXNaEZMc8IqaGiq
6x6yog0rgFqmo9xNeWP8pCMPEbHbKk33fhJx98A1wOr2Ix1v1aGIJu/LlC/YgDoT24Y9t/a3ttMG
xyfHpXwf09zBnwTOSktziAteBJQyWVBnmfsPaqbAxKhRi0PpiEIt2k+wcLWj7qbdZ7zFxAlCcvU7
HpgJbQBuXde7aOzcJ+45gG4U2/0GdMCFLYwN7++ZW7Q/3/4kl9Ncc7nRQhnjvkezh5wwr24iIwLe
NBzSOsADU/3WcWLv+qStvr09ijxBzteyRoWNy5RBIEfVc3XCgEXBpwX3pkAhwRFG0z3+puCwjPKZ
/l9k+p271V18mWBEMiWvJIxH4zr75fmDNWrSIdRPyoBubnGyizG8nWlA8Vkf0S0eUSmsS7TeAK1D
si8taMnOoQH0V59b/giOb4IUeUdZTXjAb1Wmd2ERwOgjOs89uvJEs7gnbYpAAhdOpN2pGGv9+faw
1x6eA5CJ7rBlEzqsgmfbDuMIQ6Ui6BOHZuG6Uh85+hXfdNrUn0bQQ0mcur+HPVgfpwJinjbpErz9
Iy63GvqUuZMhZuIkpspx/gE8BaCoGi+cHNgWPeeGk4DS6PsDevkUbmcMtoZcfnpHs+RIt2TmbIx/
/SW8+gGrGQAjpRiaUC8CYUzV+6Zf0vcTNJBDMoyKn1pWfRfZUNhQH+KCbVYIESARbxxil8vr/CWs
llfYzyqmgkYRNIn4HvWl+8Eyl27jjL42CBIvFFZk9/jP1aYOad+0B12Vs8yI33WDqe5g8xgbkcf1
UZBRvXxRJtb594yjbBQ16k2y5abq91qhv2vD2d1YMZdJIVenNECKzSABA1Z4NW2MAU686TaEUSms
+cIc449QwHHmAzH/0FsJjRpiGt7hMmU9lKBxCO2m7Kdr5uCXJsXGXMDKIKIJbNAwMN6gP1x7B69/
3OodCDuuUk/r+Jwu7BidntT3SugI/+2VY13slryCF9UadWVSCavvCdXLaITGKyix/Pxk4BJzvzRZ
Alw13rhlX4YfjAR8A/0ixS926PNvGtL0BhouL4J5SbS925Y4KztefKiT9vfeKbfuAFvDrbYlRedU
43BhODWHaQc6zgcjG54QMqYnL8Rm+e0XeXU8KjxS0i2FlfJzvjrcOrzbEXAURaAOYfQJXpIWKF1s
+1DuerLSVfjL0Ryv03ENwlaOEWoi5+ONYWG70cx4YSkUiGWRc8hms957bjcHOvZzvz6egaCBwYiq
KKKtdpey7NR4nCkt0fGz7G1bxAfXqr4v2oJnxVJUx7df50uW+/wYp7rjgh0G6OJpNH2cP59Cx2kW
YicfcNaha0uzv/ra3Uc9YKGofFLUBHYHKnCMhO9TpblNQtenexgXkeyoVNF9Ra0PFGEKOKikaxCv
yrwKCMX8GGPbjU8vt4n1T0XsiQJWQ+pPber8pw6AHcqhpoJo5g4m6aQfDOOJSn0Nu6H3wNJq3sbH
kGv/YkSb81Ylq0tdcbVx4SCjxb0HEN9Q2zEwHEVmqJIMN5r0AfSgfYvNuUrqxO42tkw5iy8GRktM
ekVFbry+ooE6XEqlmrJgHqFSgEVs/I4WtY2T7AXHshoGHS+RlFxMDv/l/I0qjrqA4IuzoM9Kd59T
0Do6Zdw94efh3IztktzqobN8h8Jg+J4m1EckjN4JjnBGJ/jgPiY5BNi3J6T8iOufJDFCshMB9ds6
jd55bRliHJcFTmWpJ0B7RDi4BmKO4W4VOa8OxU6C/gPOkOwBOdtKmhx34r7i6bPeTAIcDrn4Rj09
+Jn35e2HuvI52a8opxK8ytTPah4VeqOadBGhn2zCAu120x4BWaQbr+7K1ohyiQoEl3r4JetsRafO
WErWVRoUAzPHHTTvo0iBg4kQPjBq1Pj57ae68v7wnWVAVuOLaPf8/VFXH7gPGmngRZp5SwFkOgJz
nG9dUf6toP6PzKSrQ/Fk1D3oLqP2eD6UwAqa7sU+DeJiWDhl8NpeZkM/2SI1N87Plxm2moEe9Emq
j8wM2EPrj9VplRCDhy2GqY3PuGeYe/yPK4x8QE4AK+5uWrVVb3DVjI92Y5sPi2KX4AfS8c5w4/B9
nJjmYSYj9qfhRBb0ksn62cIW90toAL460OEOoI0SGBSZOzvLMdwuw+EpW/QQpgNGKUDP81+VRSCr
o4FKXpmptl8QoIRqZ5i/8kwTxQ7fHmrcWiyRbWyX8s2cvzlyjvTmIQJBy+2srwcaxtcJfPQkqJpl
OFZWDanEwuobskwV2LjfHMF4qRsn2OXUoNbI6SyfisKYswpAjBlXySKPE0xbreyIr5Z1aCr0Og50
n7fn+5XbB7cewrh/1ffddVA+QSVUY8eIA4HvfTAK8Mqa0eu3omrgAuMVvG8qcI/WSAVhHD19b0dt
6b/9Iy63EuozCMIowhicbWvpycDVjl4FfKVaJEdHq8r7gzVBuH97FO3qMCbJXXYUA7XEKooUQkEv
AQcxyNHGEQJECq5GKbAaZQknirWhcZOjEAEQWJWnOGyjJ3jBv0dhbQEyHYzdzCS+M+alCTZ+mEzr
rOYYWzYCDsSemCYYq8+tUXsxbJ1GZtEq4UkBIb/Hm767of1a381lOT2WOg5IRToUfq4vDvQY2vmX
NgHgCsV24wS9NvlIurkcnuzt3G3O9yXLnkazwfIsiDrb+hbOs3ocuAwBesysjTa9y1iEr87zko8m
XrtYwlbH8WzgrBeoTG8yph1WaYLK1QxffWeXsCJ6HHx3JEC2Um3X5j13F9lpIeFu5DbPn1IXfTLM
RpMFeuopBzq7oapgaUHeZRhv+qW+N2flIbTCYgd3XQ9cuA8f3/7sV94zdxpML1xOUUJj+eevon5n
FAIgfZQRhTdAEqjRgReF4t+6mrWxwK5sYjoHDdJEerpIn62OGiNJY3t+OdV0vbtVYtu9peuq3/Hb
skNnDc1O9NUva1HQeLKiUZOCWyPaXM0jxwY7hSszPC4da4AWGLFPkXIz3rv2GnGFkk2qBi49zvrZ
ygaudWOmAQff4zKl7hMcCvXkxW60r7Wsh6ZU9yM4FI1AHl/GE+0BMxwIs4PBEjUUPl3lntLBnVZr
9edf/8Q0XFAZoNSO8mcVjcUGLHgIOWmw5PNj5prNferiCYlY07x9e6Qrexu0t5cSNOpQVbrTvp5M
JvSh2s6LNDAa6VJoFwUNl6bo4o3N4TIeQ0VHhYWmwBeR62rSEowpi4aLCbCqWdvTDBIBMul+ghx8
Yt/KN0a7Nm9lpY/2WpOTYV1b6VtdjS20RHA61PC4dCYxc9JgmmEWzTF2AEYNIjc3zolrEwqhAlcU
pKiWu74gYVbvNeNEY1BRVgn+NTYGcR7RrTEYW3XTC69dNnt5J8CMijoDw62OJPx7tHhUQyaIon2M
e+zS2/6RAPQ+tPQDbdQ3qdWcuozcaKjtjMH5oEov8qp7xJURqwCy7mP7aIbTJ6f+22bsP4anl1pc
+dtMklscPR7a19XCwgdGmQn20iAn9YkpgOkAJ6m1naMlo28XmXUc07Z+XCy9OvGI0UGEyxA4irCR
00RbOYQr9zr5c17UTgTLFALOZ3jTERNlLWspHXCTSmijvJuK9nsusNGLuvHDmGJ1iBqcwgCy1X1m
99MtTZ3twWj67hhnFMbeXnJywNWpzVuhv1zWo5EsrxZ3ie4D0BYbT1o79IsXQK5peG72+MrrJ7hT
VI9jz/5S6fFwMy+gtd4e/tqKpz+QoggzR6qKzt/H4DgVtBk+jzeCdjW0BoIbQq6N2OTqQ8p2VBTQ
Bp0qxvkoYQWCcsCGNGDz1ekJcZvPoF41n2w0IESW/R7TGZDoo1k8dpVpbLzjl6e4eMlcM6ms2lhb
r3f3CSaMguMqt8xc4/ISvxcD/KbGPo1atoc6i60YXQR8YFr5noySHchr0idygs/tWAeLFh5r1fH7
TtsB0cDKIrvV3fwWNvZdhybFLOFEZ/W9Ew33CBdh32Tv1Xr8y5rrezibe4wED5YVgR7E0FGNHrXS
wPIx3qOa8XZ2ngaTl0Ep099NU/alaKofMmp1gMFwOb5FiXbkKvdguKyPuT9lShio4wQpIL4bS3lD
ck+Z9Lk3rJvUHvZ1Et5NkXcLz/dh7MVRYO1WKNq72i5O6hz9ULLxLh7NAzY2T3o26zsGYxPMfc7u
/WhXX3vFuBmwjQ2n8hRqAkLd2JyUrvn49sS7uj86THiZPqRNaTXvHUNEzTiyEOOSemhiTOqx6OOE
n+F5z28PdXWO00/FaITsF+gCuGqL8DJ5fiqaG9DphiuyyLdE/tdHMRmHFAORxCoUbLDCQYWmpgHe
K83tyEza2Ype/RcnNNwOIk7ZSYAU7nwlNRNmySDV0sAU2uJHoZr6Ciin09tv7MrHYSHqnCgkFUh+
rT5OPVlZXlLEDdBJmSiN6nnnZmV4zOqtiuyVSICRqNBT0oHwu9bXWUNrxil0pmDGi/t+UDITN97K
PRkV3Pk0q6uNu8KVr0R8ByGHGzEXY2MVeRSk+l6aZIOcLPydGEX6ONvhlrb5+ijsk2SrZWV2td+R
RBCFShQZFABqd3lh2YcIQOBGXHN1FNjIdEDLwH89Fxyi1DGX76605+bOTrzB575XbGR9rs4F2fFH
6ETKVTaZv44JObEX3YhFGuByE9EsW8w+zlkQTp06Orw97V6SVat9GpkbFpEUaMBJrBt3hkFNRqWn
pQOaH/Zk1DMKAHy4iYw3rVbHTwJHnOWQ4IgCR9uO4QUuJInH29Ys3HTXxuGCe7Vq0nE9GVXic7Jm
X9pYb57xSPrTCpfloEy99XlK7CY/ZI6CWK+cvfxBmxE47JraGfCesmrd2vH/6D9G6iiUXayNgI2n
2U6J9R1tjvYmN7sfDmrUY5Z4tJ6pkemVt6z4Rnsf6q1nHoahGL7abUKfct4WYx801iAcUOY0ge9x
mraDvEJfvA/bSv+mcm9Pd6IyCxhNgFskHOUHghQL29mCikLpVMVT28x0gdMDuu8mAX2wUkFSji5y
DISHev573Xu6/H3zdGMD6ux2dBAP2b5zC/trXqvqh94GF71z+779IinFfwCG6st9LOLa8zmzs68s
mRN/swTIk1vmAYyGJXaYsqXgCfXB/mZkqfGh5RpkoYIaM4Dcgz3GNLdj9bebHbt636L+vBGFVqd+
t+CRwDsTy21bp9GnJnObE4Cc5l1hxzjKz3FFLX7RMSzUxFG15uLGS5xExZFDn0Dw1RrZTMduli9w
frExdkMlLvy3p9uVe4EsXpEroWiP8HY1s5VWC5tKtZKgsEgN1577UxhdtHPb9J3a1uK26lxzIxC6
tmQJvB22HhSOlOnOF1ML5Y97JTl1py8Uf6Kd/hAndryR07y2qbKKoJGR9ONAWm1yIup5n1SPg5G7
HrGMbg3BUlvTUdfC+WEZteb49pu8tkeQQsWQQPofWOvKKrh1dewsHsvoyYbBDel2ZkVCZizcT2+P
dO2buS5KQKQWfLmLLuShWEhWTUmApWt/BDHsflDKmfR6MY9Bw03vDwjO4ca+dO190gyDrIYcMOGr
/FGvciy50IcwqVE7l+Ok3zI/hxOIhyqo0ukH9TV1Y5JceZskiS00LZxRqJBXV6Y2FI5W2h238Bo7
Hi+zKr+ukz8X2o82Huza7YyhKPK8ALroojt/Mkxj2i4DzhnYbls8hxjsBaqLi2GDlGafmI2z05AB
HDDJxCIMR6S7VseZLFoIPqNB3epGufJxz36NfDGv3jPMxsZRQ2oZ0zRKkmq/twoTOnOUoQTOlOIE
E3grOXD1ZRtod2SRl8BtNWbfs086Leu/wybvYMLB90U9W0fo+sbGfnNlGuGlQOBGpw02INJx5PXj
se1HLqcbIe+SwUFG7g0OO4WO25jdQe3I0b+9Vq40i1CoeTXgKgwZ3VRMOgLhwFnQ6UXphPQoMskS
tmHjW2U37KlxKqcqLcujXmPx2OeOd6BtbiPokrva6lgnYY7ggpQS+TWIM2cPPoJCszONi45s7vCH
tq9JSpe/6/mkHlLPKQ59ZzaB2mbKjV6LreV0waAjPWKSqbfIvJKEoIvjfHhkT1OJKwF7hgo3HIgt
zgR4CGfNPVjfnwv26uacHO2s/RyO6Qk9yj0BHORXz1f6+tukVV8dfDZyu3hyVDCvuXjWhTdvLPor
JwOMOcQN6GNRbq67MAdaoyLwyuzZNv6teIV4h0xUW8YVV0YBkMV7IMXpydbI81eRIXlXSyWiRjK7
407grxFkbqZtPMuViSf7jNmegbJ4Umx/PgzkaXrWE67NLd7WhHFecbCzPrsBoBKeqAc7956S1h9g
vYcHtcXkVbdbNSi65K+3V8DlipOFSi59DnsjlZHV4h5DAW0nbEj6xXp1n2EvfNPgSRxI1Pb3pjGc
m/+38eTvebWBqUKHnYnG4+jM6eybKUquacmiQxPD5K31ttnodH9pHD9fWdJOHtMcyfsitbHaUnSP
SUNBxTzSFRV/qI14sWAUZDRBh25vODss6kbxCNmzfkankZDL7qzqOQk7o98ZVYhZaaM5JahcyGED
AVlp3PVx587+gqay82usPdxDjEtgvV/mzsEczrAKdQewUfsQ1iyXXY7pcLr38irV7912bhoSrCKN
drFo1c7vxGR8F54FsqgrXtCFaJH/xIV0/E6Dc/EVv42egBc9BUhpM20HH8u05dTGpt4c024h5V6q
o5vvYd+D59cUZTnOU65+oNdSBcOYN70LYi3MipvQqhpvn/Cq7oekz4WPYVnBLUWxlp2Wm1bt21Ab
B+zKoir3XcuoaVkrJjvzJ7JT76fMEclhnpMvmaV09UHFrz3fO6Gifp1DcECTm+BPCcF5yvHYXCbX
p5Q/OkOnHXMAnCCTvcVGDTQU0wO/Pr0f2qI199lcZuE+E6qxpba9oh0kZJWaU5uUpst6O59supKn
6PIcD4KBfsoMYSg7xWy9dNdXRro3Z9iJWTXjbOJiBKd1GR6Qpl6z6JMEJ+AQtDP+LFAl4cUBfdhS
o70kuFdTE7EFdTFHgmPIvpz/vBS/tj5pXO/YObgNN5G6R91Y7YzS8qvY0fbEwR/obzQpmEkKEfU6
qxY8AdaY8wcbp98w7O5qp/zIzDz88jKlqZlqEngNed1cRT1ODQgw5Cw6On18Py6GM4N/wpUWP8Uv
msLyfXu4i+OPWJUkFyRRTOxJDq2Ov6hv0jhuliQwI+j3zCj8LuN0eHBNEoFTGqGdCLtDkmnfpnrp
N4KOi5hKDs4jSugTqJZ1ghd/dEMMcZcE9PRja2xE7wDyf9YyrKVrUf9lmcO7t5/26oCUfQmVQUJS
kT3/7omyuM1YDxxkmBQGeVb2GJHTuuLN5FnNBn8/4fa/nHBB1E9xkFOel0yEvtoHS4XeuHjgKVVh
E8GMubcvw3lrTl8cJ3IUYhjOEgMB2jpX7+GFjcMEj9ZEeItElkraVsnjQ9zN4jCGWbaR4JGv6mwJ
yfFIVJG0pkagrZtey0l3tDxu5D3OeWwqun5JKrkPoY07DIVfZz/otSXLFltVm4swYTXwamtphqiF
Zs+FJy0SFVJeNBzDodtS/l55nZzMhN1o9xF/rTV2k212g57MCBaqUgQwqJ1jv0zJwVbn6SHDtmDj
dV6GJTQrEwnKjLPUJaxlYJiDKHoaNnEQ1rp+Y4vc+FBHk3GLa0AYdG5Sn/pZ5ME8WOGdFjkY1iZG
vEvxLnl+e41ceb/4MJnEvXRsUNdehWE11lBKXEYxAfH8o7SM6DGxNPX09iD6lelzNspqUQAtAu3m
0jEM1C7Z0Q2T7nWl+0mWhu4cjo8ddZiT10zHNKIgQYrPn6sZqxkqmjsvTPdx77YHammmP2bqIbRl
C9UcH+aEioOEEE6q+n7s0nd9QdEEwSMAQ6fFLty8I6liH7q+7za+4LUZg/RA1hJRerAGz/eWRtRD
6OhZHAAXM3cjV5hDZqufkKUNPtDiraa8y+sxE0ZCNOlaI72hrevhk1Mo6QJOMsAV9E+Yk7qfzqbx
LqPl3C9C64NlzNkBzVh8zwbckzkK8+Ns02c1AFz/9Y1cAtgQQKtyG7dWRd4S9mVFp38UeNh94Qc7
RlCCOgy49JH0R25jaJ9jx/H2HLoyhWQFAOaAFK/RXXP+wrkxRoXWM1GTrn9fRqn+7EWi+KihEXjW
YrPZl4Lk8C6vnXBr9l45RxialAvrlArRmhxO8mfR5iSJA7wn7yJtiXdZGOKoNubUsR1SiH2W0Jw+
fZ0cwT4Vvs8drI7s5gf5jD8bGNXZ2GCJVQx/2XFGOTcn3FOG71Q9biL4uX7XigdaKFKAT813x6q6
gyjK/hDVyv7td3hlsdMAzO1X6gxl/fP8HQpRgQz3eIdTqfdHz8EyydMANfwXo3B5lAYAKDPXaXqS
nElCd0EUjFwj8QHXgVwOs7uxAK9+FDRvlIRooGBZrJ4lyzIKiNCPEMMse3AEqh9nuXYC8Nezecub
BBm0jalw9QXStyEpE+hf1pW1DFMCb3CMKOhM70fTa9rBipJiY6ZfZgkIpFnl6F9ICsta4fmjVW1o
pi6SA0gPaf1kNtIURlvUQ1TG4ohdDLbioD0OyP+UT0oNtbZpc/WAdjP5iDht3I/DZJLxNq2nYelN
n2qgRgzbOstdWpc5PnSCf1fyTUjd1beDvgRgAVnsCy4jhlRJ2Csqn0R4487WQRzZQ/zXfzG7yLvK
PLnceVdHSZ1VYes2DKLaXR8YaWEd7LasN7a4a49ClEzHBSkbUnGrUQynz0ZqWnzoBUBFOTvtXsio
4O1nubw48aWlVEbCfmiZXEeohciwxnZ6dtJITT83/4ez89iRG9nW9QvtAOjNlGSyspxKXi1NCG11
iy7oPZ/+fhTuAZSsPMmjnggaqDuSweCKZX4zrThUK0yXrDVFgoceTQA+DOrEBKp5red36LjYIASA
UuYg4c/TjGML5lOgWcqyOR/8uO0K2+V8NO0VVtm4NcxXL4+hFjOoj2Gfh9wlw3fQZDrGMHL1lWJt
cOjsMgpp7hZIBgYS3hKq4WCFWVZ3R7u0LfTqh0B/2SSaGGTuu9DrWqXlkPciXIrKfcEX/KmJhYPZ
YWGEZqYXL2U9FQgcRz8ZShU/IyMmAVjH+V1tVuq727ty5WAg50dmz8RkE5zc8oLf+iqx200tViMi
xIytCRDYUr0kglrzp6tsY1SybSBUm+jj7rLrKhWGxYrykyU1dJ77rL1PZH4kqPE6hLIK+7lFUL6n
PbPQwFU0L9U1CgH8aRgBLss5RZnP17R0PmvgS3yl1OaDL4sW36vXybKMLrhTmSugZ3O5hV266K05
91EoB8SkUgzM9aL+wSzIUU6KkU93NbhkF2/VqtX9oejkezOy59FrC3NWvUlZuYRrW3kP0G55B05M
cAkrL1bmuh/i0ci/YQ3mGCd8kaga9FUrPiaJrv1odGtZ/doeFstfx1T5NkgVE6XGcBZBF6kvjPu5
ndHhdxnYSj+Kcg0zSX3NPuIZIiNYjamLE2aRRLFn62AGg07NXGSfzSqOgmg0hes7QmszsC8yfh6X
Pn1qiyH6Ok8C7frZrb+n8bBIL88gMnoaWNl341Abn9RpLn6WvVb+N6vjJkXeUjEnxpLmyHF2U+oC
TEFzo3ffpAgcWUFXKiwV0eaeOeUWKtvCnmogKxaE93XMkx+Z0/AFVEhufxeTqxYe8gOYEGjV8Nla
F5jvkD8+q9VaY5SlcwbuskQrMZ3qBxBC4Fp/zIY6vFhpicEzjJz2vKiG/a5QmfOCOtLEk9oaaXTS
Ae+ck0FnRq0JRX7Dr3H6UtZG904a6urh7dq9c5ge+YlZPOVDIRBUwz6qBDBU03App+ijNTbmI9HF
/ijpjb5rsiw6FbSLuqAt3QXjZGVyz73IUkxYkEMTAW54tfLf2s57xzMmN019aiKzRU4zp1RAr010
iHtH7oTk9xJ/U8t1bIJBVYc32Zjky11r1sLw/yOxQptx6wRHktoJXOzacN+JHEPdUSnNTxKVksJD
fTN6Ozdu/z4GfxV7pZODnlYLgU0qBXf8yZGWwMCyKD7f/vq3r/sy3tGjgjzOOAxxmFf0gbh17TnK
syiMsez0owSBhqFStTu7sz79+UogdzYGKhoYVPaXnyKZRaO1cUF3HLGRx7pLfvZD3rxR3C49SD2v
PRMAMU3Bup0Z1z4prLI4TsY5YSVKg7CJi/ZxrSPT7wbx1+1neo2EB16LMhmKN8ROprO79Cl3ascR
HNCwjjtkmvS1+ChsJv3EBv3MRbLgSdsx6QdgHCTxCE8Ss9+jKLctsnuH/Ah+gEIOzKhnF+SmWgdK
N0VuWMT4+MrZKjxzduewMspP2jI8QpTGPTByJt+Muu8l2vpeMbjVYyv6f2L3Wyamx76PvqaO9Wgl
uvVzqHHP6vAPOLjlr7wXGklwC6lkFULybrPmxl4NpeKs9aIb7/A+/Ft2xXCCH/3/nbT+V/ztldvG
gKIJTAtmCKO3XcXs4N+bl7qMwsi0qmAsTMZ9g20HNLIVlCCkjrMmSJA/P3cMfza1qk1PC7za5QmP
oxQXyWFrTdux8tfYqwvem9l05t9a/2IrYTnRP+LDRfJ59zHZam+4SclSbp4o3pDmiQdgqEFPsl8P
nurqGScr5Xw7cGwgn14+lmviaoqWhxuO7QRMpooK++QKszt1q+aeJDCL+4nL9yRMdQwapy7v8V08
usq3vdufcSR0qPHQvtVonV3+CIyF44VOhRuumSpDmoYMyJPZCTFb1QM0cduPzUx1Is3y6K1eXZmx
CnJPBBTO7uXKJpapmZC0zfG/Hk8ldoWekTTOgxiRVs3TKf60VFl70nJTO3jJr/M/gHQ21BOTOR7z
vN3KToycShvDwR1AuePpU6vMN9wjtalrX6VK8s3LtTlNe5Tw1DCmSfEEDksRpUGXWdF32F5PoOvs
g4H41eehCgExQ1PllUC1QRLUyFxzQyO1mjdMDStObnoENtp25dVJAXtvcsngzbIXNjVBTLgkHKxS
IuU0tnoX6uosnxUM2Z5LOq/e7TvgWvTVNt1ykDn05l6x0DEynUEZuaEok+bFXRC9ieu+PlXVWBBl
Rg2fbR37oU5PXsp2OprzXwt1RFPqBM4Kzja7oJpiP5soBctHuj3d28nsvtUyW3iDhiwL8y7IYEo6
f7n9zNe+id8W3UtMTbUagXRj0Y6p5I/OirJH3S7SEB5egWU7hsGV3hqBsK2Ptxe++rR0QsFlQg2i
Kr/8GHsLR2NwSbxc5meIhrRV4OhSnpW+aXHIS6oPSHD9uL3mlY4yLRgNqO42S6KS2H2Hg2VmEVJO
fCFq8r2S1C+U58nfo2EJf9CXMUQoZcXYtMTBxM7i8qFFs9eLRVeEUW8So5eiA9MoFoYn9hdTtM3b
zuytN9qKQEHBEQkh61rnxnDB/zAfDhnfa/eS5hqwTLRVkYMr+U/14UdbFvH720939fgiJ47eLacX
6PPljhrZXCXVxI6apcg7TwFv9Th0Lok8Tgk/UomOao4l/aNix7qnulF7JLdyJf7Q3eVyMWi40oba
RfakXW2qLa6Xvmr7Z0VJ5XM6O8NzaxuFv+pl9ayYY/Hk9DZeREjXe03STG8FdVxQqrkSWLmNL/sw
O+cJaTFvGcboJDHtYwjdmP6ogKjsV2d61MSqePjB4z8ct2dUttCRXAvrOZUqnsx9r3wynXH2urqz
AxeRv5MSd0mgaKBRZn6Lb62a+ojEIKppqs5oGbtCJtynQWeIYqDwxQDVSPrmzinW8tlA9f8vVY3z
+9tv60oIRfkQuV9gDzS+9km0MshGKC1nyuyL8bl2RvekpIl+ENKufN6b1DsTKhSvmWfuzkRSmGmk
OQ0JpSnsU1zMiJ3idRXEbUeraMlloBV9EVZcJuHt5/uVm++i94ZbQayS6E1hsm3Abz2PKlXHaTS5
bcHkFvd1ojfjI0R1bfAda1YiVDjr5Zs0M/W+jvkgtCRHl03O9gkm2Lz44D6Mr2XaDh/6GhcEH8kn
5clRkgrnTL3rkGBO1fQ+We3pjxlNG8tiYzIRlzZD0l1kypcc6yux7Vmp6mcRY29ua9hbtUlTBatm
DIFl6sjNUVCEwh2OQITXviIdRC/33dbl22NRY7Ae89JWJGkFENtFizC5qjt5NtXoIARfO4IAtmgV
EYAA8+qXbyjtHBsZPB5UTcc4TB009GIlVg6O4GvKGvtJ8r4lQCbQ4b3a9IyFV9GtLRleO01pqHap
g/H91CHAN5Oq4aE9ZuOHrm3jd51rrg9TJFN5ToVMGX+A7aQGqpY+9/rZTT/cPqS/kK/7Q0rDDGwV
HSUaS9st9fshdW2RRbZ0w6m3gka43+YMpCFuZ6cyNs91lT+OlXzjRvRIYuN9MSn/zcf1uV6Kh7it
MWScTlOd+qaClzCN8brX/dyez0KtThpSxsKFVh9zYAYdw7jBbT0NaZmD/b1ykdL022ADkDXpx+0K
iFRaQw7FwQkpkEC6DuBTinrYjOfNJ9Xt+8DegKEH+7Ydjf2+MdgHr0CtvFk1X+6bXDDCW1fLCRd7
6D5GaWa+uMAmSprec87jNr3rUb23/4W4rv0F4npqvW5wv4uWlpTXjOnyskA2/xGBbWwDY56fM7rz
hZeYafZVEyoClwtKqV9kbvaJ11ZoqPpLFGl/5VGmHrF5r1yc7CCjE1QVgTrt64J5QMM+KRcn7N3v
UhbrI9K3xX1ZgyhzRpSaWwUf6qRp85Mew3y4vZVXZrSbNpMJXAdELYTi3a0pIzWya/gkYcY82LOz
5lGNujuRtR+V2GH0rZahGOSHEv/BxBI/DagyWtodSfFePUU2oyPqo1/X9+ULVZFDxp6vd8I1dt+o
U7L171fuyxJfQTdqes+O/rn94NeiD2h7yqEtCwTOdLniNEi0nqiLw1qd0CAqHNuvEkLQ7VV+IWf2
J5UIhwcD9GKYzPsvPFVQchm43vp4+QZp1wnLooWYAkA80PICj76cYXjNQOV+zsv2DOJ48F01MT85
0Qx5NbWNO0uNm7t13Qa3aTmdGWUnTwuKjY+IEeqhrGnfzlYi36Dq/ucDy01UfcMEbSATvIUud6nD
T7nsat0Jm1HLHxnxaaGiTZ2XxFp7566ZeI6FmA9CytVXQ44M4xmGGQiXy0Xph68os6xOSGcmo4PZ
WIAtG/MgQ7j22dGohC3FuJIqT7tcxVrbutWjyQmligs7rCWLtujkhs1aZZ9MM+2esGFzH4tydD60
spEHy1/rhtAE2QRmUCbYyMOX60ft2LhSsH6+ZEitkI6RS+bpfQUywu+jxP1gy3QiC5hWT7FzuufW
oB38iKs7vcG+QPJxO+6hdaLGTnMY6X44iaF6S2Qb5x7JjeD2R3B7FVfZfWomeMWZzrkTCr3tnoau
RDHAFf2/eRbwcpg0QstB0OlyP+naLDRYOo6qOmA1MKh2EDuIuPyLZwHLgt4RKS1QtstVpJnrhTGM
nM00iQnI1ocSNcSDoHztaALCgy8Iz2nTQL9cBLPPHslgouGclNqLdNb0zeqSiInFyc66tNEMmTuE
H5pKO7mgzQ6e8VqdyqyLX4CCH9zSPcs/svW8MlBb5tNIbHSmsnaF550PmBs0jvOtt9zsL0PPcQfF
VElZvVQxRc44N26MByrO3PWw7qljXHbK6Ocw0nPzXFGNTgDQyGbWUZooj6oLzxE3lYraXuvC9LUy
/J/9vLHrlxWfuNjXB/70RN5skxTbLd4TPuP3uiu7b7df6rUyhVybuTE5GMj+3R0IKiOpx0aSw1TQ
w4G4m2QP3ApQNKdzRk196vXB9GfFXj7cXvnavbeRhJkoEoNgWFy+6VzTGouBOrfQGidvW+wgggYD
WbVtPziD8z6xcZq+vaLF/3F/If2+4u4AG9IB4KJwD6GlHDBG+SFtbT3D/PLXaRUH3+S15BvvDTBg
m/cmpdjuJDftkA75wC0rJ1H+VbTV3Hg1ut6npkOrIiHzeFo71GfLRXxOrN59mFCnDDAqzv3BGf4G
Xf/HBoGQy7nWN3YfSAnwxJc73rrCGQRDkDBG9e1clsb48H+oOq6814tVds+9jkkbx1tgXRAluENN
3AhRBbSYKnbd2zxe0heh/It6Cg02BwQTTS3Kbv3yyTi7k3C3MKtX60QhsC6+tTU3bp+f1wJebCA6
OtisbBcnm3i5jIUvoVoBVaS5pI3vzMFNyFeKJpgTNTl1sep8brN+CZcuaoPOWPSHSi+N78wfxxcs
kuVDkgvhrwOwi9s/7ErQpBDYUKFUzwpNxcvfhVqs0Y8VCjXJarUeQbLbPCeplAbF9IscF2gF5/Zw
NPUvjtKOn26v/lpExkXSadsTJBJg5O8tKwoKkZVhRhRSMo6t72bx9JxE5lj7KfwNJPrwNwxyp4vf
q82mnbKR+hMvFcJ+XPvGxOkRzLDnlBQogWBqfMKMSSZhVqVy+xb4urzckcbBz74S+SDTUhtvpFCA
kbv4Y8+aKbJp6zi52vS8DEPx0Ihm+OzKBHmREb0Um8ZXqHSRdcC9uZIUMI5gVgxVHcjIfraaKyqN
swFRBHpHw99qNg9+Nq7OAfv+yiq/IJB86famfGteHgoXd+7RWh07VBe8Wj3XqfXOM426OIiqr793
6KYALTeeHlFu305WpN3qVTfaYdS5MlBEnrxPsjbzTWO272bKHq9wo/z97TN3ZdFt2AK6CCjMBoq5
fDiOY13nKtYlRqR1jbc67vK2ctUvkaW1T1W9lj9ae7YOkoMrIZ22ISTMrWGBrth+zIOnUUr/KbFD
xLPjBxqu3fvFpLfgxKqOtir90katozetC+Zkni33DfIhdVhZDDE7h+m1YWNTf3sjXr9l2mR8+vQy
N6jrHhOUDE4UO51uhdKN5FnPm+EOh9vmdHuV1zcnq8BzRY8PXBc0u8vtrqWRpHiXWSGOd/Lckk8E
KIkEKOrNFCnVkYjs0XK7o9vpbtdzqqwQFpDld0rdntwRBK9iD1GgYdwe3H68a5v4y0ELgx+EKH+9
9996UakUrVjFYoWzXrd3c88MVtZiOjg+rwMOQWZL0InRmD3up0xtZ+lYOnRWaEVaHuhRN78b9VgH
gidYD0vkJxvEgb+m8xG5cNuvy8SHRiNYbG59msIMvC9fn4xrt5BLbYUgoIW/yA45PEM292luj0ej
iNdL8XjAOUxmrdAmdzdxLZHHIYE0w7SatHsYedG9MudNdnDsrzzRJgCETQbTe3K6XSpDz6CIIV2Z
oUxE/JinmXYegRGFVWNXB9H6ylKwahnUbEhGWFi7y9UYEsQmygRedyoqpPPWxsd5xA3qaj1qBV1d
ahO227zKgGft3lPSJWnXTq4RlmZahWJCAjeetOlOhUd4cBivBFA8wSwF14sNELCHYzNIa/tkNYwQ
F2x4tnmE+GMSm2+UNc2/qK2q3NGyWw/e2pXJBNvIV2DAqIYEtafMKypFE+7UOjq2FMHNhLTdXDtB
JG3jYZR5iw7maLyfYu1H5urph1wHRogXTBrOq+veJbmpPqxoiQSWNPowdnIZ1l2reD1iRk92NH2+
HRau7NGvJhn5Mu5xCJ1dfjZUJBFF4MqsoTAcgh2xIfQNkGjntoiS8+3FrsQ86k7Gz+zNhpPezsZv
MYgZnesg/2SEuKLrj6Qe5p1YxIjOIQYoiyimP0b9k2YB76HaRZoThOXlepOsJz5hELnRCmyzVWE5
F06RHjzVlRP9i62EofMmS7H/eOxszJpapqxiLcZ7y5XLKZZrj9w/4fz2Bl4J4hSyENQZHgEB38NU
cSSXpZ7ZdAWXVn2J3C5GlCA9SrWvgP0RzyKKI8LNMJuR9uW+NYU9m0i2aiFmxeJBuE70vsvjmqkU
Oia5lxqiOjlNPd/jPjb/U1TtEpazMd+36EO8MKIxH12LcaiZNtWK6I6U6FOoOd4raeINdrJ2PqBI
660pkyX80w1iOEw7c+v58vHZu0DW603VW7WjhblJk13W0Q/HaeN/s8gm5YIYKD52+xma2qzFgIiy
FooU64NiqLpvVtyUH28/yuuPBZtkyjy0pWgSMXe/fAlGEecZYgS0llHY85jDJP7a95QJwChQiU4P
+X+v7+7LBbXLBcUEyTubLRuxC9E/LLKt6F0mxT9TlacPyVMC108dRp/yzEbqZaASS+ckRBZq+lrg
dAUb3Hbfd13VnOyUHic1ZHnX1Qjs3d6X158bPxMc+tY+ZqCyH/jp6doA2rPtcEnzxm8GEsF6UgYP
LIB+8KKvUCJZC+0AmrjEK66Syy3Bt8gFw4X9dhojhQj1rA3UqlJ90WRzGJU1nXLku++VuuoClJqW
YMwN4VtlUx7EmNcfPj8Ec4Otk0tBt6f2GS4VGowPO8SRbDxPEdry+uIeNY+uNK1ZBiYB4wAIM68w
SnG5yi5ifM3UIYbuD1npHEfJ4DVOQ3Vl1qi/LEg2SlzIHmvQ0ChEqurB+732qJsJ5TZvBEe3x2VV
WULZw8w/TGLbwHM1qXxdGYw/jqQk+hvIGPgCpcV+xKjUjlpthkxh2k92EC3Tcs5KuzzdPqvXPimG
0qRw20owqC7PjzK0MywabaO02YAAHXU+q6v9z5TYFN2aCuNpyosHjRzgIPW59pFsMudbi3fT7tl+
2G83LZKyfSQbg01ca/ux78zo1EUSq3C1PFrqWpwiOpF6AzFFnGSXDeOpoIt64X1Nw1wGY8ZES1XT
DFflnkvdNP68kPlVojEiAkG7EXAuH01F6boT82SHlrZU99qQSk+OiXOQOlx9KuL79tVvAXj3VKO6
bMD9mc5CaTs+U5OaMjwtz2kxfdLnRr69fVB+UcQuyxeeahvE0aohfdx/4Cl9vwR8IF8eoKZTVTaz
H7mDBgZ5iUIt1uP7VR8ZIdGJALyazg8a3pCQPmp5Lmb0eEkU+0BVeuNeyXRUI4pRBr1I/4aJqD0z
yVOB/JrVWe3V+qHPx6+rhF7hqmATxqgYXsrS1k+QHmIPLZA4UJFiD3oVHEqcRSVI/zW5u/3A1/aX
LhrJ2Ub1UfZzab0Z9HpZ6aiIVmqhlHkU0nZgPTgBjB919QhTur2w/QYT1jZvTeYASP1fHpucAaAS
JY4VLn1VorM/uL7NPgYJnhp+HOu110GPOaO5a50n8q8Q5gnGAFObvKTG5JybYdQ9Ea9LaK4Y6sjB
mPxFgUkydoXqoaU/Pg+Y/jzF3I/MTZzuwY2c+exY4xQM6wb2nOLl3l7d1gcCplSei5rwuW4j/JFx
9tA7VGutyvFYxbGqGdutzLzTFj17rGa0Bf5Tq20fp21rh3kBgbIWa/cgM+69lSHjl9sv51rY+n2v
doe/VpuEM8aAqHO1xmv7Qv9s9qb60kSZ7jco0t8hL2f6LqAp//bKV4I/eC6E5FxKXpoI27H5LW7N
ceUanZ0SlkezeRpmtNVV2XXn26tciY6g47jS0TPdYuQutQIlO+cW7OZwlD22j9Ksz6lePc3m3B2E
kdflFXZcv620O3VFoSN1LmPCSBybvq6VE5YYgLTFCuTIFljmtopo/80mwp0gB96S1L2ziYDP0Tdd
xq1jlvNd6daCmUF2hGe+tol04xmPbQMgc98oTJokro2aRmHeDijUKKJEL23SHnphHmHmri5FtNgA
NGB590bHiWjT2FSlTbKZN0Hjah9g+2bnrgKlcPtkXBl/UPL8ttR2QH87gFUhBzC7lhUKy7SfXTup
wy6q8icDDlY4u1H9TVTyZ+bMvWeNTfKQOuR6Q9naXiOV9nEorR8SwP9BTvS//CzmH+jEXaHu9GPp
pn1R8F3opaLc2SqmmcHiVJp2SivF8hy4X8hSpNPyUher0XqR2XSPzmTUXdDggHG2lgroGTpHzV95
r8xHzdMrJSPd923ICTwYL6m9aBACV7z8kVdkJBbSE0lYV/Pj6trfVHd9SQSoKkWlgDFgviXZW32Y
z6OWPE8b4nnI07dLLe4ttfxcmb2/6Mqbzhb+tCJAe/v1vg4vZHs07rh4YMMgDnb5djvGj71WmWuI
oH50j8rb4CvoAB4cotd327YKFfrmM0yRuI2yfjtDTqSYA2Jka2h2SUM1IJ+jPHqjjp3l2wpUzz99
Jm4jWtaAkOC1vOrg1EOUmhCVtHDQ9CaETCghsXbi0+1VfqXdu/tzKz9guJMR0XnYPRRNInvtJO1x
R4gIZMAwLY+uGY+nPu1R/sKPKiy0rj7HOJ949VpNZ+ztmoC8WJ6WWZ9OAsuAU14s2VlIabxxh2x9
siYL7DvX6ymzVvXLf6BjqKDgTezaa0yvldKeTuBaDA/G1BGy8Qo0jiNLtx99sA1BvJfhW9Zmie3c
sMJNY+/HUneVh77OGGSKgbZ7NPe+0EftTmjF+jZxS0CXbkrzoyjMM4P9Q97967PJz6FJtTHbYXrt
fTjw352XLHOtMNmwLV1boGKkxcadGRmFl8kVwV9HpH6x6RMq0vqnHcsR4rnMPTL70ZtaZQhbaKwH
x2t7r6/eO80UoOTUnVyYl4fZFaB6JMlC2CXREylR+cHK4+ZDPyJmXCvKP1Zq1+cCym+oryhU3j51
1/aEKo3xHjpdMHV2F7U2jXlmZZEVUiougZrOK2ZF6ZE/9OvvFb4aSqD0i8hGUWW8fMRBjaaO5jeD
tgp3XjMapqdykZ8MeBqnrHf/HMnEcrjEgce0qc/2EIWNqjGkrW2FQxLZp2jW06DRUNK+vXVXBnks
g2eFQS+aynMv+lV0ia6KiQFTmeeDh4yS9Gm5f1m1xg0W/v5tWpDcaFvzQY8rdKedZ0eYQTLMn2//
kNe7i8U8MpNIIcFQQ9j1cndbrVOtWE5aOC/yK8Wq5psCAnTsSgdIWtkfnNfXuQLLwRnjfdL2R2Ht
crnGHHFGtkotNFYhBo8G0uCNskgeNasy/ngQdLnW/nhyp6L6mNMIjJT5ybLGv20NOc1/sX8OXQSy
YpLJvbiIrKLcbC2QmcsCR9UZXOWkL3V1stuemtRejjoj1zbQhHy9bSLAfWNLaX+7vbDkXTbAsBrO
dt17FXp1L6SR5akz1fl0+9GuLUUDT6FBQk+b6cPlUqVSoCiBthfwhFI5DSkQMqV3sF6zo/xgqWun
0NoeiyACVXI//kTXFwI5rhCUmobxold1/YDMb32KgQE+RnXZHBzD7VRfhk3uYpoiMFQ2cuYe40e4
XvIkrXi0VaElONHWO6VYv1Lx9cUpUpoiELASg1m6R1/A66DJ0hozApi45B97H0oA56nWxVINMbpv
7yocTLwSg5uDDb2+Ct8zMkeo7+3bPmsvlkZ1UhU3X9Xw+4EOE9oHR/5m104IM1BKQWSHILftTkg9
tDXypby2zRUAlteyYt1ZYyJjNO3BA107IYByuHkpnECs7D5mpLRVmGWNGipZJ70snq2gTQYtiKn8
vR4S8UFpeCX/AB6sYquGjJeJ5NT27L99aBtKb50EMtdS7dO3wkEwyFBi08vxZDgVHKDE09ETDyw3
0s5Ko6z3htY0flvanR9NdXlwYl8/Pz+H2gcZmU3UbT86iTrKVIbaSkgnyTotlTOA4ssxdYM2eoJu
9f1Pv/3L5XbXQqlU6kgIwvewc6BAKU0aTtyXISzjj7dXen1Syff58DfFGPKyfUDrUFIoipKVNr2P
O7eJppNUy+bAeub1SWWUyM1Dv5UKEmba5dt0uhKJ3cpdEZvryntS8jgsgX/e03o7GjH/QshfBheQ
aNgXoB8LLIgR1OVabtkUMdWmEg5DF+n+pMzRt7XUTD1oJpR/vFF0UR5MMlrJynBVf8wAmtZh3FbJ
8MA/meJT1WmJuBNRXo8IE4r23TI7+tfRyPTGXyt7DRI8+940yTSUGKisYIF7q29RqS1Tp3uvieGH
mY31J7zCMtWL6mH9kq1RO3l9O0CJTEahMaHIJilfEmeiDijUrFHR/xVsS94CfZ3t6pMiJxW+mz4Z
38xuIAbP27wl+NPXb1HPA0Whb7Ax13chBFcnZqbWqIRzV/R37Zwq1KhJ8vX2Kldks4i5Wz+TiQVN
kb36QUJyChUNDfloFsx90yl5U5Zri4AeqgjZk1kvIoPnUJpZgJVZA8XUGfu3bjbo9FwjfXlKhTk9
5kPUv/RrHsEMBGd1VJhuMezy4HBuaHltgxXsnvbgixXSk2xrtaejPKMtb9WJz/zDQXN4ctY5mCtD
rJ4pNEe5a0aJXWcUuUB6O2mZE32QyegDF1zoIy2R6LvZtWmxmWP18r62Ir04225PjpD1jQ62Ie1O
ZmcjE6o3dfqdQfHo3sWpyQIJIrKr1+k4R0LJciBmVmCvSo9iplQ9IAh14xtdFZ31ni4gzGdNewPN
Z31K7c5+rxgzDmRK05ddENk4hnmolSWlj9rkcFI1xEp8NTLd2csqZYTdNWrd05LV0s/gq8IULvLy
e2eWmLt2ilC/piQoz2mF48p5KRa6NyjMaycH7fcKyAhIdT/K0CP2uqQ15kA65jA+6W7RUXHpCXop
CeNIOsG05W8fqNcJBEgcEjBQCyCajD20cVLyVJvLfAn12SofN05roE9J8abtBYCWwk0gg3fli5XP
R8Kzr+MlK4PPoINI4fCKaYFbKmNgl9F8ayrjWQOWGuhOOR6cxSurUDXquKtw89moVlzGMJJMQ0wZ
TZJ+yCakZFesD4zZ+mOAKKYV27e/sS9J/HZRWTUbG2G+fg3jqk8fLTBifmoVzr94lt9X2aUOeQNV
XG/bFXJRMwRFs1Shq8Pnun0iXt8wPAugD3IFNgwFicsdm5x8EihfsWN52XhVm+qekZerHxPhDorH
X5aDu0ABkA71DWKmTt2261s3stXHZtHAdRgDzYVkLuSXlqqqfZBCW4kIQjZP3azE5aPIW1jTiT7h
MxMrSyW8TBeOdepXo/9e18n45DpGEt0Z0dJ8cul7J35bC7hvNaRAtLwaV3huuw6Y9lWl9qaP4MwG
Y6NmR13kK18Up23rJGzGC+DdLvcvzzGIWuiOhouTOw/L1MeMcbqNWKtopV86nTiJYqEjnyT2H99B
G6qOhcFYkcTsiViynDIccTJeXWwogcygx9NCVv7NKhticAO7OZSKlw8Yg+u108VZQgoh+qxmMQVC
j47Ki9d54kYMoF77H2TK5Sqt0haQGA0oAIuefF7Nsb8DpyjvKgSA/MJFeO72sb/CsaTDx6Bm62KA
F9wnptNqyXZgFhsWIJ8fZa+Nla+m65dYjxDe5uP25pps2F1U8zNsKfctLvL1nQ1W0tOdsXzflmt3
r1TxiBUY3g1iVJB/SyswTZPWnI22IQOvs7+NXkk+QR8qD0LQ6/3aog/RlA4IsIX9JNnqantQGmMO
W0Odwqkt86dkSa0PkTlrGPsO1kFifQW0sk224BwiTInyg7GLEyQ3Y4Syy4zmkwuCO0vjhzTpoodZ
Uz5Zs56FiJRAIEHz8EzNUfhqZQzPaa1/uv3erv0OBjZb0r1N6ulqXh6UZokyS5n7CcBqWf8FbEtC
DmL697aq4/anEDRlAAlMRXnSm2l5V6p2a+MHZ38vjak4kqp4HTyp7TatN9LAjQu5S5lnmZocjV9q
3swU9dYenkyE5oJikdof3wbAhWhpcGtviHJzd+fYWYJplGSpcZzib+MihqADvnNQb1zbXrrX9IPI
DTZu+W578cFyrdGSU0iD+yOiOpEvR6a1y4pgzCyf1t58mO3J8IU23pt99l/aDUdAuCslLKUiRRVl
Fbk1oOjLV6wtpj3KJeFY52gomZwkPBa1+EUaeuPR26sYArh6OJdD4ffT0j1EGV4OVRr3fpGOxkGk
2A725aXFr6FjxXSH6Qtl9eWvyWtaH6Mwx7BILf193dVrMA1VfMAmvHKS0HhHTW2bedKt310jauNA
j+hYRTRagxB/3H3oV2vIPEXo3cETvZq6bJTFrdm2SZJSuu57OdMEJZx8uoHOVjR4jbpF+kXW+vLT
0tKEjDlu18qzkFAeSFnrAbV8/Ge0ohiME9znjFquqXID4F68Ft4Q69PnthxV8YCbYNailCBLMliY
LO8qR6ne2yj8/C3HCnunEkPcbFQ4Mjh/WUfF0v4q3h6LHhzhaRt3AM69fFNKXQoD3TBMbACbnag6
na8z0sw/hlLHhq9PnHcyMuU3R+TxvVFN9rNRi9pDxpnhUYrM9f9j7jy26za6tH0rXp7DjRzWan8D
nAAGUSIVLU2wlIxCzvHq+yna3988OOcnmu5JzyxTYqHyrr3fUJlDc9vkjj77Sap6dEpzroDfgpAW
cMqfP8jWy0p+LGlQMjTAjSRg4PRjm6pS7HDq6+NoFs5OLItD1DIuG9Hd+pqgFdYSIiYkrZGPWhft
Q6eRAgFJfQQ0Bku0542Tiar0w3j+UgAkeb5PZ3w22Rz5XYhlYPAlCu60UwRjbickqgn54u9WZHfH
pSY00TSlujGaKbtyF6sFU1kbD+YkzCtVxdTUyxPlqrXqb0kzcpvqUXvwSnge7ZQ7t/mkXnu9Mm+d
cxeGX6eqLDG96HhT/z/90gyUshiIRo+lsMVrZ67jV0YmvAe9s5trTSkpDnVG2GBE0ZRvoWPObxOn
lEn/GYhKYiaVvlva0nhYPHNLFf3Sp3EAky/jdUEaZnXgFDN26FaV18cJl3ZYfIY4pmW0ZetwYbMQ
/tAKvALyS+sEhlOrOMKEFT7Uc5O9Rp29vcNmatj1cWHdVWFh3yFDmx4Eurobb9AzPCirBCcBXJTA
mwMGXzOvwlxHfA+rk2Nm5R9zu/T8yFDRYWlStX834RD2Omzhv5pt+LlKbcSZ02ncmP/1cYuOJDl7
1SWRDqWIDMvp9OPhbOmjYwzHYcGFPG7s9qZuSF2hpLGlLn6xKVmokopFEnh92hQSqErcucisLan7
s01n43ou4092Xm3xIM7GVXbK5jHA44oXAdKwpy0hFV7mlZMPxzrEh1QVuPI4aWq8s+cmOtQpSi0T
qnn7cMya96laLAfTeDGXgG/gUSwjM49Q3lhfLXbEaGuD1x8XF9CFEecdl0W3dXheGFP59HZNsq8q
PsmrMU2sxYM3GfYwXYsUHGUb7ngh9bc5j//982fapabgZOH0DBwJfMdqUEULGs8p7R7oScZJZkbZ
TVnO9c00bmnhrXekHDogoewLkuWQpFdrcrGMaRQR9XbhqMUuUiiz9K6VXjW4ZvvGYrRvMe/tjoCE
tkwyz3zDZNPoSZFp5qqgbLbqJH5tRjNWTX+M4rnHM8zQfKvq4dR7UeNrYilI1IqiftcK+fhWl8Du
AZ71WlPdzsKrrkKdxy3bzToaRp5ib2gu7+uwSDYePZfmQhqwS6CNhNrInz+tbVDCCAV40qM6gkiw
UagPmqgaDmCFrY1pXx/CICa4ApgHclZSbWz16iWUn3u85euj11XqbjYJiPox3LowH5U/ngaXNGOR
FyNvKuFu8HJPe0TCE3xEVMos+pSKQ9l41ZcQYPkCbzvRbqiv18UuTS0v+lzMeqP55LKTGE1NYwyR
wbWNvajTOUclz0gPaib0YBwjrfOtuodJUg1Q2P28zAaIauTYJ+ChuK74Su4UCtzbNv7UWSGvogSh
//syIdFMer2zwFolTdzuMrtwf/A71J+W2XcfKtOIon0ytENBWRUOnM9q4qBpFfVjb3UdYUViCcCm
5qQkBz1vrPzohRbiHW6h9Q/WoGGtq6vToPmKFpe3tbI0x7bIrV3NLLzK+xbDQGoFUbKLodVVfs52
eNOZA6Yez2/qdVjEsCOYKu9+yew8P/69xBzNxKqOWTlMe9VIq2D0fHyYKi12NtqSZ9Fqigm/SN/z
WAdIZa+mGI2QGWh2Xh2BuDb73NPDPTK+KdAaStSVo4R7ND+3bvdH/a/TVqGo2XivygwRcd8qiOgr
KJ5Au2N62CrAQ2MzS/e53Ujj8WHx3lh15vUUBccErG/Ij1E4bNTvliPwkl5meCmxPYdfEOFZxsNs
x/Pruk9LKzDLrhVHU0fhNmxCO6UwlS3VYUIzf762vSZ+O0PUHXxFwOI+xHUX6n6Bt8Mh9ARaaQbv
82mnJMaEjxCPP31PmRaOvZN3EaxoIsb+6IxRnCIUoamoz7P+Ux9zsGk5jG5szNdNOs3fVTMfqC3Z
5bUpbS1nFSssmjH79wqbGif5ZfBK7gULlsnzK+exfnoysB6BGbsEAT6uWCLI0x1b1J2aK1Wbku9g
OhMloW6a9/1yHy9VmkMqKVNfVxujYA+lorvqusroyJh1ypclQ5bqWl2G8qfRLzH4NlKlfp/n6DTN
InEcP6yH/m0PdPiNqg31wWuXtjuYWmhrAYpXjFM+GOkIm1vaN4zFXOb3z3fv7O3NMcRikVYwBgBA
JuC0e0L0Rpf2TXzs8MOGnDSY/bI3DaW+D2dPcfCKjL1qlyqCeyKDNdfsh6nysl01QR47lK6pkakO
y79Cxv84kVRv//Wf/Pl7Wc0Ab0W3+uO/3gw/m65vfv5y97Vqfzn2xY+vXVwW/yl/yf/7R6e/4l93
8fembMs/u/XfOvlHtPT3l+y/dl9P/nAoABrOD/3PZn77kzdp99hA9LOUf/N/+sNffj7+lvdz9fP3
X7+XPUJM/LaIj//17x9d//j9V1lB/o+nv/7vn73+mvPPdl/n/Gvxy3WbfS1+tOt/9/Nr2/3+q+J4
v/HsRbqSwJpMPoWQX38Zfz7+yNV+o+JD8p0jgTnmRPr1lwJJW/H7rxr/itwukSMnBbeQvKSgyv79
IwiPLAbYtbyrcWn49d9feP/XpvhrlhiQv//8C0mXe1xquvb3X8/yDhIkA3YKoS35FbxJTxdXMQ1j
UVQCPZU47YKEV8AbPRf+tMDz0dopOnaGFn9GRuaHO+rRvaNO+Fgs7V6tNQxN0iHkhCg95Jbn0o+a
OTH8Knb1g/Snv2/NYdppQ3Ld28PnDDve7xSbtGt7Auf4ZOAvdWNd73zE+lBhIm2LnOSZQZtARjxu
DArli8HCjNIPTjVXvl6P6ODbk+hfz/MciHru9J0uKmKnpJqMXRmVwxW1vfhNqZNJzrTJflUrk3Gj
qiSuKreYQFJnQ/+ucdPq7bRUn9RsSx7ikYB2cnrB2pKQBdaBIasVq6yD7qZxHQFePbao3IuDZjbv
UZeZPpdmjeiMB3t9Z09V+bWczeJtVY8fcMJU74oIW5E4L3JjZxpFcj+oefUxqZds9vXWCwGt273q
R14+/hTIY18XovsMis24zlUxfAXqqRMCzHnx0Ll9uVPUmSIruljXDe98x/cEMZ1fduB/zayojrOI
P6l2FkZ78DQhV8lsCcTBYrKNjxP5olPl/3tCnJwq/8Oz5//gqSL3+TOnSv+NOsBfx5M8g+Tf/vdZ
Yv4mPctlhASZBbzZk7PE/A1slk7Vy0W+BqwRwcXfZ4lu/Ea2iawCCXr+P/n5p2cJcTRICR6FUnfF
eMlRsg7PeQFAXkaDCBAXzVirW7isuy7F63IIWoyzj42hRftY6MvGI2D93pCtSPc1KRmLutcaKFwp
pVONdjYESgWBaiLpCdVRJPtYMbbUabeaWt27QLRHSs35EPBF360O2afQDc0dwjnqRupDRn5PjwA6
he6PVG6iikD+ZdWS646Zmel6H5SlAicPPYlX+TC2uDx2ogoGz6swhVdbas1a+3n0GmOjknRh6ki/
IiOOCK/UIFpNHViKUEpY9rwhdZv0NubZTmiUL586DmiJ/yQdwhpexb9tJVotlJo+WqUot0tSxzdR
rivQzl5OlWBAyeKyDimZSJeO01tNG3MXcXfcdNtpcInTJPxaeFulpgvDRuGNxYj+h2edUTkLo68i
1wm7QFdDj1JI57wjBbMF17vUihR3Z9lLvtJap613xjjOKrMLKrczb+dyCjFUaLfIvetMB0uQeYF4
zvkAgm5t+ob9vCtJXV0Q6UVzXWtm51fkI6/B/Dg3GIU6O/QcvD0+yFsqlZf65+Jlh/3PYxiyeoyp
icJLo+i6oO8JYOG0VYeRh87hySF6IUI438wUrchRkFzkY6kbna4IZ1HRusv1KihCrdwhX4iR2BTb
OzQemhemRHjbcdSiIcacsaPXajQhDAa1raYqqLXcuVn03rnOS7t5XTtWcf3yXjmk9LgPTCh6a+xQ
VwzCXPKYIjg5LCzsm3xX4u18VBb9xfat9OppU6tA0ajx9OzyjKa61rgqzdS6naJ8q0Pni+G0ldVJ
NAxKX+ECVwY5G5zUiKkB2YrSq38wbBJfQ58kUHR1EsV5Mud1FNGXJZqvLKGP6JpaMYSgPN4/39TF
Dv13U+uTaAhFF2JXXAbh7LjX0PVJ1MX6z+cbubS4ET39d3/Wl6Ldg7yDUVUGVQLkCWCog1yFolGN
HrqNSFtO8+lVJZnrUjiCJylPmlW0ilhWOIeqWwZJazVB1MGRilWsH2I3/85pmG3M1MXhw81ePk+Q
w1grcIlIWRKIAmWQObFyVCT8L1Wc9MWTJGv41HkJoJD+Wwvw1YPiFHAui4DswMd+GtJD5Znj8YWT
RHKU4I0EJnlMijfyCfMkU1p2iY5DrZoFnYvNpQ2F/IeBPQgEuAZ/tufbOhu2x7Yea65SR2SN2ee2
CksixSyoBnv6GkaE7DxC4nKjmbMkNbc5QkjQHqQnyDmFpKSinYuiywLVTcVrxfZiCFUtbgYprotL
U/RvNFtMd7h016+k09OblIzJp74vlmSnKW4JNlQsd06vCAKOKbnlBmjfFbBeNiD4Z6tWfieDLpkS
SJ+tecUh4hFW3MVZ0Ee996XpQuu1Zpd1oESms1eRlvwrOXKSG3n6rL4w/uSkAA9IxQOJtT+daxNZ
v6KNnCzQNeXjrCJBnJEgeumqhSkBVQjhM2hXKMWsosZ0AYieqnUWpGHWHJ28Hg7olPYbQ3dO+JWE
DADoqKhI0taaqZ8h4KAqvZIGuCWKr1UmjHlvK0ZBEtF0SZi1STXsKliJu2LJpz8MQ3hBjSzYe05y
3Rd6W71ztUh/Nc618yo3GAi/VoYxJXHWLgeyEuVxrEqtRAt7qB5eug9ArADfkLAKaZktD84ne06H
RoKQpkn5I8MDPO/BqTSIb2/s7LPYCeUsWRwGRwvoiJfZaStK5Km9Sy42IEEefp4rNDjKcY6O82DH
t83QNK/Ccf7poCbx7vnunWPRZcuY37DTKTOCsT1t2agoGrh2lwSOEMmETGdivLOW2fpaVs0c78be
cTCfsI3pYU7UtNzX1VyjAI7G1/KqclE98sOu9b6klP+/RMKep11qIei85Yxxvv14WxDfgZcnU3um
1QxAURsnMsgBCD8DukLyxRIFztZdPu/mxdhKCF+aD0o4qhQX4rWxxsVlMiPVqEsSALI3dqiUI8sv
nx47u4vDwE4r80ufpnZQzXbx4fkZOd/4YFw8GYoRqwNM4oX+dMEJLHjnVvRJMIV2eehEZ++wpEyD
51s5Swmr+KUA+4MpCNpOyv6eNoNYpD3GTZYEddI0hZ+piLLaQz6hyjWZNw6psJt51sSHhTzOrsRz
5nqsh9DcD0U3XSMH5b30mpbfI990ljwrqHWffk+MeqRWVnYctLmasviRG23ifmsZXRhcECyoG5Or
4LpeA7KaZZ6WHr2SoBfKdAAoVR20BDzW84O71cpqCrU4nCnV0Mo4O/kh5T739SLdVFQ/i9kYMsqv
5Eqo8nKAr46mkPSe28+mCOYhf+MWqvFOxFGDSZGgDuQj19+3u6qeTTj2ih2/z0qVKnCpl+Logra8
jhHeK/hPT/+hs6n+rCYn3vKRvTQSsBLIK3GAgglZnS5dGSsaxqkiSNAAuMoXd7k3MyM5PD/elwbC
Ro1UikXKJ/uqlbRetCjBoiOI03y8sbwaowKvFwci92FjauW2OAleGXOKbxpABRKtrKTTZSrGrIXl
0ImA7MqfU+K8aWMTs7DO+VBV4TFx9W/Pd+0cukl2gJQKUubk6qEcyhF+cv8IVxuWZipEoHR1GuR4
wEV+HEbdvuYJ/0bTljFQGru7nRJ0ghYrKoA0GOKeqbQ+Pf8p56MsKbFgC6lAgChw5RH95EtQxFSR
kYsFEWG2vLepZO+F1DYxYElsHAbnp/1pU6vDqVyMTiQDTemE1Uf8HtIrC8m8YIq96JXdI4b0fNe2
2pPXwdOume2g1iHtkcROj3ZZGT/iNJ12FGNQWgLpd3y+PRm8na4iZlXGdrZLwQT80Gl7CbFO56ml
CAwRald1qpqZHzvUz/BlHLQ7hUrybnSQXA/Dzv2cJaH25/MfcGlZMcSg/LlrECNdm5cII1XqVmMd
R7VePzRgXz861Lt2fRgatyOzfKidPAuy2UxvvKgOD70rvNSvhpemHziOIY0g//yYn1qTdsVUOl6U
NSKYRo08Httu1w9940c2uJzn+3xp/ZL/AiAmE6Uk3E4HPZyGRovKSAToGKS7BUlIP51nd5fp1Zbe
0aX1BLMCshmuzdTEVqdEVyYoTGZOFNSqEDeGmMYDuInwkMyx4s8iSzbW0/kxS8pVVgGp9kly0aq9
dGgUr46NKEgXUd4WzaD9qTrFFjvh/OyjFWIGssw6XVujyOspqboWc7RALcPhUwW7R8KEtaPuDGI3
8S7b4z+1lfK92DVWKMGBBWxyDT2LyDUSahZRQF26ereU/fggNGPcOAAuhEOIJUEZAborZV4e98uT
E0BR3GnKlCQKlszMH9Ilnb9HmtneUI4MX+tj7dxgoCoOZqFX5MeSYjcUznQPsj/3nbJY/OeX6rkg
B7sCdAnQcZmGJjN3ulZFvXCAJDlDbXjlm5QI7mMhFoUbtK0xlEiNt6pbWI1vzUb9s0w046Dms3mF
J11yV+lRdG0Uqdi6+y5NhQ0MmBsWyh/51tOPylVtVGKljgLwJsZPUL7DLrcHwMcbnZePnfXpyJGE
pifBIMmBVTvzaMyt3Yko6FkP30q9whG8AZTm5Yt1W/XgQ2avEddeBAuryqvqYZnmaStSPMNdSqgz
j30p8oLqBPmW096yFrw+dBT00OZk+aMYG3MHLrHfdyJrkZLtXFLAXrrvYDW/xput8PPYK/94figu
jDgph0fwO/l0eAqn3zA4HFnASZRjju3XA/x/6+B6abOx+OVvWY03BTwJveTokM5/p63IbSfsYlTw
R+0+Kt3U3sUiPxa1NXF+eRsPzkuNsb2AzfICcSG/nDZmQB5a0qFTjlOSAvnjsXcgnrAQeC7cW079
LWeMS0MoQWEIBZowbIzVVQuwDhpu1tM5w4PjoaXjTomddEMU/2IrVE5h80sG6dpwuC8QQ7D7Rjk6
fZmhcJUQC4bTVrrmwgEMupvnLyAw9sdar4Yih1iamlaGxkruo9nNARPJvY+tMMKb9XgLbibe6Jqc
/fXqeNroah9EyIf3sMyVYwJL866rxu627mYvGNrS/OaAWLxqXXcIwirckrm6MKjScJ1IGw4WPPlV
CiwtFPI5caQcvUiYgTpw6i9DtQTP77ELYQGLUTJY0dRiu8ufPzn5Y4lFtxp8x7XcznZTs0Q7q/R0
H9vgLaDGhQ5xj5HBhdeJusD6NTSEjZaNovGO0O7cD+5YL7cNoqsbIdUjCnA1Y4SV0AlItvE0XJd0
9K5UmwUhrqPdQJEBTyfygxYmSLvEk/rd0MbiuCRq/MNO3GzZTZDdvkPr0/AOV9PAsdNhj6lqdN/2
hhL5aBADUAXRqOzaYanuRGG5e9yBxg19pEfH8/VX2zwU0bV9fMmtYhiVR03ohDE21GlWvTazsQ2D
RTMaN/bdHDjdVaL0Ap0zR53fxtliDr6nivh7qpTpWz21wnsxO3rsd9hF4vnElFe+jUhXsZvHqI/u
X7xoZOgss1Gk+6llnC6aOvV6W9F6fAyHQjt4lRcj/6pkB6cBA/q/ampddlRH8JNNJ40Z23h6wzXR
Xuv6NN7V0xJuzMGFrfC0V+sixjyMYeiUmA0K3Kneo72hXjnUTl7Voh//Sa+4XyFsgFdAZPd0APsy
jRKP6vCxV5um3xtVIvpdivvf29DN7cPzQ3hh30kpC2aK41lqYp42hmmtNeBkjTy+1S07RbjLwRuR
lfgnrUC2B8CEkMBaRzuj+TlpWBNk7nvfK1rFr0SxpXJ0KS6hM//dzGrppa61qFNW4+021PVHvC4p
e4eK+Uqr1D+TLtK+GqHVkxOIrZ3a4yjo2za41n/QVWJAeOPyXF7HJaOTaaGpYrCpNLniq8hp+Mii
W7t/0AqC2mD1kZfHnfV02pbFS7U4rVj5Gr6a/Ekwqnm0Ef1cXBzEBtJ7+1HH4rQVd05wk8kLHB9V
708x1REy3hjEP9+VizuLh7asgPBQW5N4epI4vDdZ7nHdm6+FULKPyDlZQVuFWym3raZW93XZYLAA
4hrz07TLbxG094LOHJddMlX5/uW9AqcgL89Htv2qKd0exF++tYMaIYnSJe3NNBfx3hs75x9sYaoT
xAEgI3imrQokLUU3cpts4RK2FBFc2RyIOvSNLXwhwEI/ADtX6FbUq9b8kLBo0csYEqZpHKybeo7j
mwy02hWEfcOPdbe5HQpRfXp+FC82SukTWBPkJyC7pwtwQK+gGFK8NJJhrA6yAobPtTnell23vCFt
3FFqMOKNo/5CGA5rAV84thWSc+uYv2o8Z3BnVn2VpPbrfByNo+4q1cHKeufOEcaWx/GFXSZNrwnl
yO5LEPqqk6m1VGrHXkY3rdj3cVfurXLc8ry5MJTkwTFABD0IuGAt1o3LmDqrA63AMhgOY6S6+4I3
xV6rINw0aVd/qL1+64K+lDugXkPmGQ1NydRbrc0Efl4zMNJHAoYkpzSptw96FBfl0e4L93OfcUaa
lVHcRy2eY1UsK2ojEhC3RRrp14Dut8gpF44AwGRQIUFlEjuvD05pgTFjfYCodxnGyBb0zU5Vw/qI
XO8/mVdkEkGTg/qD+rm6Wk1Amk2K18OxAgP9MKDm7JvR4G6EtJdWj4UQKkGt5Pis6Rm2Uo5qS1Ia
/gJrtFeTfB/37Yv9YOkB1wwAVDSvgFCu5jHqlzYJE1qpwM0fE6f/uiCcGzy/2y91BYK+yZOGqj4V
r9ONkOJkVWU50Pi4TRbUOVE2bTC+ePnVyX0GcAwkinxDy43y5FHjeoseZxnGF4bX4ECqYxYwuqLf
mJZL6ww0Ckw66QRD3fq0FTRjs8YWLdr/7exejUqk3YSKyB9g5zb754ftUlO8AQEHyeodW/y0qQXV
GFSDUJBvnMLe25EdHxReIcdCqObGDF1qCs6EtAcE8MFCOG0qFdrgLBM6/CAWqv2SdflVpTn5Hu7m
ZjAnb8jVo4cyEtEcVU+YgutEsaYlcDaAeRy1xrqOUwWWUakcSFL/4SgdhteR86HwUB6vC5Uzo9W/
jF397eUjy1MGcVvwDbLifNrdcIzDNKUWyOnVFxjRuWT1UrM4NLU3bkyiDE3Pekt0TOpCkpkf6W1P
VqU1uV2aq/hKtpWu3Ealpe+rSBe7MtS0OyvWoTKPRX2A3zI8uHW7JUFyaetxv+JDwPNbqmOd9jTy
uhSiGrLkGe65voPzwW7grNyIIc5LK1JVhLNXXqsmjPNVgF7ivDzHQ40tAAYV8LnisPAhITk/FERk
bq1Fw5EDjZdDUyblh340h2Nc9O29mSz6y91QgayQCpARtPTcliPyZMCXWtMnRN/sY+eq+a1px9kN
6oafnl9AZ+Q5UBkoCCE4hlko6YZ1YXCsJsTPwbUfTbvs58NS91oNETIHfqkO/XSEJzr/CI2UaKpG
Rm8im4Di4ewtleM7hsgaaKyxNu27scynYOhUbwgGqy3+RM0jxUtqcrhVm7AabtU+q+FYQmQc3k0N
GkVOS9nuMGhjif2TpQ0FDvVqunHMycPy6bKFWUNJQF7xkuoJFOh0FKPZGyu3HoYAfbjyruW1sCsK
NzZZrYt6VQ2EFWqiKz+fH9b1MfTYKkkiPLbBu1CqO221sqI01zXIEHZTt4ckzWDOdIPqF03bHp5v
Sv6qVQc5haQCkTRg5tI4bQrGRWi53HVgQXJMfkxd3C+L6ezQ51HuRSXlUBEM+9otbrpBW1gPLVlR
YiaHEJTjlltR/vzJAvWEIiy9WAbwAeb8J3nZH4uKc1jeRPVVarvR1bS009fne7se2Mc2yTxLwicN
r5U4hDMXjT4wnWbW6PslmpDjEaW7A143b1zD6yibDBz6lJJ/jzoGOk+ro8ByEyUyCrsOQq5RtHul
KVqpsv9BPPqKXXgbw7k+YGV7pPJZqlKPm4T+6XDqaFPmw9DXwVQYLXLO+nI9REk9+X2cTgdNjIlP
Cd2+nri3bymxYw33/Niuj9jHDyDJgn4sNUKSSacfUOOy7YZ2Vgdz1zoQfbng/Fyd8njjkD1fN9we
FCbg/UrY3FoX3+2R4eHkrQLPjaNiVxX68H2yB0k5KIv42tV6Y5+DIw2e79750qFZ8u6SDcW1vWbZ
YK7N65GSTJAO2ReMm5JdU9XvITpucZQujCPpIghXpMikJNxqIo3KHZVam8sAcqV1ndd26c+RMl+9
uDsWgGhpPcKTDArA6Wwt0aja1dCUAYoq46fRCJVrYu9irxZKuvUmOe8RtDJESukPNArQbau2tBQb
8DkpAqHg42I6reYDhsz2z/fofMOB2ZNeCUTXZNjXRTu1nNWYJEIe1FEP81zrUBa2jWA0tWjXKuGW
8OqlTvHyIePHu49YfrXcp6Sp0oKXXqCUg7cDNBQds3TTZ/1Cp3i4Ss00g53FKX02dMmSC6sMejtF
YmYxdklqXrVdnvgjim0bQ3ihT0wyRGPsaWUEvAp/YU4jJmHpZdBM6vJgdOV8HD31pbBa+cAyJNqV
SJAFsbbbNUO017RaKwPscM1XI7zZj0apbinrn+9XWiEjILXTCU7U1c2dzQUySJ0J1WBRwyMMKNL0
SIkHU25sajMwCU/vUNkhiowA0HgJoUYgh/XJTZaoVp2miloGA4orvgr+jzp9v6X8dWlyWN0AWHSA
LPY6FFFIZFvZlEHTGEdtp1dLB+FA2Sq8XVpweLgAtiVM9gApnfbFmyDwFpVXBGNau3+IudUO/ezZ
h9Qb0l3j1OFGgHWpV4+8NG4N8vNrLGrWa3la60sR9DigHV1HEbscI68X3024XJI9IFaVvrOPYeyT
GZr6CkeaMSuCEmzRoWgzcPt26Wy0cmHJURCCMAF2gMvYWy05A1n+RsMhLhDjgMq1WeSHhWEDcNq9
WHKLNcfDUSpugX4km7A6U6usi3Ml4ZYgQ9v5buICUjY+Uav91ojszzwbbkVfvCtn77aKm42y8IU5
k1cHiF0al4TM0zUyNmE2klwoA6+P5l2iDRWI02Kri5dGk0wYbGQexwgorQ5YnWOxDc2SVsoWQHDH
AYvjwkPsNlvH3nnoRPIfjyfeS482C6uWsLG3FcgQZQAMXRzDurd8tzX6IMza5LWxRPquBN9xBewz
eltn5pbN4KXhpKZPtQOSJhRt+fMnixNKr1PVfVwGTunNu0bRrSPF0Jfq8coFQwJNauRSozqD4xJo
5Ko1wFISndXeJ4sCyDvGaI2XTGrkfpGqw8Z2OA/UpB81yo24CnHMrzPqqZYXCrKfRZC1c33L+5DX
X1Sad42GUrqPFqbuAzCot8zbzqpksqcoYBNzs2x4PK2WpzVFbaGEgiNswi8+7GPlQ4Sc7o3b6OZ3
tOtjv++Fcd/FRXOjEyl+7EH5vDhIJaHzCAchWKT+KI/ZJ3Mam/mo9aqXB1rnKTfJlGR3pkrOu7U6
+KOJPtyBCHgpxoCOg9GTtwNybRzfqzMBwnvXjOjFBQ3IsSuMZTy8I6NuI3K8sFwtYnxJToKrz320
6hqntWvleh6oGKM9LKJCDIfMwuH5aG79LpV9YRKRl5GizgADTlvBRq7oi2zMg7DuENhYKv0NfFUE
zNpO7HF9G/2kFopf1n20f77lC+eOlE2T0GuDd/EaK9rlvZ4YTZ0HeYVOrspDyU8NpNoXXd0SLTzD
+j32kocTux++CcHQaS/5v4CHxioPFNv+rlXFK0vp7rrY2ydZc693w5U95h4RhXtdz/U+RYSrNqKr
pio/Pd/nC3NKWpqYmUQkCcF1+lsv6qjouLSCvm84AREG8bs0XTZWzoWRhQPMa1++pIA/r87Z1EJH
GoXZLFBGu7nCJqK9Ksbhk4Kc+sYcXohiGFBeHRLnTBJ8Na7dnClFWgBingot9lund/egWPw5Rh28
eHFJnFmURDoWKwEGccwqSDfCSeu7ykHhsqmQba+L5rM5jMuGNfGF41Q+oiCucOlKP4TTtZI70Rgb
WpoGlpdOX8SktweckRu/nBLvJqsH7SYZIm2LC3pmKSo7R89QNEMPgcBwdZKJxUsKAW8jAJJajtiU
pFmQw9i5cjIbyZ8kGg9hPusPi5Zr6MIulJzxaj6OrUmt1nKzXVQtBm55tbMRhZzV3vgybjNqvvLl
LUsdpwMyK4j/gnRNg9IoBz9RQsdPRYFXgOm9cs3kdRjG8VFXozeOyF8lxfg6r13dT6zpx4s3D5gP
8oQEmATOa8xV0hQm/iPw0xS702761qvRvO+HjQPxwhaV70yb0h5rgOv0tLekGqfeKpQkMOuxBRFt
NzdhZ31/visXdiiERjnVUikRtNppI22RuZU520kQgrbbT0IsO6+FI9V7/UZLF3YoJR0WMlVKNs8a
dG1MwG+XZE4Ce1rSXRRzxLVOxOwR/C+flijdeg+e5eZZLtClMHWV5l2w1M76NqbIJsJ6cxek7i1j
Qscpj5T4HQ4PVlB5U7ZXprjZt5nr+dM8i9tmLpPdYsf5xsq9NJWo5kg+sSVrWqudLIOlSQvzJNDU
oTksZa7sFMCVLxSSkP2VWvagXym8g9U5nUvXEVEmSjWBeVtGxz7HTNEDUbNHCErdOJrOO/SYwCVz
IP242ZOnTamzMEcnzPMADpZybYbTt3Y01euNtSmfT6fPbFpxYNlzMVPcXneoqEPD6wuRB1WBwsdu
nKu4fjCJ5eYDPLOw3RUjmlOHVExu5I9D1dY+V6r+RiLqwciG4/KN9G827FqQ4zo5IQpie2FOzYPa
pu3E4VFW36zSiX6kKGrDwlXysLtd7Laf9x7hqr3Lgdv/QK01fj/mzYTsbz4fBlVv3qTJ2GD7rhkt
pjtZU+TB6MxLBD8KmfQrhRPwo9q1Yxm01tygl2XjrRlqxpfaAHCCIoGRHyq7Vr/GSPn+VGZTnfdO
N6Ix5jae+k3UyqwduqwPr0zFWuqDXpX54g+pA3pTR23UN3GWjjcOnAtxNOPN04ujQEJx14nWWa2T
pNMNGOJJtXwaGs/+XCcWHt4aPmBVLrQ7LTfdIxBF/cYpMB7S3PSlBVkiWb6BvCHQPXIr6zcET9BM
Rz6bK8deouOkD9LFA8XxznS2niuXFrFcWBS0aBCngtNF3I9YyrUeqgd6jZBaOWONxkPj5Y89j0Q9
dXPEDSCBrc1XvMqwitprskCkoXFl5ePwOoNat7H3L/WFeBJarVRkokh/2hczShnSZYTEVZXvsbeK
gjDMlY2Kw/llgXDMk0ZWAyb0ORbpTCNpnFDmTNw0qGJb7Kidb5GcLjbFQ1KqBPNEX19+RbT0pdMM
WTBEagtBDPfUEMCq309zt9Gr84uJXoHWeczpUqRYHZsLaJ0ZsTomCE/Jm7bqdPi0Za7uMkwmhZ8V
0xbp5Tywo0XudBI68km1Dh+TsIm9JqFFq26NO4es/86aR2ff4Nu+k+IsxyExXp6rolHyr5L3BNxl
HdalaUIu0xNZYA/xeDOURkw9Nq64hOetgs2FxQjBhAXPe05aDa/SYu40DktReGkwx/l4l+W6/TWt
HeXlWViq0LIIJu2vII2tLiGnzcEHNgbNWPr4Wm/L9nNXRPnGLXRhsthRRBG8LaBOruFIbZ4T/0Ml
CZIyi3biv5g7kya7bSxt/xWH10U35yGiqxbkHXJWarTlDSOVSpHgPIAAyV//PVS7Opw3s3VbvfoW
rgiXnEICBA4OznmHrrcuEVS05gRatXWrlfB3agjCM5C9V0fFwXyDiQDsP839YUVO/tIv5TGDnXbo
XdwXLTkXd35amoc2c4tP/hp5xx9fuK99N+ZIA2hzjIdi+DyIIEZsb4Wp8ig7S12ISKZxH4ifFSgj
wlu0oSiaAgvhUj+JIiyla42tLI967bObuUurOm491Z6JiNuxPUkeng2zTfZvBZlF5r47I7539GRY
XPrkuUE8y/oRXZnygAmhf6wKTMyTpc7DK0em5+ySX/mCqPjTBgaYx/v3FPs14imW5n1aHNfGlXcK
ka9kdjOsLBXesWp0h0ujrrNPP/6CrzyR6CJSO6UihJoYCf3zWYtxqYuu79Gy8JTo91w00Z3ohuCQ
p6PzTYfh8KgGM7gmrVKIHBfzRW4Y9tGH5Xhr1mV6Zke9EsZpAgKOwS2Q7PQU+V8TO+3Z6Ioj1Had
wLms9s1imbs+d/Iz5/SVzYsm4aZswuYFonsSDeowXexq5lFGViHjAlH1fVNM53Kk1yYUbPUpl4R0
AxA+X19XmIOZwrw8pmUOo3tdu0NjFiHGG/pnRYE4J7SWOCmbHvBWP3k+VNCaqdV7DJX30Z+ZHzZX
psjPEb5e26UAIyAUcweC1To5jNOcQ3oJ7eLohKkANt7P+65Zshs3X4wkz3z/EsjnuZfZa59qM0gi
KWJeNIOez6xI63bC2LtAXCDVsRXa+t2s2v7jj8/CK/c67UAu2e9F0uj00YW0WeraNQ/OwBP6TYkl
0n1TpOibTA3W2jJ1vDMR57Vp4S2PBAb5HnXMkx1YLH0nVTZQOLHa8OgZ7ngwFvOcMuFrWTovScTN
WDrQuKfVh8owa+WWqjhGldJXZq7nS11bmN90U3mfZVC2SWSqSxDl4mEcV++Q5fX6l5z3/6hY9co5
YGnRWEMhizLIqdDaWGDLG64ZcSZc3U+RgaNBbyJcMaTqHJ3ilWXlsHk0bJj0ZmL4fLdMetJzWC/i
2LRm8xAJl905Rs3ux7vltVHIxmieOXDe8e96PkphazDcS4lYjGH92dcAMx3sZH4+HILW2YSb2fvI
1G2/xN/uJCrL1DmaXBznMjMSynoqaSx/iWsbgfkfz+e1DwQaHCT6hsJ/waepV91gFRDkRys3PvfZ
nO6Etu8NPDST/8NAbHuG2Aw3XlS0I6dTS4AwTRv4WdIuo7nHGiCPrfSneSFERKg730tv9MNf6LHg
BmYjrGCjgeP21P9wlD64RhbufzyhVxIHxKcot+JgtwmxbyHz7x9p8FRtA/k70gdENgL2RCoOATZG
455vOu/14gdLkgKAWWNdQfLgMW54ZzhEL4IXbx8qH1tnZ+PEnr5NNwipzEbOFyKa7RuhijFRgHdj
MsVgh2t5eqZS/2L7b+MBtt9KqxsH6yQk4888IHnVFEcVBFh+mHqKQ1dmZ/b/K6PQD2AocE5blflk
/7s+qro8uMXRivRjb0xqZ1pDGv/4+31n+D3L/EhTqfnxLqDOCPpo6zT97QOa80AJWfTiaFBL6OgB
jGBCDOTuqnx03oUiKu98jZes7Q7GMSisScT1YNe3gY3MYDbiC59ElsL/aMzGuOpRfR0cPe9nwIT4
XRnGbhC5l+T9tBpJ4PTLvYFt56cfT+LF8d3mgNMILRrea/Slns+hRllysCUr5WKzMO76vkEEvw39
SsQzCe3ux6PZL5pvmMWTMrHpeU9t+drz4VzhlkVmaJRZbBuNh2zpi32YUiK9MqmdpFdjsIFuq2GG
WpDO/ddhXbK7qNUtyjWbs2+YWuEVpO3ma+47xrFd7LmOx8xrb0UTqLu8dLP9NKXitl11AKp1amKF
eGDSOKt7KWURHhtlDhe1dp3LPjUeQFWf49O/3HtMEWkH6JRQr4jyz6coLLOxQEYg5tRW3t1SjkVc
up04c46+s46ebz6U1sg7Nr8F1vO03OPjfWNVxZQfU1tE8bTaB7Oz3+W9BPgefRon+9oN0nuU+KrY
rd0Dr+LLyMVJOW2GJG+W+7lRH1JFZ0Ob2owHPRz6anLiBbme1pnPlD5erslWkdq4KSSYAA9PTgrs
78hwaTYe3EYtKm5at8YodJqMM/vrZTRjnO0BAIAEdudpypKVSGYgYBDi1Ls677GYbL60lP1revVV
/W6lintmwNcmttE6aG6CBuOf5x+7HIN5mLgaDmmkjMuo4N3lzHn1swkfuLkN7bBx67bu8cmW8iIB
K5FmBxSHQV/iryR2m9Le/2UuYEVI0LdqwCkn3HdauXY1cynkkt9mZq/jri7FmefTy4BDkgWeeHs2
knGfEhPz0G5VqWGGyL7rd36fxypsnxoAKmem88pe2LI5AHqInFGuPHlxSCeTbT6G/qHJsuVa9xVP
cCfg7aE8/bFf/HPn/vXxuGs2/CEI8JObTbierHuyrEMNu+dPPSG0iXPfEkuEN/e6tbwzkfuVrbcR
8QCkcm/DQT85U2vZSAtdL/8Q2tK+TnOv2FMzmg8/jtivfi5SIXCikNeQDn++wSHvR8iXbbNyQA/l
YFIuRmeZ0QjyzxHqX1tA7iIC54Z0A670fChnCZEedFYoLlR/r9a1d96omX7HeuMNRXdmG75cvU0+
EBkgOusE0VNxKym8tnVS4RwGe/HjfBj4UNpwzqR4L1dva8PRUqUYymX3/Tr8W4bQ4j44M4x9CPvo
y+qXVoLLeHQYoJycqeO9Nh8AEC7ZMY9CUPLPF0/ipEtEwMhtiIwKoLw37eqsSn86EDEfwK/0pPlM
XG/PR1mczNRZ5ti0oYsiFuVkfTRGa/rws3sOGBDtGVBrFEPhgT4fJUKCMm9TjSndgvwhWjTiUHSe
+X60vfTMUK8sG3fnRrIFf4D/7cmeW13EkNtwtsm7+8tRud71VAfnhABfHYSPA8gfVyP6Gs/nM/ep
iUQxg/hVs1DtD8IroY1zXaaXJbkt62BHk3pssIrTqmqjKjRe69rCT7MZPgy5rBBawbo1f4sTlyru
rVSPY1yaHX7MQdp0ZtzBrc4u23VcEZpakf3cr76Hy92PP+fL6ZMFfYcHAujc+AfPp29mtdQCbsXB
zfzyqQJ0Sf/f7M90il9GD8rmJpXsjf5K2/8ks4zqpR4rrzFZZPprYbggM59VNyrvu8Srq+HMyX51
OOicdKbRtgIWeDKpApNocCvmgQOzXjadax+EjzZTpjaXKnzfzsThF4u4cXBIALbW+yY2skWav0US
lQp3cBvXO7jKx+EIx7W9ueKX/ONP9WJWjAJMlFuZpxlsw5Mogl0nAnQT3pzjIr66SgbJMC4u8gHy
0TC8+szb87U5UaTgKeA7W9nl5PDNnSjGfjC9w9y5VYIKfbfPIqc6E+lfmxO4M5JOoNMUKLbf4m8r
18NUFJ3huoco97PjHNEFcNWqL8cuADbq5udkOF+Iz38n3uKSyln8LipxshPFRNtmQi/1UPQpncRu
VTLFP2SsBvxtXeAArtt1OaVpG333ca1sL+6HTH/CjMMrdkjPtV3iKNuekjDX0tpXrWU4XBx9KzEW
lYCyK90t55pcW+h+9p6gdcDDBSw71WCa8ycbeirIpAqrdw9DVs2/N4Au9ktj+Dung8qGblJ4MwMb
OPOEfhmzvo+KyjAVkI1MenKhTHO4mkHG+yRb8+quXVR0HSH2cR1WIQ5oPfYRcem3eudlndGwBn54
oBDY3rltkX5Rjj9d/PgAvLIlKWyAR4M4vYk5nxyzDJ0HzOAh6kdN7t4tqAjFZrWMP3uNMmsEQxE5
oa662aQ835KUyyT2MhJ1DOkuN67ufKpYgf3zxwuIBfeBtSlxv7DQGxxbIP5RuocFE47EUyhgTy47
7Mcr9tq+QUUBkCJPe8hRJytmN2YZODp0Dhg7tGlSh9W8syKIUvGAmfQFTyL3koreT7d+t9I3BDM6
F5sd4SnBfC6Dxaoc8jeDRmIMGAHCroyGM0v4yuRCmx42EZ5oSOB9/qF0405mP5n2wd2UvSOLcfaI
rVkYY3Ofx4KgiK+gLz/9eE23MHtyFlE/YIeASiKjPhX+85fKRW9zIWGw5iyelrn6UOg52FvdElLS
SifcM1PzbRou33488PaxXg68NUtgf2yqnM/n21sBuuXEHrLiadxLVU93Jdr0l8vkW2dO2vcCxelY
aANsLxhiDuoVz8cqh0l007RYh0aY8KyHvKsSFNhGZj13RrlLKbk95ljv7kBsh3ua1NPeL4LCTXBY
lnsk5YYrrowgKSRFn7FwrevB6YerKsvxfgkkcr8GXbNoasV1zymJ88Wu8ay3uvFMZfqVoEHjFZQu
gYMO/intLEKhy+T7WIfIG/wLYy6LJKVxcuagvToKMiI2I2xkkpP1GmvXpIoirYPhD2+GMQ3uZVpY
Z3be9pecfBSuyC38MwJ3wUkC0I4UNGdzsg7CWIm6Qn2JutpGckxdLiNv9R9vt1enRE4Y0BWkGnAK
Dm+Ek0/p2FkHiRFKbEonuCxXDKp+PMp3m7jTSVFi50YmFlLPP5lUgzfQUM2deTAbr/ESGNLDZ4zF
KAtSDQm/GGWdf2pzuxDJ7KDlRj1x1uOhUhQq46yYTKiRoTV+65057eIB2c8nJxjXB50OqoxnfDLd
PZSIQSTG4HpVMoCzFkfE/Li8KjxxOwS3I//Bq7so2rnOgq4Z/wP5tnUs3LY7J8UBWBRu82et0/Br
RGfvyeIN/EG5of44SwPHZW9x3M9YN5RzDMvb+93NRigE0GCkFZuw9kC32iEQtsrNzDmpkbp9F5bK
DBMsTWiPwO9s31dCl5+zoZ+zxHFrWyXKbNchsbpwbjbSTCVjfvHF2/8jbIMgD8cG99W0KvzYzwAJ
x2YbNl/OfJoX2w0sKQGWohOXLezq5zEgCqtuBfxkHniaBXt7rroYu+IOg6j5nIrTS0YEL0lqpaD2
N7Vh7Deej2V601COa78ech5DfcK7b73k2d5w99a1GC7noVAGaoF5Me2qKfM/YT7SfbFbXV9Pokmn
ZKk0VVK3bNrHn16FTeSJBgxSR2zUk/05z31XtFCXwGv2dhJBitzRQLRiu+vPFeBfBnju6s0IZDP8
3qL880Ug9mXR4OXrYUgtvUct1z0YZqjBDKpzC/7y7mSo7QHPTbYBkk/S4MmUhgxbb0F6M+XdafVp
99ZaXfx4XTcz7lXpYcOTLQ46Vj9ezpdRhcqESd+ahiS1uFM8gye9Kk/deTksOlqvyjb9FnnaPJMZ
sGte7l0urS1n3agZACieL2W34t08W9F4SFtdRhd9JBdjX7vWWu6ddJn/dL0e/LDZZk4b+zLyPykR
FibroH3Qt/2Ypru8nStrp7y6sGOEbw03FtLpRWxZ2sr3c9R59p7Lf3b3uTf3H+ZobfNEp2IuwCij
y3CBdSA1q76O5v6QVSN8dA8d4n1TpYtzseq8K5N5pNwaE/BRRMEzoMgSkVL4uuvqGiOUZa2CIqk9
O/ujX1RoJF2o8nAXNV14Awwtcy/8rAdNGgxtFHeltj+Y09RnsdK1QRaSFpnaK3+oy32a1eKtD4q4
puOShTL5Luy+Sycz2yY9aBzCeUZsfU4rrXaOtfgYIad2/YdYZPoerH71VoWZ/7VPJ+M9qDQs3Xuj
s94HvWX9PjlTaMTzEFYTdk4tb+x+bD0fYLCtb93KskEMe3P0ppmGNo2jMii8ZFnaYD6MeDAjZhwY
a3tToxREX3VtIbMoYUwZXbeQB1nfhZG44/1VY9SsLHlP7XqE87Hm5sdehZVIys5RJbIXa13Hq/Dq
NBYOUhvH3u/yGhaXnRY7+oHWO1cPwtnryh67izofpk+OlzsPNEMlAh0b6lsMvrrzDSOv4jDj1HxM
RTdei3y1133vRjrfiGGtc5Rt1zRJaJb+rgjnOoxdL3O/RUPqewjgeAvYMjfPHFzCFuuN0oTYuBTa
/IQXizscyEGyaM9WGd5WraFaNPUt7JOs1ZbURfw8knGwFMbF2NOBjBF1NFKi/Lp8LseyZ9FCg3Oa
T8aCm1Y38h5TUccZFoJ2UpQ602OYeu4XY/Il4hh1IK5WfvqLyvqFLzOEJG16LccbKiSrc+hG5XxQ
KqomcjAzl5z6TEeJb8+2j9HWlH9rnNa9sT0t7ukdouRgVKG4r0hH34VZX5EXRkGjdrIPqdqbhdU9
DqvGx2gKKs3UjBEXeYKdRlp8ctRVm5felxJYAM0tin/MrI5Wd58V2fKtG0rvva2VHyCtblt0oaS/
6J0OyPQTTFOpOmKBkxOk2nBaL8DZjHWSysy8V74BT92nZc/doTMc7KG0X9ZhOIN8KUT3zW699E/U
fvrPTQjDMB55Fb0dKXg7iR3xlATQbw23o/8mUNlNL7r0g+564xsPprFMejWNTYLwavCkIQ58LorJ
to5DVLnLwVZOXV9Xvstia1EMj7CTvAajujzMD/aUlyIeQlXcNSBsiyRwl/Ch63v1JKiwvGVxUugC
7KE5MdE+fWqjfAoSSOZGE2vcMx/Qnp8+LIs2u2OLYDL/bxApuXNqy2mTCSXnNF67svhA+VBUiUl/
y4obiPVfxohaxx7LbdvbTUvKBikrL/2DHxPguibtx2WmizwRXh/sAf75pOSeEbyTxoJqnFeUYexY
o7yvnA6BLpw1A3blmG/i7SLiE4xNkHexAxz1OtJ22l+myJGrAycqeuNnbohL2LzQG3etdsji0bdp
KgrE74KY0pj+QCq0DjFfUBfkT5ZzHbb+8s6pCzPRhQMxV5uLe9WvkcWetfJQX4227mC28gSSCcKq
WR0zQY1ZXOCP14bni7epL+dmVzaVh6GKMt33aZ7Wb/28H30+YWvh5eVL68Kj6H/fRj7Mn4BGCekV
0jX9fnTxGjAi2QCAm8TNigjqh961rfXgB53XXzXYzfUgdQx4IYMmlCZClfnNZt/C3nC1Px9aTps6
rLNsm6Oaiq6hmNWEzUXZDQrYiKjBfM7t+EdFFX9McrqKxzDNXAJu16DnXo/auwmnAUp2ZffWnQnK
yU90XUy3Vj+i6VVjfHjEypIo2uCoJ67wRM4kRiO5to6er4iZPUyRD0NZVI+5bejs6Ilwzg5SFY04
VohX8Q4ir3WOwtMROWqXE5qKTHR/MsBM2TInPYF+GlnvccAo6UgPBpnAQCbWgFw1ljJBj93+fa3x
Cz0OkwrMCwxe7Tz2+IolH0bAsZmjevZiZ0rDNobbKP+oQ2EiVVCYkGOawF3/wKIal7O1lvbb0C6r
S2ei4R8L3bdz7Dgw8PdFkInxIiUYmzs7mwIDRbU2eJ+hAO7HEXfW7cChC66CoDNMNMLdqortoqme
KjENCHWhEvSZjvdw3aLfmoK1sgbKmF1AHr6s3XKfRquhsINpamL4kHpzHBQF1OnCcJs+GdGkvqzm
1ItbXgPHqQ/MZM3kDbSj8V7x9bmLyOWK2Mbwazx4XadYAhQf8P3KNo9KmsLTvSvmrIhBe2WfR8+o
p8QbFAB4WlLFlTl53deWEhsPOG/yirhwTTJs8mCj21VFQxacLktvxVnnt2K3LIFxM9XIe1JU8fLP
jiv923XptTgSKJ151xk291luFUYcRAUmiVPt9sTLvpjvvakYP9dtWrWJ0wZiIZZ6JWQpbXXpbgWn
Ucat1p7acWCqaJ/VSj6stB+OSEov4ZXORXnRD1wduyIgSX0ovdJf96LUmXWZN0b+Z2Aqt9t1WllT
QmNKXLR+Me3lLNrDKDq4V65T9lbSLF19w1oWvMNEO7aJWI2sS2y06u7WCrrpF3eZKbBOpfQ/dIPn
POWRD8PVHytt7isZognfMNkpLiyu69gMB8KDbP3xTTkM/ZPsueiOiAmC2HLGdOFxR9gdnzI9hdxK
JnXZJjWX3y1nrp/UatlkB/2wuB9KZehHOXzNq4NV1OtXjJjDz3O1NmR0HdXfOZWgM2xgBGFsqMDv
d3w3j/YnxpBv+ymUj3Kq1O8tmtZV3MPZ/STmQH3lfUJ61/lWp+PFHknvXFQCq/dbevI2nxYjP6oq
RwIywv1KxSD64WMMnpx0ggjGnCfrvMKxMSOhPgyDHfzehZ78owzFON1B8W8eYf6WfhKOVjDEdWoM
d8E8im+ebOw/bMfthiRz0/QbgY2rebRdyi64qNZZzN/TvJvcxvpYmnXwXvWLCRCmNlBkp/Nf9btZ
kILtOI1VdEkW5c/7srXmS39lO4Gi3XZPCU0AtZEcxmiYyeAt7lllFc95l8OeRCTrrdlWTrbThmw+
d2npPZXw8UiiCxV9NDw7d2Dxe/XTmEbGm2ZYmttCW/NeKKtc9o011Jt5gZge6rrtH5deQsmq07Rb
P2gYaWwJMefvWx2RtAdZaQUYFkIUjFWKoCBzKBcIwU1bfmTBSnWlUEb5lLeGqCA0tEZ3t/aDZeyU
SYFyFxDvu5i6FRdSUQovOHaWRd0SXYXM21WZtAUPlbEu3pjaX9qPoyBoJOPguOuunE2gjkQC+RYh
8aFLmihYZFyzVe+aYTDfQkn3cZYwNeGNzKtZ4o5KaB1bOR6pcTgV0RKXEcJ/MU04L7uwI2zdsHub
BxHT0O2mfSnD7BOGsdHXlh4TqLlgztdYgn17X/Y+LjjSN40/axxIVjLpKn+nbW7RWAgqUfPgpmts
56Bk4rnN2jY2Uj4nx7HJmitPWnOOT4Ry7moEcu3j6E/i2yybiZe1Xaa7qJjrAIrXvL09CseSCS4R
3ZQMaGoaVxr/KYEoQ5h/KIJKucS/xZg/4eC7qIsoXOWyr3kFYodo+j0NaTxGuWYi2/CoYPpTd/DT
VTQXPXj+G3uQctmVTkG5eK2i8pAKux0RknO8b5vLMqmobkLvsp3a+StAy6C7ql0nG+LRCFJKM3ZW
JyU0gz8cp+UklTLgImmHaR7f2Hj21hfZMFVRMmhPlDtrXudPjSOnhxQIYpaUk8rHxNayexCRGLIE
hGLw2BQrtqdT06x+HFZ8v0RgY+3FriGH36VJcwyoVB0+VO2E3B5cUupNde1lN8iu98belL5V7J2x
yzF242Z24hlYeLar/MLMdsaaKZZnFZs+X1au9VHZNYwFO1CFwJcEKY+jH1TIUWh/ouqaFa2j79CN
aPS9GgP/oxEgHZNYWhK1TVMEF0o60xibaUjVCu1YBOvghyzgRamDJV6mevOiHyvH/lxhFjLdGePY
hQkyRc1tvmR9exmVS35Xkyf48VQ2bhPzDpWfkd2R94OFBXk8r61XJJFBMppwsqGrrZ49pUnDM6Ml
YaGRHIf9UpC1F1X5HsWlyokn1USYYo7TqGMfoeWGHkQ06qPkc4dHEeF0kYRZrvJru3Gi5ZrMCCeF
oLPCy6rvTNBoDZqqSVUEw/vKKqdvTUlE3Oly6d9pOkRv66kk5y8ynofXRTpWxA5YBVh0da3Mb4zO
GOY4XIZO4Q9Zl6hii5kTN+e6HWLUd9wHqOBjvit9r7ufZzxGLgzSgGNZ0kHct8pM/1xKVno3kNqV
SSh782039SSNjjbbYq8mZQzb0gTTW+rPbbST5STHOFyj3omLxmHhpGNnHfmk2U7kMDMbiRoPbXDA
b551XQoCz1WuBtmSgWTd74FhSnFZQtz5HJqoDOzWNRvWXR01GHJXekHnkAxKHuVE9RPh4BRzTbkE
81ONVsHVqDwer2rFMyuGG4b4jtn1dUq4CmsVQ23Pbkc4m/dh3vlvbSMkZFt9Vpv7JexTO1Y+2TNl
1KIMKJSIPGKsqeySKA8jKgKrNh9DNSCvZnez/NoX9J0uYIilh3Zeo3TnN2PzOI3OYO7+4eSq7bAP
04dyexC3pU3y2Buz6SX/6Hye7H1NI57yfEDKLrXzIeioPGUeomoJSrLYayGnEOUxRejM5bs51Xt+
5+icfuXLohuCnWBCkf5HVQsSzPNKkY+ftArtioJURhOXyMFd4LfhCEjMO6dt9bL4RW8RrjGlPShK
L5p+E0gTbRXdchCt4m6e3OhNrvPq68+W2Kh30UoPQVdTTD3ti1lCLa2zNPNhUO4tepo++cVIxfin
K3lBAKAOvWMfVj4l0ucLVyyToTrL1AcTTikIYKhPjbmck9p/2fPAsBhjRTh09Es5Qs9H4RYZ8wwx
eByhpuK2LvL6fqij6spKPefQt6FzRqThlab3hvgHELsJKCCydlIZXUXvrJ6X6YN2cfrziEz1oLiv
nfmTgQBKHDa9m/QIOcfeynOkLt4WPu+C4WddED3IQ87G33O27hUQv+cTH6QiR8lsiQBRoS90h29T
g9LBT39ERkExB6wyM7ZOxRVKG2JN5mh5gKgJr3oIRhIeHGR+vCNfnDEUM2lagcU3NxTDKXiVSl8l
2kyhNZ5qdVtU2MhQX/aOPBCq5MdDvThiaDKCKKU39F025XQoOcsuW1VVH3oZjMmQN+J+nIU+c8S2
ov/zphWMGsBSKOFRY0Yk4fnH4Zd365Hvwsep6Osokle/eJxTRQXR+AzjDHz3OVD5i0VE28sMN7Yc
rCFKwifnrZrwe5Smx6dqijKx6sLYBeDhEnT6f5qaB9eAfUFyxREgRTs5A/Y6emvqyeXg4lYTCx5f
xxWJ7jO74sWn+j4KVA8IGjS0Tz2aqqJu9OT29CA6Y93zIljj1Wp/WtdrG4V/NnN1Yu8pjimrAx1Y
sllopcx+7FGXOwiJx+M6Gn9pP//HMz7c+K//5N8f224ZcOeVJ//6rzfqaZDT8PTL7UM3/nKYmq8P
UrTNf25/yX//0PO/4l+34hGXvvabPP2vnv0QI/31m+we5MOzf9nj0yuXt9PTsLx7ghUkvw+QPbXb
f/m//cNfnr7/LR+W7umfvz7Cf5Tb35bxy//61x9dfv3nrxs39D/+/tf/9Wd3DzU/tmtr0YjHh9Of
eHoY5T9/NXzrN4rzG0oOsiAxZ4MV6Kd//xEqU4jmbepdm34X8a5pear/81fL+422MOIcYHKAwKEN
+esvYzv99UcbAAQuOS3DTZcy+vXfv9v9f53X//o+LMVf//5LM9X3rWjk+M9fv/ea/36sIXqhIk2B
gpYYRMNTVVIusyKXwup3ttyaDUUIW7tybSNODUjFST05NKCDDnnU2EXhMIrR2hl3npX6u76sgy7W
0gyfyqa4ctVi9FTGu3urme3jNPo+7nWUpylEGxgQIMkzd7E3B9RU7IhiLCeZRoNvLH2Sg8q5GUI9
3RShWn7v8G+397mr6k/+ZNkfm76ejriprVdRL+brdO7aPh66gRZ3jzMxDKX1rrNkPx2+f8mf2t3/
4059trv/l2fg/8fdTdA9v7ubX949ddOXSjw+2+f87L/3efgbgHs2Kjuc6AM95L/3eWD/xgGAr0tn
fRNC3o7Av/d59NvGBgVzhmgGOJItcfv3Pg9+A/hmbzAWdwO1QmX5iX3OqTm5v9Bw4DwhSUCWA9D+
FKDVGZVdLE6l9/Rjw+C6oOa8HFqJKNehLKvig02PTu+RwaGCvKZjoQ4jmJ0+nsa+uh4ts7V3jlFm
7dXoVQv/YWSq42RR907ElIuHdbJpfq1V63ylrYYJWQnSoo67zp0+NgVXQRJo4DGxLTOjoAwkhuaS
nnDr7yoOxEfRWC29DFSbeL9KRy6xaEK3RNCv6DFiCBZqqBAxw/K2qeoxiwelI47UFKRFAlRjyY5j
WwQGSIvSuStt6X2y/EJ2Ce6NyNJb9Yza8LCOQbdP20A9RZMXUIM1mvnDwEu6vijDcCuour6r7vq8
RmoyVWPXJ0aUo8oURenXTRtvimHl2e5OUTh4D5q58m8ba+yipOShd6sjFU1XGKjaS7x0Y0hNaJjr
mgtjtaEKaSINMmQINSQWBabhIK1Q1HdEY6l3IwK77+uCKvOFZVbTVvFRwIppn94rDwn3ncaC+MGa
0TqMA5+fTkAfz+MerUf0qxw/NexEm6LRu3aWU/5nLhvzDYUfs4vFGrY0Gkht1R1PSVcfR6GH38fa
U7RaI1gram8ICBEXfdeVH6hGlW6iRFTfOCJXc0x7u75NA2U+6CAs3mDWEXxBD90d45RHHuESt+45
tjIAX1DIluJN5UbyU9dHZZg4XWiKuJnhn+7y1HC+rMGcLfE4F+vHDBSApreVzvSjfdBnhx6aAa0J
YzVEsrQjiJihQ/0aU9/eC94WAWW8GHtS5R1Xo+2dK9fNc5vCgE5V0sJyxZXLs8Z3iE0E/QFdxfS2
85S0d1RFg6cN2lLdUa2130mFWf1N4Srbv+gmxy53q7uGWG7PaVnvwnquUHhP4cNet+gH6cvGoNKc
KHuxNVWcdJS7Uc5dllQyQ0KnsNAtTSzVR+4BodTc2E21V5W7rnSq9Gj0oXvr+nUhk0yOwHsGHAGd
42zRVz2UYgEJmrfj9G608oBaQRroR6vWs4p9A2mNmN5Hrm4aSRMThDvKoDnVhDmJaKZ0cWAP/4+9
81iOm0vT9K30DUABb7YA0pAUjZiZoqQNQhRJeO9x9f2AKtXPRHKYrY6YxUzUqv8OlXTy4LjPvMbU
HCHupotWrWskhPReRE1IVzrJbaQMYQcaPKXlmlWc71BF82isZYJvOQg8ShBkE9CO31tN8Ezavsj2
8zrFwkNTIyxt19ogfK3Cru/dMDW0r2bfiw8WOAPPJq/PDFZ89n6hKF+tpJDWrmIO5S8rL1H2UyOR
By+LwpF+U9U9Glnc3QnDMKDM3o0KfW94ES/Ue9HTH2OAXgg9ze2nJn0ePTC+m0GfxsGZwtiT7M4y
0c8LMdThEq1SJ0kGLXbiwK9/NSCqGqdPJvNz4YPTsfOo5NgYQTjsgzbWblSQH9ThM6uUXFBv6dpA
1YdatT8adP/ywr9IE2brSk0DYbhFeDF18yIWSpdYu8hdWassIK1SQz0k5aLGrEmt8PuBuUmH08JL
bFxRMDeuaeBJhSMYGn1Ha6CD4WRdOAzAuNJeuZJ9DemTVBR/pbLX/swqlV6K1uOrCNk6UVV71KdW
2gwQJA9qFGVUJvG52WlswgLKchDSpfO19kHUqafbfoO4Dqi2cUCqCtmEwg07tq7dqwG4FVPtqZGG
LIEEStv3H30vUK/FJtZ6W2xlReDujK3U8QddLG0zF5AMVDvMw9Zmq8TRGazf6aujgHZGgwOLd5Sv
lrIpOqS/adIalEOnQlp5smfZ1PnPGWm8kkneRnHIvsz0UlIXA0iZvpT8kCsxaOuhAkGFFlZDB7MS
dEdsOAxtO0XXQSRWwBsi70cfB9qVNAEIcFXYlb/jpaNk4G00uczXdGYJtQauJqrb1EcWSVRQK2Vf
6kq50vNUuqTS333Xiqg+lGGmElj8Owx5J3CdIenHM0btFsA11CKoWaDXj9PRLPMsqU7CAjZCG6ZO
pw5avYqlnlW2msKUPldlArwxSGVQolShxNapozz8l3jzfyLEN/nPrO7/76WZ06uj/GdTPWc/n47S
n/kv/AkLpU/IimB1DcKRCA/4+L/DQjIjejAUSIjGDOCWM2H0T1gof0L9S0UFYl5k4j8yoz9hofQJ
XDN+rrP7D68VMLi/CAuXG5aiF2wHKm1z/Que1vznb7g4I55YWWGUkatEQuTUaqmvBKmrt9rQGO6b
r/LOhj2RGpjH4ufKvwWqmPHxWBIgMWlAZ98tNUu4Tqii256n6q5Vjz/keO7GxEmwmml5eHkXdwnV
X3w9aeiaI88haKvIwdtz07cTnQPaFTOItqaEK7SbPs3XaZdHvLmVRduVdnpmxrWNvxXWMAmtWD0o
eDmsfCJ+bJQvH09tWRpiZhQzKFVCmpltEhf0EQP3USv2GH4SpGTdkAE40lDnK16P0lagOtlJa+n2
RFxw5sJZXq+/R6ZqOW8x8uH5z9+sH8E7JAvUO5BjzvwV+iW0DkR1PFO1eZW6e3vZMAw8WKTZyUf4
ryUNgZ6rFLaWFbq9FnWVW2lisYrboHVFC2IST7xSuXJkegnuOL73Cxy8/31ESbTso9FwpFjQd+D9
Lg3e+g04R3rSGonCS9Cb4RdAlE1mS+D0Wt6x3AeO0bbR1WBK0Y+oGgwXuh+NG8CAypUCMO6i7bXh
4XUB/3OLvbnFaHe82dUn19jNc/9fzs/k+QnnrKPL7PXv/b7NeFo/vfIduczgPuLu+OcykzTzEw8f
aSyF0Znax5/86y4TJDJjEfwvQQmn4yjHFWT50wzpx6iFkip7S/yrYs7xbTaTPqkLcRIxziHZBud8
fBpyE+kc1S+8+7R47CNXFx+C/Aytm4v3zbP7ryGYJ78Yvjrqk8dDCLSUkUAevHuFpzQqvjVWuFKt
n5K/b+iGv1mAd27MhY7178HI1ud7nicAVPPxYF5o9YgASMJ9P9qBM95Y5WooN6Zko5qQqttsI5/z
73pverwD8JzmyulJACNGjVSoAJ/v25f8R35Qd4FPf/rMvOZv9M9t8ntaVNJRUcfoFSuURehCRAQQ
M9O8+yIyZ2wySXHlQIRbT/45Vto780GnTGZT8MBR114M5UFx9OH7efeNmDmCeiiSbzqJk2zVth5K
Z+Z1fBm/zovajo50J2oJFoX74+UyKnBMObngLjC7FUgMpfo78TU4b+gX8WDP7Rug4Xi8HI/QN6je
D/Tud4UnfjblG5ICV2j71cf77vg5Ox1l/qhvHhUgZNQg/cnfed0KCIuuPHi3+rozK5te/sdDLT/Z
PCF6XaijzxVdVuh4KAnHd8+0/GBXF3RH0ecsNTk+M8brV3m7314HQZMVdWSSfkwEjgcZegAGESrW
u+rJjF3yyrFYU30aHvMLGcVtNH+dYLDlhxnqHdi9tf54jsvt/jo8JW64zvQzfxfm3nxOGU/wrJHz
YNclB/TLduAQtgBTf/VlcWbhFmnQ75Uz3gy1uDDqJowMqS+DHY0bjHeMe3Gd3pZr+fNw/Xdc8dOh
FitXV51mpCFDSXp3UeEeQEnrzHlaHl4+HFGihk4RNByO1GLdRErfLSwJZiP6ADq0Ky0MVpGZOo0k
bQMqEB+v0/xxjrfJvD7ULV/pIyStx9ukrjWlGMFt7JDGxASNy7VxLcX9+0E4t4jZ8Rpyx/JOvj1b
bTDhm1hxR4CJfxHk7aRFh7Dvz2z502NF8wt5fnQaKUTTKjkeJTIz4A+BHOzKRov2qgQeKTAw7T7z
xd4dBiQFiHkVAN7yMRSHsaLApwW7ucY6TqXpSGCwzszlvWWhkTeHFmDgT8zwaiuJuk73uVX7atUm
N0ES3nXB39Up5u1MjR3C42s1njhk8VCk5aQDAejDnUQM26ELUwF8PjMT+fQmOB5ksSxNmRaDZTKI
e327V7YydaSH7lZxVcffPt7fTc7oim7uFpfqFRCmfCdfjfaXj/ffO0tGL2HuyM1ULGKv450RV3oe
BEId7hRf8HH+yW+wAzpzDZ0bY3FuA8oSlieWrJiabEneVtU5N6VzIyjHsxijUWiCppgNPcwKLlbr
NlV1jkj//iAaPRkLtRQ0MY4H6esu7820DXdZXG3hok5Btv3fLMY/IyweWngUIFfHjhG44GoRkfHs
jM7ba4i4uNRe9e3/TGIZkxitFfXhEO6qtbwZ1vpmckN7nzqmGz5DnjXuw8PdL2PTuzf0LB570fbu
TUc9IwXz7pdE8YtOrzkDQhY3qxb0XVOJU7hr4/YCXXMXdM/fX0Woq/57iNeX8c0j64dlLgThGO6s
W7QNNtjCrT9eq0X54l83BAAJONhIS9I2Pt4OalkYkdcrHN7HxG036bZYY758HV9rN97eWP36frnF
ahII8n1yHa/lbb6uNsFqtJ8+/h3vfss3P2OxK4M0qv0wlsKdqe8wlCeM1dyPR1goGZ7OdLEtE6yd
+iw2wh1ipxvvcnyu41UJcwOe2MpwdHt0s1WyKjZJC4rPhgmX32LYeOayfHeelHPpzL9Gbot5Tk0k
hAPQ3Z2PsXbflulPQS6954+nOv8jJ6cDoAj1NBXk1VKWtCnagDheD3dhfgOmEp3yK7CWTo7Iw8cD
vTubNwMtNo+UCVafd3xScwwdxSzs9OwQ725QOPIiukS4vAOoON6gQ5Alk8LLuLt+TC8hNVxJD/5g
d1tjVbqTozipmzmJY67aKxDJTmu39pd+G1yKV9v/xRtDQG8qnBKdX7OYbJuFxARTGu3UvL5RovRm
kPLVx9/zVTjyeOXMGRlIKZSgDVzu4l7DYjKcIiOud37WGc81vJ6dFA0UlnJFwUNUU/vhe1dq00sx
9Mm3kRbEz5p+3KFQu+haVwb5PkSc8rJSRp9m8ijA+M+jzvtFD4t+M4o2qWrTsyuvWy8SXwZfGn91
sFFDWy+S4LoXNa8l4kFqyqlM7gUE6zohtWGZqvuklPPYTvCl+6Jnmngt6x7/v1ZNiuXU6QByI04K
EzKtOKp08qx6gB4UStmNVw1oITUoo95PZRpcmzXoGnsazEFZDQ2upWDSKyh5sCU9mHAVytWuGkOn
pRE1aB5OOR4dd0AK+bfRFIec/9QN0Y5SYYxsc6jNl48X4aQ+oXFkqF2rAAoQkD3puowGYrsejfh9
W1s+MGg9yuvr2vIKjPio7+7bMR5DdJXqAkZUS+7qtGVtqpupr+IWqpPXfv34F51kDAAp0PVDbowD
jWDm4tJIMxXDKNgmO3q/N2NxDznnxUpGuw9ueDr+9lVDu4L0hLIokjAoNC2uySkM46AffJHBIKRI
jS1UZ64ndY6Ujna5jBILbTPAH+oMu52vlTevmoiKmZ9iY7o3E4UdMzZJ8V03e+UJz6Kmdkz8ve4F
pYLUpg1KJdl6ohmXVRREL2kY+3etVRLkyU0sw1sQxqQ6tH5XA5gYVOOr1+BSYSORmD95ppzO7dni
pYHm/STXU/tjTOXeokDfQU9qtKFGxKI1ixKRszYraO1q8b1eWhrGW6hm0NFHGOfK1+T0ixlbw8EM
TCVwwG6E9JQDJUtWgpfJmV3FRXaNRWuT2PBJYo2WJ4k5GJMkFM9cuQtUL88YdyEeCmxSVEbmGuPx
xzOEsg6asgv3glmM16JZqLYotZXT+gmkmLBHFFQ3auHS9HIRVwBfuceU7pffl/0KClq++XhrvsJq
j9eS7AIVQFIlDVTnyc8pcqstyzzex2JcrMtU8t3B88wtTgHFKm8k/wrJVECeoLt3VYFnSTsq+UER
I/iAg4r6T12a3Q0y6MMlEi1QE/NE2FmFH6wtM84oDPbGzvOStdCP+TUSl+1aHEppnYzaeMkdmbs1
nZPrLjFoCvYqDZWoOauuOWdJx3NEOY67YMbtgdFbqlkAhfMrFMXFvQWPhWspV5uXzux8RAZySb4K
c0H9nhbAFRSpQsslx7X9S6+MUbetxCa7RXxC3mdQN3629P/vUFQNvvLSSft6LDAuHn1ACgBD+uKu
QSxBATpghErnFPB892PUl19g+hBZGhBErnURg24bgpgnOq3lm8/4IA7fgqquQCpkWfjc5QE8RN0M
4JkHQlkmtwKyyKUTigK+T5wB/7nwcusBiyvrLoCKGyME0CH21sEK+SbD1fg1DsJsY1EU4teSmuqu
F6LmWo7bVrU73RJcL4kNPIg/3kinRR5uXYz3CKSpQ+M0s3heu9pLigEn0H2sj826Lst6hSQWxBuh
pK/WVoZ6S6QkXKVBNF3XCu9AUafWw8e/4iSgQccDkxlthnYbIL2Xlx8K2l6rdvEez0hry3OluU1m
GHcfj7KwJJ3PMPhQVMzoH1DKOMnBRF8KBS1Msz00QMku+1b/7EVC5xa+uMXELQGUsUpHX59Ftxue
7Wa4BaCSOdjheKEd9Npdzblbf/yr3pk7gAYoJAj1U8BeCqnkDYJWqdJn+6w3zTUkHm01Tbj0fTzK
aTxH1wR1Tm4vSis8NYtUPY2BBOkSrm5JWtVXgS56N6bg61tzTtqLMd41kNw+S76hIm8Bpg7UlLJK
fUjqrTrEqxE0iw2xIQPPijRR74kp0DIBjF4a35sg2W1gW+lW1z1ti9RBsO3gdlw1Wlk6ZhTXzoS4
1opII4QYrZyD7M979OiimOfGKw02hK4RV8Xx3eybcH6Musz3fen76F+A3KtVkQJzrJ2z3piv+eVQ
c/MSjyAEyigBHw/VTGxTtZzyPYRNdAu8SF8ZhYjvZ6RQ1E4yw0m7JN5bkmc5BQjwi4+X8WSzMFPQ
9HSjMFakB7GIynU9yb1Rb4o9gangDPrg3UBnb8+0pRbWBxwUhqG9MUcjgFDozh3PsihCERxiU+7R
b4LA3ARWiFxKM63giwYbOQ3hEFAEu/dTT+dVl64rJZKcTlKFrZwk42XajoA1YcxfJs0g2xPC7S+h
YNFyn2A6ZkTRGOIhy4QAii+jD5qdE6WdV3yxTBIbnRrfLNUN6vt4AjhDZ0IWduXeGtrJkbRKtSkk
oJ9Ta7sG9rstC82Zj3bS5yCZJ5v/PawJ5eh4yEABGGVpU7mPBU2xZaieW7OZEIuRYA14QmvYRLKk
u3EinUlu35ss4HUcWmZABA/l8cgNrHLZL6dqb8WphIdCY3p2PU3JSq2ywo1Ftd2BPCzOjPrOVpxl
w+lNqTqzXT4cYoViXS0p1T6q88YZh9Bz1DHQztxbp0ebdJr0E1ySQuS6xBlLra82BZtr7w9R5EJc
fmyaOfLvIRd/fLROvyIsD9YQ/yrOF+y346/Y+nVX6IGm7P2Mo2VZkbfifZ82o5DqyH4YsqsJin9m
0yxky+aTxhaVqBYoRJUk2ouNKvtmK+p9LuyjcMhX6CshU51GiPDUrt70l41lXklBu6/kct14ZgkF
WLvHZK6wMQ5bffwBTheU7Jqi+KzXBhh06d1SKbUaKvog7IOGxpYUGS9D2J4jpc178fhgqnQb2TPY
mJrU3xdfOVHEtEZa2T9URmmtdBlGay77oavkZrrqIu+cVcxp3E588woJILoBh7t0QDFH1RRErTH2
daj/AOa78b0qRioj+DJ4O60HE07VCRoRCPEYEUlNBr9+jg11OmnEyjigs3w7ZaFlIEtZijQTNNde
ySzNwdFvuhwJT+gK5CN+kMY5x+N3U2mAWHOWNwuSL21P04zni9fS3AehiFI26lPy9wwsxV2NNw0k
Xlo69+o4gXlPlEGbHAGdiQDGfKI+oUeIotnf7iz6pbyW0BX4BDBtjo9WWiZDZ2iFtdcHzExEH7vE
KZFePh5Ek0+2Fs1sGTDF7DQH1XNRxBkrsUpCT00PyIZ2ZOldyr4yo2ZbVJOEQm7SNRc4TkvqplFb
tXfwEoVsmtZZTi81jHS7Ss3uUSyQMnaAgg++C/jVSpwilOl1ka7eikmurcmQ429TahjwN9uCGncg
ab4A5Ngz70jIsociqECw0xupLLeXh9odwUHfRSQit8gqQWxukrEl6RXC7kJuowBzoNgTvpI2zzz0
sLa+h6qgALyUjCJzck2H/iDEpXCvVpN8yK1ZfqPC9w70euBlM725gGCAD55Wr+sIhSSU3CzrdpRR
2nA4g2BXsaW+T8RSfPr4k7+zz9DnNdlMr8xnMrXjhQ2UTq+7silm9H27Li0RnvekCIkNg0Vx1Ahg
sIZmzBZhnEsNaxhUCIr4UHrNubbe6d0F7hFU0NynNBWKvMc/JC8h1xdSER3Qr/CvRhQtbVAc1ebM
fE8yUtqGZNuoAgHWYT0WL62o1SI+hl506H0j2iIEbl75M1HAkCBUaqoXbz2kVVYhfgD3UtsbNhut
dj/+EaeXicljA5oGaBIc1aUcLRo8OkojengQrcq6ppk9HHqsqtC3s/ZYd1TVmcP7znjUzC1QUDxU
5GiLuKZA0jLOpyE8pDGCJ0Lgd9tJnl8iTRzWmh+c68adAix4hwEFygS6dINJjY7XkrReQIOGtRzy
tNmOddM5bY0GMCZ1CKpnJfIQWP3YmpXr9qBbCZxgU3EFr5Nt1URBccBrdtcPTX0R+H7gRiQNZ/pg
p6He/Au5x8mkyNuWnyRTjaClGhYdTIklANQPnIrhHUI9ddugcTu7s5aHDPGmM4vxzj6ny4rs5pws
o+W/3IClVkbKZEYHylTBtifIXFNNPNfwf+fRBGKMzTg0Mi5SEvLjJdADcVA7NKYOoUHpSheRJaZL
Cs+WouzGb9HlLjpDseNYrz6PWhtfAqc13CwQFbcHuXFmx88LfhwzkO9A8dUo/88G64tbppTQxRGy
LD6EqXU7xOOLbuZ73fO/e0Z0U+fd48cH7DTkJA4EC21o4Hv0k+a9SSHECHOUf/pJK650wdfuBRPB
MW2QzkzsNJmEyErqakLwIytf4m0b39NSWODZQZusH7EvNndWbyQ3Ua+OTiXVPco6Sn+RNlLthmZ4
zpDnnXmSMVALmH2vERha7CWzNXPE1sr8YEyGeJlWlP0KdHZWxkzE+fiTQvw+WUP8WRXK6EBVwAss
jYb0Qs4j9D2qQ8ERLbYiCnKuaJaqreRRna4KVYATk2dK/2NCDFnceAiLZOirRPnPLMcI7crwkgQt
mxCVG7fAyCq25SLXdpJZ+nejhBrOSldwSUN4OaFVASVt38tCjihjGygrFNmSGx0hcriylS7+lLpe
fYkSahXwbCr1Uvfb4OeApiT8NtEgpzVSqmEIzbWZx1kmInD9ygy/W3k7thujB/vXkxU/mnKr0gxB
BeZuaEf1MfNjC7IZBxS9Q6WqnCYxehxVM6ufA43x3gv439kdKf69lUXKPiHNgHiYeOWh9sXRzjiO
bjDj2C7FAvnnmW4+1Xapal1rw81B8q7DLHJX51p5baD6Zq6DqA46e2hlT7nWywy9XY0SxHZEYUBE
zJQlRjy69C6MtpUvUXrO93kpeC8kwHFP7b4VUUJFRvrbJLX0nCYtTlZt3ooT+DljQKIQDaxkJQKZ
QYdMnKEFIpB5cRMjSVY4Pho5LUTLnoAGuaaAADPvjY0l0GxiFWgJRKhxTbeVH2MfajZi42Sq1LUA
iEoFX7tBG023zyOZ7ooGL8+l3xbINhEj5ieUoOKVnnnFw6R5Olq5HQkmwrOJp98JZU6PpKgjGQlT
S2w7G3mZOHNrJdA9Nw70BKphV2UP3NRN7raITxu22UlCs8qpRZl205fjlZf51mNIEffR69T0ehz9
QOQfqnJ9paGOVtpin06qHWeyF7q4K4QXodWi4NalanjgjUD+rUvMnHzNQALLIriET5nk5KZsjOx7
MrXRusmpUIvDzK7kGF76lRDuEaWEwKeFgytPUBGcIfCm0ZX74YbDJxa3eh1Xim1Q/c+wgjNQHZrS
Kry3aOntZDGIGjfTJ/8ymLL0GqjT+DOaYlV35Akl2W2ktZM4y1opke23KPDXUpY+m6jaohRFTX2P
E6nFMqKa9KXh4H1vY8/4XrRmeSc0Y/LctknyGU5ZCEzYV/OrQSxlyxX02n8sm9p/oGWJcYhZZOId
AngSQp51eFB7Nd5ISZknbqUA5XPIu9KvRq62V6U+BhvEtgP4rnIfmNQmRDhGZV2MX3P81TM+UTzh
jhmo6Af7cqZfjhZ26vZAXPMQ1UV5D0VQ/FHWlVXx9ofVfVmhM2JXNUG6PXmddm01YdU4kTkFa1i3
QraKGnVVjU18GGU4uIWEI5MtZH5T3IbSJEW2BrSMEfQ+/JEJpn7rT5n/mIV6y9kXdCW5TOJwXmjr
Fv1N/ZtHNxyVJk2QKEII0/CDLio5+2TCwe91X4ncCvquRSkLiU/Xg0Sp2/6Qj0+laTVX3RDJW7PG
F9Mcy8BBhBdVuy4UP8e9qD8FlZllwEZb5UFUpv6W5WDn+RTdoOILXR0g65crX0P+rHYtMbdMJ0z0
dj8NhPn7uJ+wRK8ba3oapFi6bU0refLlmdya6EWxs/zE2ItePT0a2qDSZZMlzWlwk9qMvuGvEAxE
rJLVmV46TbfrVLjpIuvCQipkG6te/aTTq3DVFLk+GTTAg6/GOrIEUyvnSLciniP4ZDbgx73yMo3V
RiS9C1Gea0wJieHB79Balc1RfJG70rsjWut3vieMX1OpHC+he2BiJfSeTjhJfY4yUlCOz5FpTXy+
slU9Pjm3PgIGAx6pIHZYMi8JIbLmZSnaxC+R76oTe487LpShimpd9AWyTvgZJYZcgrejZyZSmo36
UEmaN54p35wGgtbsImNYlN1eGQnHcVITNYKEUmB58PQ6vfRrTXZy00xcls6zo0Sw3Lbvxm3ra+ei
8tdqzHFQhO4JvXJqGuQBcP6Ph64GXYn9MWkPMck1jhQ8u9tAhbYTtygtu2JuID7koTqJh8E48qQV
sGd6R1DSwkmyur6tPTG+lnHDSZBRptSE0cv0k7euvhiNGhHarJd81aa2WuWbJNWaW4tr2nD5IC2w
AnSwDwgbYniGSgH7TzJCdMA8Kwk2gTnoAvu7TmJHHqgi240n+V9aPYHH+nFccQpI46tTniYjAtBL
1r/IFVT8ZmWrlaqDLKMz00aj/qVv1J+ppVQ3mlWiblblmaOUaNdGSt+4VYq4Y58ayYp4hHOgGw0o
gkb5rPYdz2cyJtuiNiwbHoF8A5el2xQA52cpXnnVw+q+aAa/uKdu41+q1JfPxIOnEdlcq5ldX5G0
wZFm0VyIeOWGEZeRQzfxNeMR3bowEFqnRTz5zJc7TSTeDnUS5ELQFcFsGtVhbAN/pYS95lrTZJ2J
+96Z0CwDNLuBoosCsuZ4kw6iGoyZqGUHTyh+9ugZ3PomzHgFY52Xj3fCO/MBIASLgR4fQOVlC6gA
Ft/6oZ4fqmYw7IHyrq3FanKmAPDOKESwc0JEMEvNd5GJhF5klnrnF4dg4IlrIFQjI4F489/NBasI
XQNuQoWCG4wTfvzVRlFAeFbpyq8xL4WTt2roFA2gi49HeU3i3t4gjMDHUqFR0+qB0LI4O7jsaM0o
e93X3P7hljb8Rjt3DKewX4JV5pwFUCz3wnK4xbfT9QJNUp3hREezsWx2aydcCSvucsaKVpcIjq4/
nuGcwCwnSEEfoATEZu7pRcuTQAAsjYr4rl5Yt/AowcoV0WMSt89Cnf9lY26e3dux5OM18yIrQR5X
6L526WdV+xVG+4/n8so2+2gyc4L1Brwjw8UeYvTBvl5ZdmlbduO2q869eFQdWP+25NwHzoarzZXX
gR27on3GEGNZEiB7wwmDNJF7Fu/OE3wSVJBcz2RlOMRog0qOF+cjZb4R/UCniOX6UooLIGVFFjUi
Sr+hXAAmGw0krQcxUVfkDNptIuJEufr4u0iLJ/j1d3G/EAvTqEQqZ5HFipioe8h3jAcvDYdvrdS0
NuLS2coQAnQsShV5UdTa7408VOjiWM1Fk2MZ4At1fztmhb5uraq6LcvuSw8B/nMzVo07luirYmUe
33/8Wxe3x+tPVV5tkWn1AMJaHjjyS6I6fThYk4Gsx4gVyDSQWn48ymLXc5RB5POIkNTD9kNY8Xij
1GqnCGnXGoeRWPtLmAoi9hZ1i/WNaaCG3he/75H/G2zX4jnbNdXzc4O02f8DSmUzA+UDpn778+kZ
OYTi+a2G0/x3/iHrU6cD2TLzSOnMzr2/f7TKoOJz5f7hqbJV/pD19U9QooFkz8j2uaHLrfWHrK99
AqZqUDOaW5QSjP2/Iesf7xOiC7rj9JzYKRxozVq2S3SuR2tUutYdUunBq2RufxXn8R5wHsH0Odee
d5TR5hiAG0SUXtmu8+F4c3+hL4SwNlJKbgVLH4F5zWxWcN/7H346tpekNviR46Aj4T3tG8EThZYi
o3OjSBciyAPR1qUQOl1otPL3CozBFs8m4b7j4PuUGEb1i5yhRuJmClo5TsSUN5SRqg2ywyLiO6WJ
m1+JjcmIaHWSyPIezE1ROENDhEX3vLGHVLwYx2moHV3zmpaeDaI/PpkrfFJUp5EB8Lr4Sx8EACcV
iyTjzda5+32Pv5X6eGWp/nO9/14NqAAI1FELnGFvx59H8LxBQtiJz2Ml5Y+sSouD3qMBsdIFDMrk
EmEFW6eLliM/I/zgv1R/LasJEvYCcj6oWUUBjjpTxCcwBpEqRKyjcmzVuX+ArIhOcxyGNRFLWI32
lE2AO5HJxU8j6ojmEUGSVlKuS09110XRmuK2ftmX0YiEcgQos8n07SA2Go0OPTKvxBD3m35UhM85
FoLryZj4l4xeTjDCAIj4RfGD+BtGCqTmoVidud6k46Lp65fimscdkisUtJ6yvEWnKinAudauOEwk
6F0i2Rry8aktEFt29og87metrIWNhCheI7UaYGF/1QSpiActsMFMGoZdA+Z6gxA1Vkc1PkliLH7F
J87fpPWQnHuh5jBjsbT4B6qcsJnlDsr8eGkT3+h5IRNqNtlcgZlMb9sN1rew8nCMULWaGh+K28og
Bm4WTs06RXV5k8RVd0aYdj5hJ7+D/hVNMlidHPvj39EkGgpImt+4UwNWUxM8BS+S+pwwxyJQeF0f
/n1gZhBwiRaWnLAoKksziSlRxb4/6z5Vg2tinYQqrFpTp1CGLb0m6mtA/m1l8r3LmCKeo+W670iJ
dw7av+gmzT+HsMwCCwTAUZlf3+NZU/XKDDnHlBqrnfKznCfFBZZdcu8EGnphXtCnX0TFw4krS1Fv
j2Ra88jyXLVxld0acrNROnPK1hH/OmTeLvOu+7Yqz+Wx8549XhqF2xHzOlocBgjwxZ4eGiTsK0+s
3anXZTexwutJyi4b9LcuW/O2mRr596b8q0f79qPn+P8TOUYStTcX8YlMxfVPyLFZWLZHb/jrX/rz
iIufoLzO7zcFlLkdxjP6zyOORAusYqCAFh3huYHy5xFXP803FPqIpHIcOI7inzdc/UR+zx+hNcqF
wLL/zRtuHke/8+6eRUaRBKJkMNMw50f+zaua1C0a8nmQuUFWUs+0DMPbRih3t7bOa7ZPu0C9UNrY
WENbn9zAb/sHfarV51QPvJ+FYGxbdewyVy5o1dvqIJc4mwibrCpyHPwGYac2OENPUWXtw0jBVbGP
kk0LlN8dgN7/KNta3Oe4vz/XhfbF940SfJsidu6QdeUV8Obgtk417xKZ+sDR84qWoTzW6o05u7gZ
KU5J4JlM6UlPW+0bsUp1N3YKeAie4Z1fyDVmIE0KWG8KlWYXCZlMcFAkL6gh4jxUjlKjgdpRxa+S
XCpPU5Qand1bWvQFncTW9pUCXoA8qGruyLgC4I6iURJLmk7L10pX4w+QS+PKU/zpG7BVDErNJL/O
S7H74aWlYVugOPBiswJj3Y4GMoMxQuIXuRXLT0ne+ZsyttZRK94VXi8dkK0vnhRu76+KkGPFgU6E
uDXkzHKGqag40gVq9JSBywvk5xIRk6VJvcSLD/OzcWh7O8Dl69ebnfxeSHFypwD9mXftnP5aiE0f
bw1sDiTKgVbmanptuSGhJugXwfz9HP/nIlmoFpNivvn8JxfJHcrJTf5f9+Gv/G028Pq3/twk2icZ
jhnwJ/qg/J+3N4nxaUZqaShakWX/zhT+3CTmp7kHD3iMehCsqPkG+HOVGJ8499i20KrmmuF8/M1V
sigwIIxAw99QeSOpKSP/tKyWUM30u2TuxeZYZq2Kqe1dtcb7D8WWJMT1J0jcEqwByDVjZ4otFkRz
w1iJAgJq+k30n8KtEVYIYDQmcVkkmJ/1JHgc8VC5DIIStlpWXkktFrehQFvFJ8e5LJPxHF18+ZTy
hILgZOuDFIDDqy7KTH2hSqEnhSlKdl7lCGNbu6kX3mmpWDtCiQ5/G0n97xT4fyzUNxfpGAy8MSo+
uBAvbmFc77AoGqm9e4UYu4qVvMhG9oMeSv/7tP0fB5rP7Ns4YTnQIk5orWEK0cXyV6qa/KgiLGvM
1Nq/2bj/g3tjHoPZUICed5d6AkpolTBDw9pfYX1i2lVfo1La/Dd757XdttWu61vJDSADvZwSAElR
pJolWfYJhmRH6L3j6vczlfiPRGmJy/tolzVG/pI40gQmZvnKW5qT4iLHUTHDkHSCX5JZu1Afjl4F
BTXsiatc8hq7dzzEb89LaCVBbGycvnkYmv6uaRXfSoGeJItyndvT1efvKT7K0VwKC1kBXgZ8CXjs
7floloPiVAkeVU5a7jN8tg6EWbApByw0hxEDy8+HOyLaIAUiXhgjCoQtMBgAz/J2PMyLNMpfwha2
r2cXyeKnCN1U3KjtZRVk1iXQUFqahn6N19rzYNZfPh8fdfT3L+w4YCOFiTkhzTF1QSsmSV/0IPZj
p9rhR3iRSYvq62byHPbVco2BzTWGbMUmHypt1VjZE3ayz1qc7Su1S1ZRXrUeBExUUWW6rPgI6le9
bl/UsXGdW/nelsyLJUmfZe53KLuY08yQiOZRQnqix7wJel6wy7ERuUoVxGJpHP8cMpR5G5n/mgPt
etFSbVVA6zeU+nsamLdwO6/Lxri2ZUbWLRJZbcxIz5Mnq6L7C+CdHJDRxg5TS/EYYB2RMy2s27Es
NegHyrXeh0+BomhQWuVv9pzQ2BF/ZKSq8UUOpg4AMr65WWQ3W7OdVITTGSpriwooOzq+kOmWa70p
kTdo+dUVtd04Ua+T1sZaRryZmuiHeQBIoNfizIul1C+kcdrJVp0e4rR9wE2at7KSCaXAJXfHabQ9
CXNyH/Gii1obcyyQzG+S1RZfO2cMPHwkHbdUBP0KwpVrpIPGG7XIxyAIuEK4/cnMrAuCpgsj6cpt
2iJBSEHbWc+GDSTKnMAjwNOCnTi4VhRVLopV8bqIsVfl5rlQjEKEYA5xl2QhJ2tp11WaP6Wzdk/7
VPUcq30I8ijz6ZBp+MEW8534roFV7JPOslfZlEWXvRP42Ckpbl/ZLYlbLnsDMAJfj8As6O1CzCMm
+WUaJ73Fl9DG6DpC3fjOCjXVlxHC8GAjOutCKZzNHMmOa8fWhRNlzsZo5nlTz6aNKX38RI8tcbW0
q9YwS+1ViE+o31LYXY+ttmzL0rguM9NAV5mlgCWXcT4yDRFKjusG014fxNF8CELy7FrSUs9I8d8O
cv42KLjiIOk922P1oEbW2cuzk6kXG7mwzop8QQJ6wgN+UJ8Rw76t8XcDaMN2lRdecqijZxNNqzUG
qKobtjNutwo64H08dL6dzPU2HbLr3IzLjV1Oqh9rPDfIoGUNrv8B+ynZMxIz9WLFmaB209ZXsFRa
OVEcrrWkmDdEk6yaontYDBYAnLVnKdSLTTk3D7S3Un+irb0apaxyiaKBrzcT16sT09l1lGtHwUAT
pWXVlZKanw6Kvdg08sAvHnv+paDiH4vtjrcsgApC7tUgIcCtRwG/uicvn/P02RjYZNmSP2FpfBGN
ykENxstadm5zBBVXKa62hxoJdx9yu7OJA7WFAaZfg8ZwgHZMtmfb5kVRYENeZLFFCcm5UGbtGr/5
dqWa4ZPmMDFzqTBG0DwYarnXpepBkpgp4HdfodKiBznywZSF11SdSFAkzPkQWdG80lOIZMYgtqi1
/BjASbqTbd/KC2ogQS7d0i+YQBTYt1qIaUabAcxiy4LPv20jRfLF4dt1VuoBKXlIcvW6iSs2LQZi
QL5Y+HIQlSulCTDGkPACVGmOIgiCY5fOkbGgzLar4m7aTXlle7kpaRh0yt1KsfToQuv6BSJMyOe0
Wj6N0fKQsiQlB3nhmcbMZotW2RNISt4gx/sQRfVwDWMUU7yhzH/kS3SW6nbsOhU7vk2ah8aKngat
f2jy5oF6NHOPCbRrmQ2HssU6sSOeu7Sj5yyul/XLPpUq6zbP5GXTJzZq2LhguQ2d8G1lD+wKzBc9
2Hmqaw/S7TSjHBVKzs5BR2Btl3N6M+hJdj9YAW5bcpDMm8wJ/pIxfPZUQC9g6fipQFavszTXVlyZ
wWObYH5qiLAvcMTRWE/KXrMwS8QR0lA2SCjUqJda46UC5Ry57H66sjUOwWRUUh9JbO1MZCqrsWFp
B2CMZlQGVGkLkMT2skZ6nKcwutLsXHUTzu8tULeCJk/5YJL9sW0oRu2BqlRrJVzUG2WJESYfpLk5
H6yZk1ZLwbV1kSTjzRUZ/CRAt22u88iYU88bYHc8xDxw0ufadRORZC5TP7iIdKcQt+Kk/dpkUXSZ
SvDOjcZ4pPOSerqSt97otAAKI01+IMs0ztuprrBLlatvimRPG7sI5oOUUfTB1Dp6akMpvYEO/Ahi
pI+xGRDfL5HRaMCTUvLVUVH9Yaz1n8jmY/2uQEVOQzYLHGt2OLU0f8IB1AuU0V5b9SA/kIs/TRPX
szicqpIVrHFhU2tLuKmah5drkbj1eh4bqlttUrmtLO7FNGjOsVXEG9E2LrSFdVhYbIOKA0PDycxT
c6M515UOEiVNMiTv4+9lwQn+ckaksXkht1XxRSqSpzCrgh2ccWVFUy1ec8SLOyW7zYYyWyWmBcqJ
83gCLOTSEnzuK/Wq0vpDU1o/9Cj7VljpeYqFKcK63KXthHduWeRk1YOsYu/KhlM54tZ9TPJdyhne
OwLMqKX5fD7VcrqfJ4tEJbAbrwS0uWLTnanp8CWBQbVWMxkZp8mYrtC1QIt4bKddUXGsE1E+2IV4
TVVuGZT9mKX18r2PHYxtoqc4ZP7SJn4WLlCuUotNKwKMl3ABV9GH2Uyf6oTZBOlPGdUeTskyHtd0
CBNfika0lMkKUSR5GyhqIEfNYloiP7M5qyCz3o6MxKGZPI/IdKBjj2AnPJj4RIT6wqV7ExGDOICH
jFAerSfSwKNC9TQXbd8qIa5Q1nAZxZYH1W6n6cN1kAKerBQq+mGBsgI8G4945GB20r1i1Q+QqTZW
CoYt17nPF10jZEsTV25qrBTrddIsX8IxBYxI4uZGbXsWdPIP+j8SDpHSV7LdL0bVnNeKjZDBZFAt
Cu+Utv8JMmkLHxlQF8t6yILnqsH2IMpj4Lo1YVo2TBcGKNZdPrOXi4CDG6jD2Shi9zFm04g1ZyT6
BYIRlZtos+TnGSdk26WXs12Z2arByhHahkbUSM3Vjcd2cUcb6mpepZMrVbA3e0k9QR54l6C+NC4o
JpJj07E+RkKXlVWZbWxLHrgmycdojCBNMc8WK3xOKk5PLtbnz0P/F1jK0YeFtoLYHQUIltRxy0Tt
taKrg0zyCjFTfBz9DFz6cq1FTui37fKtt62zOuFWyTN9MwT2hQgn1YUDPac75nYdCYBCN8cVMZM8
EgKJr9wQDMxa+jRFXKU5ZwhQybMZVFSbWM1ZqWbPddU8aBWRTr+Q1yTa9WRzzjstWO84roiCuPbV
KM78AekGVSd0FOGmtBA55AThrczujFUuiTbjDIgGuSNqI2l5iemGBqsUqCi3KNvcjhL3U5o20lYZ
+dptYVxUC/8midTDlCjtbemoaI+0o+iKhdzJC/o4u79vRnKucORiGEHe+NMUwQpzwJri51pxsOI8
jjcpt4LjzJII7KjS89KYY6RU6pVrLa4fMLPufILnYBcmxvL95fP9Vonttsz567hn/qZI/99zVtr8
VQqjrfb4V4mn+Y+72P8ZRmGgF16t83clty+PeHD9se9/vBWYfvmpXyU3ivcCR4cKJ7GdqKy9Lt4j
mkIuDmGMsw4qz+viPfkxDHh4XoArofj8W3LT/oT4QzGVsxlsFvDL3ym5ve+JQ+PCjQzNfmQpYNof
deSa2eiCCstZL561NY4pseO3k0SyU0ZYc03GD3B/9ReMPbp9pjSjQXG9zTbgAs8p5xb41Bs6+iSd
NV8XyGWCeMv15RGz52jfjWOxX0w5yXBnr2tUnoKov1SnZq/ljn6VSqrziKFLfBXOwXIjxbHihshs
1Yd2jvC9sYlOVy1cCrjz+YzsqzTMhY+aw3C/2AVlArknNsyCfDt1/9jt/dZy/++t5f97XcIQtfls
ad82NKV+Pv7847H4+cdt+fQYvq0qi5/+d4kjYyrMYMVyRpiCMte//Sn6T0LqG1Ubmr6CKfirqoyP
BLxzKMIKmCdwQlz1v6rK8p8gmmUdmTwENQyV3tVvOEIcFyxha1HcE7+IBhWsFvHnr/pT9M7CqQ6x
wY3Gsd8MAxHTOE2d92p2PihZvmgrvLrghHINOl1crJDVxM493kgQ4SQT/o4rBUlwG2t9NPlZO4C6
tscm+pZGuiSt5liqTU+ek0nxl4E1vFK6abqcjSKe17hVEtmYlTzA04BeiRVEDDd3pZm4MbWRrE77
StP7y5xqT+ZzM05Peh50u1EiB96EU97d01ejV0QSKRveUKszt1CmtN8WgpurZtbD8Lw1FxCj+FyR
B8c9xcY+66EtcAbNeBgoUo4pvMwNchZknd2fJYT5VwlbnkhlqKaLAVct03doPElYGs1149aBXuxz
WEfwbIqiz1YlpkwmfkK8niuPzvI8WmiiuCqlCxKYKL6PZUVPXLU1+/tazWBBA8yJGyzJi3nfZ1ai
nc1to5+pCe6AM1HUsjJzdVjoBxgAdODl4FFuw3s13DKNhokKVTkLf68e52f6Tbf5Yi+SV9LJuIg0
jJdR2TGia8pDMO3TJQvWqCXV4SqY9ABl0C6j+BnjfDi4EMDUC2lI1ac0tFGuys3J/vn5MjlajCK6
NajQg3kC+wQdnV30ejGm+dSp1txIpDmts22nRV05WvSPy+F/WaNXROH4zWIUw9CoIbgDivdOe2Qu
Artz+lZy57YYz5A+uWkHRfXKTm/Pba0C9hoEwbmSlL3Ltk32U4Bh++dvelTbfnlTAB7IySGbSMn5
qAkCyzqYnLyCM2FE7SGbGm0btzFCLHpU+X0MxuDz8cTMHb8yhwwvzlbkUDkar9M1XN7kRHKrfKJ2
ij6il3Vgl4vCUjafD3XcpxLvJsSSZGH9whwfGw7DIwri1k4Cd+6KWNrUatw+SPNgqivM0rpuhTy7
sVBkRVMOkFN7VdKK/WvEdjRda1mi7acljWx3Ksrhsh547k2wOJ1DkjGA6B7BRLu0hOvYq9g+tjsD
ePKncSnP6Uen11HhWDj1ls3f6n//c+m9sgwBLPHqU7+L5277Jm1fbjz3kTZq+8dZm3H/tW/6qeJX
/HPzWcqfCp0jpLwFFR9IJH/0z82HsQgxFVoQqtgE7ELivn9uPhXDI5N/Wxgvm3BnjH9vPv6IOAxo
ILVkGCVcfb9z8x1n8WhZGogPgeWDnyMU7N4eNrM0S0HUUdpTx7S7n3PM3hT6Ep6ZCR/KLn4emqS6
15Ty8dWkfXAXHm1Fol3GJaxFS0bof+Bn++aQW2arGCtJDtfMnOpx4TY3CYUphOgKSJKfj3V0oL6M
Ba9DmN6LyT6Wf2Aq+2HA3GGd2WFKK5LydWuqp+zYxBO/OlxeRgG4QkbKBU8Yc9Soa1sdNq7CKIDS
c79r83FtBUq6pepY7EaYGHupDMCSbpp2zM8+f8PjZJ3ZhBsDbZlzlJaddfQVDbzNFztj7Alirm9F
2OpKy6GUsZdUm1jxmwp0yedDfvAByS7AgFEGIpkRAKbXt5RmBHR2ZDwjx6CO3aCQNaY3Qb+kNqLL
z4f6YGbhnGITj10X6cex5qjjRFUzShI13baKr1SsMyEBFfFZYFCZkzDSMlL53MYMfZt15smG6Aer
hx0oECoEqJYKmvnNi5pSmzK2QQlvKG0kSqxlI890JgAt2dt8VBpPUxdIu8Xcr+NkoQLWDZKn2COw
wfTBwSHQjeTYODEnH00//VFVKKAhNnzsKb4o3Ji0r2hn6ZmzNuslc0FhVaswppT1+fS/0J+OVjbQ
DYEHIRinTH10bSo1YuqZHkfrIXTK83IIjKeotLPvoKeMO0q8g+eYo1vJSXHWp3sJy0eXmCrx43qq
18vQ0bRVAuWkVOBR9CA2nEMRG2EAMGrY3Bwv+lyuwg7FjTX1/j5eNZmVryaoHqUXI45Tkh5m9i0F
GeVCGxYtXFUjtOw8CLAUKrVxN6qj9LU3J35qVrLIa7GndMOiqIBf9tixIU4UeF2OUF9j6/s4lJ7y
dNLcKIqo2UlTnG0TczS+0J51TnnqvFAs3s44BuGWJUDvtBVY92/XXGqVEbkKX7ehZrU2hgVhASfJ
KQSXMv6XQRkhzxwgLGLPKNh6mt4Je9QZaRGsT1FRbagOHbD/JUqohsr5inyDOXuoDkaRr2jzKfTq
Czb46HkJVTF7AfZP4HpsAjTVJAslasx02YLS65qkr1FJKJAtwrv0PMHg9qbNIqXk8C36wwJM9SpR
4ZyukhkS8kqpkXaGOtNpPL/ahasxbTtXR6xWdG4cDMYnVRqgvOuYAJXLeBXXcnTdUF6LV1I5Wedx
lBpXVEmzmzgz3DAr1iHBf+cFfadvkGJWd6AejJsY8aPJVdqJQr0y08kBYn6XapZ+lxAv/uj0rl8r
ffN7qu4GCxWNQpmLGnk46tYvgsevskttMAYj1PQAEF883GXVLG8KGxGBz7fp+3NKjALFVANpZQNq
frtmqiVKAsmRA98JbXo+6vxXWZn2iVP/fbjAIEiccBaS7vFqbweBwRQvtTEGPqj1ju7wYj00Kiq1
YVhQHoKOukJrqnHnplBPXHEfjAwCgmAAcgZ3wDGBKoE6Psdq6/iDoSXwqOn6RWO6rOamLVahdYf/
a3Qv2Shbfj6tR9zdl6/HGcPyJoIwtHfmIU1kxlKUaI6vwUWFTT7Zwb02NO2j2iYpZiaNIXk5GqP4
Go856SxgjG1Jz9VwYeNWLf1dq9pHqTz/TNpgX4805FRoFB1yDVlzG6iJdD5Elna7SGGVr8yiiG6k
tMh/mJmkX2qVk6DZkQYn0pP3V+rfB6dQEiTRP7alnCqtnisEQf2ocoa1PtrOF6A2N23accBbU7+G
3XNBVy5CI2M65U318ZSy4Uw6OLhwimLQ69ghxaBSQvjU8cu06jddo0duIBWNW9AQ3iRpPVxmUg5L
bwZqIiUlN6xipOslk7UrrIRnvy7s+9QKIO4jSOHp6gJDQbbg4ZQ6hQfauG7ejKpXydVfIWokqz5v
HnGNDS464QT8+fo4Ehd7WR/sBs5q8kqAhYTjb14mnCZliAYLw4FQtW4WjpNVoDvxeYQgTgf+hlYY
XQ/nLEYP0cuM2jmb8qa8Cpo2vP/feBR43iqFX4rJ+nFLbirAD8dpyR5p0OKo5L55HPoFdw6tb8/s
RZEurQgMZK2HFE/bZoC7be3RxuxuTjyIKGS9vQ9oU3DYgVwzwZIdLy+HrwlcJOJB6mYP4+kMO2T5
DKfYeE+E1q0y9ADdDJnKuZX0LcUGZ0OhIfPQsDvFIP9gpVNs4zOZQoeMdtbbzxNpKkgLAju/bkvt
DsqPfTDZqeeojdSQLUIL8pXy6MTdfA6+qT7BR/3gUNb4IpyW5HA6+olvRy/RkEMPntEnJwgOQevY
ay3X/+FI/09a/jotFxDZ/5rm+Heb5T4ufvxFu0UUpLvorz/+timOi7/aN+m5+FW/CtOk5wCXwVWK
heqg/fif9ByrYpYhEEjnnxScj/urMK39CSsCNgMuSULJjz/5VZfGxBhgsuBU0JWhva38TnZ+XEUi
tyI/pidKd9cGm3HcEg0cqbFRVkLndCgAWYx5QcfDdIa2dCunRW0+aVP1Tk817T4BL4dg8NjaV0OX
tXcyihbyqKLCCA4nWOtGUyfg84wEKJElr4ppKvdVjLCNq0hqeGubuelh295/mbsyn/0e9aFt0qon
pEjUo7KjeCNKYuTcpCMyf4kd8yoYih2JullSpB5ogdYLZzu/0it08pIE7wRjbttV0LYAoJxO9+S5
zA5a0+rXyFqmGxBWDe0ehPZolV4llIV3megG95Fyl5qhgd16O2+7omm3r5bSB8WK4/SaZwb3DiEU
ADAyfPJRrms3iEZIc4qNopbn625cJj8c83vCx8GN87pEOQT7lc/HPK7Piomi8Y4ILb1wTTRA3k4U
H8lBbVZNPGic6l2azPfVCH1Q6VWgl0Lu3mzMdUJ3xAU7HK+rvnBOHF7vSWk8AqQdkfiaxK4vq/PV
t7JqUiZr4BGqorF8U4swvNOV4mFStN7NjMg6yC2wlmgyl40iJZKfzqrIQzrwIHBSzyPgQSutSn9U
ObpGiQbH+/NJOpKLJ7IGxy6OVmpXlD6AKbydpMUqpLwvLCYJ5aHh0INyaQDpAI5eDUW/qjEjzRJ0
qjAyk6edmpv7TPsJRWGVSLmbBoY3qxspzDfEG+7S255mFQDjv812spL0rxUaHVA017HzpelPic0d
p68vj64i+ktRAWLE8aPXEa2QHLSM10qlMLxpcq8srAgK7DKCC1uqEwH0uzQeuA6MDh1AB+E7ZQdx
U776mrYx6E7voAylq9K8Hu3sXJ6rZFMOIyyEPA0OADCe+i6xVgjIjr6dLlil4e6wakGirezWNDdd
MGQnHuv9NPBU8KhFE0BBefwoowDG2YCB4qlQDRtcKv9oE1Vds+WMLb1ZghfxsmR+6678/4FSSNvh
1V56V8YGNNTFbfTHfdyEcfFhEVv8gl+3pP4na1TADOhboiwrWFq/2rdwCFlLUGhZVH9feP+5Je0/
KQlQntGgakBAtIl+fl2Twh6bji+2wVQLuEd/65o8XkNwFqiwc1lTBcKn7pjLOy9NU02t6VDDaejr
oA3gFq0JX3yDcfXzq2n64C44LryJsYBEoWsgxMF5ibe7SG6zJcNOiNJQYfQgasPEN2vMbJyovf98
pCN7gxcqBscaeZIoG9AHEFH2qw07LYXjBDGvtYyRW2jO+WDfF/k0eggJpOu8Qb9sGoYzE1lmLwAh
PlsTeCH5Cnx2+T3XnofwRqKNCoca7HuAXVFAzUPTUtUddC33o1PekcfXpJgamvwiWabWbh9zmhK7
yY1xVFATm8EwLW1NHXAsxSFCfbRSgtmTuGP8z2fpyC6KWaIwyQrDKAqCGWrhR/lXBrwkw8fB8TDW
NpCIK6/DenjOVCe7NqfmMAYRiD9pLA9RDEp60hRfn03nMIBJKYAYeHWVeHFsX0d6R3MAFQMND0xk
3Q7VcD9J6biOFWWGz2GCa1ngmRm5UKILne+zYYLJrMovY2NeT0M7+R2C2LT3Ft3tsdjxDSvepAZ8
+SAH96lUAXKpDYoAeVj5bVllX1vR5J2G+ESM9Y7bzpSINqdYooLvexw6wAgNxzjt8Dyy+8lrEGt0
tTn9WWQ41sbksl7fhg95h0qnQklCDpxd1nTRqqpCc/P51xEtrDeZ4MujsE/o7/JItLTfruG5xAwI
po7jyU5crrhq0BmvqL8lOZbGS52QC2aUIWIVMUxFXylth7qe3rijUX8dB7M5EdK8OynEzPz7ONZR
JOfoPTKVQ+l4jlQh4qjVoTdoYOi0/r4Zl98t/ImXZ10C+kBUBzDWcaw7hTn9Wsf2amCNK2fsBj+s
zOHEDuCsfD/HBiRa3A9tFJePs+1cr+ZMiQfELzOUG4ap+64BuHatuD/k0jSswmTBANzWdlVE+QN7
+N1sVbMHZsKKjG1rZnhBlVa7Maf8ptKEuns2bOmJ/0SsDGC3c+gzJTgsI16tktav8TQb/KqMN5KO
empECr9yBhDa8eDWkXPXGKg7Bq1+DnQVD0ZAlKs6jMC/x1Xpo+63ms28g2Th2Urcn9VhnnvwGBov
lyzKolHu61PbuFYWPEpy8jMtxm9hKNd7GwS65IQLKg1Y5hhoE63S+G6Iy2VlmzVCISWoWMaJ/LSA
7+MMxakq94drmUQMlrJwVmO6367laMrq0Uwzx7Mwj/GxVC+TcMFXyyi3nYEfxRCV54ocmWtiX2kF
rBwK6ETJx3YHfuxE3UnULV6XWMTa4sADykD0q6Ew8vZhLKfqMVAJbM9qbPA/LSoiuVyCev6BiG8F
kBxmUncq3v5wUMoZiPIhGYAZyNtB5WVEjiZk0CK8GrrOQXpm6FZ6Ux+QO6UHliYQ2pNvJ86Q42qS
eFU00ABO6egYkBS9HbUY6TwMdcL1bvRnLT1sH3/ldDMwp+UgOa7U9t+tcpFgzVnfZzmNz/PB2AK3
jU6kG0dadC93DXLqoNVkagW42h+dZkFnLCUuBhBBm1F351we3ECGlxRZUOTkGiLbQonBrcOp2QVN
MsHc6WxftaSLiqhkZ5sAPnrKlpAfTqSoL0TU4/XAuqQdKxIhWZQkXgcLaZyFITp6tufk3zQLY7ds
vphTlJlHcw1WVGHzyNWm1LUzTXMXE86H3gN2H4y49xN0M9FB4Y5SZKRpVMT5y8r51uaa4WZtlINK
v4nVpgUVnzibyUGXR8KI0rUK09XsHgXj5FDbo+1DlP02xbMXOg06QOmjKQ/OSppZHRBA0jHZQh4M
VhqaxW5fxsmqk2ohTBs9AofCoWKZ122pLHsrvKytAmh7niObHLbnklz33phLmNUy0SEmOx7AMsuD
k4R5YJ0B9dRPNFg/uiksoEniVCXMc47yEkCmVdEHFrLPiTN4Wi+BPEUKqovvYCA2fx/hv5WU/D8P
JhVOKP91Ae/uy6e5CD/7by6C/AylMKTHXuCir3IR409RZkW4S+NIpBDOR/tVsbP/hGYPkhoYM+Kb
hmhh/spFrD8x+EF/4u9widP0d0p2Yp+92YfinALMRrVXiN4eE8aJcNUxRIgbvvawVuN5M9vBiQtf
LL3PhhCn9Ku8gKMSH4yRIaZIP6jVtIkrCi6D8+XV/F/9/Qtfi3292wEvb0Ilk74X+HP16LDvQDmG
nSwHODqO61LP92U5e6nh3HOGnX0+1LtKk0gdwPkqVNlEG1k/Olgdo2xqeZkDzx6G80jpzksoJqki
e3UAz7ZI3Vgbzss53OhRuovz+aKb9e0calsxu844b2TJPPH67+468UjAahQySo4fR0S2r2ZZSXQl
w1Ak8MpIIizKttGIarGCkbT4sI19F2bTCXPdU0MeneH43s7AfGh65XL4tZgZFlTvVPRu0SewZENU
Kp0TucJHy/X1W4q19uotsdAyKQzzllWWuIkc7SI9PXE1veuQvaTnlA/ZGLjwmMcLKbFmkDNhx8cN
yqtFLr4Xtr6VGIuW+cHM9cNg9udtl7hOV17hDnlq/HfxA1+SnrUAinArUW16+46NbvQqnJvAM4fv
ld5cLl3uzW22TQtnbwfxbg7jXWI4N7gobevcvova7sRl8tIEPN6yQrUEUoYAShyzqZxgtkNtyGHO
5wDEluSb2uT7inY5Cop3EP68MhaOBaOvhdpOV2Ap22q8sxEz6RX4vbBuQ4Pvw8ZjKewzpz9PYe0O
crodqhGDp/Lq8w0p9tv75+WbifCSbXm09+umKkw9Kvlks3nocE/OJNQ8VKDAo/NFattziiOHQm6f
Ph/2o5ONFEYTir8aFY+j9CwPLDbcWLAai/HJafKrqhz8xoxuPh/mJRg6fj3KxiSk6KFwLRytCC20
laDpKOKkCEOl1VWh2/BM4dFVXbnGoWqXDPoOuMxaTqW9OGIQr/LhVe0RJdiPRXZdFcuGnuZKihdv
ssJrMx39HJ2nTkKmT0MbQJ5h1iYwpsts61T1JTRND3tfjxI+ioDaTlYGn8Hnk86fCOV98O1ITyir
CcEdABNvl/sS2XYqdTgeF4pzG1n5lToNuFQ7B7MNPEwpPLBe2JJow3qJu7PJrMJVlz5SEvCdPNnh
QwSmJv42TSNt2sCvwBCN02XN8kOYw61wx9IDw4W4HK2CZPStJt8W6LBngLej0dwuS3IzN6zLpsRQ
U0IapUd2fd4gz7OdSBwnBL7CNtwUuYEgIokkMylDfcW7+Zx/TgVgfLLwlJlqY9swoyH/PHLGC6Ou
L4P8e21NIPbbswQ85axK636KbuYRVQAyQi8oEdRKkZlPw3zvWIMftIaLAdI3+HwI5xkrPS+v2OX7
fg5dC02OcMowcM++1XN3nlv2z1GT1m07berYROM/2S2TukOYYBUsiwfSeyswfobcPKp6vIuT4mqI
w9yVouaSktjBDufNgO+oMebnJQQoKwy+LE79KFVE3FUzXagj21a373MlvoHfexnXmYFJTHo7zFW5
aorsKnH0rYOHlBRGfh92l7YtAamLf9pwWrmMNmUY+1k1+LGlfo0Tvqhp3yfiXjAAosyO31mu2VPw
2xjaIW1suA6BLw6S0nzGrWUlzl0x19VcQXDw9fo7dVU4jgX/SDN+TqG+LQQUi2tva5nVjZLk+ybI
vHyxvkjjeJ7F0roppL34XdiFbMKlvXTSaGdFgd922X4awl0+dpC9jHnTS/ptzHsMYbQTqqlCCyGX
lrtAMw6mwcKTcMSmZ9OFvSvp8MOdaVOozj5BxbOWnGtx6kixvAkV7WCj148ag4/M5zbE40Hvo5ux
oEwHPqZwqXc9zbm0TuxB/GdV4anqTi3MlMz5AjDgDuyZP3UNfSGZBTIq+T6p5U3VG6vcYt8q7Vlb
m4gIIFKNTpTUjesiTXamEfqjNZxrJQTrdvaqoDvLBgOtocVrOyYWFm8c9jcBTBW7bi5Bp/mlPnva
nHlhnXvFyM+ELEJr7FxYUT/aAjugUkZAVm3O8ArbiU8dZfw94LzUlu4lrP9GHT+lOt3K4eBmdbhp
S2mth9MajBCWJBBhi6E/68bwhuB4h2cNUNjgZQ3AhdtB33me02VTq2ifRItnqeEXE8yfjn+FuFhN
9dZWepRb8LlD8iJkWhvxaUQW1cTfWpCNeg5/hnUy5PnWUIK7XJ1O1AQ/OuQBt1O2kFESA6x2dD41
tZnZwPo8zW4uLRuHmWLa9IZ64tp/12l+KUfTmwdcQ3OfHvrbcZJAzyp8TXA3dNJnLAhXjRnCoC6v
MmP2WkXfxXO+7UVDfS57v5aKq7QIH8SdKhvB1wgL91VLRcy0u68W6WsgG24yzd7nV9H7ohLBiXAC
IDRCaxli2Nun7FAmK/LApninzAZVcjlbzc7yYzT0baJqu4n/lRxlhwbE06KpB92YNhbtc6xFTlUr
35eNxaM4eAaKQAmuqYijXsWCqpGNmYY9jIck903c2bd6sTz16bzBeN7DgsJXte68GOvHGDuK2uKw
QE7n8+n4cG28eoSj2ZiGXMpbqsieoWEyVIdoT5TInQII+HycjxaHBYcMrCTwCtbI0SIcsjqW1E4T
vZXsWyXrBwQM0OAwtt3ivOyRYgh8y5oplSdurUUP2GLqjoRxF9dk0JxJ8rBuHGdfNjE20mzbqD9R
qv4obOb+ppdCV8Ph/xzNxf9i78x24zi6Lf0qfdl9kUbOw80BumYWi5JIitRwk5AtKed5zjfq5+gX
6y+o31ZVMl0J+ccB+qAbsAHDArUZkTsi9rD2WqY3AGkuRTslQ31maNH55eIBBh9G3cqM252gfmkk
50nyKEElPG/X92gm/6PIibY2rwdjaFMeeCm0NL/oZQd04+e+8re2q/4REAfF6VL6N5P30AUE6YD0
BmHZtLAq5bqFelfhbNTwJmm0rRmqm5AqY64Oey3XuZF/zKr/7fAbYDR8eRIBihFp+pbk/dC6TTY3
NiHfrANMQkG1jXg4GoPmUcmMCIFuqaDgYxVA/vlDkXUK7ptGs5Ez7qKD8IiBpEwvKKRr3XbQW8iQ
1YOBKgvK5yd4kY/VWN5UtfeRwhecJ/K+Sdpt0bXb0Ew2PT+T9O3WIgoqPe8O5M0pCaRnimePPXLJ
YVG9VYZw3drOKYh4/HzjWJcgTTwDEuLgiPjRVi/D+yTsVhaFzsIMqXqmn+EZeZbjAk2sdit+vu5b
5BD9bZ1rB3DyRzszVlTrEIjhjev9jyIaa7AHncatUfjbPK5v2tS7Q8F6rTT1W31wty1R4AAHqAJJ
j02aLU5J4/DnVflW5sZ0Yh19UXPddci/RN5HT0d7kzGXtA6PYO2+t3Z00MiV9aZ/KJzxXZP2cDCG
7c7MCRGD6kYhDhaRlsVjW7ctr1t8cH1p68vSgx15e0Px9rx2R33o/9DV+nb0+jfi/h6Qw3PVz0Hh
Pox5DFhBuq2ciDc6h6KFUMRt7ZMWejdxf2f66WcEutHqgxgic5/lihDctE+UIdZDC1yc7+CO9brK
8QInuPeIPguiXiuDdaJ2ToOlr+LSP3ZoRIk9bOvirZx4Dw4dAEV19uLngpHAkBdV7tHq65Gbcvi3
kx67Ivjes38Z0oCJ/b5sBzI9Yw0QY1fLUHnw4KsRrRg3uo/AP4I3exgtZ1vWxE9xvOnkYS8CGSRq
n22dYqiJel4l9XBDWE8u+Yjr1G+tdHjTBu2tHvHgh3xTfM1zWtjCk5NhQj6SvB2t8CEsCbqrz8wV
rAEhvxM1I9slrDK6vZJrxy5pb/IBIhVeoVqHhDeI7schQDqvu01JTjMjuk9JWEMHtiOpZNv4YR8a
9uOY+4+iFiJ8BGGgvcc11XZcT/igeGJh00OrCR4cVMp1OcFfu62j1zcmt2vt4p9QAqjluC99Yy2+
TSk1W8BoEMNJj1bGBiEtBL/fAWGRg1ISyXXvOdJP1y+714+fQA+INiXYeXp1rzqDihw2rJ3OoCc9
inxARRNuJKoUbpCG+iGIvEeL4Z9AH/aVSxioOQtp6asLl1+BoiWoaANmS6ZaLt/fTC7kUtZ6+hxQ
Z7ZpDZ+Hzhg2IolJvb6+XDLd6QUoijEMC6gyWHqBwrg0BqUdWqVw0W90IzxKMNDRyavLFZiRB0se
N9pIGF/p0T2cyNuCezgslOfC7z8Xhf+QDwXMzZp6dHPp1PrdjkSGkZjudxMNILv3gKRlpJzcDQqo
PqjbiNQlUzqFUXBsx7hZ1bYIc8TmkqTRUdo3gXFQBpICmsS22u07s1mLYtdoEoVBmbc3c1jhOpTW
UGc4uG5zy9zMMbO0O4gLj4ZG/cgKHsg/HiqODujvNw6YtBIAOTyv3Wq0C4L/Qb/LYg+pQmbPoYwd
AQ56H4QY38o0xzepMsDRKDLQmDtKU2uo2VJuwRGlnNK8Q0fzY6oF91KUvavLJF3ZvbstDZKKnPuy
SSzuWHyVjghiRQ+l4j7K8HKlnbTlHn5ZfT2QUafSIzrvSCUk/kOjekwDy/FB1+vfpdL/NvQmjHe2
djDT/J1tNjctx1eiFAEp10MURrSPWvcxQ2VL0fgCXiGdULz7UGtkhGSOaZvmEJO1W26CoxcIGdLw
6Nrpu9ogqWMw7+iTrKkpOXCGxnXBXHzleQ9FLcNltdMi3rraPsG58Rhhk5LZveLWO3mMT4WsHZlV
vbPJp5GL24pzUTGepKX6oaeVi5sdB5J9zeSIkmc0Rrurc/+Yh90uKr0Hcc3ChvmkdNDb1c26LWkx
6bm0efnLnfBAfyhaxfCNWUz/GEV8qFUexVHwXfIHDTPakH08qrkhnmAIJzXnq2XC6dHYxo3i04Gu
/UI70Pq3V1BZ0qr5DktAvqqYilnpLty/UgQLZf8GEcqNURvwF6Rfosh+DMrmjRYLpEh0sOrsJBLv
kEt5JJHK5fp3v4xtOC6lchVJ43Ck0X4PI9+zofoPlWo/FFzOW6dJuLDAsXqV+yRSbD9E3AN557VU
Mk/Ejab2dM7NCBIw5F9jXsqM4ZAOiF1Obp1JW0a2bmTyZPg/P5uwq4h4O1YckL7cmXA5ureZoh0p
+R9jy3xfVUQnxdi/QfjUWGWWRcO+0GLe9vCTk7aQnobJpqFFcite+jL1FmLnmZuDOQdiZjqtRE/T
Wn1NeSsZKtna2E5HdMRm8vAyYnBbwfIQUZ24flW9Nie4ion5GbAAvz9FkMiB6fcavIygG5pbEZ/4
ZM1IUX4Rnp733YK5mYcAiQNwaWLSEXzaC9riLAsawLoBNuusTcalH5Ngl4HFpMQoQx5WrwMl+iwP
/mNnR6fAT+AraNa98y+dlf+EfiB0S/wzpUk6Z0n6j79tLIpf5/82MiVRGf/7JiHEel+C8tsFmF/8
xJ+tQfs3aMYZnIQVmv+gb/sTpkj/T7T4YA/XVNxJjOH/2RpUf9MAL1Ix/Wug/q/WoPobmoAMdTO8
z4QPP/wrrcFXRErMEWhiMgcIPAndK9fKBjVkPjVRNjmzQR8Q/83WfQ3cBUGcEvBR1NsFjLvj2inj
4plZS/mx1HX3pgpM+xaZyHwFG9pHt9Ph4CwiG0Fj4FtQFMiKv2p8sBnbLlaSVWdo/q5qpQ6+k7HZ
jqlcEzpH5lPTeDkqmrCwfori1L4DnWR+kwIvjFdIDxU3fa+GgBMim9duMM3dYLfDamgSf8fGQAPT
ZZ37yaqU8fHsG840Gqfpn9gWqkGM8yIEpoMGvQxFytgbET1VlU2F+Cq1TS3bxGmbb41KKza9l2Y3
FTRo20Qykv2L5f+Ec/ZfmMRJjLT8/ZF6FPRk26aqv9RBU12eLH7wz5OlQv0PMRLwEpDqzEDwDf8E
AGu/yZAZQRsLWuIFHPzzZFm/0WoXt6mpQNbEkTxvuqMkAHkZSHROLACUXzlZ6uvQWSBOadMywmMD
FuLgn5euSJ+HKEwRqcsL11oPFty2/Rev9+pD6kCSWhlgPEnWy+ADABIRw5iPquFtVB1kbEgvgZRI
/whlabhzRwvCUEYCyrh6p3Tyqm4yaWNb2SPK5fJeC7v7rBvXdRgO6193xv8XkOlQcVx1yBfCvNUX
EKf/+3/F35Lh3CdffvanT1I9Fjx3FCuZzRGjfX/6pAqjHtc/19KLt4oj8Odtj4iFoHIQFPNiPEtg
RH4CQV48UVAqcBuBnP0Vn3zdZKR/ycQhgCx+CcCvkwyrKpvAkhrmUAfZ1zdtOCDfVksB//WE0u9e
9tR9UVvfHKjAzCCJV9SjGPiH7tFq0Hur1eC9e7JL29npgwOLLqLGqaPdpEOorMKmfq6hP1hHSXbn
kHxZEkygQS2l67Z1m004Ao8sFandW71VrNKwL7eD1ie38hgdgYt//f+eWw4P37yJugowMNRLli7T
uy/47rf03G3/9YN/Oi43JkxzhgWFA/n3RZii/aYIlDTMX4QoLy74l+Pav9EvgWiFGXgmr/mxn47L
HzFPp6IdK6j1cOlf4MKbATkyj4NIMYQLnAKe5Mu7tM4yH1oGXQNwhzJaqZjtyjGKZyNgkDB/ruGH
XrlZ+r5Jhw7MvaevoziI1zlZEElO+IFnpmMkzV/qlMxULKiOQFYG8gv86auBuC6mGJ0arbbJIyTR
6qpND0Yp3zLi8TtgPWkL0eNnmLWUlR+P7/K8pJ1jNSs9zp6HUR5uLDqyMbP6ZW4/KUoprzqQE1Ra
7gAVx0AOkTuCtcRYpYn9bhzdamN16G8jbVCA2tfC3cZDqHnt2GIqCmrzNUTQexUOcNNGSAkS3gEq
FvmWhDPe/Prp+tsY/jyE/4//ukGKyCTxsythysur8EMI7b/99135hUHf/3FxxH78DX8eMeIV1FII
tVFJ+xFe/PU2cMQ4d1T6hNCJwAn+fBvIHxDzBK0vpPiAfhKJ/vk2cMQIWBjHgeMJwgTIi3/hjPHG
XHYfTCg6oP4CFsDcCC3oyyMW9VFV90RVm2FU1ENWJPra10aZekrQL3RxXne6sMVjxww6PVeLmaVL
W5oxOkofOtomrMbuYFXbpGSeWIVscq1l/drrrGGVtl64Lk1UuPKaOmAf72xIp1e0h/R9/T2QPfpi
0ehsbJ0JVDnwN3qZnqxINnZn33QmE3hR7bloy7DFVEAphKLsI2ilLn9Z1a6tquXjbarMevaiMWLC
yY5Ptu3fZeDa+xwWmIIDbIqTbBUHWR7SfdjDpJ9UtrwyJOjo8yZSVoVm/x4FxXuL7H2dQxKfWIW8
6o1G26h2WPBCSpuI2uGupwa/93zrSBWih2CSZoLRpfYmfKPWVbpOmdXx7LJYd/CZo4SQBTtFDY+2
HN6WzG5qQfDVt90HrQC94DIEYBfu0XAzY/vrd8D/C7GhqMb8/SXwP0lTBFPHl/ODL37kx6ln3uk3
MVPOEBhP6Hn6TxhG1CfONgg8kWJSWv9XPCjxM7Dygf0VHGOM0YhW8L8OvaRDpMzoHf+fBAWgGHfF
L5z6yzxXQLIskaUwPsAULjOR/BLnSYqXZFbt+J16QkUJrQRkglFC/5jlmzT64S5/298UGfPPY/Ta
0uQYIVeqRxbCI6fIVlaBvAXgCI/8CPDjTVncSvqvtYpf25vcZ72CskisYa+23sK7ddPGG7cPF24y
8ZdMF8X4DVMXNGhIRCfxdK7roSEhp3iir78J489q8kephHsfsYgzp5q5hcTuvDIksI/gfhXegclq
oIgP+qH11FOK+mKBEg3XD+LkP571v/1GM1aowQrlBBr8omR16Q1xC1I1SzL95PVt974eXGRxZNQM
orjSDtcXJBxrsiBMUV4BWEmLaQp3tBg3Sb241GEfgo3OsmJAi6joLAj3znwf5PjI5hUNWgdqpJcL
ajM1p8Ov6ScgIsFGa433jdf52zG3c9SnqqX5eZGovVoVhX4AtYwW6mR6E3u2JxWCpOMEhSTSHRLy
Xk9ZB7Zp1Qe9Bxs+U6PxKjBKZIvtrpWPUeSVX5oy6SOeF6cyIHEw3I5Bf7Sa1y39iS9N2OXeTjFq
ofbhh+H7rK9HsOdy+N0vyi7YBMy+ffICS23etUPnHMI8ioxt1POHC044gX+8nCmBPhfTvxbp6lSt
r6k6WffGRj9pKIpva6V4o0eBt/ElAeIbrXXvSm8TvfkMLG08xpUEh3Fpawvw8AkLxctvQWbNfUql
BgKdl49wVg03c7cw65ZNhjlJoZEhr3SnvgvtAeL1IdwxmLM1iBlSR74BnrJ05Oc2Ac5wjgj09ybM
rOKiOzOvZ5bs1tponHQGbdeal8MhrzxUZTVu9Zo2fxDCEmLLBZ3z8CaSSu2tYfXmghTGzG+B/B+x
JC+BwCVP6fhqWDhIzhvjhMZD8dFsUvdAgPgJEfLowDQQEJBYju6aYWz2UlHnW8UNFIibY+nmF88x
bxpPmBg9JD+ExuFyN3LNqbTOzqRbMxrM/eBY/eMIGdvCxfT6m2OGCJeriVY0s0+TYhptmEqr1Ea6
Lb2N5Y7H3sq/OvS/YBlnUjT0GdlSIMgoyuDOe/z1FVLj4ZHkGiGCn3zvPlOirvRG6dZWjqVCsdpc
QP68uqTE2n4a0CePyDB6pRzB/HirqvfJcGzLdePcyMbCVSiunosLF9ZuUdM26DYI3phJzJ3FltI4
lePc1q2mrJXAeNSlcocqTki10Y0OHoDW7fWdm1nYhcmJb8DDUiZVZDm31tu4+KSoT3b0VGlP1428
unIn65p4Rhf5Hr1807n15M9dytTeTRffXzcxsw6CN1SNGNhg86a4BFkz4VuFbPQkSeM69Oy1w9RB
79234NWvW3r1KlKtPrc0+UhdRcFYHX3/xIjFDtFlQAj9h+smZvxARKIoIRH3AcUXiz27vgp0zPqk
CP1Tlzf+vh2LGzBN1Tb1zNvIzYe7yofN/7rJuVXx2IPpEBV5wK+XJtt4aOoirzHplfti6D6VpvXu
3zMxcbW29IYiKzBRDiXTDlYJt6qxFFK+CmH5OqihiNkkAdCzJ0aQ8WnK3G38EwfV9dqjLTFJF6/A
OuwgOrKLx9rWFi6+OdcDCkh6QDfjdae5gdYXBW5Meuod1VnhdVJ3HwAJ+Qf799PO1MUVOB3B7XX+
yYzKvd4pLSl3spT3v0o2xP4RVzLyiE4yyOJLP6AYVgZGixHlrZmCS181Q/yWIvQecXGpWArGZr/W
mbWJoydRZI1BNvinhM6J2iRHCmxfEyQQMwoPLhXrskI/qrMWLr2Xl3dy0V6schIDKoPZSpGL3dJ/
kIt6XzkN2HtwJytfVT+2Bbh6z2CsGWBT06yT6NaPv3n+IancdSB97sq7JPija3V4XOo7r0OXPQOi
CbeKE+0rzdj3Wb1JbSBBqPyVwz+46c6/kPiCZ5dDjfqqjfqhf8o7OqzEFGzhpodBxEi+XHe4uWvo
3NLkVe1QcWwMQN0nv7kv5fxNMfpfvfKDF/jqCoalH32sv01sJrw1xIzC9eDCBF0Lfx7t+MuFtU4j
ddao+SeGy4FeHarsu1N9VsZyNQ7NJ62133skpH3xUQo3oJbd+D7M05Vfgo0c4SZJmb66N2mvQcC8
sq2dZyxxJ8w8Yxe/4GTn3bDxZRor3PwZ5NkyAeabppd9FCGGpWd57joWA6QMg1BboOR3uReB3JtK
3ig+0s1xuWmYGl41ur7E/z53c51bmew4shI+3AQ9xyD4UjWQ3kifGZA9JmryD64uJphxJgNCXPoU
l8sJ48qISI79E7Nrfp5tWnWJ1nvu2/y0QM3k0kIgh2NXtiylluJV5CCNU97/kzjGelFe0AD5yqo2
+SpNVsMZFYz+yVXuvUE7AL2E2iRfSLtnl0KXB4I36KWhwLpcShbkqZaDcD0J15fa53z83OULucms
DXjCqYnA0P7SYT+/RFQzk80gNH3Gpu7cUVtH1T40ioWH8XUCxImmVP6Xlcl+adrICgs/OPVqKtOo
1NVNZXr+zehSHkVr+s7U8o950IEnND4ZVZ1sPa3sF36LuVvs/JeYOHkPh7YLUaF/GnsAf0WsM6jS
B9oqGIDB2cD2UWxeKtLM2mRQAGYNSg20cy8/oRsMMjKofMKbZGjhF0GWEHYnXX07PFy/omdP8Jmh
Sbhj9GZTtpa4ktpmJWlfDOpCPFIjPbZ/z9AkhA9F1tL2tn/KnMcaWd8eHJGhHe083143NOuZ9BCh
eRNN+OksL28bJAUUUk6p9OSF1rYcnqRgKQCY3TYIaWjZQM3pTGdUEKfSulIKg1Oofrcg44nCN44d
b3RYTa+vZsKe+ONRg9MMeLyoAlBLvvSEvkklq6yC4NRq5gp8+MZO9kV3l/4e+ZQ/0kO/lsMVLRI5
3SFxvZIWPtvMbqKdRveGrhbIyykXXNTFYWD1YqHOU609+eRfS1fJXN5/YWPiGmop12lvYMPUpT1R
sHU0h2Cb72oGW4ai2kvxV+gtFtxEZ98mERxceqjgKJRYqDpMrhZoZjsCVS9gEr+7D2HFh4bdX3i1
ZjdP9PtUpGoZO5xcxC6AConhy+DkNgbtmydU1relWyy4yOxKzqxM7orGlMK6p4N38iH7aoBdwFH1
D0yILj+Tk/zL23XphFnR+gxk1cFptO+atNx5rblgYeZAkahSXacRB1IRLpSLoNRp/dir0yo4lfJz
oN51ffbgq3eaHC8UFuc+CVeDYAln7osTfGkn0NzKjwsDfza/6cmD1D3V6MddP7MzSQnNlp82Jkc2
q+h+wBIcnHR/bI5epBUgr/Wc6e78mOTWhxCF13vZLu67MFpKv5bWN9nHepQLqWmxDR2z0z6Hxqfa
+X59eZPR0Zcr6WJ9E28Y7UDpob0MTsw+KebeOJjDamxXLlOTGriqYoWqmd4AcsjXFvii69bnHOV8
c8UGnGcvqtY1fqcFp6hhlCNlYupDkMgrJ/rjH9gRmF5YkFnyi2jwmR09b+xI9g2CqI9m/4UROr14
L8sP/8CIoHAEMgbGxprsZNbrZqiLR1GzDnq0D9aKdRsvucTsjp0ZmeyYmSoSTX6LB3EAOG9UwYNZ
qrBylpG2Dnp9Sapj3pxD7MLbC7x5Yg6MipQUKher5ceryss3Zn2MC6Zf1CVXmAmS6BA4zNICyxFM
Speu0Ot60ZQW70YJEJmIWg27tRk0G70vV8niWOzcNXtubXJzKIPrFk2ItbHcWB/EaEYZ3ysjw0or
v7ptQqTj+6cu4/q1toIrYED48bq3zN4rdNFkgcJCG3dyr6Q92vSKxR0JzWbGULRlrpuhs1el3Oob
BnbdVVzAclEOUbfP3LxacNbZq+XM/ORqcQpVqRWx3RJDW2AMV670tFiGnYxB/LhckDIT7WpIUl7Y
hM/P95j4tiQ3pbig65UkvS3QHQz6uzD5GAguy/ID0zzZDVHRhn7aQlIzU7tCcBiEm5C/U19zQssm
RTG/CU7PQ1atfGbC4tZHyfPW6rWdZv2DPO3CnDhJZ1dMBoNGEoPWPMl9vDKs+7j8NobP131m7qOd
L2mSvDAX21tqj428PWbZl6C5H4yFXZs7hucmJlUNW/L9omiFCRi+71IVSoODPXyrlAX3n40T0Qzk
66ByIGjML/fLdZWWOSr8v/LhdgmCVeY9eMikh430tfHzk5yO7jptb+ooWiDImjet4peqI6Kgqekc
ggIlE096knvajTlCaOt0cNwGSm7vLTmG7NQtyj31PeWkIbS3N5PEW9jn2XeXvIZOIGgwFK8mGx1K
MfpTisz61fvMHLJd1EB02mpfk6C8Q4rspEFtIsqGWi5vY2nfdjdBKi+0mGYd6uyXmFRi5LqE2Fvv
g1Oh3DlM08nV/WKzbPYcwquNPKTIfKaFatuo0JGvMwKoUkEl1XXMG8P00m0Tj8YN0j36qhyGW9nI
9YVHf9aVdaJCpFpRkZlCCcwOop42xnCdx/JRafV9qCjj2k7NdmN5hr1BWm64uX5C5z8rLGEkIdzq
CH9cunUDtVEYNwXXuiHdNcVT1B5UjZHIeqdIG4d6ZGM/u5G+DZSY+WV52366/gvMPWw6opiCrIzw
/kXr4Owa6qBzbcxWZCmhe2chf0F7auHozjrNmYmJ09hhYJplR4oiZ89jXiCKcKeZxer6Oma95qeR
admr9JGhtnyMSEn+keg0jB57gLhJFdy3wR9xvOArc3EOzinYXgwhfjSJPkbX1cvByVlTchyHAT7p
I9VmP1l4dWddEuZ3BDXAF9HTu/SOVmGG2DVxyd4eVsC40Cz+HBvpRgmWz93sksRUA9BNUTeceKIS
h+UQ99gKe3sdBOq6zr7DhQEwcekqm3UIOIQh8wViAs7kclVOF+d1XnGVZzFKZe5Xf9ipiH8Zt2hg
r28cO1/TbAtqaIHMNZzOyJO1u274et1hln4J8ednjp/WFo+JwsELwy9+ibxxcByD36/bmHVKqkSi
CAAA7wX0fmYjsXNfBsIRnKDUXxn2AQWZtV+88/ydlTPzs2BtfkU/rU2cxXMjdMhL8nSDSd0SbutK
gY75/vqSZu+LsyVNQ4pUj2H95dvVarE23c9e/o9O8pmFyUNnacCbsopNg+2kNh+8xN36/riLGRx3
nsvRW7idJpMH/4o5z+xNrqemt8Kyd+HDb9HNVvu3kRCMr95mwY1oBTXBMe+zaGXIDyGTgAz9b/ys
Xnl4ZLQE+VnY2+mlEplKFwYJK/cFLaZ177rR6vrXm3UR5A6A2QCwoi516fTjKDm+FQ/ckkHzvWqs
8WY0jY9pr2ULMdPsZXJmaHK6iq4w+thkU/voi4JAYZwSUicJpM3VwpKWLE28HkpFHYwcltIRVho1
O9K6AeawSZfEo2e/ztmSJp7P8HeTa3XHhTF6gj3tWxSUS76/9H0mvj/Ag5aVDTZG6ynxNVhyflei
ZPvvOcHE4cEIw7GESvPJ5qNE7ncQB4tB3PxXEWpbOnEFQ5KXjiaHepXoPY6WKPG+S0foDL4Pcn+q
gwVHm9+xn4Ymn1/zUh9CO3bMKszbRPtmD/YW+bIFJ5t9hxEqh4cdfaxXrFh53VnMURN8955hgeLS
rBXIb/TDFGNbxoFya3vKEjPa/Mp+2pyc1Qze/5aZkIDmzBdZGbZ4XN7nC7ff7AsFyhGIsxgcnF4I
uez5ZPYjWUX2PYq1ldke9OBbKzOXsetT+ebXPQ8C+xfou8lM+sQr4GdqQqd3qPX7qbwvMkmHOyns
9hU0RAumXpow0xI/DUQmgCnfMYQ/qdhUTYR6FphIIEnjoYKK3ubRiuJt5Wf7LN879U4kkWj+biP4
kazx3rCax7qB9kSu15EkR6sRUpfr6587FchZawDNmNAEFH15KlS7HZ0MSspTEPQbQjkl/Z7W0qpv
ttftzF1VMJIDK6J5Cp5xcii6cMjr3o7h7IUFxftOE+z63z/nNed//+QqDH2XypOUhKcsBdljrjQl
gs7xQz7AEcADic7edXuzGTjYbuCZiAEIKuPLjUNoWS/GWizI6YodPAT6boygrQn7zDp4uRoxU+d4
68KMnFXu9cnHwQGje/2XmDuPAt8GNIyyozlVMtMg4sgMk0Ur3rPqyWtaYZL5fN3G3IeD+xixYSZJ
uGbEn58FjFE6NvWoZuEJ1Zynimx/BTws/weXGVcyQ2iCzQFs8aWRIiiGIRvS8FRUKaJBst+uZdBA
mzbP/6jylsfaMft/cM/QkjWhB6aiDq3FpU3qwuUgZ0N4GuQ7r3pqjXgdZZ8UN1knyd3gZAtLFE/Y
9PBbArnNVBdDXdOpjSB26FH4kFbbofWcayu1+RSqhz6F8sd9p+TvyD8XvGPWIuyVsGwAISVVu1xg
pslBLMVmeGqrLTEPTPLkLUO9znSPkqkFbVL/sTDs3XV/UV6fRFRBmHxg4oBeJk2tS7OVkSe533s0
Kv6wdnq8KZJbJV43v7vfqND0ytrpT8Ww12HlkI9tdBxN5DSAt3iL5fjXnssvQk6HCggYLLDUl79I
B5gwzr3CPznDqZE3SrrgQDOlYQy8UIOzWAFxvjQw+HIBsTY4yagj5aiDzXiQSvcdihwgqZ+6/tuQ
5uuOmTlNct8MjbngUbMbTWdSyNAwxTkdSShyC32dsfJPvDUrLypXHR35VinX9bbWP9FXXLD3OuJg
BIw4gvtbzFAak+XCI5WWKSwop8KqYOz7XOX9uu3+iM2dn4QLz9KcLcFigcYe9ORgDS63Ns6lxM88
YCAa/Cdq8ji+l6wRKPQKlvzr/vr6DtVpu4IMBZYGAGoKgXIa3/KRiib/0L9HIUFUfFSiYMFVXh9F
HfgpsCRVVblqpvdbosB3MCaUguqA9kjyVPSQ/H8ZzC9S+k394HQLGfGMZ2COAXiBtRZ95cvdK+Eq
NqqBnkXWQWkjSRvN/aC7OzW6sTOHgOrr9S2cOwgX9tRLexKIlCCtSPMVM97lrrJuc+Mm9q29rbTP
Grhhr/8+1p+lmzioV0sVjZl6pdjcn6ud+GXp231nD5RNJF86WHYPbbe7c638CEdoiJyn0xjbKrcP
blfvVDnb5JCwkQMsnI6ZgIBfQzSImFVCkuXVcJnsQoopKium09+otbrW5c9D+DzEwb6Kq7WmfRoa
b9VqS2/njANz/B3Q2tRLiSsngYibyIrnZDHXHGz2NnyXtHDocy+58ExRAhg9YEcxkEB9cerDlGsD
mF1Bu4/DV3nvy5vcH9YRkvW+rsBhuHoybsz9iGCatMqqBQ7gmeuAAXGK7yi70Yl7eXPOghBxQRSo
U1C1sv5Q4ImKw/dlCWPIuzD8Y8GXxc1y+U7zDc9MiaN8Zsq2Gt2WOkwV3Zdw+JYZb4IkW5neA5SX
ugmN4C7LPizYFOfjis1plUUfLSWnmcJ5japV9QYxuiC7Dd19/3tdPvhw2vOP7lBB2y8YnlssLSSq
LhQ9SbInT6Tnlmx3z9Hx45PefpOLL9G3CulHD7ECu36v294OIurtdasisJquFvEwgi4xIUkycLnD
bqaUzdCTH0PGIgq7kH4zkDuu1XThGpzBqoGDPLM0iV3tqBpVT9TRkrFZM8UoVR/SUt2ScmkOM7Pr
TIrXg3zr5/47VU32vvPgDv0vA3z4HQROiUkUzunLtXHmT33ljqEsVttKkoIocwdzowVAxNTCbOGV
mT2i5CSQBgCvwIsnOzu41egnyhAwSputda0+xPlbD8ZL61DoerRCckHRma613A1ilPCEtCs1jk5+
OG5L1X26/pVnnjzW/fN3mey9qbah1mT05VJKhnnqrFznS2SVKxPR6bFJVqGPFvXSWzB3F54bFX9+
ttkOY1kinecOVqInJ0e0LLV2dvftHywNLVpBm04CON3mKjcNhkgcjuuoHEp7rzXOBhHRja2X30J7
M+raOmzkw3WjM9EsqRHtHSa/CDWnHd8MuQNT9hVqLzFjEm2uQ+Wgac3CKzZ3Ns+tTB4TNYMJt4Di
4aRK8b721UNT3GsdhYclHMCsIYWLW4gmOzSTLr9U0htt4zYS7kEhbQucD00+w/qucwChCvXshShv
dveoOqCNzAwQ9Z5Lc/Vo2F2R6UxRDSBkxnuUDjbXv8/sgsTkIeGxwcTHxPWipgJJKXGHJwUyqsad
ImfIlxwXq4tzcYYqumF/GprsXDNI6dgLQ4pvnKwEVmKkwsO+vaFLsFGq1lwFY7+TnfAPyg6f/r1F
Ttyj1wyvrMU7bI6HcITu+F2ehSvFGxbccPZzIblESYo+MAxRl5/LzpkVdKFvPBFPrRnW0ZJxe30l
MyEy0xtMIorkSchvXFrQ4rKLGRVh8kFNNzRJXSJlU/kY18Eup91s/ZrYh2jpMJgvJBZA1UHLMU3G
tbiI+N9MDoT1djCBxEIks7BpwsOm7+q5iYljDHC+hIxxBqehfgjbflPBWqUOS6Pos35+tpDJp9GM
VFZhtmeu8nvGEizrnnGOMf9y/fOIv+XaWiaBSU6wC+MAa+lVKIfjYlv0t1H/pg+bdR4uuMLSiiau
kDgpDWFg5acmr+7scDhm/re++KCG5cP1Rc0agkdFsJsj4PqSRp29Tk0ktQps94SW8rDRi2dlgMRe
htmzXAgEZj3hzNAkDgDGVRqeSDcrJSc2V0QG6Bif3RQtqetLmv1OzKcCg4KL7FX3rkxyxUkjvhO8
AOsBIR66hO/rkLaanvnfr9uaPbJntsSqz7ZPATjajyG4EEuvxreoo8n7ZLDf1pbyrYT1HCWt4XdT
HrP9dbOzXw3WG5hZCVgZOZiYrdRE91FpPVlynW0tj1mRLHUfU/jiV4Uf9gunePbqcyhHwLMrMD+T
VVZQtOmFgbnYotZqZBGPPTOGCz4/5yFUrtGYgwdA5T8uFzWWbm7lefwD6scZrrX75Vt8ycjkYAWR
nbS2QNlEyrE20NJFqCtb4geZ2y8xOEGljxIOgdHlSty8AJvvUOuoLK14VNqigP0qzBYS0JnejQ6o
96eZyWcJvUavh7Tn1XWc7JBCNA7WLv4cl2Gyi2MHHd4a/nckH5pt7zTm1lUjedO6kr9J0aXftiPk
eF1sagfFDxyC3xEpD9NcHF0Rccz03jz/NSfO2nuq+QMEVKrrzOxADdTb3oOoAkUfWz827q3mRGuy
vXqxxjX/tYWUgg7fHI51+SEUpN0dJ6CjVW0ZtLaHXfp0/SDO3TVU6v4yMFmbZkBkE4xUmQh4boEY
2ttST7eW0SaUd3wECoKFkz8baon41Fa4tEWl93JJ3UDLzhuIho08d7Z5I2WbpJPRcEi7aBupZbQq
GiScU5ukDsXE/FNpZEtV5tlt5SYg4kMKg1vh8nf4P6Sd2Y7cxtKtn4gA5+GWZFXP1WoNLVs3hCZz
nmc+/f9R+2y7KpunCGv7wrAhQFGZjIyMjFixVpaMZh8FKreT8oXZSSdp3Cj9dn1ntyLrShGrQlEM
IZ8hnKEihAlEDVKagJYvq/e11voSL38ESsuvYbvTHv9VfXzjo2fWhF1VnNKUC43YE6vyEYZieZ7J
lOcXmkCHoauOUvMl12aSsh7Nvvbu+lI3w4UBlwvVWLgNIDK/uEQcJa6iQicmFcNNY3vT74RvvtXf
f7+wuGCANx9BIBKXIPcVFe3HeC85XsPmm/07MyF4hDQt0myN3BB6jaqEGh9V5aGd+9sEDU/t1YCu
cC953Tx5ZxbXPz+7eTtjTCRtYVGJ/j2bJNt1IiSGUuij5uhnohyvf6JNjz+zJtxNuSyp9rjgjQng
5QVBwfXS6MPmNwoz3OkwHENyyatQ/FKKPcjJr+mF9GudfEPA53cmQrg1KAojoMCEBHwalxvHxZD2
zUzIWiKfFtxH+BTr9uO0xzqxeaR4KQEIX8vAJA6XdnpgFFkkU+jK0FeCuNZL8o+LCWC3M90M2SZb
G6FTiChRxP3NnNt7xeGtT0Yhj+4tBOh0N4VPppi1Hpcjr3lD/SsD6UQTpcf0db/YiFL87XyqVRmX
VqqwSE3LY7koMdJARatprVv1N1kCjyW85GVUumOxEys2DtrK544eugNvO7WXy10FNgKBukJXGgic
lwTJs45mZaJCIzg7r4YR3/fyfWfttW3X4yscb5CuTOWvzKhQ1QkRqpHMpu7NOnlsHGp3pil9bOP0
qZPqwC9kK/v3TwWCFZB2AKHwloisqKWeTpk+pb9wGRktykp5Gu2dOuxG+LiwoQr7mBQMAQRJ8tjR
oJz14D6FajWansb+tYlt/ze8ZO1TwJZGM0TsUgYjOZwWDskjgkVrHz/v3NrQo6MayNkR0dGvUh2W
vO/Nn9ftbhwB8LT/2BU+W6fb2WJLVfIodZ4ePsn213aPUGTLBMtCunulUHrzEil5Y8lONiaPzoho
RYA0V/EyTDtQ6PV3iu4HQSgDBzRVmJgT1tGaQy87IUYsFZTOz9LamyDf8m+GCxh4RU8b3nrhGE9K
azAgaSWPa5YIRUN8NEFgFsH7699jy+nOzQi3ZKsVAQ830A9xBn1NdlTtO/U2bnJfT/64bmkrLp1b
Em5Hym611swsyJqP0tAUbibLf0xGTbNPQWr4kGn/fqRRh73tny0UAhNyo2Mly3ryqDlfDevJjA9D
HbkM2vxvC1vj49m171hz15ItJo+hcqePMCdJ5eNa7Elf07pxs6rZibeb/v3PssRWSTJoRmcFGv69
0KW1gtZrV47HPv/r+rq2rkv2j0Yig0uU40Qg3pIaTlpIAciYAoSWlf+pauqdPDanpOy+18NxkH82
P42IkuBSynvELpvuArIBDCp0aIAOLne1CYYmQDMMpBoaXFZbFb6pFIzhoz5TWQyrLXA4fb++4D2T
Qj0Ioq0AVRxMjorynPXkIgikKQlMHm17hzrwIQrL34j5K37jv6sUwgh8nUU1IJ32mJqIakdmeGxy
rXTLUZHcJspu83FId0xuug/Z3PpQh8tG7CtWC4SxzQoiVrNDT5s9oTzZmjuNhE0jzGCvw1HM+Ioq
XJPUVgyq0IbR+69gNqP+027bcvNr8exc558gTDKF051V6KYNMi++eFS9dGa4TP4WIIwuAWtUb9Vg
JwPYPg1n9oRjnkplVBQ19qo4eQlrVAKre3t5UuLjoLYHOVDdXLtLUQfee19v7uU/hsWxOkeqZYgc
NArWyl2hM6No2gea/++uO/+2FaCF65XJeRO20+7yoI0nE+wN9XCrvG+yBuqpm+tGtm5NqBrldVKJ
q1McnIe+z4q7HCOJoTymTfYw6MHX6ya21rEC6ii2QnsCg/Zl3DDVaKTqgokUjPxcfNURPN4DDm3a
gECJmQJ+8ZtmdQGve2/EMRlvdy8x6ZfPjZtQfb++kq0MALzx31aUy5XY4QBXjRkS55uXQluQpIdZ
Lr83JGPnQvk1KigmM+eWhFhrTlkA23jHRRmFaFVnRu5OAMluuz6aDk1cNX6oddaLLMGoWOu5+S5R
s5d2HP9E8yJypRDBzVIJY7fS7dKP5rhGhLBf3ClCszZr7M+2GTJmXzJZ32qhc1cnMfN9MWry1tT1
jx3Qfag7eQgNYbvHsrL9qVZNasisgeMJT8ug0qCiof78uCC7aWXdgcw9tvYuq1/ooTc7yHgt71dG
nMH+XX4rLVh4j4XAnI3sCNz53tFmDwXedQ7EPKDj9knNPqj6inoG5dW8RGbyqiS1N5jvtOJbn0To
iiNbhgypfJfbq7bvUVY/hZLqGcWhy04SPGcuTn287mFb5VqkY4ELAVgEDCG+AvJklZGIyMbN6iEZ
85d4AN27lHdGlPjyvDyiB/3U5WDEizpy3CGCRrnsb+q2RUcy9lVLu59jFQ3RWd6Jtpuf7eyHCac4
1cykag0g22Y/eVNSuehY68Ht9eXvGVn//DxxW2UuMg3MdpshvvlaTz8Le6d6shnwmEwGrb3SFYkD
k3U91/hLQ244vU8QwpblnXC3GSTODAhriNq6naUYA2PmQ32Ke6nqhzR8vb5TW68EJIb/Xsb6K852
qkyGsmgTHtuTfVcM9+N0D6dDdkq6HYfcutPP7QhvhEaxHZyJQKQaJ0vyJ9DXEII2kkPf4AceeH1V
W4Vr8MAQAwA74gCIX6dfbGQParyMVEhTF2+0mJ9F3a2U3retnzTKA4/8Qdp7MKzB4E2wODMrfLMy
kJRyGSmYoE5tQ2Opk9C61YI8eGS5reZ45qS4vVLvYes3v+KZXeErxmNsZ2jJEOaDZxnkEwtTGIgz
EBAno76+t5u2mLBeh3hW+kfh8ppbJk1mgy85WPdZlwZuqjCVnw23bRBT8N2j/1237M2WnpkTbrDE
MuJBb3BQJ/xKXwmigU9l/nJ9SZsZIIMQUBuC7UTrQQjyTpPrRjkxm6AGk+kpCBYvtqcsXwMmrnNY
XMLupsqlV0hziyb5dN349n7+bVu8x4qlzodpxPaYvQvm9rbTWw8kkFvZPx3ktK4b297Nf4wJHy8a
pKasLGY+0NCNeJZk5U0PbPalSJf8N3C5aHTApbROPNFpFR5duhKVTTlSiHqojNpT0e225Wmnl7K5
eWc2hNtk6WEXzEeFQC8jJt7Z3px/NZvER8DRpd33G5t3Zmzd3LNYyXGYS4i0k8fcqj4rUnwIDOsH
SnH+dTPbwYvpZzhVYBmQRd01s6/DLmoYSau0xp2N7LkKjIcqvx/K8k5Kl1NV3FeOl3/bMbt++zcn
DSkspDPJTYEzXC5v6uXCyhfM1mielYnl5dUnOLa64eOEWqyGdLtGC/BmQXD8uuXNq5QuAQVm3pWM
k10alkhg0Ckkk1OV3PKseJruxkBub/43K8LyAoU550ZdrcBX60lWNftBSvi6bmXzgIEEWWlS0S4Q
O4mgPvtsarh4LDhrV0lwyKaXnV78Gs3ffKgzG4If6jXTDfnEI0VLInWtzRvekslccnPkTcwk/Y9L
Ei6XjjqbabYsSQvu7fGr4qfp3sjr9oog0qLTTHV31VY8P1lpPxmRNmNCRs5E+8uAqKz7mBT/T+X3
/0tIveVoayEePB09bcsWHG02dSseR+6SrFuAKtzNkX7495//3ILgZGqYaKmqtrwWLPSYQTwEz3W9
m91sr2NVSAMjA/eycF1J8SRl0sh137T3TCJPoW8nqU9r19d5jc3elD0p+a0kN8cifJ8XpyJodnxi
K+4y4kZzCBpSiHLWX3gWCud0GVB54YPpODgM9vCP9fqhNw2/iE1/MdJPv7GvZ/ZEl8+czuly7Em5
fcfsuqf11ZNUzjvvhq1RGkb3NJ0pZTiH6HldrqsOUbDMJx4O/VD5jfXkjLNb1fcU1WACHCBSjGw3
5/2mFb40QU/+ERm531npP79A8NE4kauhmPkFdvHaN8ZxyR3PTvY4eTc96Gydgp+WaZxOVocV0zhC
HGfLO/fy+j3EEHW+j8Ldr1VLA8xg3cfmxPQ/d+QoFTs+uL0GMGnQZhgUOQQfHNRBMtKOJ64daN+i
0LS9qFKW3/oc/xgRHC+BlaEI1sFcCkJxrd7bxvcuKHbcbnu3/jEiRNjUaAttXNYcN65ug9D2q0m5
3UWcb1r5hRKDnhE+hPWJdnZm7aFOSlsm9yvNGtaPHgq9doDccpGk/HjdiTfDA0P1q3AH8HVbOEaV
UlZzmGAqUsyD9Qea3O5U3hpjeNB/a+8AXOHMqzyfSOmbRaVBWWtZe9QyIo1fVth5m+8UvbfupxXV
9V8jwqHU9M7g8iLzc9TYdJVlRG1unK2jpucF3GDaHiJ3c//QBIXYVwX6JDKAxZbdIAcm49qmhMhz
1iUeEzTRUVLSBvFnnZZJPOY7b4OtwWWNSem/rQrXih7l1dKhcPu4tM292i6eqcg3swK1VVkclsG5
s+bBV7/qg4NYpvOD6ZCTZYSPZvJuSZN7TXpZ0Uoro8x1Z9r0W2Zg6TeAP1XE+jVQgFpdHJu0m+pb
at00eujZdEz/NyvC4o2sbWejdrjRZN56dEqdT+a8VyXf9CNwBr+0KRmDFYyMYSHnZLrpY6naPuyP
gQz1mjN7y7DjsNt79l9DiJZdnvWgZEholqTkV608HfR72epcRAZ/Jzr+vR5gKZdmeETKSTuwnsqZ
fDV0bk099bNdiuGt4tEKz/jPttkiDZreJtIKfIEdIVCPNGTfMTbvJLHXd0/rwCAzH79xfUErCd8D
bAWMsgrXVx6kiSylnPdIPk3vlZw1/Ya7nVsQLq9qHKN6kQlb0fghWn7Ow1Mf79Wut5yA6ZFVMI9x
HNq9l19HLavUhuyaZLRIbqNSv2XOOjGiHR/Y+jhgM5k/JnFfyR0urUiS1YZ9mqSPMRrY8FAfUhAA
dDMUNOilenGTZOfjbAVHY1WxXGdxLeTTLw1qTPtqS9ClzP/0sVv0c/AjXDV57XqwvcpBWkANlN+J
yOC6UDxZx3HgKr80GkyZYw9jnj7q+h9VceQyvZFejciLm+rmeiDa3M8zS4JnoDncTEXYpI/BMB7X
GdQoODb2AH0FMc+px/BW1va8cdsmzy8m0RjQF0lwhnpUS20Z08e+BjNNY7a8qTotu1ucFE2qdJIP
PN4PcZqYO1X0zVoHtDV/WxYi4lwGU1VAL/o4NzMjvkoIonh+6nsFaUEPdFjkqig5Nck3kN07993W
8SA5WWuYEEMx9Hz5SYuM0Vi1NFJUDtLPUzHPd/qc/hHPZrgTjDcXydydA9EKksRgIS8tzXVkl1lM
pqqN1aEMSLkjb0jLo/Gt1cyHoXrNR8dv7R/XHWnrnJxZFSkk1Dmwh1wndS2Vp6h7KCoJpPGHKbwH
qLmzlVv32rkp4R7IRxUyzLWLkAMZaYG01c1TG4c0BT9dX9MvsVPxYXFuSb3cSok1yemKzmpKt4iz
Qx0DMJrynwDc0oAKlTUcUzlz9Zk+ZDD+0eeIgt+X49elHE7j3lFdj+KbHwOOBtoD+FWAPVz+mN4K
cysqKd2aTeWjbzXl1fH6erd8FKWRvy0IGxvTGoNMBgtwjvp9ah3Y2N2HwbZ/MgdIm5Bc880QkxxY
5JTxRA4dGTcZE+mlzDAROWcQ+OMyuKU2qW7X9w9StjeyvemkZ6aFQ2g3SlwGCy+FJjsqxO9wcp28
gTy+80Zzl5pn/SBvP9g/CxXuKtvKDVJ58urI+QR+1TPD+Ni1KdqFqnzT6jfjBKGlIz93ibRz32+6
CsOWdE41ZNHeAISDxFJDY4V2hV/t4K8w3DkYmyfw7O8XQkwVo0qTNiDi0L+pmubZKm6MqDzADr2z
kG1Dq5QlaE8678JFmMypM2UzFXddLQ9TtiBYp9wsxVECj3/d9zddgwwMxqiVLU7Eexh6Qma5ou+6
XPbWRi7q24e4tQ+1ZvjN3gjI5kk7syY4YqS1KQ1KNlByngIb5Adc+uaX6yt6w8dAH8SCaAtePy54
8CVCRlYMst2M0VKe1M6Gv7pfJ6Lugji+TdWnPFy8oUOxzaZDaELQIj3r/fTQ5tpDDzXt9V8iXvhr
Q4aJR/4BUUPNX4hcaRt1kW7WqwLgrVpRAAqg4HNS+75qppUpon+v0t+4bvNNl201SssQphbG3Vfd
uMtwmSydsrRqX5+a0r4dQoDIL3X+2QqeHcVrdWb9ku42nj+EarpzPYnf9pdhm+kelKOBRIvPaXsu
Y1VTivqk6MVfnRUeEmOEiCHJdnZ1yw6jUgCU/tPKWD36rMIypkE6QOZRndIU5Sc9A69mvgaZYe7Y
EU/Guh4CtW6DUAIIK+Lyk0xOplor6xN0yYcc6VUbCl5jjGEb+6gZ765/NjFy/TIGUtREIg8uMXH+
Koz7QIolVMc7kEQvZPXFTWh3jn/dytaSgFs5lB/gk6DJdrl1ZQdTv+XEzanSIA9Q0StQbuokfBra
T6M87/jDxjnEA1d1I2aQkfASJdVZsuSMTlKgEXbXt67kuPb93Bdu2j0bN/nBrL4Ey2MRo1pifUmY
F/y3a2XkVOYQKLwtuQ3WHT9zE1keyxn2k+qUrRXl8IushZ4238EE7zuxthOv336+S2NCXOvTkupb
lVanojPcuDHccXfm8q3bUzNHXGZteTE/Jw4+Sg3IP2uw09PsOcfyXnnQ7+qfxi1tbC/1QrccXCW6
r62dha0ecX6X81TB6lqmh+uFsUj1chdT2xy1RsWqImeHCXGLNOOx2QZrd/bl+gfbXuA/poQ7r5dM
amaWkZ4qv01i37bep9neGO+eDcEppCaRGtpT2akYC7N1hyrOnpgTsH0T4YHX6+t5e9gut07widzO
xrySnfSUhzUI77s6wwHtB1krPfTE/jdbwsFu4CEuqGemJxmJjKMxvXbfwtL2snxPAfANCZvoEEL0
NabFrJIcS2ZyWy7eRBPRgTzfnbXoQxQ1fiV9oIE0Zs9jGPxSrj/+xkq5VW3YjmggiXNLTodIte6w
q8rISCyyukk7HuU5Aj4S+F356bq1NaET3Z+HmrrWvNfSi5BKQJW/mJOcZqesfkLys69uKL11xq2U
PgXtiy7/uG5uc3fP7QkJppWp5Zwb2EtdyZUPhf/8/nvlLof8uDfwu5EnUE76Z2liE05dII5t0izj
xkHK8yGP/po6YCozpELHsKlcre1cB7mnahr+fWReK1no2a4fkPeQEFOa2dYWLc9OzST5sRvqJxuR
h6b4DgnBzn5unfdzU8K5iNLa0psSU9PyeUm8RQnA9w3HoHyIcd90vtEsP1xGV1IrqCRqLw6OZju5
LY/b679EXd+QbzzpbNHCuYkCfekNsyTy3NWn8TD4tBw6fzz074vn6Fn9M3wa33WHJXOhY0gr1ysm
j/7R9R+x6c1nv0HwZltP61BDBPukh39wfyx/WMFJmrz+Y/5dLnZgPHu2BE8OMrKz0a6ykxXeFFGF
5rqrS0doE/IfpnU0BnlnbW9qFmtg0qgxoRUKtRQAjEuvIn+jIGn12WmRjssRNshJ+pbDv54vt8ry
Xup/aPfD8hSbr3mf+0tzmPujuTvkID591x+BXigj9Bp01+Q8lz+ilZt4Tkx2OAeLpd1MD/kfOYMN
gVv/WCY33OsMvKkp/LK3zm8yeABxgCbcmY0kpbnVZfmJMSlNQavBmUK3SJS488JkUHp/NK26c62h
L//KkxBIP1NjWQHHn1W/XneuretOJ6tcBT9U5Q3VVptMUyfXOLiht0c5v1U503P2kJfP066239ax
PrclHKZaTszQ4vidjOoFUuVMeic5O+/it283vuRap4WO0lnlEC+/JAjqqu9bIrGTjn6Se3UZ+pFt
u3PrN9OfdrKHwNyyZxATaUSiNIobX9ozAQAtxVBnp2B5Cq2THP80zbtweJjNL6Nze/1TbV4zjBtD
kP5L5VF8mMZRbJezLGGsfYW6iWbioEAXMkyuViiuLLlFaNJWMA7q8n3eE/vYWilwGopgdBdomQg+
W2pNEUdDmp8kNODzPHpaSSCs0B371JPsw7yHwtiytz4WmTMlbYCI5nJnm1DT4kmZ8lMTy0x/PCiN
5AXB+1D3Kch5FNz2tCy2Qp9FEYpzsBYsRbpLnbGqus/1nEu8MhO3C15+zhH//Rq2HxkE2Ql8W8tj
xI/WLcUiyFkFR0XrabHl0MmJewH8zIw5hAxNFp4RU+koPpRRsPNU/VVBEK4yAIQa8tmEOvQKhQqD
lYWK0rRScVqW+MUMuMNK7TTXnzRIAbSPA/2vzA6eRkBShnaQ58JTH8PhXZjLT9UyeC2iw0v8XWKu
/fOOW29sPBoV8F4xIc0bWsSjO2GFQnqQlSe7SO7iwXhouvqb5lQ/jOLWRhtoxOGMQDvqLRoMDIc0
PEQjN4xIXxW9PAaN6cnN8k5Kbrq9CuybUREcnjkRjWY+vw6ieyET0RAC08xJKk+W+XMK5udFBTsr
oXEORk56X4Asa17MJfX7IUIZ6lZHJ1xiqFwaUH0HPQIlwPXNWu2JH5GmDIAKRnsIcsLvSfJGD6Qx
zE+BHXiG3leebhVP8ZiofhV+uG5r42rQz20J4boZCtkMFn3NBXypB6BseDUb32Z+jpjndVt761qP
y9mzPw/jzG5ti6tBiw5axfDQB0nujsXeDNvW1Yv70xi1yTu4gIUEJ6FmBM01YawZ1Zsi1StXhsE3
dlJ/TmWvh5cpyrTjEkS+lacfry9y4/7DNpisVe/dgo/5cpHA6uYkH+L8FPaNV8bWXTo3n5xkj+rv
DVBvdVpI7eEBQFJAJb5c2lHSgb5z0OYnLU6emnY6yPH42IcfeutbFsJGarqLqftjEN+G7fhV1z9l
zt4A2hq+RD9d4aoWo4KmQ83q8icgdastS1AQ3kw981S7rH2o+H9e38+tC1EHreXQOURgEy74Sytd
NqWR0bDQuPjLzsK7PMoPxmT+gIvr3nAK4NKWZ4TFozEaT7bst2hgXv8FW27LhcilCDp31YC8/AEq
bOF6ndX5qYTpCTXCu2zgZWSuUsLzTvzech58Fgk6BD1J1IQLQy00PtbY5aeolRGH6R3pkLWOelCC
eU+7dNPUr1uCFgblI+HqbTXEeuOoX00VEIRpZIRt+xhTNNg59duG1i/IzCowRWFNvGTrLrZGvp+m
u2H3KR4tv9uTQ90ygnYNXUhGY8GdC/eeJoHdKh0SCUkd7cNgqT/GpoRiuTPnHW9Yf67o9A5FU8rc
4PvQyb70hiAvK7kKyCAgcqZY9FLGe7IkG1elsZ5qTeVoAbgTHN4YBtuZ6rI4NctQBvf51HWKF9CV
u6mkuQvuIknjrSwFyMn4EtIXN1xU8h5F98aGUommXQED4SoJLPyIWkvmJuqG4pSk78EHHcsextLo
9vrJ+jVWJGwmujJoaCgAdMCUCIE6h7TeBt1WwrDuf3YOg/tzcC3v3enT58Pspu5r7ybuHonQVu37
3KhYXYEUOteTHKNp2/hQ9dbR7YRaJgLLhya56xxvGhA5PQT6bZVCT3MvSXsUYRt5oQHTGq9QmNYY
Ghc2dygzWG+1tDiljWwerTgKDk2lT24+mgcK5tWxMRvruGjVXuF969YwdAWtEI2KLfRFwmHM46lU
I/514uaqvtZyN96ZaL4zvFkizdvZq0cpyU01x5Nr5LXpjY46erGS5C+FqUhephXt8boTbG0GwDao
/aHGBSoqZDuTlGhZZTnlqZZS+6EpIYNuyYvu1aqW78PaCQ/NyKgKDD7y++uWt3zcZFiBBqsFWbqI
f5Gjechzu6hOkrEcgwrhgsSba/nmupX1ehB9nDcVuE02nNejEJpkJ1ogsi3LUx8c6vqrOtx+Ho2/
dsuhW2YgMrF45HPmCU6XcUku86kt5YZtrFK+YoZupDHJd+OiPZfDYvgUIfYQoxuBih4SWc76vCFU
CKcXYfQpL9KyOnWjdq8UzwpJVpdZT6Wm+EZ2O9zIzh7kfevwntsUgdVFpXVVN9C37cYPdvgUy18G
+32fMVtOVS7TnvUEzhj13RLrfl58bEJwXHt19o0bYG2dISvAa4bn3epWZ2msowTMEC5Dxbtq8aTp
S7vHnLKV8pgUqGRyWAb730yYypk8pkU90pxObwHyyY4/VjwaD8PwOmaQBvdumH3M0sP4fN1VNzId
JuXJBahaEftFotthNgG8aLwe+wzej1zvvmppr3mpFctuXtmVf93clv/AUYwoDmcPqKmwkQBMyz5H
9ovEql9q14zlCtHyMnpRAPoNwK3r1FTvmiGpGbGV5J1cayPukLSS16GhLpNvCd5bUti2kliiCem0
rtFGXvqUpNmx0W7XSQ1C8c7mbriNtUoZkdxxpTLKc+k2WjCnSL809CH7z0rfucmehPHGgqiuIpXM
eJfNJJeQmSSZmavDwnFMNL25Decqcktjmt+1WpaenFIN/VxSwxu7Dq2dFtdGIAXACJ0Hvaz1X8J9
NmrT2NrNUp0cBX6Nwekeh36GHv43WrnEGkSNYMdDOEQTMnE4DntlnFPa/kyUM/DihtrhuktuHT1g
EgaQM4Io3WnhNhqKNC8BXNansJDubYLMsHQQRPk2E2ThUL6PrBZZQWvwx9p2gy47dnmzM9245SgI
4OnKukSuaOEnMKQXOn0MWAM+VtpoH9v+5/VF7hkQtnFo7YWRtqw+tcXDJH+eyr0Z0K0GFsMKK8SH
fSTJER6nRiVFGhjy+lRkx5Vm9c4JfN0v21v1aECKWrv2Xv9k4/qzSKVIp5gcQ2VFsFhEcB3Ec1if
8mA4wYT5ZOUPgX4oNX8qj/9++xiPW0lXcBReHZcHOV8q2a7Ktj6VVqMcSvi6Pabmdno0W+shNwEs
a8HqCUfppRFTTtWyrfT6pFeN1y+qL8N/YbaJqwXjCy/inUfa+tcJSQpPeEZLYOW1icRCcGrGBPzq
UDanNqP5FU73FgRJGhHajXYWthUr2DseTmuZ+U0bhqKyzKsmbU5pYtcH3amfx7SHTzvecfKtDeT+
lFfUDm8ocZh7yeZ+anu9IbnLjqMUnZTqBtJc2vzVe3mvmblxohhF5QmzSu6gFSCcKLNqIqDhWXsy
g/J1cSYPevCdpseWCbKsFe+/PpYM4bpK83Ee6RGCHWNmzS2sIDkwab3X6tjwA4a2ieL/IZgUUUhO
QPzLFIBVamM/DFbiSst0Z5q5P+xRf21Y+sUXyyOEs8Rz59LBJfqtmVaV3SkHCajHP7ryFYFmt5b+
dTQFi8b9juLGypwpQsVUKa8KfajKkwmP0fOECsyXsKa8eT0mvE1lsEJ7EzwORbk3nP1yrCYj9Pnl
qYiGR30sCl8dAsXXws65C5IuhGbaho9uaqWD3c3O4br1t3tJqCUnBSdKwHjDHzA1XcU8lVKe2rEq
qN0mxoseWJkflBM1ssnam3jZiO9rbKe8CtKDiqaYKE5qpziRXlUnbQwrhQHKToGAIrHdTJGsx6kt
kucFjiPXbvIg8Mw2MP8wh0oZ3GI09pCcbw86H5eIzy/CkfgMl44Um/kYmQGvuFiZXw3TfNTkP1Gk
7OHbgpJtJ3ptPKCxhko9Ont0MUiTL62tWOmxUUnNUwJ07rdtVf9JhDFGVx8y9WUqS2rbEjIbjl9I
sf6HTftLfRztUY28MQWzP2iDVHvltFh7dCNbXrCy2wFrJYRTfr78aa0z5FZcy9UJFcA5fOmSlyb2
mnEn19vabua2wIIB4uY1K2x30oRGMuQBuV7bmrdzWAY3RhArhyxNDF8K4g9SUqs7NjdXRj2UI+yw
8eKjb5jlItET0omuiY4y07rww+T3Vp1UqCu3X68fprdp9Fp8pWNP/kWirglfWMk7KPxVjLXlzFy4
4TnQ4C2zN6Ni1qfOgYr3zuW7FTxI16Hf4eVF4BU+HMMFIzkAQbdNP6jyl0o5RNa9FrodxGA/EnMv
xr+9gVngmTnhC45968h9gLkx6d5ZjXQ7mX+CKord6/u45ShoK+lrZ3dlcVkvtLNnsp6EVW0VvHf4
45sxC4/tND9NA+8DNTsxhf075rjveV4R59/U1HoEsfpqxvvtVLmJI7Dki9P/XDT7mzx/j+Bvub66
zRC46qStFRd6H6IEHNICcoMoTnVqHtP0r95XmVHz0+9t79qKp3z6dN3c1jejqbu2WWjqArC+3Mw0
7aV2aPUKrCfs/i3oeD10HZhBr5vZOmiMrMvMxzOQRvPx0kwUBrVj9TNPj0z3ilau/NkI/5wW/YOk
78mKb6CCoImHPc5cS0iE7vUgnjmI0lpBJKUqxqjDqlZxG43lcVK9RXZjzVsMnnjVUZ1fLeeDnOru
aJC8jc+y9TTvkQVuueqq//sL9AAIW1h20U0l8lx2fUJ/QjVPbfzQNh+t8NaQj9f3d/P6OLckZD2p
kQUoZ1k1lV/XtLz+ULrZd4Mhzsi9Q+Mg6N249Ze9OdiNhihbjfgAtU7eZZCUXm513C1pRfpQnxYZ
di+KvrGU3yGAdicHhps5Cr3Q6VNSZZ+Waq8q8UaSEj9SwJrzjqGBR/VDCDcwixVmliz1aQDgx+Oi
iP2mfuqaP3NkCcrkKVPeG+pXuVpAYzykZeL3ufRu7vfeHRvfmMQIT4PZlOq6eG+pcVbTI2Ln89n0
lWPuqcx5Kpq/kwhuHFSCOEgCkztyxWBc7rRVWksWBVJ96lXrhNSXG6sPWZR/vO5HG+f0wooQDmDh
WtQ4D6GrzrJ70/RQPHSpvRy6YsdhN5dDGYINo6VNwnO5nDEsY8bE6uZkD/1BthF1qNS7Tpt+XF/P
phlo7U0IlRmuFZ8dUo8SfbCwnkzSHL+hOOqlddbdRNQWdkLcxmW7vgP+NrX6yVnUkeTKGMKUOYto
wAHSJyMJvSiRPsSdVLrQH7hpXXgM5e7c8dsrpDtpoVuxEp1cmo0HK2g0I2lODklqdht/D/beoJs+
Ad6QDgoMZgAfLi0YQUnaXUfrgzdxmbA4wGN6ryfOIS13kuAtS/RxV3oA0iTq05eW+hqmiDlpmlMI
siLOTF9L79GGOdbdz+tusRW3FGb6EN/gUcUdK2RGTquo0hRCy66USg937NwclWpevhWG2t00q/Jk
pegPA6y3xwXZoi4ulZ3zvBU2VvjmL4AD8KB1L87cJTGXvlFGfoGVZr6Zp245fQylYyzpx7r/jcN2
bktwTVPKgz7vBg7bzWD+tJ+t4dv1/dz6cCs51zpPSCVavN4lmA+DIF2aU5F+CrMbvfwCNjNQPl23
sgafy1oSnbz1ktEZNANPJSwjzIxqbDWlOS3dDQTpyJ5f//s3EnQFCC9iM+hHo08hXCim00pml5Kk
aFKUP0es889cKu/lhP+r7Ri5hS6T3bqs93gJt84wxRESdbqnIACEqBsOrTSZI4NgWX+onD+N6MVu
311f21Z0OjchHK1myPoiMmTyg4yuR2GBOacbW8zvdac7yPK7TD6o9c11m1suvpbieMvBuUgIvnTx
vqXizp/VJ07QYAz+oH+BsW0Zek9vwp1qzOaJhnyOJJbnDnAQ4TzJQxgz5Ww2p6ZSv8L9rBwHyw69
RkcHhIkm5ahoaeeVeVigXgrgDa1jZ+eBt7XelZNpbZPwhBXn+Zx8CKckpDLYtfdV7DzygPmAou2N
EirP3R6/w5bPWOTtJvju/yPtvHbjRrqufUUEmMMp2UlqtWzZltMJMePAnDOv/nuo+fGOukQ04fkB
Az4w4N1VrNq1w9prYdIUQsuYZkndR1H7GCrpntcmYxrG3yIoXLvXr40Irj9ocoCzatg+tlHuQs00
O++lAdrd/+D3EZei9cnVBqEimIF6wAn9riRgd0b5Alcl7PDWfRM7+i4stHjD864tCloK0DygYBYm
retj6bc5Ux8jZXaOQeXWcd+6rVIPu9SoTr7ZthvmVj4UXc+lL/eCdxGr+giB0ctO/eaxblvOnmlX
Hq2gBARdKG2YWssCaNI7zEAvhD4kW9dLUzQ/ccK6ax+tsCwZvPidw7bjRoGu7aZxdh5bJpsO9izp
J/iFIClTs/zdEFr5IcxCGxxs2W982ZXF02hAWxC8D1stSldXkT011hg3vHLAzgIbstNuZ2rH245m
7fLToGH6e6mskImIz7k6Vl1Yh92jeXSqe9/eR9W5tRoaa3dFURxUK+Lm3902unKMsAnVFHk6mZfI
W9NYVsygcNo9Ru5s02N+TIu/Nr7nyu5RV0T7gbASG2KMkPvZiJuBg2kJKTvjQ6lobtxt8cavLeS1
FeE+NGlQafVcw+IxQ3H5uWt3hfJ+oFN+e7/WFkP8uEBLycr5StdnUx1jP23zaHg0i59DeB8qntb+
uG1iZSWUjWnTLaeNTEnwibXiFzK9heExmy9x9FwCq/YTde/k3f62oTfqD+SelMNB31CaXxIyIepu
JnkcQgnxgS4Gfj+F5UNdfaEwPoU7bciYjmTohjK15pyKTPlQW2fd+dYHXqd+yLu/YT+YzXdFjsgv
H7TWqVO8T/N3Zv9sRqYXDaDE2uRkxtXT7V+9tj3A/mgjOQ7QTBEUB5ut5cy+MjxaUQzX3a5iWqcx
niMz2ji364Y4tAiJLZVcIZCaprRMTasbHpsyO/rqua+0D0FUvJ+CNNkwtZwaISYElkD91kD80lJE
7zrO8jgmiTY8TscgvhtM40gVNYZqqd6c934bHkLHyj1E2FGnoSmGM+g8jKMcw0GAjpkb8F6053gX
hT8q5Xcp/b79qfQ3y4JAAn6x5VMtRIXCZdF6C+hlpJKHI7o54sPHLfKBt9cRnkPwVTalTcqo4mGo
58oMmmypRqe1uqOI5g56lDITMWz0F99GnhiCvMyx6BxwM4WlxM1sEvzF1EdSs3XlsAF+bB/lyGQW
M1volR+Hd32SbsSDKxtIVWihE6OVsvTOrr2NP1ppM08krYpeXdLa/I6Y+IYTWKnUAucgfWTGiF0E
UXFtY5Qb20wiQs5unOddOiuWV1jZO7MN051TwSzZ61G9S2o6VWpoN7txzjwIULYGAteW+gKoZQyG
J1CkPuzKtLQLmVJKkSj7RMr3ur+R3q18QrrdlLeoqS4SQcJm0jjx+7ChxFWWJSI0kKR1SU+hq/Yv
pa60u8DWf/sqmE55axLg7fUmlKcxtiyM4obIVCP1hkGdz6ofoyA9GbyCZngJFvBaEjxo+sfbl+6t
2wJ7B2cLOki0OymoXH9PVQcRzahs/zgBbrwrtVzfqTaqLmHbTneWVsh/7LuwB/vHgnEkdBG54dQu
LJSshz5rKtoTmLEvpa92rtTAjqFP/b2e6IfbC3zrwa4NCq9WnUxZUKpV/5g71kllZiusdhboqpkT
mvjqkWmy422Lwpby2IOBI6EloYbC4k2WouiBNox2U1yqWLFcYID5nTGktqcr8XxO4X7duJOCV3ux
RyWY+RjUvHmbl7vyqqoSKoNt+HJRXiwm/HSapxEF/sr6fntVIpjrxQyktcxuLiVfsH7XZiy9sVMa
h5iJmU2xuDn3it9BrR6XpTdbg/ajndLkQz8EkI9Mk3X2FR0az3wYEP/xsw0PK1yS5dcAFgJVCY0u
UY9YGnZK+pUR3OgXSZ+agzJHz7kVfzINyFfQedXvJL8e/nyfeW5BBdARY5/FikWeNRBDalpz0TjB
DB9L4X07hANhzhxuHCERy/+yPF5AqsQGs45kN9ebrRcZlOSz2l6kUEmsw2Q4PtjbjgFWJ4kkgvzI
TCqAlnX9JSyS3t5LSpl3UKtJwQ/fSIyvXdNLT0k31TCMd3Ptu6Y955oLJUhR7+s6ZVQ5yHM5dJkw
LjfqLmIz6uXXm1wAJE8hWaTicf3rmQDkears5lIraTm4SRBXp8CaM0hqrUVFsB8k+hNBfmg6uCET
aZT/AvLYqm7YVdJBquL8kMtSdx9HTvNZ98t515d+vfE5xQTq5VcufRTQ6vQx3lSgkmQOpzC3mosF
rwfEF3H91EgB4DB4yLzATquD1HSpZ5ihQ5vHlNzAhpzs9q16uTWvYjl+xJIkU894maIltbreqmLy
SyugGHaZ/cRWdpnqG8FOHedlQNi3RvKsImo+c7/97hACNuwONdjQ1s2nMfh76H0NgNnQVkRmSl+9
s7PJ8GrDiO8hZckD+iX2VJKDjnnu2mFo5n9H09i3Xp7mPnlCH2ifDLS2oeBAmWzep2PnN/CFjfKn
28t866IUcEOI/MC7uyBChWJHHc2TmQwTBLuqUuzzulEYSyZ16A1ns8y9BNrijvKuEB/jgel+CDva
VUuSKsvYknpr5wepqnltg3Sa5PjQJAe+/zxaBRBKKZxOtdZxEdT5W6oxpXJ70Ysh8YfgLSBwMZba
nAiwDQoU8SSD81VYo7OHUOuTb6bJKR8iSj2xG5lx82eP68thoiDNrCuEULzlgtewGt2oE31uL+aM
wCWCs8WunXX07Doz2HPOhiNQuPbu9jKFQOkfo+AcSQ5MmCDEOkTUBzbDU0p7yfuofqJtGEFrlBc7
C+rVPdFgc+yUUD+GE3oi/mz+oar4P+aB9nOPl/lUERkhQ6GUdR2f2yzN2tONbPiW+5Xiho7+M8ma
7M7UpcZL+lr1qM1uoU3EhuxinnYKsRov4oJGF9I+Q6bdbftSfzHlJvqYmk1JcovIbWWP5jGq8miv
jdG0H7ui8wKi90PTVpJHmPNBA/jjtZVa7Yp8CL5YfbvVnRNCn5ffRqYOChXInkp99tq3yN3IaJYy
lJcgoPJgt0xx9LrlkZ0obkXh7smmkfa+TB3Nu30kVq47vccll4OEhUBAuIL0ksqe1mB96eM8Gd06
aBj2dCSzk4++zsXfOIFvAy7mgTSkTIm4aG6JAfNsdeEQM0cCfbdaPaU6M1+62SCsaJRMdySlEX25
vb4lohJuNmMWeMZFrYQmoRBTRkEcxnPk1BdJjeeDtBw8at9b3bLVZS3FI2ot1G3F4WeaNgMwtKC5
dKNvZl6r9FqdeJStSul95KczkZ7ko/SwkUWumKXlbmKTSQ7YZIRw0oxmMIDL4tTpO6rZOwnwdybB
4xO0GynWyvkkjELUmNKtupRMr8+nVSpOTTbZXKq23rWp4VlmuzcnQAvgtUqrODb5FhvAShRLUEKF
gSYMQ2oUT65tlkOdJ33X9Rc8k/MlMNIvo5kW+zLNjF1oJNPeGbXU6wlb3SSWCo96GI3RSDdKd+z9
LerFlYO0yI7jt/hrwQpd/5oxLkq/yeHrZ5xX/xCOwXxI+2arGr/ioSkNws2pwPGoM/99bQU2fbmK
IrW/JHr2rnP8Q2LJu0mCnWi+K2ooxSzt06CHGxH6yjmiasSkMghPdlt0zKMy57k11P2lDjpovwHk
KG32XW7CU6Wfbt/HlXCZ0YiFtwytYN5akQMxK8jCG9/oL7LSRh81X+rMEwLdvePFrR+/M+Mu/5D4
dum4oYaf3sllA260ravspxboyWGQCxS2eMbeBWU0vqf4/a1KGuVEjNvc1YmkvO+10NjwkmsbtOiZ
LKVUwgOx9RqAD+vGMhguLVMxg+H0oE76v7SxKr2yTo+3t2jlrlHpZCqBcQTayKKPLM1By+p8eafG
uvemerbcNE1/toH6PezbXVMCytTbrbhvzSoUUYyjUqA2yPivT17cmZ3VldFwqU3jY5M9zNWPPj0m
PnFIuzfkcGMqbOWg47OWktvLxJ+YFNpDXEpjWwyXpjdPY2BBLfo5h5e1TPaOlh/znz4CTLf3VWw/
LY/sIvO4vHc0YSn7XS/Rnpj4gSN8uFiohLplNtl3fWr2h4CX49jqcg8TdFScgmhKdplhfyXObPcK
tU43c8KjMdlbc+Arx2p5BHFzy5836HklsPwgzprhMlDHOcOP2h4nKtNH9FRVNJvnrQmeNXsQugLq
4P7xJi5n4FX5Ye5GRep45i+KPu8KUPIuN++vQCu+Eou2f35nQDcSzVCSW4BnwoHK0O0y57geL10Q
f6so4Tjz79KYngOz2oBJvxBRCY88tTcwqTShyPhFAsaYRyiWnai7TKY6fYJP87lr4m9IrJc7GYHB
c6Cmzi6sNesTcyqFlw5N/S6Q5mRvyVEUuk5kxJk7lfkvszOnipkFp/zYsLCDTwXXDWOE4OMiGY+w
p6iHgarDxo0X+zWcTN44mnTLZAFZiBg/NIWE8E+TDJdYt2IYB6QuvSN1sD8GgXZI+j4+BVlbP6WR
HZxCC4JmRQV1Ppg5mW6UWYcy1EboLk1t19I1OaKa6hw6x2hPBZJibpko7UGXTN+VU/tDmMXSLnQ6
8hwm2bwML7RLyvQ+6nvQp327xYOx8nWQ6KLXgprKMvokYnhH5rnQWW2HS5V05Q5gUfQx7pvgU0TP
bT8MfZ25IXoBjBZPXjtrwyG3pnGvTqh59t0w79H56Nyx6dt7KLRRIsRBeTUNrqNjBOYxnwzfzWUU
AQqtkvdxV+gbB/nty8/vX4i7F5INfNYSQr+6NbWsJp1vGMPFn0uf8VWphKXJ2iILfHs3sUIAyaOP
W3RenNcrKzYz5XKS4wv0Vmp3eaLMD4FaDIfUkvudNXZbIhhv/T3leAAuS42QcEacD1LMRmtQJBov
ZtarXmJbwwMEVrOrh1q/t5Ii3KGqWjwOqbFFw7hmGbYpqijAyMGXCZFU0sOR7Jd4oWYs/WOkBs/x
DGXr0BswQMvq9NC22rFsxq169tsnh4YLIhwWc2SWysD39Xc0s86U7KGeL317JALbwRA0Phlmg2DN
cSq9ZosFbUmdrr3SYg9+kpdCpGEv//7qi1o0ldCPi+bLUA5HNYpcTUFNNXiqFN2b8y16j9XV0QFB
xZgQhVfu2trULRtudPMFdgd0U5wKHIcjadx0w3GVyXqUAFDupmqpOpnmvHFHVk4vhXQGkZbsmjKi
sNaR2gxgRPZ2UA/TeIfGfF9//0OxkcVLYoQsi1FvCKZEGF9bammRTzBm1kr7vUGcKUq/D+avsLc2
IoWVL4chBwoyCPLBNQiBAoNrljLIzXxh3Ces38nxo9E9y8nkwRC2EZMsAb1wSGjSsRh2f8HnLv/+
6pCEoy+ZcupMl6Amd9HAG++jcBcnXkMRQvfaL22burUKMNLYbZhe7plomt4tkHBOzTIneG3a94u+
VYN5vtBp7T3KdO3g8QbZB06LcXbGsHIlI6I4Z4TZbrIgSAqrfkvrQexSvnxURiHBurIHxNZCmJDq
XT02Fr8iV3faF/8TlY+d6ao72/VAKN9e8tp3fW1LyJeDpgvtSscWkls7PXVnqjrKvZGGHm/Mxpdd
8XKkyZSJqG1yH0SKx1kZ1XEsdPlC3eWBBoA9ENcZ/K1B+td+Vct6I6J+W8mhroJvWyDeBNUiuIra
+1gk1aRcIiO9k8gaPmUFMlllLm2BNd9uI5Zs0jh6kQvkVTg4ZhmWTTP4yqWBylZ9squfvXkPpY7L
IPrGLq4tCmdNzZCojlaOELGqtVZbThqpl9weUDKq7dA1bEk7dGUrfbt9ON4+8xpjzC9PIW0GReTF
aCultgJj0i5xn5d7uj2dN8721oLeOkpwZtTWCfiWSy9OhYxWnmfyIKuXrtc/qmhvyLXjRsbs1emW
5uDyGa7vN6ZwKcxpkWUBB76+32QWpjlFlnqBRe29Ju8U+QHluUMwyUeIFo41VRum3f+sJPVC3Qg+
npxmGQuG9+fa6Kw6edOPFiox8cdW3mna9zi6j59vfyphZYIR4ohrIwAnzbCUEIZEU4daogaLlWru
4/GXEgwnSYvddNwaMn1DwLNwUpqAknhFqdIqYqE09vOQZpmPsO34aTDeS1q9c+raBXxw0ObYJYoe
3bC2yr1RaJYXtl6WV/vSzsHabjLeC4fon/XzAhKPEpC+QRX5UqwkbcNvibLIbefoUrxoNrWEcd3G
BRRuxRtTy0959T6VExS4TH8iLySHx0au3WYz+xHcyT8mIN/hxaU4zCN/bWJyynAwR7Qk6dcCRGHa
IHMrIpQ0Ygx/a/pu1RjiKXSioaZF/e3amGN3vdSWGKub8PNo3rd6fZCC7igld3bZbdUwBff1z9Kg
3mauligQSpBra3AN9i2Q1wT16iffSrw6v0/nrRL+6idykIVhuoFlOULkB0tYkxhWlDxkrfTdiK3p
vWxlW/WatSPHchRK2Qt8UeSHCcOoMhKI2R7kOXfj7II4Qev2QYgYW/dnD9nLpvGO4bMobJMLLZ/w
1ZFrAAGWcYwOog5qwcu/F19ue4+1I/D6/xfelMHISikequTBUnbyrB3zNNzZ6XRfIiA8pPHhtrW1
I0BnkdoEzHOsSvg6TpX2Rt7hq0Zm1bJidrXYgQR5iwdGbJH/v137145w1HJ5CqREQcYqTR+SonFD
ufWs5ksVRK7iZwfFrt2x/NUkW45x9WAQK8sLLcyC9r/+Wn2aZmUb4ovy/r4ZGmLEL2H2M523YPFr
p9z6147YDah7qWiNAEeUZ+/q6F0T7v/Dd6K4TwLOkP8bMmQ7oRjXRKiZVsqlTOq9k96HzhYCfvXo
vTIiHO0eAEikVlzVJN/5yc/QST8qiUkfX7ofWnmrLLZ69F5ZEw66nwHo6aD5fqinQw63V2g0ADw8
5VvZHM1CfZhm+10qfzQXDAVgq1b3mqa6Kxn1D9VdFHzP6qesu7Nsb5HpSj/IhdvJVuuOlfHh9t6v
veegZ5a+J6EXeM/rMxTlim82EB085Cm9x++qKe2N9qc0WK4k3VEaCpKn2wZXd+aVQWFn7IFCr9kl
eLMahRan3MVgXfJpY7pg9Wu/siJcDSu0QYXIWGm7X3mQ76XkJDufjHgH0mZ3e0GrtwMwPskGVT7Y
JK93UAunSBon3DNt4h9Ocuqb8cdtC+tb9q+F5Re88sqxPyqtXaHXOpT04Oos3ml+Sc8Ger7bhlYd
CkHrwne2cJssP+SVoTBr7KhRUfl14u8+Ws/JcD/4SNNt3I4XPPSr8Pgfh/nKzvI7XtmRi2gIDIln
BnXxsR+8vD+P0dkeqmNZ9/sp9fz071B97rrcm8azQ2/eioOntmxOAHpQtW82Nnj1tLz6PcIlqCtq
Uq3JBo87K4xPg2F9LICPVVV3DNpoKw9Z/ZwkqBRtgFQR1l6vHpCFb0p9wZVzUres7ut+djcFwpZr
9GaLQU1RYwC99Wb4N9dKZ5jHOXkwrOFrFepPWtQcClRTi11XmYfYQhPk9uERm8YvX5VxVcZeqI+D
1hJu9pwscyo9JgNb8wbp1Gf3fvVVsjrPqM5mUex0vfPshqjFM61vt42vnVzCsGXEB5jjm9ynGJwp
k9Ic24h/zP2dU7QIZXZeLnf/Icv619KbBGjByUi1zNdT5uo+zKWDXT8NjvGezMX9/1nTm84n4r4t
3SQsOcwTaM70Lg1AOmadJ0fJn86KLynW61UJZ9JJkiwKpRRBcTSHBul7bb8f87/+w3rA/4BloM1C
Ofn63CPTGRZZxi1rh6Ouh2cwGwkiS+m8BfB6gdeLhx8Wnf9ZElyygRBOIKs993kCUByNjltYe/gA
pRomwMb8GQzTJR3ro5Nl76dY9TIrf7LS4j14lb0yy6fmLyCNz0lMfzJQEFi3jsnwLRzm0yQ3jpvq
I4TY7eyiMUQKCIPo7X1av0j0IaiIUAKl2HO9UUAS06yL+Pn5MD/HhuZ20bGefih2CFjHa6Tk3Bn6
o5HZ5zBgbkLRNvzz6mVido1u7UIFK6ItAWGVg6pbXCYIFY9KbJt3PVDbz9rMxG4tlVuSLGsOcelG
UNKCTpEJpOv1UtMeY9AKHL60aXa63JmHNkftYigr9bSxt0Ll9R8nRQkNdSTqMjAjXNvqzUnTYglb
hf++l8rjbNmFV6TlRxQr7mV7eraDem/6/UHLtmp3a4EC0+P/My2cyjZsx3KqlOQhVZzCs4zegvZb
3dLHXt1MdFcZeFxwhmJAp85hTKyHwrpRVstN7trLtnb92gmhYgCWbJmuesMXOvsy8Qgd/Yc6b+9m
K78Lk/qUoJAEv4m1gZBZ27ZlSpa+Fd0Hpk2uv1iRaA2kThKJvJp8tBDKhqVyi8lpbdNe2xBOoNpK
uRkOy3qCxotGsCb5bjMmXd20JbQCXgQrjjjxaleZmhmpg1dqx0MafC8Rhw+j7hDHWy/H6pa9siQ4
kMnhUxi+jSXttw2oWe5/375Gq/v1yoAQMJWV7icwN3Fj5SPlODeJZG8zhNnaLyGe6EIr9pnf4r2Q
LvAJ39n1ZeoPqvynhDPL27dwFFG9Z1qX4Y3rA2YMiH2ir8A7Wz8hDujW0/Om3PvqF3llQ8hH/MBO
phTqqYdceu6byMMZbLwaq7tlmQZaFOAYoLe8XgV4uLS2syR9qJJiXzftsdWeqqTdB+ZWliCieRcf
Sq4DooAqKPMloniRbqpBlTsdLqaJBlcNCehQnht2itE7itupQXLuA1/2wrSWdrrfftUm/9KlcX02
+iTaFbKU7S1wmbUtmX9+MK9+mnAwLWkcYwSayS772hvG+zY13cHeSGHXN4A+r7JU/ZizFlySFPRZ
N3ZS/CArwS4o9FMcPDOsUQHILPzP9eSa471k9a4elF5kUl84x4PshuoWydbKNXxhuAIzBmsBocL1
N48spZetgioDlHqHVto7ieppW6KnW0aEF3PKmeFbVOEfUKugTTrtIxBcgDA2XuaV84uoMAJDzD/w
LOvCl0vDMSJGyHDzsbXrQNeE4w629r2Wbe3amiVHXeA+OjrG4Gqvd83PjKaG+IYzYln7Sgp3YVce
FOtsDFuR3PKbhTgU9DMUJwzJ2ixL8CyBYWkgSsinqYhHO7XV7628L+Aubb5RDCu8PiqD/R975iuT
ghtwShMySYVqxLQwFfnTh1SPd0H8h6jrFxewiOuAloWTUxPDqKRWgnxWJr7WAKlZ34fdqepPYfcO
ku8tENDaASSnxNGQMVOUWL7nq2qBPw3wx8f4Z316bk+p8Wmrp7XinMEAEoDSK4YaVRwIUXIocIw2
SB9SZn9ciJ4Mb3Tqrfx4ZRlXVoQDLqeIiyh5lBIzHUbmaRLcJmMRG+npqhW+CrNj0C3BGnu9WUZV
V4oyxykcS5QV5w9VfbHb6v3tQ7acW+FcL3CX/xkRlqKmISLZQcZbU1jDfh6Sj/JQgwyPWxsQeJHu
W6mzd/Ecb2SQ64tbIKTE7jAsCxF0HHbd3DtU2WVlBJ5cNfuiHYad1f15AsT6/rUjeIhUcpgc7NnE
vIxPTv45tAbXKUbP6jec3oqDwBBTC7i+ZRReuK1DDSQiYs7wAYrvk5+1OAn9UU3VUy8pijsl4d3t
D7e6gbDkL/18KiVio11zujq06jx9aDP1QGKM/t7vJrU2jsdafY8hNmD0C9iViF3we2kZzmrasKxh
ROIvUeCVTVOQbfKFOU136vzHwf57iK2vQQsMZL4PQQInceomn1DikZry2c63Vr7i9K9+krDThhMa
PvWT9GGs9z0pUZKflnes77ZQNauf9N+1i7T2StHb09Q36UPPBB2CTkozUO4qUHA+ZJDO3/6ea6UC
pMjBEwP1XeJx4bqHagNICU6Nh2KS2s9dlsZ31aCEXs+8E4qRWf5klzai0lrQ7+cYlR5bUf/SBz1+
qvrc+Xr716yeLpMZFeLphf5euDZmpqRFPHO6mCn5JMkVDxAjFHkS7G7bESdnl9eHZBAsx4v6AlCH
aydnM/I7OxJ77M8pEyhoVuN4jJzh+PKpVv2DHDeMUHXHXtc8X0ak/XdGEzj5mKRPY7hx2NcW/eq3
iIN92gxDBeTk6UPckNUBS0A/dF9kGyHn2ql6bUWI9OC1QQo+5zvLyRdII3Xd7RFLML5tdc3XsBav
t1YE+hVjFlKbr2hkuohJtvXxV9l4k+pqqTt9hD+883e//Q23vnY3Xy9OcOtMj2SNZuMu5FLbZ3QB
MhSVquyZBudGkrR6X4A7LKAA3C5sLdcnp41NJ0AAlNtZPVnNjp4pDmlmRj++U5tdKH2UrH2ieHH/
cePIrtSdSBj+NSxE0aU28J5GA/s6+gepvx+6PVo1xXhg8GBpCMqU+dB73rgpq4fzlVVhZ8uuToPQ
7nAPsYl4bOPCxbidD61agf0Ggm/QoXBWXG8qZDFT08+cGcYmdkFju87wLA1Pt3dw9QbQ6AYKBBgc
AM61kb6ppZopuPShU76HWn1kxo98hCk/d0ylrWOy/GIxwGHmiCGgRW6Rrt61MbhOmOXT8+zB1rt9
qyrQB40nxs5a86Mj3/lDvw+qvVF9j7eG0Na2EsFRcjlEZRbw4rXhiPg9sCJmgIC/DgGttwGBgy0j
a1u5WLAADSyAEsGIUSuZ2VhO9lBb5s9ukD81ZX8YM/VTCX5rjLZC0uW1v9pMHDXoLZQH6UfBfii8
UdNIpVmKg/FsQRMQ7SUIGEPi30Y5B5p+DJot8dQ1eyyNR4YBb0ptwjNkZ20aj8M4nNXOKX7kVlR7
uDz02untHfrc+GsZ7zgVDPh6t4+oCKgFFrZMcbHGBQ7K4I2wUrky/bGWh+Hcdmb8PjPC5MOYmF8i
fXZOeZK8k7XqZ9fK6oOWx/1DyKzeHRNX6sbpffN5+RX4Ng3kJteFnPr6DA15M3WtFI7nrNOox37P
84Vwuzo65Vmm0X97zW989zKXCscRqTREwCBur43VvZGUQWLxccdHrY/3iW5cAMScotzcyGzevvq8
+wpYBWBqJJ1v6nRpHoTJZGGq/arfDxfJs7zoOXhOLvr7+FG6r5+Lv5u/pw9/vD6MUrGlxkKF+M3z
jhhNVlv2eJ7A+01D4Tl2slcRKco2ORpXtpIkgJEt3iYuv5jnTjO8FUXWTucxYcixuk/bEK7hS558
vr2k5ZMI93FRGlv4oJiXAvZ3/cmsrDARjO6msxp/Caqv8Rb2Yu0aMK4M/BLXCSev6D0dWmuZltjT
GW6Hg2R9jpXcW4RF4yJ/sNN8F+ZE+aXlzerXwbSPf7461DWXAJQKD0n99eo0uZvTInLGM8m+6rUM
b3lZWm3Jqa58q5e5b1ofS01CDHXbUYnqpAWc0MjG3mxldE/kS9EwSMD46MZ9XvFnC8kj4wLQxGjU
d69XpKpzPlcIP58Ls+x3bW9WEL0M9S4v1OzvCKHEh4LPcSKIkve39/LNawSKnqI4icUiAAVG6Npy
OFvRNGXGeC5TZpOVdjmOlbmRbK8aWTh8IEvjdRcLf7ImFUqqhtNZTny3qQwPI6r61+2VrH4vOL3J
tnmMmPa6XsmktDK6ktF07tJfSdK6CsmJM3j2xoatuF6KYi8iLgsKQawkIXio110lT+fU/GFJB4Ou
GGz5uhN5dr8FI1kOsnCNuVpLmgVNOTCSZV9flcUMTWr9qI3mM42FY1YGn/o5u5+037GseqrqKUxi
muNGELb2rSBcAh2ECyZgFbZxHHKp4qfggs3Y9fWn3IbPDpjj7Y+1tou4W+YBaJKhRipcYQfMUYiM
/XQuAcgk0r5stF/pVD52pXUe0i2yvhV3uLQVlwlQm2qwyK9QyHpdJzWjqnnU1b/sLGUOH1ye/ecP
iQnXDBzieHe+2hJyvvpczZiaRawb0zkKG31XMpv3VGuGBsEh3r5QWnWDiWzNa8D0zFzuMgzAVMW1
Pa3VB8e3tPms5NlJLs9aKP3oa7e2kkNTzYfGiDain5XzSCywVOWQHGWVgptq4s6xEhSTzzNT66Ey
7/MECJX22WyOmbof9R3dqQ2TK7cak1B8MubMELJIttZ2cSNlMSbDKjy0TrZHNjuvfmnVxl6uHEim
ORQGxhkS5VETrto0WxSx4GU5+41Suv4U69/h6AoPpRnaRynV03fy7G9xpK98wKUNAmwZaA6laeGZ
nkwjanJLnc/RCOl7d/DTc6IYroN8SjGGbpafbt+6tc18bU84MCU5uG7kHBi0YTIkp/btMd56ytY2
8rUN9fpQQv9q136hz+feuLPSp6Ed9o56NNNL2W5ROay4KlAQS38HBDjDfYKryg3Dyospm87gqI5S
A6o46/f14D/+8a6RQuENF9gb1oRda8eqzSe9nM7TqDBF6NdP4zIJ3Z/bcqu3ufKBbBjkIZoFp0vA
LZzCLEnqKM9y3rDSS9rkWdIzGXI75vWMYCOqX9u816aEu1xYk6p1CqZS44MCPzcviz9vOMSVswBe
jzYcNJ4LQFGwAfGDLLfxOJ3NroBc9p3+o+vBQ1huuVUvXPHwuHYaBjgKRER04dRlrADSGlyvX2qu
BMJUnX/dPgVvRwBIGQnOUO/l0Vrwj9cHW2pDVRl1hcUE5VMRvfeDk91+KuW7ekBDuwrdyLpPtnhD
1r4SQ1H4Ps4dDld4JzmTM9qmKk+KIU2uFM0nTUsiNwi6p9vLWzXEhDxoNE7gm7sUa7EWwL3wchzg
Y9nFNZn8JhPc+iYiVf2SvGJHuLK2OdSTKfGdUFmBeed34v81HKJ3udfd9dLjtIWSWXGwy1TzSytp
eZUFc21AQc6C6uMMwmEXyIBVM1dKrGOs3tfTdB9q0v72Nq5cYAwubFHyInhuCwZhH2XYHg6Zsz4a
gHGL4jkKAUz4YCwO0Fj+uG1N5FxZQpmFUB2yLwJRvp5gzlGD0EKQdj5XlT7ca9aQuCNdQ89KhuFU
MjLlTjqKH1Ed2uckGrWTJkdwjVupWTNO6rTnJJu3mOBWriKtd4IgYM+o+YhTWaoyS5PatgRbXSgT
ozpQIVdl7d5e+sp5xQonCOKLpXEs3EbKx3kQVN18Hu7lp+nn1nzxSqSDijtFyIVAkXRi8WyvQrlW
tgNdLqAUU3zrWPvMFX2w0x+pldwNPjIwSdAmd9pYfLq9qBV/CVEcEQii08usv3DbpQ5XYloTW2eO
LnxYu376kOU8Bc286+a/bxtby+FfWxPbWEPdQXqc95zVe+tr9RmKzfxg76avducVd+qWtdUdpabD
H5wMnvR6R/2x4gw37GhttWdk405MEJ4q3/w0dT/S9J3hPzPVdNEaOIl3VXmGbEQd4ocqI+gLvMz4
kMmhfIq0ZOMcrV1YSpdI+JJoUeZaTvOrDx3O5sxELedI0z7o6iUeYlefH+Nsa/nL8q5TOYg/Gbjg
fZJBwRrqtZ3ArjUAsHgic3jWnY8WPfsqvRT1b0NpP8eR7tnOO9+8l/w/zyExTLtuoWWE8F0kvwmy
uUsso+IrN39XUGsFhLd275nGr/p7aMANszUr9/ZDA+IggOGVhPLwzYTJJJtjmlQ1QaacP+IjacB2
fMHyoVMZtxju4lJZ5FamjUThrUNYzP4fade1IzcOZb9IgHJ4lVSq2EGd7RehbbeVRUUqfP0e9uzO
VLGFIuw1BgYGg6krkpeXN57DOkiYI4Cq9OUGj84yVlYPU2gWr5K27Z3HJRWY26+vCWtP+QSUQMz6
ZXSyHQrMlyUQQarNPKf+PGqu7rw484L2SxJEf9znC1Q+VmrFcCOSXEBWuVzSABR7ydBhDuRCVXdE
R+UXEUzyXalTQYLmazn/UxRgKpFMlpGc5Dy1fl70CU/Jcqx/Vk21LaXBH/Tu1PaT2zeJP1KElHGF
AavkOHW3wNkNy+Vk6oVHhpii3D96eqEITnRNkaCwNu4LmvDw53L5OZJJSlLiLVXKb5g5cedgQE1U
3XXxqUei8Y/9YcS1uKLoQmdtL3zKdIkb28xMeTlGgOWRfmNAcRA1FX59GS9FcAtC+aWNcl3BJo+v
dPmh/Xk8hGEgTOWgBMmoxHjq0x6IBFXDYmV0oAfg8sPVS4YXSUhXvXYPUOmE0UTKEiPynC3rB4xk
53GKmBzdzeZ2QJ/Jvm5vp21shtffqK8PIlZ0Jkm7VIHFtmBLG0hSE4CEKUPgOCkIB7TjHCd+5AgU
TrQu7i3QkT1UZgppmXT4UHsv1jxj3tTS9vqi1iwVAwEEIhXwDlECvFxUOxul0dtMDarMj4rar1H+
m+ZIsJqvhXDcaXQNoEaER5cVVC/lTMCdhQ+D7IIEk2Gm7qgNbpbMlQvsGX9MflVO+6hM9d2Yx1tN
crvUEbytK+7p5RdwCo+7W0VwZ/AU9FkgJd2JWU0ndg5zHiCKKeT+pUjrII18FTRmvTfJopbT1b1m
SNB4iYD5yEeg0dDpI3B4YEJB4YxeA2KcpP5PJ+rZPgPmC24EsnAog17usyHRou4pMh7m+F4tD5h5
EibQ1ywHQ2lBYItnBxMmlyJGuep7vBPwUny6a5+v6+NXFwjff/bjnNqXugo8fxs/3kuHnDzUyc1i
Yl5zc13K6lVGSxpSbPCBkBC4XIIao1xZpxF823YXEc+QjiNxs9YbxuC6oLVnA/ErzpzN66Il91KQ
PFuR0tcQhLoOWAOWuyLKP4Ah8KKpuyiiTyqie9cigvzhmqIhzYFrDXvF6kWXUjOpoPko5/Kxzjsv
Y4DIdxX64/9iaWdCuD005Ax9NEYmHyfqvNQxeJ4nGgCawKtt1bNBdtVaVgB6OYHBWrOLiONY5RI9
p1jd5drSGchOZGxg79sn07o3m8HV9DvsbJYhXmhfry9ybScZjiGCWhQ9ABlwKU0t6hnKCmlOP72B
h+AoTd0JSJr762LWtP5cDLeoykn6pklq+ZhWG4N6ZXbMKuSzX65LWVNGNAp8TlHgreRtcOzkjP6l
lY/xrlBuwThozgHdRJJfbWMR2tnqxrFwlXFjAzmKW9Hc6GYzqni+DBW54yTeKNmrg+fl+opW9w19
4eA1Z0BEfGeJM1RNh9EI+WinuxlTWlS7s1Bpo7kg67q2GsDVAIQH6SJAQnOvVxsBdbTtKJwZGAk9
qVwFG6ZkP/58NedSOGVrK60EeeAoH8dw6D4U602at+ofz+3ggYBnjbgemVBAQHPXNkX7Ji2ILB9n
9TDP2172omGbDoINWzOwUDDUZTCzhyIo29CzSFbC6dfzrMmYHL2tsAZ96Lwp9hw6b8SVSfbJXDgL
xB20F+FvoAXyxdZqUpHgmiR6XBa4zP2UZ25WtdPj9dP5/OavYqBteLpZ2wS3c/h2uc3miB6b8thY
b2MVRORY1Sdb/SYpL23jR9lh/tDvwU5aVscUUB/FfLIfU+mQ7AgGk3I38vQf2uB3heCVWclkKlj7
f5/Gbbc8d50zYYr0SN7pvvAflu0cfJNPxrfrW7DmQ13IYffx7Fiz3KkiO4GcHkgFQICMM1cDp4Sz
qbQ96NScb2Me6toueRbak0/H5drucy9pjqPXwKxCjy3Zp/Jei7ZGhdSzqwLVr9uV2aueesqblIDb
KQqi0kufiHRfB4CqaaXCdR4WE9nW+JTvFn2jOh+9um3NE1AsY/zPxFWD5Dl7qGO36ptdJx0qG8Pb
ixtVAoP1CWlxbRnseTvbQWCv0lajDj12mHtPD232bIMrVx2fe8V0c1RaLMvNkG8akmAZvWT+IDdd
SYJYekizbY4O8ozs7enNqJO9fjTiN6W5ryrf0Cu3r3VMxIH8LfeMwa3s50z63Y1gmwGqRCZ4+z8r
kNeWwZ6as2WYyWQ5DWjLj3p1j+LgVPuLZrpmvGPgM4tLPfKc/Czddm9F/gJ7OVRufmcQz8QpNKDb
8spklwKo1Mvj19n2qbPvaeLn2QuRvcY89ndpOO3jg7rRgfDmDBtsmotjaQ9K+UgCci9NnjrfgSvD
CcvsOZduJ3lbu+Pj9NIoYNq6o7cmeMxVd8LYH5pdozun9IF24ySCjVjJW+LmobOJwTEi2cOHufVs
S92ElMMRiFlo+ZvLbmO2zbIvGxJ79lSpx4wUpRtr5l0xl+NT2Q0ZUKdn0aD5J+zL5YmoYL/AVCmq
gmy8g7sfSkGbgY7peFygLujB9BSDPlHku5FZ9Za2P9ofjaW7LRopSKNsCsfcaPLemb/nAI3NRm0z
Ge6MHEvvSkUK3Ox8A4yxHUv2FknuNmAbHySv3w5mu7NZZh9zsnZ57DtzJ5sC91W4Fu6SqANRm9oB
iReCAPDTWG/GTsK1IHfaMc43U2yjB3czTTtn8NMSUFsJssUoTZJ9rtxld5rl6tIu3aR0S3IvUn1K
fpEAPK8GKBVCMrh4Llzjjz04bD+6z+DsoNiCx+jyQiQ1oaNmluPxu76/1+7/2O5e/jq3IamWIKgs
8OtRDxIbuQ1KoNjb6FsnHqtmSMqtQ5dNP5ffBu3U1TGCpkSUu/0cfP+iYZiuAWcuAhr435dLtLM2
k8shG9FRMt9JsnQPPDCXjMk9yY1DlYKyV23RvAwzBrT5aAZlV+NFUbElqvMw2MtjQuefyN/dJK1d
uSDUuKFNtEPV5iGKSxyqlyqaH2N2UQqcSdlVy7jptUCzj9bwMFZoh7ZML5YE9/erA4mNRScYZhhB
V/2liaSWNVoWdjUeW8DCO03mE5DIRd0mQs3j+hny2Ogoj12K4jSkbhW9aeN2hO9gPrRxhaFd9KwQ
MwQqyLNmpH5RSej7tnxZm2/oWLzRvParhz75KLoe6P3FjtqyO2jvY3vQSt1TjWmrljvBV371pfCV
rMMATg4KozxnRxRTm3TJMh7jIgXDnUSDqlI6v4xN06+kPjsRKbpFzzhsfq5vBgmc9r1OM1/qZsdt
ikrxlk7ScfGGIWjQUBLogKE4JXEF8AnwnYEOGyj7c1kiz7KYCBl7M+hUvX+4vozPxrAvugpfGt30
DP/b5t4nDD4AFsPpxiMB6KOlAvQRpB6uRIy9voD7wdjb9naa33XJc5KbxskC23ErZQxsZd7X8GTG
/F1tFsHjz4RyH8UoiA0McTNE3S+snmiPZVs7Hkc7eqicbU9CJdaDoSt3aEtt6DFZeoFnuHKcEIk5
UFaahMvKhWFTg3ljJ5chMm+9JTsAPvJvFqUx84SGNsQW2qVVqHtrlPoC3e8VHIAk2fbqraUWXke3
BWrOw4HMgr5sdk++7OKZQLbkM9cDI5KVQQgEjtNGS10bIwTGdjY2VHRjV952MOQgp8xgGlCV43ux
W0eaxmLC5inWLiPZDj7WjXEby7fdz/aFFlEQKwIjwez417X9J5GLAKPCjsolhsQ023Ue+Yl+8z2A
na9fjlUhcFkYBDIq9jzx0ABqHdskyni0wXFQzt+dSArS8kFL6H4ov4MJ5rq4Va0/E8cpSKWXoL1L
sKZiP97IpmffdXspc6tDJ1CMFVsOaMr/1sUpxqzqc5PPEESzZ5WU8EZ/WdIJIF2CO7USbUEvzgRx
0dbQFWZp2bCR2lu5HT6ib6Wn/dYx3+l2h+t7t66CZ6LYms+UvVCXHjPkEJXdtwB2dqXNEAA0PWgP
eEAswVUWbSD3Qi3Iu9bWBGGzVz5gjH+8A4qEYEHstL9o+NmCOE8m01BbsFq2d3fJPe3d/gd9Hfzk
IAfDHg1tw6tAHrsx1+RxD0GeGG1H4Esc+wDDAc1zudW28ilxpb2BjmIR1MPXPNGFZvB1u6qZHKJb
84gaw44Ot90EXRQ1Cay9befqxzcvpHTonVTG/QXNbwPWyl2VuNXiL0e18qAXiZscpa0dyK5v0U3y
XXDLVpcInUMtB43gGAK+1EhpSqtKimB+MY1wKDpY+klxK9Eg4UqmATt5JobTRScry1SScJnj46L5
5KMn/oRMAw3oGDhJ7M2A18+SDfCtPIELJFogp6GWpCpZxp5MPd/Y2TYxtvYi5KdavWrIKKMaBqAp
DEFf7mJdgimppyrChWqvb7OTdiSFa3rZXdu7JhiD98VGpq4U6q3A4V23KGxmDCTAcK75mbEe6Co5
8EOgosiGUHXZDW+OQTZWdbTzEaivmDqqvwEzzRv1SGBfPnvO+cvIAGwYKSi0h49Ri6Xv6j4y8Lw1
SagX2858tQq61avTIt8ZGkBn4x+t7uoZ0LCAZZ+mvh4fh247tk8z+zjnm+wEsb77c5BYi/XboKsR
PYesN5SzElFKKCBiCwyepA/1+Ftavs/ji8ASrenVfzK+NIllapr06LuZjtnJMHfA1guKY3JrutMO
cFOh+eiOe03w9K6KZM4m0L9kpEe5F1GWKiuuFSxrnt479XYiW90Kry9rzZlAE/6/ItgnnD1QlkbV
ZsAE1jF6BtXNrned2+mQiFyxNR/iXApndED+lCL4yCeYvEfLyV0zk7ZLgYYXc9vK+67fCcHAePJC
Fq7heoBTELqOjAo/P6HWY1kBVWI6AixjA6a4DcoL1m1zYxwcr93Rw3Sw7tMfS2Bu4zttf31T16zD
uWzOOlhlZRvLUmGmbEtRPcF03sF8vi7i6+A9Wx9ju8JAngpgHU5GiQSQoneQ0frot97Z+3Tb7/Kt
5dVb/UEKysAWlASYsvGX/1wg5weC8kqf+hoCR29yRchHqzt2thpO0zutHK2sL7Fj5YgR9+ZOmX4k
Er3FCQruFM8N/o9inIniNH5qozmaKNYhPQbNQ/3UbeJ3YCztqWvvl116aPz8YO6b/bQtdupbdmt9
i27nY3cvcA1X7zbaagCrAnhTTOtdXjw1i/RezbFiA+jet4VkuOCa/xtvDfM1aPgCpwhsI/cK2+hH
rDV2Zk6QPveP+sHeAHB6l57a224/0ECgk+znvqjImTju6dUyMyekqjHl+LvbOY89bp4WgAHvWO/G
+/EtuS3eH5H/FTz4q7pzJpUz/nm1FKnpMMUEXP+4QbukVzZP+SBI4gnEfEYVZ5aylKdqICbEUHsn
tY90uVv021mUmV9LM6Et498j+3z/z8QA6B3zPRaBmGZXlr69rfdm47qVD7YNXzl0j7q7AEDx3tg0
nhbSg3Kw/3/7yfs2c0wArTY02E/zTQaTYqK4eTsBxlbgTqzegE8IVwxAoOGEbfjZSjEtKjuk66dj
s2zRRIo69iwaSF21WWciOP0vLQDwRkjwHycnQ3fqrYKtFOg8s7NfdZ4B0f6zCk7nSVrTbLaxijIc
G7f6ZqhuUYG1/QFdcx+mjKlRdMwLhKqsXn1NKKfypgXS86LHupA9j13tx3Ka3+1tuwMKXmDdyD/h
8Jo/s91B+4ZwQqpdEUTDSjsYXp9/NxZd5pdnp/fDlDtdiw+Y7zrXPHSe+Uuv3W5EMsfF5Pv7UP+N
vTyTyKVW5q6lclpjnwEJYUvbNN10veCFWzdfUEXFsnDJeM7VMpZMvTVgvmxMdJgvZfzY3ANr2BXW
8FedeNzifyVx5ydHzdhFHa5Y/jIegIYbqPt6F+3AVrkVZjtWVwXny8J8LAMx5h6aqFsS2RwGGBTV
v9OouxBXextvl1cnds2TdRh/mYMX/SRgsnMrEY3bahwI2Jx/pXOXPI6SSpcsaGpWeiBxIb8dpPz2
8Ueuusgy2o/Nr64SFnNWA5Vzqdy9T9tabShaftCnjsqmE59kzQfndHY3abJnF61rz2Hl7OPiNTF/
OAl4ZfMgGvdp/zOPq9e4es4metvP2m4WDRGxk/1yc8/2gzMXDcC3iF6z02hfdVUCTtIGpNHqzyoN
48LL/y5SPd8KTtVICkzuRaFQtWijNb6CV7nx9ijD47lEpcetdqca9IxPzv5vDON/K+VzKUqkg883
wkqzZl/ct+Cbk9pXsw1i+tQqv5riO1XgctlhL+w1WPeNz0RztmKQHAxKZTh+OYxuzLDzgObu1ZvR
t93Gnw6tqwosx+o7cyaQPRJnT1nvGHIajfJ0jG2i+I00YSoxkjRB6mbVAzmTwnngqaoUs5qNWFa2
a1VXQWzh5AddGOmu5dzOVIYvFBozyfN4YKYWyBF7lX4r5btB0d0scrXaZGV5It1pMxW8akz1r1wN
HqAAPo8uzwWWB9yk3HNuo8Dezb3bvF5XzDW3AzPZoEdBUcXEYMnlWZVRm2RFv0xHMqeeOW1pDa9R
BAOzKgTjKhjeA8IVJF0KmSSFVFmnIXJXD06teE0fqoZoOEYkhLNyCQGcihGpCHG1l3iwXdnc99XD
9d1a02zjbCGcvcpqncadChl29BhlPyQQvV0XsGYQzwVwxzG2I+YkFAhAf5U9ewO4d+qN2ewxKDIR
DKsJ8mer60HuCgOOKIJjaPHyYLK6UwaFQFy9lzwRNMTqgZz9OHcgU2JkORnw4/kOJcE3SRCBfE5s
8zeEDQv938dzh8GykdPU4PfVm9INp7sJ9ERuE2bvShg/9d5v/Etw/XRWTem5SP54bBtsnpaCCDJ9
Bg4QGvOiQ2813lAavt0BIar7ANxZNT/WTYsWQRnoqu3gzvE3wXewreOWjjEUtnAk+RzMel+eWxvF
ep9ZOi5UARZ1jxpa/W7baXLI1LmIN3phmLObjjKaypRCLh+jpNaBXpEpyrTPQUy6o5hTLnxJb+Qc
sGylfTCMajr1hjPEaBOrRX38a9/LZkpxWrA1X2ag7MwupH5kat1hTLgaSuknaZpiq8bO7FWRkRyt
RRMNg6wKZdYGrFIYcuILnpM6ySkQ3xFR0Wd1fHe6fVPriHt+1frj9fNY0XQ2Rw5/nGX5QSh3eRwU
3CzFWEBSPmm6rzeJucvUlngIDByB1q8sCthdQE0H4C1iX/7kY62WBl1GVy24X+QmxzzncgIpVyTd
zGb5dH1ZK08Qml3RTIJUCRtj4LR9dlo96vQIjfdUfkXmFa1Wzi0bydPIrZwtPoA0BPnXlTcdI1ag
HGSoE6AV4DwHikoRxtsVGZMMThyUS+74Nsjt9gMg4Drwm2yvL3BVHNtIJJQxNsvH9kllV2Ss0D3s
ADJTQ5FE6vVtLtsfsdWKnqeVg8NcEptl0TDC/gV1NbVLcKqNhXLUSQTw4NZLpsXLMclu6stT24tK
TmtnpwBIDw0jMiYXeTyZpk4ss0dDO7CUliCdd33XOn6aSRs7tg6dVb01pvLx57vJAF6wk+grB0Ao
dwusWJaj0paP+W+t1H6XfQO6iZ+Kavz+Czk4MjSdKJiF53O9fdpaYLQdlGOVP1d67mFQvVfcrmsE
j+PKrYbpQOQLYGCFdUNerkdRG6PKewqgRZK8WU4djIvhA/5UoIRrBXhMD2O8FpgNGqJSpqVn7jLp
8s5EQ5JyVKV6CQ2j7P0SUVigTMq0sR1qbeap7z5sJ5MAk0vjPTVsEerjinYyimAGhgV+qS/gCoOa
T3GKWuHRRntqn9OgsOvAjuOb3lE3Sf7r+gmuRfwX4jjLougJ0UFfoRytTPZqFCVrq/H16QdMqFPk
WxMPkKnH3lSZQQIi0j93siAd1AJocURvo84FRNOsRE0FPNYjUYhrRXjylmg7OjbapW/qelvI+q9C
qgVDsCsXEu81sG7Y3A0IeTihtq51HXZfOZZV8gRG3eq1otpekp+IUQSaWQu6TtcO1EBfIwAsINDg
77+tVEnkUDTsAtjJrzI0l0f1KW3yoOxiEKoakSAhtbY8OK6Y8mUkQzKPYqvmiyoTs1SPceItMiqh
aAeMmxsaAzm6PWVoYLmuQqvrA40KxsIAxI4q7OWl6ed5MAlqzkeyDC4DPnZORpHuSnRll6oInGvl
ncBEzr/C+GS3uYyT3VidehwoZn+o0mCgCUFtmabJfU9FfIqc3bEB6IP5ayQUMV3KpsY5TVm0vgD0
aqWFrd57SXZnITs0Ti/X9487r08hQDXBS4R5QXZgl/uHyq1mRXqrhfb4bjnhMnZunJ7yaA9QKUpk
/7o07rT+VxqcCBgYABN9zsifmTi5axtqqZMW5ksquWOWbtSh6DZ6avk1CuhLTwUpCO7E/hGI+Wn8
AypFtLNfLs+ZphZUyYoWoq0uG8IWjfpVcYgBJXh9YVwA9b9yYDmRvGThM9vms4VpYLgrCMx62Gba
4LHSlqvFyrC9LmV9Nf9J4ZS9TkcjS6mqhQmqp0a3ZWCSU9y44H6+LmhN9TCjidgC/ETGl20rurLJ
MkfTQl2SvRLN5SkxXGBnXJeyvpz/pHBeXow+TjxyWI5uGMGY32KExDWV1hXO9oqWwym5lGDokugQ
BO3D0MZD0rzYlsDQrmkAED7ZTQW+ARZ1qQHLvKRGr+EidWghRl43pXe5Xoiw+tauK55mJKxRsMPM
I6fPxBlG1j2nh4PzaMd3hkzogwNw/lqlj7GkAYdInab99WNau7SYooefhfQ/XhBuZVpTDxnF9F1Y
te3Gbj8i6WFBMQOTYz4oiILrwtZ04lwY+5izi2RHU1dktQSdUG/q9Jte75PWiwwBGMfakmxQ+1lo
B4dx5SmFJArwJJOkeggAnBdj2iyYKFFPAP7Y9aoIr2pNFputQ4huMY407si0oklBcjXqYfKU0u8m
XsBY+1X2dJPVgr1bUUGoHgPsRlEbwS67Bmd7p+rxrNtTZoZxtLR7NPliuqQAE/j1E1pZD7NyiL7Q
WgRTx93atrWVdgBYdRhXgwqcGyOkSuuhBgzwNOTCjDR+uy5wRSUwEg0yXABUYhqJH0YyFj0386y0
whq3z5dA/+dZjXHEzDlmwmYRnMGqNFSaURUCCp3KP1F9PnaEdJA290ZSesjzgfZpMopp8CZ1sX8A
wDLRBK/Hyq3GnCegKvAoshZEzq4PQ6rN+oJXSmpuNEBiLBjqq/ZZZd+SCM1zcStQlBV7CH4mwLUj
EsW0LD9g3JSYjio7Qwsj4ASZ5L1MJm+ZREnF1Z08k8K9iZXWL01DYDfQjqdRtFPCwR4JSm1/8Vpd
LIfbvkyeciMDdESo6AsaiRXybo5IAVpRIxyMW1N+C0eFLBJsPAp4l1es0caEDFkMzN5+2upLKM3p
fRNTjAkUYBi4dTQM8BG3AS9Oa9PjbNxpoy/FXpLslhJof02jCfxftrazDCBzPFQLpBHAZUKLH7Cf
Lz+oUstWjupICxcHMVr0ey5UL70FZMwShXVXgtdljHd/fh8RUCCqQAoPUyjcuU4NUXOzrI2wAPyN
BSJJmj+W80eCkuV1QStqitF9BkEOVwP9XNzaumq25B58FeEs3droGgUGpCmIxlZ09EIEZzKzZa5R
kOjNMFmWdGtX5j6Xc4qZ58JwYW2IYEUrFhpsOzYg2iwDGUIemzGmY5KpNiCfVZLGR2euS1erIiKw
0Gv79okszTqcGGHEpU7YM3i9epobYdxn8OaBHNCmwBAWhc8rd0FDDQRKh/sAc8mJ6Uw48TOYIMJE
32QWhi/Rsb2AVmfQn2XQQl/XhRU9hzD414ia4fnwSgcQvQEIwa0RIprdkrj3RoC4tz+q+bkrkkAG
tU7+8hcSAY2ABgGAE6L34XIXwfweU51A4hyrz1qS5Ieh1J67trfQHA4GaatIkz2dJclfgPTqXxe+
8iJoIFcGnAHeWVOXOb2s5jyO0owYoakHRvSu+ZInD7txOGSiWaq1G4ChMeTkcZSgfOeW2cBNimSp
x22WNLdUv09D4hZR5+VOeH1Jq+qClibMiSEABODj5X6azjghxRkZIQarNr380WvvVvvQA5xmFNVq
10TBZqAKo2kWCAw4w+F0ANaCiTJD9GjdLLE7eaYjOCA+W8cMLyNv/VcGd0K9bWWFkldmaNM5yMbm
OTYBFdB+kKr06j4Bwfi07eLoPktFJn/txFBBRQqcpXQRRl9u5FBNY0ycxQxLE5wki2b56hh5Ru/c
2Ur6+/qh8ZWuz2WeC+PUo4/Tdqmy2QxNNSLpFpUUWd6AgLk+WVRxfirLaAIyMjXvnZweKIaibqRu
yL/PVLKDRLGRlImg47HX5arzev3bVvdBN4Dj6eBvuNeX+5Alo4J8TGGGUUN+zv13NQZAQFx+LyMh
Vy/7Ke6VRQIGMLdAyWNg2JzuZlHT/PNMgCDOBXqmpPhRZe36XvIWxU2qxh1I99FPZaAq79dXufZk
gMYUGW5UlQBVyK1ST6vZBKiTGWJ2fVuMgqdibQ/Pf51z5o3IkBSzwK8DcwK4KblXLNvi+foK2E3g
Nw/5TlnBTQSMrMlF3729dLMNFN3QJrcxBrgn9fA30Te2Bpcd4Sms5ZcZDKPoi0omVhiVR4K1gK/9
+iLWNgpoSQAfY0imeFQvlS2dp9hSmsYK24RhGc3xDgQbQoCZta3CS2NDnw2M/Fnsv59FcLMZkbyb
JxOJqm2Cwa5HMesysw78aZyL4FR5BpGBPVGIkKV4a9noQnLSTWQDsyLbqE3stZO8T9vRA4bon6d7
ANPEwmAQj+EScf7CWERIXDC7RaJNmzm+0lkuyHzVgQps89rjeSaIT9M6BZVyOqiwWZh5rigwI06S
goSc1LpyqbiOJkgyrp4aCCKQGoZ5AGPJ5akNWjvbSu2YYV0bLrp3g9iO0BwsQn0WiOHr2Eq/aGO2
QEzSWvZd2SnjDgRdP8HTLfC11kwOUB/RhI+wCpBanMmRwF3YIPlshb0Vu2WfeWMrwvZZu04YP0Z/
MDIwoJLh7M68YGKyXWLYBKn21LEDi1FYqpnbC3l/ViRB3XBlAe6Ow+HbV+d6SlCrk8zQkl9G+NtL
ewQ0Dfg1Ba79is9xIYdTgqiflqHMsKIC8DD2A8b43MEqfUsNZ2sQ5AtWNOE/WWgz5jwAZxyisWIK
J/eaq2LUys48W9/9scVjoB+IVpAnQCWQW9AyJ9SRMzwNMBS6T7SqBrTl0npKO3duq1qinvEVrQOu
GmBhgcgL14ZPoTu9Yke2isRL0/9ED5dXKY/XF7S6a2cCuAVlMYC0Ih0CUuVbXtx2GgZM4/11Gava
5qDqjXQV/Ha+rTgv+7ir58oKjX6vGL/RlJHWYYf2heti2KdyRhx79Z8YzojrVFOkdsBSCjONNkYL
PELgbVC3Ikrqdd38PpDB2DcmcR6TohaYO75qy3xCHVEzGFzQEYJZK079wH+cRJjjskMD7RIqnXcV
BaL3MyJOF0B8uyR5VMv3wXig+iC4ZHyH/RfRnGlSG6lZUguiNchUtP7QtstWSXLfgpX6WQEtOY6m
Tazpu8op7rqoELgB62tX0UihqACMQbfkpa0fcxBDNTRHgy4AiYYpPoA36oAkCGBqTpgtPapmcszq
GlhtNnkg+dv1c1+7I3hkGFYzpmEAhnkpvSn0nBK8NqFKO4C7FmrupbIscndX3k+UAh20wkCFkalg
pu7MC1kWUpCyae0QnqE7td+A9RSM+kMGXJ4xDcbh9/VFrcUYKCwA6A0+Ihug4C6mgQEpaYpkG7gh
/jQ95rZPCAAcd7Uc7UA06/dm6y/2k0Sn57pxWycBspaosLJmvhHOgfESdDdsby/XXHcDtLUvnfAm
7oNI3tHWsyW/ELXjrIkBnBUK8kgpoD+G84VzNI9Z8YwUvTSam9GhO/TKbIZ4U5vmPlYFVmLNGGH+
BkE9JJro671ckzU0oHoddTMsphogMBXqkUWnGftSrc1ABUeX4HauGVjkECyUptDhh7Lhpbx5lmIp
TzUEpg6Ge2Sj1lzk9IGalolouVZXxtBLkb9GWxrPq2AD69FwKFY20x4tTRYgAkaiuE18SlJT8A7y
Y0WfNsc4E8ZdeaMHaW8HjzYEXSHgFca5MHe1QYBaJ4GGyQc6I3Vpo3e+Fqdko0zlxlAzjJP06hOJ
iAwUAzIHo5ao3hhZyj36Q5vNVDTaAVFRtZPmDIPyqQhjY81SsK1BZROgHiZPEZKgYCu3QCsPGzI/
gwJ8j90SvAPrIuBYgdETjgJfCMqTppptxMphWpgftdJ8n+VZNNO1dl9YFwRD/GW0Odx9UeO8m/re
wN4bo1dEytYehuNkR16stADlSf5sluDzqJHTZkEKCmgI9zgNLvIyBbCXGS7lqNwYGsO4m51xq4NZ
8UcxTTS8bvrW9BhhK7pPocNoXuGW5wxzZ1IHzmkCmCFjRodeR9wO4IhOFVyXtHZYuC8A+sfC4NJx
SlxKaFwdCXODqZUGs4NraZqNCClkdT1w6jWgyiJ04F+OusOUhFkzF6sat7lKgH8ImL4aUVghmqRZ
XdCZKPaInT1StpGmymSiDImGYuqnIHF07dIUTV+smTQ4owAEN1QTJQ/O1VFZu0UMOq3QiWrVlcy+
cxNroQDWikQhkUgUd0LjWFBUVZlTT8ztWJq2O6SYSiumReAHr6UuwRWGNn/UsNCIzY+URJgXzE09
Q/BV3Wf0t2T1vllsiylIrRx4g/nGSe9jEUzGqmogf496O/xWjY9eZwU4dE4GoUZNDuWg37c2udcT
wH2a3cNf6Dq8CQYFwDqFOdVImmicaYFcjawXt1qCkqD8h9PVn4YC0TEDGmDErnzFti9is3XKyQpp
0+9Hpw2yKH6pE/kE6ogf11ezZgLPRPHedjHaebPYEJXr3cEwP1LtVR2agPVfCzl01g6JkYHgHwZ7
xmNpw0+gSNLYVjiSTQyY4xLYxptC1JAvksJp+qLImEmH4xkqqlsvD/XkI39dk+D6vq1JQWMnGGQR
KyPHyf77mYHAGpVaKWHx1KE8pelBjTV3nhpPQm/WH0tCUQoWD0Eyi/o4SbG92JLC4qEabAwegq43
0Mds7L4sXdtpRMH/ij7Ag0R+EFk8aCCfbYqcWJu1NnHCqUu31eLAA8FperNEvCkfPkotKgQe0Iqp
NTCIDm3XkAIH2eDlTlbo5muGiTihYRYfTVoCnWmSRMwgKyEt2lPhD2JFQPWzOaXoytYox7F3wnbw
1AIYu9AMQFYujVt/J/Xm+omt2FoDfxhqIVCK4LtcrqhU4FXY6eCESrbUrpypsduZ6VOtG9vrgtYO
C4k0HXEFK5fz70fkJM2SaK0TZspHVx2cVgpMCCuI6lna63VZq4sC3CcTBowpnjYZLnmNUY3ZCePh
AU1ulXKTiwDQV+4Ui9P+FcGWe3an/oe0K2uSE2e2v4gI9uUVqL23wnZ32y+KttsGsQgQi4Bffw/9
3S+mS8UtwnMfZomYCWdJpFKpzJPnZGlCoQnRY988M0CjZBuDBVmNWUhFsnKolnYOj6H5/YK6KlLs
S1P6QIta1FhN7/zsU+NYfuOYUJ7m+aa1htqS6wGngv6yhjbS1YR7zkvb69HNOvcUCpNBUm8e0qPb
gngZHaXb32ipfgBW/39sSW+yMXN5PHIVO5gHxXH6CQSnF9ED7f2NAmauNYqhpQ/2jznw41/uoojH
slRAnX92wG7SnPT6bnix1ffbi1rev5k9FyAU9Kv1SyMYZ1AadzS9sxA/Gvqsmd8KLxRN53vxo25m
4bAmXLDoG+AX+69BKSD1lrDcWJ88IMJi37XBKqa9ZtNTqd71dbMS/JZOlQ3Frjn84SL5GOX/5PJl
r2oj2mQeOvHnRnztyydRt8HtDVz6SkjN50MLZk50EC43cLKHsSlAvXkGd1qgsbNVDiEx/6zqty+t
xcEoC7JZ8GRetZcYJqdarYGjk6TNQoBJq8jjanHPdLb7FyvC0AGeGmiXoV92uSJoN3I2mQR+Zzxj
kMsvaYTaSvIvOi9zgEAPAe9vNBilS6My21J4KidnTsLMCjrPL5yvt1ciU2bNqR5seAAtzEpx13dF
0ZqYnVQJRpWtdIvdbQ6u1jYBN1kagPmZ3Wl5+qLrLt+gljYFAtSxR1Y6bNcVmvKYjlofmlMy7YrE
UDdGnwGbZajjvZ6APqbFTPbm9g+es1upNvwB5EAxC6rlQDFebn0NpsahdTxybif1nvD4iSl3jHzJ
+35noTU1et9v21s6jDNw5L/2pIhG0iQue/AnnwGx98AxjTZ1E7/Fa6IoS6+Wz+uSc1NVwX5pFiHn
xNLfPaJBYSgtQo7KCaAtYMfX8HQh27TJfG6u1QWWDg4AaHNzD9XXq4PjTnk2ZpjdOlPxBn41X2l/
utVarWMpCoDcGWbwpkBVRUpKHLA7G7RNybkYHdBiKyLbaZnxva1NEIoq9hq52MJ3w9jTPM0CQRPI
f8w/51Ng04TukTZB0LGsSKd/6q6fT6kN4TKWrrjkwgWB19iM0YA7Yr5cuoW8agIquMqVcwbRQ7ME
/WQxBlp/N/bzMHJgZiSYyrVbfeGboeYJ9kNvfgfiar9cH2FuPuaVM5+DEegwP1Fif80pl2xgWn7W
JkPZGsu7tFFzZUiV0VTOqdB3PYZLCNO3XrayfddWZqggisazajnkoaTti7UaA+4VHEPH+YoT0zcg
Mqqbfz3AcGnlKpYSzQOSh5xtJgJilmGypk927eCzBbR9LYyqQ2xG8jiizrBEwcg5B7Wh8UpEEirt
fdE/3Q5Iy9v1j5nZ8T85difUghi0xDliCj9Rz5yOGmH7knlr1MLXR+hyQVKopUNj0g4CfGcHbD1N
mITWztsNfzmTiQsInSa0YVGvMRyAtaVtK2iDBKTXvXlEqyBuoKpbB4iqFNSNmbGS7Szkp/O8NWxp
M9QJxaHLzePG0BZaVcEL2m3RPapjH1jm3SiKQMm3dvaU619joWxzr1xBhyzcs7Nle2aQt2aEp/TZ
8HKpmsrCZpbNTy39xg2fOVBfKLaVvdONaEq2TQ2EHXUfyRPjW1XZQD3DGx7VJHs1ifuVF2vTatdh
C78Im6EawEdiEE+KIFAEsgyKGj+Gun4wELFTO+jLIy6f4ZveJUEc3vbb+Y+7vLgBjEEBAdNjmBfB
Sb/cehQXeYsMm4DyCEGR90oSpmVlruSaC6djTtNnNQ885iFdeWlFKGoMsv4G2zwiXGUbpIR+vTZV
uLBzGEPB3YLczkJeJu1c6dBMKAoC/lQPW68J8v4Zg8xzIliN4Tj+Kpz323u3kB1A3QH1bYB1wdYP
2O7lsqCiZLas5crZKZuBb2pFA0+BglEZ8KdM7fDT7nmq+5j3KL4qaEx1QQ34botp8db7eyDD7MCe
gysc8uZAYF/+FKvpa8VllnLWCgvN+bp+G8x+beBQphCbowIYSHAh4GmMvunVy27sB28sDSzYzX1d
Lw6mA8UkZELG6AZeu80ZqODuXSN7xMjCtlMwr/X34EH8hBnJC1gXWPflp5HFHDtGY1c5C/2Y8hco
rrlNAP2O2592yWE/W5G2s+JjZhHPUc5K9dq4TwbUVatpxcZ1zoyVzJUgJCjoWMmHolNarvE4iyOU
Tmi+2zniW1qG45fy70ceUZyZKVtm8gcU4SU3nUBXICatiKM03gE8HGbVvTelQZd9//tN+2xHujOc
xu6a1s7jKEkBfBvrYz3P7lUrt8XC/XexGilk06luYsvGtqXphObIsez3xLJ9loCKZu0TLTq8o3s4
3CZAz7Yq+UE91FWnuU0cTeX33NiAeDPV3L2haE+WeUiqPEz5k5XX/nBu9PrQDfUa/u6DnkoK0Bi0
+ecXSB/PhuBjFTdtHD1T2wcSwfBtERbn7kQdP8mCiqJ0FHAS3AVFvXI7Lu00buW5PgBi9SvWgFrP
Z4G6Po5mvb1xkzb/K3E4jCsnYem0gf8eTx2URfH0lR7uE7gfQMhgxFHOH6tq43a7RKz45kIaCNLu
f0xI95xQLL0kkxlHcxFRMbhvGw9OnuxWx36XbiEwyAB17MxwJTmX8UA47SSUJ1H7NNJjQ38P/NRW
dUDjt44/EpWugYPmRFx2kE8G5XcOmyAHzdU2iZht+/30u1ZSaAhigWQmQ7grtcTXQcWep41/+7gv
xa95PtdGKR4F9I+s7lPKO/ddoSwPwxmvtplrIU16EWgjjyZ6evdut0ZPtvQJP9uTvKRsC9ybTpNE
XgfGlfE8ZcSfmWrXBjk+pi3lHUVKhCoSbnX8i/QoqUE1MTRMJJGe7a3xpWpOif1LuKXPnTtAzpAK
l/G9DlFKFmnTj4F9aZRtXfQ7Wv+Lc/H5h0grdmiiYoBFTyLen/L4R6M/J8OK+ywdvVnq3UatCReq
rC6ae+kwJbqRRBX8pCV6oIKIsu3XulVLvoKemAu6DMyPYFz4Mj0ZOt1IPTum0OAKtfLHUNXPWrFP
o9Zp3zL3623HXHKUz8aks+4mJs9E6yZI38EyOZinTHtKuK837eb/Z0i+HQoNyKPGSSJKs7Aaf2s5
C8xGQ+FEX7Ek7x8m0HB/z1MGKPhAe0q+WlucZoOk4lyzjZeq20YLqxrsTUaYTBuPrFyxVw8y2Zx0
x3YaCEPpmAkoS5jI7wKdhVryc3J+xXak21roju8j3Vp0BQkjXzjADBkqOGMwnIOqJcQCLr1Eryxq
WcRQzxOvt7kCwUrTFREflCIAUdGhpeqf2x9wySBeW6gRzd1ajFZdGiw0zns7KzQgZyG5xux9rj47
LW47iwY9XZP9W7KGxxaKbOhXYaRD+oi6KJ1aGJV2HjLKAqtxfhKmbgl3X7t+PNPYXHsUyHfRLKc5
D7LqeA8AaiMDBtyiKpsKIxDnSc0Cp7fumDE9q0p5RF07iPPuyajJpq3dlVrI/Jk+x0/JrAweGCk4
sccMZpFY/PGQpHhq83z7w62ZkEJ0Cs4LPDMT1H8z/Vjk7RYNz5UjJ0fGGf4AIDoK7DhG4AKQvhav
4qTqHBpHXlxsJ8fb4brYU/5yeyHXn+jSyuwzny5R0/ZoT3Lk5uqQQ3mzDJjhBYX2Jc8zyACjU+fd
oxH55bbRtaXN0eaTUdA2Er1vYdToMNMaAwlabrxaWznN8wZdugGWBgwoSBCBmUQr49LKmJlTNViw
YrLGN3gdOI0IME2ap2uwrDVLkjcQb2RKNrI4gsgpqguDuoE+S7bWVl/cNUgM2TM3EorX0nqExbqh
qWDFgowS88DrUoer9/FVTQFuh0LljO7BsUXlX7JSK5XqmgNyYTE4gNXHit84GD7On5oty5KPmecM
03MhOCPOt73i+kzBMpwYaSuqYaDnu/xeLGcQMek8fK9EL5DcpKB9TU1ne9vKwi6iSoGsEbkG2Cfk
6rXNzLghuM0iT2cHcCj4rRYfMvvxtpUFj7iwMv/3Tx4eK4megYMsiTTX3STsW2Ufk7baKvXKKP/V
A3H+XHi/44GI0hPKTvNyPxkajCo1zAKJjUHesg5SL4kbWuxcDX9q/lA0PzpV80frIAaMZUAts/hb
YpQP+ygIA8WCTcWY26V9gOkBhI0ZxS2phQmkT9nwbfwChP5a9r303eYJgPlmBqeVJZ0xPS7cxkvw
kkjJtGM9pA16Ze+YT3//3TCIOKulAvuDt+flcgZgB908GWikWRTMLk6gk8dGBf55TcNgyUHQFcDj
BWwCmGuWQmBrM+507kgjy91BhPCAmJGokAwfyErpc+lUgU8UVXTQnaEHLq8oruOMQS8hIkbyA/K8
ma+pcRbe3rarhA0lehXgObgidg9eKH0dkBRALZxVWVR034rx3Dng2tfaQ25u3azcAv4RTHXq4wmz
NhR0NUcxW8bzE91DCGDOJ/ryi+ndqLqxYaSR4oy+BSnFyd2pNobSHwdl2tcO3TlV0NGT6TRbta1D
nr/ydE2/5HqTASCcdSIA2gGQS2aL4pSQSqEki8ozi9aIa65KMFgiBt9RnUAv/sMtL5fITFEpqRPn
UVxgluHgQRybREPX3dE+23vqJgP+jj44WbVzkx3Ubx69ZF9W+hkRZ8WZrg8hJj7RDcarGx/Z/NAz
/BRtuElBrtOPRTTmv4zqHTjJWqxEtCUT8CTA/IAytdA/vVws1aFQ4AGDHvHXunvU7v8anYbdBP/P
PwakiJkkuVWCn7iIiGX5Sn2qfG1Ewn2folB/+1QsLgXMupiIw0UK1dnLpYwpaYtO1EUkuuEgyN4u
2UNuKofbVq4jiTtvFdJ54E4AbpauTT61vOlMrYiS0T6a6G/o+U+oijwV4/ttQwupASzhjM2VCTyi
5YKLQys1HomOT5M3AQUzaffaMhCtZMeyawINAki2iSSSrKHilg7AhWHp9T7FtjsqKQzbVZSI2u/L
b9Q8VoO5y4sqyHolrPCPLIDCvYGLpxv/IHW1US70ottbID+DZ98BdRqa36AmmNmML78oSKkA4p7s
Iqr7zo/T2I/F11IcbIQe05lJqFc8aNHeR/4PcDIgvdLCwaztOiiK4Lxp4zezasFjnleMo9Q62Adh
aGkwaSzfpqXZ72+vdA6bl8nzPM6JgI72ElIMGU6el70ygEkHtIFmd7RzvASc0FVD6povgzKsGFsK
4uAC83ARziUvkDtd7mudWxyC6hPDSSmQrAB28mimFQ27ioSpIqqgaGm7tQqzDTEJp+xK18nvoJzD
D1pZJPu4HbPQHVi+MuyztP1ozuJcIWKAikkKFQKDj2ysK4R0j92ZxPpW2PnByMlhrMhDzR55Cvji
7X1f9HXw1gJaNDe40JG+3AoLuuJDR20WOdrD8JqIXW8gvA/1Do3fOt71deKX/ZPtHHWt8WeQTPac
H6s1RsKFCw1tPAwfzQx+wFRJjl7WwOXEhJVQt8dA22TU7kaDuNXKdbIUuqDrDv0NNIFxp0hZQ6uZ
hY63Uxm5O7SDnnMnVFe+4FII/mxBOkCGNXJ9UmEhQQpC9fdkOpsrJj6cUzoqKBxh7geDHkCLW7MX
fboUG9HqAuUdFk2q56M7YyqvZKOLX+bOhWYJq0KT7PVE9QXbcPuY52/gSBMnAnrb4s9YvrIH0DNM
w0a0O4EXl6VvOxVdlttutbAP2GINBwwlLgCtpH1olQ6kvRqmc+103I3tLAMAztGEr9VZr2aVESHR
jcY8K5pG7ix8ebkZU2F1GjN7hqe9WfhO5YJ3XQ2ACN901lH9WdHnCt3xygoyEiqr4IUFh7qwPv/3
T5/CY9MkWIK6uAq+KvdhEg+Kdszo27/YzPm146Emip60VLWDwmA2AuCIsEAUPHQyv4UWQZqsvXhk
eUr3Yy/ndzheCPNgsnQ8VAY5dyVBKIinfVNBvS1+7FH7bzx/AtxKpPe82qWTwAu2DDw3YnQLDCJo
0AKISfrUPabfKH2Mh207BFrV+dBo2DH3TiP8qIiVVt1CvMDLCNVh0N0gQ5S5RWkrwD2lOyzKS9BA
WS5mIrsqWwMFLX1eYMFASOTNej0yyKDyhmnobZNFtXiLB3VHwdhcTn7i/rn9ga+LYuiJzzSfmHIC
F5o8F61qeeZmbV5GtfPFA+CVNn9ckgUjgGjeT5GfBbFXzufCdXthUYr66dDmaYLWR+SCT65mYQ3d
5Cr7o9dF2Ct0xdjiIQWtE9DdAF4DCCk5sJZAomAyRRmNY5CWUGOunkvnyWuakPM2iKn9nHUH3puo
WZjnmq7URpYei8goZlIk3C8Az8sxIgfiDmUY5HJl5TMx+CpN7onbb2tHeRLV+IOVsW92/ddiaCDs
3kwr186Ss+JUoQoOOjOkOFLATkZK+gQwyYipRNk2bc1exkZRV0oJC1ZmRlqAtPFewmUqnV7PTvI0
r7MqGurG2Qh3Gg5FyrWV1GnBVVEVQfKEl/08xCbtZaPYtef0ZhV15mseP0BbeUdUba9RbetVTuAI
ICH6vwRNIi4BJgdUIwCmuPJkpjlelzaHclIdFVnrBrZWGkHfm2u0owtHAgbgHWDKQbHuQwHpUyzP
p4TFitLUEQhSvqr5hsb93olFQO3fq0iDhevxwpZ0b1Rm6tYlqgORNaL9OJmnpBmPlidWPP/6Y8Hp
oUY9I4hQKJBBjRYrVNrUjEeque26wdibem1u+ZAe07R60Cn/0baqvnXcZG108zqThWWQ3s6pFnD9
MgQnx0EYIU/Go7E4limeSN4DKkFKmoWGF6lkbeLnej9nc0AgzAO3qL3PZ+PTt+O9DuSZY/OosMOm
PynlA0AzK1FsYTPxiwFeQ0EC3Sx57JrDtublrI00UZ8AgHt0mx8ZPYFAcosW34+SbozV9Ob6THuz
x6NeB1Q+kj0pcggudEghpC22rLK2o0j1QOkA0Lx9/SzsHqbwjXn4EFUWlCoud6+3Ocu13O4i7vxS
rDOzSr9IX2/bWNo9jN5AAGTmX8adfWnDE1lNncrqotTQQpUqSFSz5Ng3eXCEQsqfrIoBNlqTHFqo
VgOX7pkzmwsKCPjr0ir0huwmy9o2sgrjsWw9oBWNg9fHPpo/dWLdTZT6WZa+dlkS2oSGffqQ5s1K
YF6oY8y/YhZBnVu9eN1c/ooCItEp6co2gjJCaA8bXJR+l2+a8btpPGiK6pdlH9SYCbi95bJmG/K5
S7vzN/l0KpTMrYUY6jbq/gg3dE0/U6IKpD1TaD0kz1C6STYDulOG77HAWXumLNy6F9ZlhaIinixc
urCuUvWN9+9C7OLY9Aet2SCKj80eZFrgwAlNXLq3F34dyec+kgY2RIAMZ0Hdy3UPKG86ac9hmb1b
1kEXh6xCR7Pzp6bZ3Db1UYG8fIxd2tIvbYEMNMvwAoCHzZxMu4o8tuYzE6AxgAgGmKHHWvGrn98N
8ciaGBWNu8L7hSYkF5thxc3WVi09oc0Rff0m7ttIT/qD5YENAjLy1luhu3ejSVeMLbwV5nWjFI6w
hP2UH6EQYXBAcli0UWXn+rtrCPWIepE3QuNX5X+6qRM8oCNpp00GcofOd0mqapDD46zcmr3oNhNJ
i+qpbtGiigvL/NmwtMp9OuTOl7JgegVihkxYm8nW6dlMud6EoKjPlJ2m5lWxS0qrUw9DY6fGyVVY
8kgNwdYY42Ut348DhFIMaoFQUkFRRr38uE3nZYNujfi4vropd8M+fTT2zp4c1Q00HCED4YtuZ5++
lD/tGErCobNSm16MX59/gOTJlBsDt9jURu1rlW5NPz7rmyI7DcOvSd2ndec7B16HmbaSsF6/e/Bx
DR2wFMwmYFhAdupKpFmXYN0d7fKgsgnxO50V+8Eh/YtTkDhaOUXzRl6dok8GZd/NWMk90AxF6VBD
6afe68DhOPohc8qwRdWxGJ4LcwogJ37b8ML9ihYHhg7wd1RYZfImnFNIb2l6G9FCN4IszoRv9VO8
vW1l4X5FgQKBCLU9pMzy/apYLW9VJ++iuji19DvRf+vGSqa3UMbDA+OTDemOcUjsqDG0jCLbelX7
qM6PPd+ITVnfCVAWNCcAYZpvtt+d9Oae128xANi3F7kY7z//Aum2YbqY4k5kHbL0YxJ397wxwoz/
TjLMRG/ak2u0Jy66r222xtWw9BFR/4G7zjPz4Em6PKVV0uiewusuUiZX/VKmSF8wGUC+3V7fohWU
FFCJR5MI9dJLK+CoietK511kWaV6yHVeHyxMEq/AExeeyqjqIYEFAQQQmWivXJohvE9JlRldhNm9
rfnm7uygDCDR/mwE7QMzV/xfnw+WfPA+m5P2LjH6tquo3kWCYuTWokMG1tih+2EKOwmnKu3uKq5M
jxglxMi+obGTYRPUgTS3C0DYQzfTFLchahrqA8a3U3SwC/eQD6zfqskkto2COVxTJ/VznXn5Q6lO
oFeP6doI0XWCBaD/jFdH9wDIgCsu/hFPH7Ohbh8VSpW8G3WeBExw7akUsXY3NRXBHLaRg9kAWg0g
4Kmm9qiBTfbXbQ+5Oub4FXhmfYxKg2lPfm11htM3Y5oLwMeNAwUvCU/iQ9uusSVdOeJsBm6IGh1E
9fCPSw9RkhFALb0TOOlW/hq7rT2A10Vg1uH2cq4ugQ87KC+D73kuTkkx2VBYFouRi6hGFzrMjeIP
68EIaOYjVKpoGd62trh5ILX7r7V51Z9yVT11LRYjYYpsj5HAs3NlM+VgeecolPxtOP5YGNpM85Qx
RmalDWRZzQdSNyJCy8GvdXLMiz506LRyeS9/p3/MSJdoDdBPaoA3K0pc6ytG28lR771kJe4vbhsI
AEAkrM/pvhSVqNqJiiY9ti3lOwYJS7vmR+Fqm9tfZ9EX/jEjg7Q6z8zcHmOlUav/bvujgJBwn36p
9WHFzspyZGFDJ5sqS7HwaVxMKjvoZqRN59utvhL25qh2EfVQR8IZQjkS6B4MH0pBtvIynWZkEJGa
1sn30iFgNE046X2h2v3GBEY8JFQfQ0iLrVURFlYIuix090BFAfiS/KLPK6gYOEU+RJ3SBG6Oh6DN
Nxqmpm9/sKUVgkAVkQLqFmBWm3/Gp+OUaBS7ppUDilmbyoz0BgrV+aAFPMHSOhcw8WJtcmfBR2bq
fExyAq6BpFnaVL1qwCGoTwNQI0bh17yD3Kea/qZJidmMoR33t1e4Zk66uVxuGH1qiyESQmw9Z2r8
FvwBfkWKIbSIu3IvLxxmDLjDYVAdwczuFXyq1TkzEnWIWF7sTbXfobn1t/BROOVnE9JRNjtdgC9O
HyI7fzEbETbKfWa+EbImj7Pogf8s5eMy/eQajHdAZevGEGX5C0RJNlpWQ4dkXAlM0oah1KJjTgYZ
GUpKgPHLDcAEr8LMMWv9xCon26oWAStG0k7hbSdYtoKGCVig53757CSf1qJmDemcjOsnNEWHnU7t
PzajxcpFKNdR/rMWVMZmC2CnkT17yNKpa/F9TiX0piqft+n0xFQ+PplN1WySUsu2pLA2ceVy+F+T
3SllLvx0SKdNMoC9OQHT+7FSJ9uHZPMQ3N4COfP/3183q6TMIh3Ad17ugUsHTA/oQj8lyYSJHd3X
E2+X2d5BaCws8hOxwBNNu1PDz6q7Y7Xjx9MzL3aujrqTs3JO5kP+KbJ+/BhgtWbuG0iYo9h3+WMU
RU0LBZ136EMEXfPmFanPyx0ZR9/OVkwtfXsbmAFU1DAJfFVVS1Bfakpd0U6NYnX7DL4W5NlQrfjx
h7aXvCLMyQNnCB9D60OKpDnjVdF3MVysyPV9OenmXpCk31sDtpe6TI0ms03D0o1fSoLvbCVC3Qmj
O5gk+woau+7QuUg6+QjxJq2t6y0E7iAAIXojMPEn+yknGLhnXAndNtdR4wXbbUO0fOO6pRJ6xmTv
ewuSB4zVWtgK5dkysuKQ9BrBtqqvTTeYWwBxk81tt5IukI8PCYyXhskIwFKvSFprp8x6MZn6qQb3
zL5zVXIyqyr7ZSbNd1H07h4aom445Nz48y8M4yUOMUdgHK5k+pLMM8o29vTTpNhbTqoHlrBt1fBH
Rx33Rjwey3yNs37Jk0AfBzpVAH0hYiBlugrt+JCYuXFKUMaFltdxaMa17pL8PP7YUMycYTAFMC70
EOR0EMRxKPQbkDVmu7HZ1rvkufnuTT4lvni3f2ZrwoBy7ejKoLQqdHa0TicwmBqDHxcb7aeS+fmb
/SWjvvEWP8VG2BF/jRBy2SxqKRoU47FcObs2q8zROPSHT4I89UmYP2b39l1vbtXO1x5A3fHcPfF2
5RqQ8Vz/WSvwH4g6Dqh+ZYrfhpnDoGIK79R0XRBP9ykNS7Gx1Bc3RYk79UvPN8rnVFX8PP2zippb
DMHg0oTOOeDiQJRJdcKhJJDkFkQ/KYoLCqrUxJw+qFGnwHTj4lCUIAbvVXvaTK7W/OKxUm/r2CmP
ZWwCPO/VX5iixb6ttQBZUMbvGj58uX2opDv/P/uDeSiQnKCchzh2GZapp6Alo6BWqlXuFJVF0210
o7V2pSHW6kBLgWMevfqPKRS8Lk0BqcIAp42N02RsbJoAonnwdNQP8/KApOBOX3s4yhUTaW2gf7w0
KLLR5nqGtXVmdRzr/n4s1K1Q6geQJW1TXgaVftKMfKvYYwAwZ8DZ2+3NXVwxmlTzexxyhbK6N4rj
Pdqv1DiZDQDnbd28Vqoa6s70o7IzPGGmeMdotpLgL/kc2nXYaHR40YiXQQ22SgYlTl31RI1jNrg7
YsWBOeoP3vTevsTQ9zBCY7iPneoE9Ew44YfUjtiN6H2tH78F98J5xyWMHARS1jKrDIk9wpIp105O
UWyp9ZU0yqkGkQvd5P3DCHiZXqlHtXqM7T0HqJaRp9j9oZJ45epYSD6QdaJHi28AsrSrR48TN7lh
Cu1Eygd8aYQfshknAhzT78yjazFHeoDMfgdrLuai0N72QNh56XcQiKtFRXTt5Mbct7RhW7Bx51bZ
i7AtHz0ng1QhhQpfrnf+YJ0cJw5ZEZ8H3jxR1m6Uca0wtHTFzDUAiCsgGUa7QnqB9aOdFKXiaCeu
1s+T/i0xMTCeF1+8Hmz5I+heBxQ8vHg4tMaLztbQ50u7P1e/EAZRL4InXO5Hl9l25w3Ix3pF2Rbj
UWuyDRO5j3l1bQ0XPaeRUlKGWtF/baEge2nL4GXigodGO2nNcXxumS9M33ux7+z2SFebyAvpwUxR
hCkx/G3G8V8aS/Hp3bzK9JNpQA6lHwMP5LLJ+znlX0t0+YQd39vtGIwAonEMKJDzCIWU2yFm6SeA
pHAeL1QBTZHhsZ7dpZnZeThgqPeFCrNRInPytT6FXA3+cGl0u1BWRHEMaYoUu3VzoBhuoXi09WSn
xcBgW18N3gQ2LzeOkRxLcDv0JOzb7KDWzCfDqe6mbVVVf5JR23mIQLmgYH54LyEINkzFQasSIIjV
A8R8V47fddCdkygHrJSAReAZIEX93KygGpk1+qnlncCra1PH32i7aYyDSkIaO79vf4AFc8hFQeSE
ui6mqOR5fsNOFY0PeGRVce8FYgSfEbf23CoD2kOmtOUjLnCx1oBcSKYQTUFqjDKvha8uZ6aalzCE
Ok0HG4K3YfbPggCa7oWeld53gMk7z+n0K6/fzXijzUWXrF1DQP4fv2DWf8RsDJRupX0GIYqnCGXU
TwMVKQYeykNakbtOhQiy+7PQ/iRK+iUW1sFRmt+omeGeZ0E/9Lvb23993ud9cPEgAYgO1CxSbBmS
nMUzY83J/lZYziYxoQBdbDvAYTrP2tfZGVCG2xYXgumlSSnEMF7GRV/gAWQpXRfSzKi3zjQZkd6m
YuOOUB0zU5O9NyaGIHlu5EFbUNdXumpNK302dBnrLn+IdM+UqWtTBHX95Cmpsh3ypH4avSnfmrxX
z7cXvRAAYAusGEAq4vjji1+GOltJm74EmvvEE3ObmkBU2yZ9howg661AaR4p6MkNvxyGTUVKkLA/
5Io/Pbd2YJPHYti6wy+gLEYNIE+UbTMf8i1rn+X61r38hdJuxHGSoZuq66e4JO9mQn0oCYGpcTMO
PiHDscq/YK5tS9UX4h6K4g7pX6w9ULyzurWauNx1QrS8/CnSdTtxUDBO2MxTB9zjFwjUamrQGwfR
7/M6KKqQpysVQpm97z8WAajH0BtSHDDmXX4e8C95IJ119ZNqNMIX4tEW/iTueOX6qaUddPe9Tqu9
BqQCeqCs3XLt6wiSljaBBmS9HeNTlwVuvPKrPlQ5ZQfFz0Hxd67CgErj8lfVelWXSoXnM+Sd8q/6
SJsNi/shVMfpnhNDeZyslM4kvE6U9g2m/T2mbuJWO2vEAauaaX93ulaEHrHdoC6TPKSe2+8Tr3nD
/3Ty8Gx+ggTFq9Y62bF1cnYuM7146NDsDgdg2gJzKsZD3zXavwg6s1jVnEoCly0XSucr3+575aME
Inof9cHxXGoeNKvMUglK134yvBiklKWqeT7YJty/v+KQV86T97NU6VUr2HSLVjfAFXWyezOsOfqv
tu9WFEq4vjLaPqQx1roGMpppdjDAeQCTxrdEP/0jPnyqp9qO4hCQLRunwu6g89ur/MvQu2XY0Tz5
BSq68c4w+zH1aZOxPfrg4OOajLs40zgQG3QEnDv23kTVagB11/lvr4TSJMvr5E6pyRpfxUIkwNWP
qs2skYepMelmyoY4T2utN07gWtzVpt77Sd3pYQd9hkCnZK0zf52CobUM74YeNCgDkGVfejkbei3t
2t48Ke2rblK/XCM/WrjjEDBAzwgUN2bvPCmcgH6Fm3EuzBMBfURa1mGNNo1hnyE+OHOX7PPMb15u
x/v5j5ROLqh7wbruYNoDk77Smsqi7J2qTc3ThBb+vjDU9D7vONgNE1cL1C5NN1VnV9vbRpfiJq5y
tDqQSgFiJNPC2AhirZlT68Sn8hXkhofaSL4S6u2nrnus+1McQ9R7okeTtCuhaiGLwzsVMFq8EVHw
kMtEg8e82upd8+Rx3Tu0IAzfQP4djNqQ6t3SDNh2H9MPvzmL+UosmWOgtNPztTrroSAvxVP50nuI
Y3cu+BWt0/+Qdl27sePK9osEKIdXqdXBklN7ewe/CDvYokTlLH39XfSce0+LLTSx587DYAAPukSy
WKywalU2OC4tc+jq12YWPN8bKspaeMA4BYcY3emclwQkExJRqGMEtAEnWgxeGteRalFr19YmAl2J
kgubuQGanfVSplwCoHs2jEDuhmDUNc8iP6foRGLiV3OEVK1wlBLbHH7zEFMir4bYEghibl0Dpmf3
XWUbwRTv4jMrssDuyC5mznczCple8/aRi9KnG1cDHhDaMG0NTUYwNOtV4lVo+6rMzcBJXot8L9ND
Aj6LOc69gk6CGsOWLKQuQaKNzg1H48deq1Md9ygimYHVq4fEREmuVtBgJR20Incd8v3v79+nf4cZ
UUhGY5bEemm90tZSpytW0En3oG02Or9IDmWJSa0qfR56O3T0XV6KZj9eqw14VLGj6IBh3VSfKdyL
p6Wp7YQYc2QFeTT6caEM3mAgXnBMDDGcxp2p5annNJNozOb1nfjk88atgOqgiYu7eKDwWErEq3ag
NnTeV0p6bGgqGki7USFcS+Fy7bMEtpRSL+ygr8l3LabuooChREp3kV3utTbaYaTq0/hNA8jdIUEb
Se5A/gxp4lciItdrXcKXwKbDc5AVdEOwY7jYZkuqU0nuYzuoatnPk3ukvKu5d1WHoAwpyEpcv8Br
WVyxL3LaejDxVgQFSZ8wPQthuOlr2WOVLSKjs/FoMFlIr8IhQqunya0rm0a9NprGDhS2pdKQ/Eww
tRDsfRXd9XFDPSBI1bs4N4FvAODj3qzp+O32xdlSpU/CA8hHpZXPjky0nKNhbO1AIuALlLtudLVK
1w+3pWyuFBgKANqgrgAccrrUjrEuL0VvB3H6MlWVS3LDzbTHHFSrk5wf0qiG5bN3afL7tuCt00TS
B8k05Bswyotp1oXmqNYw9VWMHS7rvD4t4zQ9G7F8b5FJvtfMUT79vThQt9h4DcE1hgdlLY5KGL84
0MX+fBEl6XFs3hKC4EURJVG2ju1SEGcBnEkr57qe7WAAdwNCZrReubeXIpLAnRiGJM79mEOCrAeq
83UmApXYMp1sGhnyj3iJrijSJ2DpdamT7QAMM270Z3juH7XlAHonQ5RVu/ZBWV88+I7QSoWnna+l
FDk18qmX7MApf0SFC0+6j3fZ7HvF5I7G3/XwItiAE4Z2TPifuoxCM2c+ErvBpmWmHeQUzel6GTUe
BpwaAiN17XlhWBKK9yCWQHUXLU5rPRs6s5+aprWCQnotJ9mb7dLLZsFSREI4Za4oJlXKSWcFqUrc
dpDdSrn/fwvhFVnrCzsCRV9QZLGnVg9oUduBePa2Lm+sBK4WIkBGrI5+S867cxSE7upM5GBO4iOo
FIOkpl6tN7vbYjZUGlEUTA0SuDI4UtmVujA2jTqORoJ+/MBMkp0Tl49VHFIdZEn6tyUD5XM7CdCY
G9ZNg88Kdgm8iSyTuxY4F0u+wGLLQWUdTOOL5ZVa4zqiDM3W7mEOCrob4TUCj8++4mJZhRxP/Zwv
cgDfeTjaSbajUmHtySSq9WwJAuzFZsEMKDOunvlYkuVOxf4B7f7WmLVXEOdpaEaB5dkUg5Iq0C8w
vFd5VxQ8TdBIQ4yGNlVi3ZP0pTde/14V8O585rOgC7x3TyoqV7rTykFed+7c7Ith8IfqfSi+YTqc
qDrNHrF1KIGh62w0L0gp2GQztuDLA0JQZKMOKgfxQxfdd3W5q00Tybq7XhBqbrwJ6J5BdZCZHeRT
OE3AsMNFTq1ODiTzlx59gCf69q6Jfp97rVtFpToZ8fvL/GCXP//d78PPYgkhuO2fXsrFRmmTkmZm
PWA8qV23MJpgnaBOc7y9iC31Qn4Lo/HAVY76BmebayMnTZUqckDL90yrPXCMYTKbwK/ZPPILIZxt
jgxFApxHxUqGBNTBwyP0ODbIT01+Q3+AwBXYMjOXK+JstNrGMR06WQ66oT1o6s9i6l1q0p0hGu+6
ZUBhojETifXhg0R4rcjaDKzogKMLwFVfulH7dVrO6J/VzH0uyl1sqhqsDF4FJHdB4bAWFXUxAtfW
ga1mrEwLmORFYIatXTOAiMYsE9apy8O+dWNUFoT4coCOwp9qp59lDFPQUjeL6f62xm1KgoXG2wNw
EmzAei1EMhaLoPAZmNo+112jRjgKfiNRB+rW6TDrjHI8OPhRmFqLsekwkhyeT2D0jts/dIovIUes
DBbmChEUqwW+9NY9QjUc2E/E1qDu5axalVBSakghBFaEWXioVOP/8UvRuIsNpM0noBevDVxD4Au4
RztPASMyrIRV+Ov7Ip6ChBqzmxb2vjPuTKd3uyR2FbRIdWUcTnK2i0Sjz7f2FVy0IKcBOTh8Rs5g
RGrsJI1ClWDuOlfvv5b2k0Mhaj405q7Mnm8ri0gapyyLWZloHcqBMM2J2+iV38byiOGlrh3vF2n2
604rBd7qlrFCSgajFFhmBlC2teLIBc0aBQOKgio66KCWs8fhoDrvaZN5gz79+vv1Ac2OgBr6AAwR
d7HlOqUDGjvkABwogCs7QY8cjB3Pu7R2gcF0jSQTmMfN5WHMI0gK0fqAOHO9PDONNWUqoagqgMEq
GCGGAhM+8iOyznAyRaiJrWsByC4sJB5ieLPc+dlmuqBU2CpBhXkQ5p0a3RupgIxro0wMd+JCBnfT
8yUpHYOiToWxBS7wXrh+utfZX0ZF2c06hiEVR9TDhuR3J+K82NpL5vvBnzHQVsq/0HhRe7VFlxtL
4y0gDyjj36MpeRhWAndTYDa3dhJMFJhpCpedBYbrc1PIoPVzDFkmCNQjanwt6srr2lyg/dtiDCQH
QZbMqA/XYvAEgQ9F6VH0K5+1Ht161B0zEafo1hMAZUClEqhmJATZvl54NshD1hLqMEowxrWH8Y+x
NLuN/bRMgphw49nUcS6YmopkvIZIdy2nMKtW0lksMGV0cSeU645q2YoGJWyshpkJlixCxkjnszaL
rsxTWUxyYPf55Mea3vraorhDPO1iu5IEFnHjgBDbILkIMiw21JLT9nIsDY2M8KX09CW17pf2LJwS
tS2CUWXACKLMwF3aCAFTH/V4oUFI4mDstXlfzO2AoT+t4HxEgri1THZLqxqLDczqA3y9FXmeDYGT
vikClRjGksoaerkHE/1QipqwtcxL4drzHd4vtxDNbNrUM7BbMZZUXBBez3IpkRIyEiXQlAiDHmdH
P6Fq+u32U7GpZgjTUTGAGQDN1FqZR/S3GFSplCDTx25XRQb1JN2Ijt1C2j+JA2jtbXlbdpV5m6Cs
BonQdf/B0jqjUfaFEshL3Z8w527Z6Uadekj1yMgVScS3ktzA7NYaij6kaKtQ1ArcZaMIAbW1cpZv
lpEZw8gYXuU7J4HPI6VwOcrUjdX71om+DsXOlPqzYMnMeeFiU4QONmAdCLpsMJyv91hF8+EM+k8l
WPYNupbvOu1IMvdAv8Bl7ASaufF4gIueIcpYtg82fS0L3WvOYI2QBeSXa1THaIaDgem+VlXtdf31
9so2/CiGKAB6EVT7aLzkFlahjXiSW5xlmQd5EUg2ILnm29JXO1v72tsCG7UtDcUtWHcV2ED29wv7
rqBkXZMGS2vwAuc+yB9bT/9TNztFRKK3pRp4pP5PEmfhuy6F8c8hacCwYutXlb+NxuiZheCstqzI
hRje6c1GJwEnLZym1v4GriZPJj8x5vv2EbFP5XXvUgZndeMJ3LMYqQh9cO1DWR16y3/oFq//M2aC
1WxpHlxOkPGBrBOXijuexbHrgZYTXAmtUnd2uxS+biXNCS5q7xV5FT9ixJbolbxaHjCS8DaBnQWW
BmVkTt1bcIJaKTAQgbosrhrFpzEevnf9fnKc06BXbrL8GSn5entPr84NaSZmluFjADIHkP5aEeUm
0YdmUKVAystHqT6lcn52jFbkgV6ZDSYGWFiGHGEBJx8ygA5HcvRICrK83inOF/MP5urU6JNC6128
75P6NBWCZOrGyvAUoJCLhiW01fDxekEXNDXoMgkpIEhsTN6wuM4oUEmREO7JmWH8h5qqJEzkE0l8
zBDQ7O9/fUKrdXBbF2Hgr5YbEEHMFvPjPkbcYNHghavnmQXKF3vFqZ5UOwjqxpmE5l2xb/76zcCv
A1SC24SUM+vWW+vYkGT4eQsnMRYPyOm7xjfH+pFN+3i668qPGBPA7eHv1Zrl7dlMJxSakYBai6xN
vcJouoVgXjHQz04DxmHLmwaBmbiyrWxhyCuxvhJ8uMzZ1jEmKAV1JgnhY3uSTIH5aF0lv5uHj9s6
cGWP1oL4MEoubFNqMRAuBPEKgt9veRJG5gGNh54sQnhdazQyQYwECIknrOnq0Y0kDUyWRh4muDY1
KnhZ7CZ//Vrghy+FcMcztDoSJAuESAQ8VQ4kSO0+z//6ckIKumGZW2tfM+NGs5EOQ6rn4WL/BIGb
V2R3BRGczDWqgi3lQgi3lG4gFOlCLQ+tGICpfPSH3No1Ff0+28O9k4LGeowaV+11n8xAIWoNWgyr
OgRO0ZuaCs1IovTF1gGaLP7VGTkP2v3Wqk9IV05DkSShQ8LKsFCmOtSilnaBDH4qkb7MekoUkoST
89bIjsfucN2L8tQiKdx7r1PilG2DlTTmq9FWLiZw9Wrj3r5aIiGcBR+Ldq4SJgQzlhIMm1Hmbmck
sSCO+2RhW/kubAQMoBLA+OByITe4PpVWTZISc8nzsB0yl9rkOEexS3XQGnt2T+/lvvJLkFGAGSBU
ym+gc9WyZj+0OfDa1KPZO5TnKLf6SU0qd2nG3e1NuDZkiM9RdsYXIn+u8efpyGSsgOMqw0pvAR22
JLrvFTP3Eoz39GetTw635V2/N2t53MliKkusUIuUIeai7vSlBd3H/1MCd6w068nSjbQMJxp7pvme
iOKFa29tvQTuWR7kaCaGgSWgnjn0jdukkCO9K+ZzU5o7pEV9cxI8pKJd415pkIQipKyyMtRKY6cY
94MlC3Zt4zKs9ID9/SIsccayKfsoLcNeOUyLEyzGnUFFVNebQiyEj2D8Re7J4o5mNhISZ1NVgvER
kQgKt9+HCjYkKpr3v9cy9v4jRMeFQ1V9vRqayCUaXOsyzAloPtEzn+gP6A4TgaE2Lg/KQXBukAnC
0DG+b1lpgeOW0Doc5pg3Znn297FFr6WITH5LCpwM0Byw6X02H+K3Xeb0CbyakEp+XsnPoGb+ABsa
MOsiMMqGmuFk0DYH9h/UMPhG2WJEI/JgFmXoLEUZRCZR907Sfr19NhtKwMqdCnIIcI4AfFmfDYas
2JWe62WYynF7mjBz/Zc0janbIX0nMvFbW3cpi1O40aYqUsOQlSyvct2cDOPHhDdZL0SUlNewOASN
yNiyNAy8wisuzm6YkTkZTNxQS9pn8Ai8hfaHqmk8Tct2g4yRqXX8mBHz1HZPtzd0wx6tRHMbiqRS
zpghcKtQFXeh++ougytKSr/L/jhp41pSFvbJLKp2bW4ueJnRqA5nEeMf1gep0KhVaFOWYetO9nMm
u4QcreF0e3Gb2vJfIXyUCoIIcIkMuMkyOIKj6rVPMUS4sAZRZWtL9ZEqQVofrcHI73ObCJwoZpn0
M7SyI/qdVpbTbs7qyb29mmtvnqXQQB7CWkMwBpb9/cLKqnZjUD2KK3hPqAtKeTBZ/QMyYb8TtLW6
jq4Kou/N3UMzCPQRM+HAELSWp5W9XoDyvwztpCx8Oi+lL2WNvS9lIiIt29pA8BuyIgzj9eJtYUt7
w2w0WoVOHR1atUXba2T0wMjc3sGtFQFWBOMBCCp6JHil65UcX1BWYWs/zSYmfiISavPBvy1lYzFI
HjDoF3BSsO/cOXVJZmPIT1eFunwAjzMk/Au/C4kRuIRghAelC/8Uki6VMtIMdUiT6skus6Aky7uu
knej0P76aQfdBZpoEBmA9ATV27US9FlOC8VJ8jBNf0rlN0QFuvV8e7+uT2UtgvNx2Vy3fijTPESx
bxoSF00WSvF6W8a1mYMM9DsgUQugKVRgvYyFYExFY0JGNtSnyARB+ms93tvxWcsOMvhpZIGmsW1Z
++1redy2gVUYZTMV8hzkK+T72aPF62ifZNHIxq29gzeEqXjIqSMVw/5+aRMo/kEGPw8rTLIpYjPI
knsd5Ay3d+9aCtwhEN8hHwYmGAhaS7HTMjalYsrDadL9aT4PerETJpOujwhCbA3FbA1eEbyItZC6
hvGsTQT3Y7145WS5+oheg+EjIZOHZsvy0JaZYF3Xj9BaJGe3u1ntrH5ApJ8akqeMXy2g9KAQoyht
v7l/YBpFqhTpHsAR1ksDsCgxJ1mFnFH3c3RIOWAaEGJoN1YD5AFjNP2kqeBpy+cKjxA1rTxUq8yz
IgVRWY6kgfwiPKprCwcrfSGJs6PzkstVZ0CS039LpntnFM3quxYARBamCcA5QD0OUMz1hqm2pCCh
NEdBnR8L2u7nRATPu94s1o7EwJ/wvQD+5B438NprStWWTiD1jU+lr3G+oLm7uGPs7LcvzzWbDcNi
AbwE7hY0JCH8Wy9mXpQKhI51BBjFn6LbOfJXFDzA2R+56uxKi3ocpDs0O0v2/KtCJqHqwrg5aV3i
G6IGmms9RD4L9M6AbTFoOt+pV6VOv2jDArqz2R7DyhoyfxlRJmgcOT8KVs02cG0BQSzHeLJQIAbU
0uFsBmlSYF9pF6EW0h0q+70jqa915XGS1Lspz57MQkYmv3WH7BdIi19LNRV0nm0sFpvOahQOQKpX
zIYjqNZaRDlSUGnDTtXCJH4tYlGu6drOI0BEgzjcI7z5qAKuz3YqwR88dsiw1nq0d8zJhXWMZ2c/
k7de+3l7SzcWBEVFIYThB0yEjGtZttHUWjXESQjOxl+Z9VYoz7Qwvt4WsnHzYEDwVOKNRCsnT3JY
t3lHa4PGYTLV/W4B2Rk4T3QRTmVj28Dni/cYVUyoBm/r1ayvlxnJaaDt7sHK8qC1D6n+rOQDhq7+
ur0g5j2s9RBRLyrcGKmmoOtR47wLNQfXP4kkJOrsYZeT9oTkdKS1e0wI9rLqozYFyf3rU4I8NNWz
U8IN4wei9AQu80KcBDMu56NOltCopMABkcbtZfE7yLLTSE+ga5uRc+E/18qQ6NNiJbRHkjPJh6Bu
pRolpLzYy6UE3xm8oV6K3fjLK4XWOyRe0GEA3A/+zY9szdM40xGFpmFb3EnKKyspdR+318XrH0Sg
F5ZNL2UMjVeFxTZKrEKlCQ2JhfaccopfYiMXtWlfb56BYANcQ1B0FQVMdoYXXlMy2inGDnY0jABh
s4GtiCzVn4fxdwnGwhQjUm+viVcJtiYAikAfBrCUhWVx4jB1VDbA4xZaLVK0YJJP0dvy47YM3nv6
lIGhgQ5ySmx6IKcPVm8naeNMNMTkcG+uAMkpf5rTE7gM3Kn/kjfu0Lz9vUR09uItgduJ4I3LZC65
muSVTTOw6Cu/mz5ZnjA6d3y0Ydh3ddukJxKZ82Gqx/ZA61bEyMVfa7ZevCpgdEL6Aowh3HrlCSS1
jZxmoe6AvyLt7GPVG987e9z143TQljuh07O1w8AImmyP0ehrcQ/a1HR6goEpWWgvGNiCjl/Ni8Zu
r8u15WYSTT0j00o/b+QIE6aGVnDfr7wILBhxOLDJMGPI5fHoWamXensysiJcehvOalI3B0PJBk/H
uJid1Y7VQe6q2qdq1R+VCjTfbjylzqmYpl5zC7OYfUyjHs5lF2VBkjflOcMANUEyaePyoj8fQ9Hg
4jJMGGdrh9jA4BtNyUJMuqF+JunNW2ZIjSAvccXb9LkVbKAkCEyApeQ7kUAjVthKbWNq8WtZfaSP
wDuWB/MLiBije6p6FWYGvGvS8ba6b9gMBqsH6BHuDK4Yd4kdDaPzFgXHXykfzfBOHlTpLn9JX29L
2VDrlRTOLdV7q8xR78lCWgQxnCOKierWF/Bh1UbmyiKaH5N7G//ZyP+uibvChtZZcZVqWdjlxuSN
ahODu8aQ/SjTFj9uu3h3e3UbhhBYEdB/4OqC9IV3LoaYUsb/k4VzCbZGvPd3uS54freOCcsC0xPj
TcGvrW2tkdG+xQ3KwrKvMDxVTp17BEXkrlAy66lUs8WtGpGnuXVoAKnAGMKtZtz3a5nIICUdzaGP
ffQ0+5go6yrLb1J/pO+3t2/DAoFfH3kfRCw68lecnNkmtWw1CMPbQUJTKSaOnTHMr72voqL251Ey
Tki3koe5lH4BNSsqjW1KZ0ywLGYGwwinLBJFdzpocfKwnuieZCP46OsfVg18duMPUvOytOStoAKN
2dJQONfIPzpIlaEFZL21oz7WwLGayDxE1GW1z4k8R82L7d/e2S3FxAuNWgycedBssr9fOARFYnTW
iAl2YdbdtSCj0eL7SlTy39JMtE5+FnLRccjzvI2a0Y+zzGQkrnUEeAEjC6zGHUXjKT9bVS49Xnar
MTYaUDAWlwA9vV4Mhvnoo5NXRThXTwmGABax7IGCO22fNdmVC/Dtlfu8B6bgrYk6V6oeS2cXSY7f
mLE7Yp4liTSArDsLjdHJYzt+V8gRM17vqkUUGW/t+uWHsh272PW+wucPaVuEGkh0UbDGbPT9QnPB
2V6rEIIZ8D6x8ZbI//HN+HJfz+NMgRNTh1d61hBzL0p2BDW56Fm6Xg6S84zEEhhXsJ3wZqCre6AZ
K7kIp7x0FXA2Scqvuk9deSk9xglijMATdeRVoS+2LCHOp0CnLu7QG3si/bmt0BvuAuamAOCKRxIZ
4qtgsRjRDDabEfA4zb4v/Oghcw7d8ifJ7+Ag7Ek3HvNFBWc2RsxNfyojea61xpvNjzHZ3/6SKwgD
ru3qSzirtZh1JakYnhSa1k6ffSCeHnt/2A/77ESe7LvhpJ3LwaWD22b7qnxYqIv+i9vfcFVg47+B
e1YrDXgQcFMjxbz7PvrEo77bf+8eRFfvEySzvnrrtXI2Mmk6Sco7BzbS731lP4TdSfeVL86+vMNb
d0efk7slGILuaPlPYI/dSwewBh9wtw7x48cxf2lctEUdh0O5K3ywDe8tgTm9fqnwfYh3cBdY/GZy
dq6emrQGEWoR1pQ2e6otuP+21XhK1vcH2Ug1vyVm5BdFJzqCjVsIySxHoiJmsPiQS1uy1FTTtAjp
Irlddah7r8nctjvdPuktMWBvAqie9X0h4bk2KbkEt0Ce6iKUjSxD5IOpEXp532BoViJKx2ztpYno
A2OxELBimOBalANbbjsVrNfUgKzPAFi0H0ItCsCkBjxO/cOgIgPDPp7XLuY9Ma5c9Crw3RCLnc2A
UJEizDCfTa730vhuYWHpW4Qm9khBQ3kGltg4NJTjKGj5vupZYDfoQjafsUEzZNQBFVuEzfLbIYdW
QQI7/pHVHaYJuXX53E+/y2Ef94KIQiiXsx4R5rTRtIRcxzb31ujs8vapJCflzoEeYVj20oP/cX4r
MRvktiZtWXMMxEFJklXykCZeH2+qlksxzA2uitSkHqFFikI8ckZKW4pqbFuahPIso0GBa4Vp7mtR
RJ9HNEzqRZgYoPl1CJEOPVhyXCsal33pdKmfmlYPOsKiFlyXT5eRV6kL0Q6XUxzzesmAYy/C2DQ8
jeqvjvnWjXvFSfeD3p2UDmMVdX8Bz+aLM+8QX47TXaJ+m5rsPjKbw9w9IVF/VJ/MGlHm7QO4asll
Knf5bdzRW3qiWeAdwdE7d6q1a5VjTNCmwri89vH85PgTYhY8X47gtfgsml1vCutsAw0FBrpwgkez
q526wKbkZyRSTo/gQI++mqX33riKh8yK23mZr7qV++0Hpp14dIc2E6/ykn28Z/9Nd/Cn/EjgxjAl
uPoo5I6QTWegaIOzbF3TmY5ERxjQ4tAnpVfOj0u+L7PiQNw6ddxmEdHEXd8AdAqyQwBSFSk/vlqO
WS6T2oO9LUyzxXCtJg4iR45didTH2yd9bbQvBSFlv9b/tNFaVacdYH2DHUTU+haDzqvRba+RBZuo
X20ik8RgyozgFg1wa0kYUTQiiwKghtOTX8gu9d6Q5UTwyG4o7loKpz9tb/akMwcguywHTmDnqdW7
U9ceIjpvLheXGBiL1mO4geRjrELrVoYuyM1tHh2y3ozbHZ1dn1944Vkb+rhIE9tRy3lForZR7mX1
9fahXRstLBK9x7BXGjII/Eub1HZbRPJYhuOz1d3VXmW4C/Gi75QI7MB13LQWxM70Yi22WhepBTx+
2Dloi99J1WEw98YXuRFc+005n/edZbixorWcmWp6nfYy9qwzcJu+KemL0/Ze0tzZIMK9vXmbGn8h
i53fxZpI1NV2FUNWB3YgzZ8V4sW1L0yGXNsMbN2FGPYZF2LSvpH0yJ4A7rK82HTROg38U+yPu7jz
J3V/e02i/eOiOTu2mzyflTI0kw+bpEhMnjPk/yRTSHQjWhb3NM89zYsqUwHr6kt0cxX3qTU1rqpO
rgq081Dso1l5nLVY0BkkWiD7rIvdbEfMy8pMLLBZ9Pss0o8YxL4zxiNyFK6lCZDf22uE0bUslmPn
6WtbZYqBnzYgbPqIkj+G2rlG7kIZlTzxrKdJGQUqub26/wrkjq9YAPuYa2yqYvxKI7e1a689Rfqj
eb6tJtvWEfSq/7sy7vTMAa4VAXFdmCZh/9WQ7C9z54/p29wMh2U8OvDbHdqfEKejRUqgo59tKOtX
lN2I/wrnzhD8vJmCGLwKAV0v3KRqqSsZFJn8BrBLNzbn75Yyo1gBDKblp9QBmaVWJ98i00x3Zp4W
d3YngeJTApO3YFvY03P1ZSaYFxElIYugc3c1j51Bikag7fKHJKg9yXKlV/rUv6i5uzz9G1msZ5uN
lAIggTN1hpa3TjLjeSD2IdG/a6WrRZNnvrSj18k/VBs+TnX4VzIdpPGQnWLtkevb42R4RVoDtqjb
z7LhR873oX5RMQNaO0vja7y8T7XghWKr4HcULG8AVyN1iPYx7hmuFKWNhhxGdqmKJ+I4950y+7dX
tXVLUf8CtoPlnK+4I0Y5A4FhYUOXrWMHMzDmAelHb5Sf8ihzSfdW639XgmXEAZjti8iWAa2R2+Nu
j9OnttV2Foafxp2ndX+U9jVaBFeUvT4XG3clg7skVU+msSil6YxZcSAnoB54s70h+np77ziD848U
UEYDFcNwGvyg2kKqaBY1ZD5H3SK/EGROdkgvp8e6UnJfahL1wYzmUeAYcV7Lf4Si6AtyN3AIGtzD
Wztd3yNxOp1Jo5uMl1/KMS+W1PO8XxK9+Q0KIP0b8LvVfiRS1J5uL5nPQ32KBwAMkkFfhYiPu+S1
tCxSLmFnx7R6sJejpIUGsM/lcBrQZjqq6bk3js74d57Nf6QiCQpKLTg2fBLdNJpiScd0Puv9WZcy
vyc7qX8bzbuRfLm9QPb9vOZABMawgRsEs5q47U0oEFDEIdPZcpBysaNmH5XUdFHUkj0t0kUh4tZp
IkJHsxog5KDc5N4sK6fzWAAndp5jrT077TglrpE25rB3yLxkqHnbmA84xzOYeCKzjJd/sbFwsllO
C+3/psFZGD1bqFIM6nJeqgawxWRn585x6vL3TJp+aNogGm97dWUwBwYFGFAbgBIHWS5ue5F/qPOh
Hvozga8zGxiTgQJwM/ySyO9CNPnt6iiZLFS5ET4YSBTy6S1FW5qslez+bCbjvqhUED0ChznEJ1UV
7OL1rYAoxgkME42GcmA/109DScfBarVmQDWr983xHup60KNp30d/Mqty475ye5J86U1J4PNw5tsG
57IKc4rniG0pyuprwVaOSct0tDEtvYq9Kfllk7uEABaE+dE/hsg4COeqbGwqGBWAAMVTgV4ZU1sL
zBCoL2WRyOcG6EzMkYpI9axOKcL4QfDGb0tCQQvoN+BO+KXZJGkaWqbyWU2+VSqQdoc0RspCEgHg
NrYQjTiY44EhIix1xW1hrCTTRBZHPtPGeqjUzoeXFKKltbYat0vTsJrSX2UuKPJuLe5SqLreRiUm
RtIDg3CO28RryUmO/+D+z9qvv7RmoIQBvArvLdYHICH31qZwFPt6xtrIHxkjPtX0q6nW3qwJXoUr
K/bZOsmoShjpAF6m9WqqLm5HhbbKuSLkhzrraGba5bryoJMhBJyhJ6Z/e118UhV6jxw5wy0ii8z8
CG5h8aDEsjbp+hm3cb9gvhs6Aw925niFmrkpprJMNujH++qllimGY/0WiL8+PmQkgLvCrjIIm8p0
6iKQGppIKg1zsc9d22OAz0NR0kPRoG6e+6X84iQf1fQjXZ6LQ60d04T6pvkmoc1BsAvMqqzeKmTS
kL74JL5heXzuLjpzoRVRZkbnTGoIQ8hIwQhfEnuhiHBz13Yb6Hng/lBaxlOFppD1ghN7zpTMVMlL
LuuuFjrSY93iWaq8iL4K9pZ9NbcqlObhXwBogfY4HiMwIjTJrblPXrQ2M+7iuP4+jonyQOdC3RuF
lH9zMhXcMTKGerWZvJxqxXxs6dje0aILNFNSBQ7X1S4b2GC0ByNBhP4opNTWSzcqLbEqBd8z2I/t
8GUsRp9a2l6w6qsrBCmYt8LqWgxawq+aoq9HIZ+rjnf5h/U47H5Nx/Qj8cYfJabkVp7tZr61c1J3
ehISN16/X5/SYdaBz0LrAg/vr1Qlwsz5IXmZbOr2yxcrfyH9c2cnQGN9lFXjqygGz6IZQVx4w9DV
aLMEigatt6h38forqxizCyBt8kLr2DdmMPMZxU6wr8x6r7SJk8G+4eKmYlWogRB2et/hWqleunP8
pHSHj8qtXi1BfmV7Hy9WxOmKlGSFOshd8tL74+inkmfu+l3sKf3OSnciyIdo+7g7qRsS2qJ7CJOm
1I20PwlxBN4Fz/HwnxMChSKAByjDf1bGL3ZPi5y8j0foBVK8JxrEz44/3AEQMPjyrrkfj9IXcAaI
QBVXtoYdmQanDWUbDET+nPl+ITQpO8ukKtaV4iX2wBi1I1aG97izz21C33JVlBa7suacQO7Usowg
fxVDR+IidnMnvkvVX4353awGgX5smRL4aYx3CBcdLP5rZWyTJqOqMSUviaKjGGdi0kgGj9EbbVlE
0SYSxem9RTIVxEYQNWcvs4SBGE7kItoQKcjm9ULogJYMZPiu/E8zj+m0qBGul/wel8rBJN1zm2v3
yXSXZdVJ+zmq9UnKpAdqiVh8eRDlP8p5IZvzobJIa9D95CQvuuUtmZfYu2oPlqom+lVL97XqWvQU
Dxju6yKsuW1VNhQGrNgg9EUsylpmuXOMGyMxlQHXQrbKE63ns6NPjpuhnUHru1SwxxsnCWgeo/RF
oAZMKicsKzsUzRKcZIPB3R6ixbMEEO1hsDXBqjbuHavKY5ioBVo/vEZr7SxGO8OH4CyVR6N/qXU/
0ZCu9fO/5FBh58ayg0DHw2dBgwHnu2UGOJ4L0CK+wCM/Ss4rzR5SWxFkma68eiYE/fUwIxgqAJj8
ejGo+jWkb7L0BQzcSxomXbOTlHOqHDD10p2qbqdJAieYz8z+s64LkZwZoRpREaeDhL/8AACflO73
Ymf/eFf/KJZnuqrjmsdW1GbG56L/IxSJAzQcoD+Lb4hSigUuIsnTl0X7H9Kua8dyW9l+kQDl8Kq0
Y0d1mJ4XodMoUqKyqK+/S+1z3HuzdbZgXwzsGWPgLhVZLBYrrOWQP+U1+a16w2ba6Q7NdqR3zJU2
iuV1/ZbHWWOTahX6pyGv7/bWM83vYhEoSY5aoTl7s9YDtiaM28SiZkKbKhRoprEFTlO8/iLTMUbX
EAJi7YbRxNNijTbp59Piy3K+NeS2sdfqtMtTaBiFA1oHHirRHjOXKoOTK6OXhZ/R4NfI1WjDyu2w
upfchZ7ruSKODDYrvZdduuslcys8VhEL0vbYg12tB52m2ceOlV53zRrSwLyWXKCEA/Ot9uwdTm5d
FWPFIgHef8BUofBy2k+Ik6rCu+w5lyIkPNjgPLWZix5VynMxNaGs7NMiDYojfIQtG5u83CWy3cRe
LdjDdFirCi3a0IlAzqsRtCIAHR/bqTvTNo1tEOPaGClhzx+XNeMbUf46iSeCuOuoCsHhKEsQlDyx
PzQwDuYneQU01ODlNxKx33Nb2b8c5dKeRqe4lxzp8fIHLJvPyQfwR1NUx5S1MJ+S2dE9KHeVq8EX
/cGtHtqNsXNXxM3n4IfBnIjjDyf6M6d+hLjRBePzb/nzVr2hnhI74+Zo3brpp7YicW0nuYNJ41Yj
wB9Ogzq86lW0xgcDUg3S3EMT35cPabrW+Ll0zYOLcgZgBdMG6lrntipIfYkJEOzoQK9HtBQVf/Lf
delfXsflZfwWwh36SolSFpVNGoSVDNLsSX+L5VpyEjauEWEtBUxz64gxZw3R7M9nKYssLRrQtKVB
q6UYytgzP9wpx6551PR9lL5X9ZY9gH8PYPOic1nJ/3E4vkVzWhqNDGAHkJkG5ngT5p+NflBapwER
cxXZTDw0sltX7/pD95p2jto8RWpsh+85gO+b6k6znlXTT9HIdPmjlrf3+5s4j0fIUAE/GMsRpULo
alXW+QSkWy7wOgNhGrzL0laXgAt7kCMmSWmUuMya2K+/oAHy3s6tt0jrb9sWNfFxr+cOpfvxT5xK
u8HcjpKfZiBeRVdx4sgTLto7Rdl1+Vq/z/LJ+l6J+e9PfD9ACYHMMu+OSA7yXndGsutt6zG6FddQ
JWan8NNp/C2Jx1vTUPfT9HJeBK2WbMbqxG3UYg2p/n+4wm8xnNMvVSs26QCFLOtRNrzs2Nd2ptjE
NZ/Tffx5eWd5Xua/PD8wbOc8PHoMeCQgIe6ENmp7XDHEE61roDVvyv5hprBisl9Zj/kurR+HxjnQ
D7M5sM7PhR0q9NLL5e9YtrDv7+DvVt3Kxk5U4UoKfVtOjoa2+Y06XeU6w2m/Ifo1WgBa2tiy5o5g
6BjLZi6HAOD3mDV3QrjthFed2Or9ymctpLYwLPL38vDvirSfqJKjaSLo+/hFMP2i2bIYLOw3eKw1
eXmndpUDNo99TbeZ9S6nL6S3E+keCX+mpF7RqZjn2FLmF5Wba8kul68iUrpTbRyUwc5NBiLNtbLK
sqs8+WbuMh8wJZwVqGsE6mP5Ow+yu+qKbEZveFCf47ssENbqgIu3wIk87u7OZ8YgUJ2nQRVGk88a
0HWqFSj3MNSzSoe6dNrh/cHoY+EeAPfB+WnPCWg3JAOHo1DQ8l0C7JBEO7G/VyyXits2npA4f1Am
X2+dyeztkDwwEMcwWyVOg2DfaG0SrZjuYlh4+k2cL6aYSxVoW2G9QazbTC+qgM9KE7cUJl9p37Pc
tGn/GzUM/7JxLm70qWDOKw+KPKlVizMTR4eyCBTgMivJjVGBCeCmTHxUJ0MM4rrUOILo+7Lspff2
qWjO69KhUox0gmgqCiCfxVB1dCRUsuNfprw2hbbkd09kfa3/iYfXaW2lLX4FdSnZqpjY49qRWbpN
TyVwLldVU6lBsSkNiMy2OZN3pGq2Uyk7ohGvdJYtPtHQbA6IawAUgACPkxUlOqOyCG2awsOt6Amv
hkM31Bmv+iu2EiUsm+aJMM4VTJPR1lU/QJgI+lxn6NzeoAfqhUBkzbqtMP1i+hov8mIu4VRDzh8I
OorXjQKfKffEZtTR2m0tO/WDdQOiijJKbGQyzM7B2IIhPAEs9bJlLnmjU+l8aD82uSE38H5hZZab
CDkh1xpV3FsDwvvLohav6lNZ87ecWGZMi7oogbUSROVBnxwiXkliDTzhK7OzhfHYD4kT1Telb66F
Iotu8GRfOTcojcY4ZQyCY2M7Kn8qpDAsZ7QB+LJJjA/j4bKeS5fgqZqcg8sES6spXr5BUlzXYuGl
aLLC/GLYI1MUTYiG3cvylrWbUeJQqZ+LwOfL2gOkRohaBie/02a+YAxDOHTYkNY1A6VezcXOJ46P
69AM9Lc4zl4jJQNGnAn1LIyXUy+6ku4NB/RjiCfAV44s9NrbbNGhIYOIEiHwTZFLP9evrouO1KEJ
gbFg2cqQTPakIYlweRWXCiDSjID3XzHc9SAnBboBE9zLaX4TK5iK9o3qBsPsOKC2OrPufgI1B13w
emGXLLYV2TH0tbTQomc9+QbunhiphemFFN8wgDN8oxwkyRY/y8KhzXP9odxSV8+uc+nBpPtGKFB6
X8sx8uO4X/Ht9yJgVux8raO4T4S8k3A5iyiy7qPHvrA187HL0C20qUBJkm3b7D4bjuZd+ZzRjSXs
kxxjgCx1ejndEAOIePJtUr0M5n1K2Ob/tUcgVj//vAKTf0i+4POIuMkx9dNdx+2ma9+mzC/AsmD6
U3gnZMdW7HciiGrSqbfNag0BdfF8/71JP6Amp3BU+0HWkT7bWLFLwNdyF6yRcyzeeyBpAe84LHJm
Wj/XNJflrhIjOQmsQ5ai4iEzT00+iHEs2t9p3dkdldza9LT+ZWWJZ2/BH+9TwdwxmIYMoK8DS4Iw
e+riP+ThGk3xe7G1I/YhpHb3dndZ4JLJA94GGD0oR8wwaueK0pbFYFRv4De0FCNaNyJ5bCJMKKVr
cfeSGzkVxCmW5FMrKmaFWuM42DQZHM18uqzKkmGcSuBOb9hXmtE2UCXTqCODs3sajll+M6RvVeFr
/Rr18KI4dEUDsA0ZK3ANnK8ckRJV0OadaqXKqWjhhlluk4YBIEhLHQCiSq6S1v5lHflZ7S8PMc/B
QzBQbVCtOpeaSoJBwaEJqW77LgRAj9VC95Ykdr+t3OxD8Ry5d7b/tAucF8sPQ2UjncSpgtgOuXm7
vol+K/eiP/0Wn4V/E96eaMgjIEkJKQZ9QHEszUNH7w+K4bbRnW6thAmL0SY4C5EpnptN8Og7X0l0
vqg9U+Z0ddaJeIEIo5vISfmI6e+jrBf1Xc0yZpOqso6AqWlv1UxLd5d3czYR/rCffsJ8OE8iMqsx
FYF0aRoYkqvWrR13u75gdmEeBHUluF46fuhg/Gp7wUQbn5HsxBYoSBXSQZFZmXtCa81G6ktwLyu0
mKAx8FqAaWLaGbNR5xoZTV/iIsfbxGBBH+2H6gnnTpn+VJ8FWjYB29ZldvIxaX76ForuYG1D6gEH
6u3yZywpe/oV3CEpmdQJTYP3XhSJ+kYvKbpSRZCMXJayGFCjDxWtWjNsIKbkz5WdOr0PmxTBex57
QOMG+YvsAUNQKG8xSIV726nMK/HYtx/janbv65zzpnMqmzOddhoHo7YQBurjDZg49mEr7LuS7Mj4
KIv7XpyrkqkzNi8yfU/63GGSn/VHJqDOvOubN6a5fbrVpF1T+rB/NwpfBZruMindqgkB2YawS8fM
S/rNv1ozPAbQvYueb37NdB2DUS1DtDwQ4Ae9leLVNGlbwVYBcTk9xdkuQT60pr6xcjnMe/FzvTCk
rWJEVUJn3fletZMFanXESEETq2ixyS2AWShxtWECqKIv67hofYBd/K+o+Yo/OdV6Pkx5P0wo12CC
wItbOm0xX/JwWchswpf04Z4BvRmiZ7MV8Wyl0jbbxzVz9Ciz4ygMwug1HEzPiNbaoBajIsCK/63Z
rPmJZn0VonGJYPNMKdpFYAXQitQxFDxXu8SNlNKN0R2pT8exscWUuZc1XtpBQBnNfUrohwao0Llw
TNMV/QA0vkAFTJknl1rhC1ksuFmqF//CL89QryIiIoBy8hjGAui+MEpvzakqYreovye9C6wqT+x1
LypWIrBFvYAAOeNsgB6Fd5nIsFY6S+MsUMIY7FsxWmyToUncrpjWHo9roji/qBYMDS2EZEHV5vom
w3PYy7Io8UViriVzFh3UDD/6H7V07ikjdpkQyqmeByKtc8VrzbrN7chqjM6vk36qrsJJGgjbCxpy
WY44KKCfG5IhBIrQJGlehlJh4lFdTpStkoaZtCOTEXWH1pJH2ZWTFH+OlEKpnG4wBHJnRGVS/5HE
uEIeUZfHDQu1tLS1otbZwRxkQF5H+thU21qk4J/pe7FpbQBklKaDY4ShrbXLYcELzEQdc+sSsgIA
Ej83V4uRPKlkJUPEVHlvk125n42T2O+YVrdT4ABcPhxLFy+iQjzJ0HyOdm2e7KKaMgwlmm0e1OaH
pNd7A3dSqIYxOirEQCg/GwqwJgGp53w6dqy4GhJPzR6KIfQH5XMUglD7AAPHx+WvWgiRFaRiMFaH
TlcgnnFOt7CGvB1pRAI1rm1ZEO1CLHw9B+4Z9QGoYNPh5bLAJQ8FiV/zEnPdlSdoRuBIGyYkJGj9
VrILEKE69qfyOj12AbjL/4Uw4N7OzH9AtkRD1/kWpx0xSsA4AYpn1wdk01V2/5TvHXKT7quVZqCF
k4sejm9Rs7WdeN4yhiy5n/XKcT3HpvEZ0/hVk8ia61s0pFNJ85ecSNKGMAQZGSSx/ZBtMTSNSkTI
HkFUAeCvbSlcFR4o31VMZWLE+MkUnzHVjNnmlD6urO6S8cAbWkDinVFe+RubmODTo6QiwVhfjbKX
jU4ujp4F0KlH+Vd9X1VecRcVM0c7EZmdJ/eFbMfjRivvL3/IQpA+t8/8/R3cvVMb1ZRWQkkCQlob
wCZSBfbMubUkWoOEWnIZp5I4e9JpoQ+Y6iVB4Sd35VoR/msKiwsZzhThbMiIEsaKEAuaMMco3bTe
pNlDCmipQ/FZvZWx3X9OaElwxGe2LR7N6wEbvxYzL1VO54kDTBYCPm9mNjw3rzZXY7DXtDCv8Lbe
6eY17ZzRFRvb6uz6pe4daXhvn0DbWNR2o4Cw7LbqbWlj1HhsFqs964vHCg19oIycEXUsbm9JMfW5
XOFruv0IgvUpfOmFAzFRiGJ02woH9ATE2ouq34xd65O+AXhrstfifwjWNL+uFVgYALvRRAngQs5P
tlM2CpLSk+BJUl/BiGSbJsh0ei/XAA/ryv02lAJVeMnU10FZu6gWdwTs74iqQKgyD2Oe78hYhVVt
miPs+x4jn95O3U1v1SbZkJ1x13uPgIJzxDfLFYGA1hy6Fb+2ZPLfwn8kPMW4rwuqTiQAOjA6FZoD
EVdb6+dN5O1+fosCjRc9zCAFO1dQy1kD+GsRJjftderkqt+g2AGuU0d7qh8tkEobXr3GcPWVEbkk
lUsPaRhSBOjwrJnbu4NXuAkQ9Pz2RnVCZo9252a3wl7xXnbtjXYcHzbFfX89Xsdb7U/pogJ8n7xd
dmNf+YxLH8Q9zWMM9zdmiQ/SbHnfvFL/LXYaJ/24qjBx0LudpwXWFmRpn9X2rjxY+Mb6INy/N67h
RRvr0XTRK7Brt9FVbr8gnttI+P8m29h0D6mdO5c/lgcC/DoRp3vGGWVbVm0k9/hYAGBizozcJbqT
B60juPKzJ91rXrcNr8Xnbtc628uif1476GRG8D93ZqPoyee45aYyUlVldZALIPgA0KQV+ygZd3BP
yLKFSPpeljdrcr4tGHmCdaKjeG4W48srVMmKvqppG5iPULTfvaNFs34i7lr+dSHfNcOJzrw2AHoF
kTvnZLRBNQkm5CAo2cVoMOjuLfk4DKptjNQVsl3VYUx4pTd8Plq8cgaAueZsJaCoRe5Ga6w+qsqy
bAM11Q5SioldK/6oe8XvZfrn8jr+9CTgcxNBQCVBGqa6OPMOR6ImJlqrgqgRj4CVwEtqjVLyZyRw
LoIzSjMdCqqzqg2MYfTzhqLGt60qNzEl9Mis3Akr6vDzQAXL9E5LIGts1fsoz3wlXOuCXhPBGYRI
9bSUulkdBjLBSLPT6Pnynvw8S9h8PNWBlot//6BmiZuwrHotx55QBgYTDGc1selOSelqeeml1fDH
EuuVed81mdyVjn4bVQxD0gYkTB1Fr3bMjOyC3MKf2F2PXht1e1nJpWUEWAKADGaCawDwnF8vqZIa
hVpgGbWJ6R4zUiBC6eKvy0IWco3zUn5L4a6TIarVvJJg3pXdPAIWzM2Oz2FnT3tHS9xxZSB8eQ2/
hc1/f/IGSNqinDSraAPmMGYnr9bvlgG27umyTj+Dr3OVuONErBro+SGkjH78ED+t3cBLp/V7xYCh
ca6ENGAXoha+R2tUT5gCzeoR4AWY1OjUletqyc2diuJO0pBRNJxNsw9v3ilAeIBO+yj8U1hU3Inz
ehnoewQdCtwc50wltYqbJIGUaRRcQjeJpPi1kr61nWlf3pllfb4lzSZ/sv+WFadjKbdtUBZWYYcy
aIul4oC+oyehKlciwEUrwJA5gl+0fmP691yW1rZjlmoMtlZFbhGjG096mxCUXdZo+fwgsgYmOjqy
f/AADOihp9IEMXF9FTVoypZrT7CKHTWBsB17shFdA8vaKSPlF4CWvTEaXy5/waKec3iNYWtA2PCM
jElEANJRiG2QZy+lBTXzYxSvtRevCeEOrt6BV53EErS0BD8e4kMuDLdESFZ87MJTElxNiKeBQzCj
y0qcNwojS+gMNYSBkM8QmSXRBCJo7gDxkdQgWM2InU+f8gCsZgW0YqOX9sTrStQjyvRGy0pHxhO0
Sh7oFG8vr/JC4Hj+ZdwKoFulSrrawJWDR6Qr1G54X6PR/U84eeTa2A4SuoJd49G41npf/zADM2xs
TQ3W3jU/nQ8+AzV1vHFl4ODzAw1dqxZmOPYY7sssJ5ZvR1k65GTPiK3pq0W3+Uo7j7LmTDVe02iK
nguanM6CIGisUWk3dyNPic3Irs5eS8vTfkfVK964Njo9BfIJNKGVs/vz6kMbEjB1APmCuMviQYZN
OgIkxMAIY2z81vRDnb1d3s2FmBUCZnwCFeU8jCnPmp84orpTpzJX0z5om6HXbYtmonTVZ6j0H0ln
WskGf7beJMHsFFcl5gQq+qwytrKAPi338rf8PFoYoEetb34TYDqUr4CL2RRlZhiPAZLUUuIChUPc
pkwXqQsevzW8iZ8OGMJk8JXMj4IZdeZc704gUgQsyzEQ8nynEtY4VILPGNMRb8diLXReVE0BGxAw
TBTUMvnTPE5lZzZ0DNDmIu6BBK9fjwC83cmGmK5EFoui0L1mwmuA5Ihv4A8TXcwKtYdiDNBVmE3N
t7JWKoCkxrDh5Q1bXMOZ9gWPnfnxMX/Kqe2YSV/FoTwGaZk0diRv4wy4o4yNXqexybssbKGNdMaV
QpYSrSDzNAS3hqi8D4imKQvEUbBurUhvervUIiBbAVDImpzIYDS7xTnOnSyKat8grVHvk8rI32jX
481nlGE+gnBY6h/ageTk6fIH/jyq+L4ZgRVjwDNbGxei1F0HjGqMBAYhmocPxFCLebJLXlmGn2v+
xfEkwnjNGQ6Hu8yNKTKEShFYUGGg64ApfLbXBSHetWWTPIjqUK107C1ohd0FJg56cDBGzb2SLq/Q
T9OcsTO/fxa3QkgQyaEeqSzQ75S3bKc/X/7xC6WJ85/P+TJAukSglsPPl8Ep8Ds7xMHOamwMgdFH
ks+/r8j7eQWdy+P2QiOp0gGnlqFvE1Qlh7zZSM+p/nusNyN6RU31fhQ8qbXFHU1jB0U6exjv6vij
Utdm+Bc6/8+/hPNmE9W1iI4KpmsjT+kO+qtOr2Sk46rX1K8KRyw0wL5a3c3rygrMEf75vXgul/MA
lqwKE2o3LOisX7Ry62zbTD4JfdSqn6P3fHNZ3JLtY3Jx7l+V5gQE95xRetDSkKaYgiSTUX0vE4be
6vDGSqrQ7uVyDYJ40Z4UXLqIvmaMbx7iImnaGeK/nIJOkV09+cyArf8Q7l4madv1JlDHE9O/rOHS
adOBIwOoc7RQ4BFy7lGZJTWJMogTngV646diSn1mtGuJqvmn8Lt2KoVbxyq34nAc+ikw69KppXBT
0k13hZl/OzyYVroSyi6dEnD4AJITT3fc79ypzNu8SEGBNgWWGZFrEe8EO2+NaicJjbJp1DLo07Tc
/Yt1PJHJncxeqocBThoyxT5FkxAdN6Qqze2/kYISPBJi6GT9MaOGWLs12gTVX1ltr8Az/mtAr9KK
kCWjn8EFrZmyUEfAe24SYwbq+U5EiVlux+gqkgxfDpX73DALlyWaurJwSy4aHhr9VnjBaZivPZeG
9KVQhpSIwYQrzh7Mrn3HMhfXWtFVKzfZQugJQDNkEmc4QyAompxhRL06qU1oTgHaHpXdOBagCMma
0gH/A3OKTIye+hZ1R2MAD01Vg6DZGCx9JVpaXF3UzhVEL/iNj5bmwRTJGJC7mJA33acZSO4TpWNu
hsyJE0/mx7+wGBNduHOUAGncZk6ZTEYjBKya0Y+NPxFJtM2aCs4/l4I5AgNdCjOuKU+yqhFBrrQh
FoPSGO6KLKvszuru/38yeB9idYKR5LD9jAiSnfRt5PTWWi1zoVSOHjZEORo8IjLcPL6ukRmFqZAR
UpDB32PatjkYJrN24cja+05EYi4zG3BlRYD2z9Ua/aUR020pjJhXodHb0xLB8odmAFVExSa3E/Tk
IaJq7sQ5S1YmuZaODjBgUNPAOCJ4iLm7EKX0qrCILKL/MwzdDNdT0LcAfOrSPAsuL/6yKFAfoqEJ
QKc8bq6QykXUZJYYNELHHDmP+8eyMVVbY+gEuSxq6UZC1RLghDOpMug3zh3CqGlJkjcKbEnsousp
TSdPlVvx31jTiRTOFbQ1AbkIPDYgqDvVjzta7vS8U1fih8VlAz00MH/xpEam6FwXU87HPtMjKQCy
BRA4e/QO0klOr5GS0leO4MKwDSz3WxYPsE1VNOGkgikGBBkFVIDMuuiPEsguhm2kTGJ37FmigHC8
mfraVayKsK2SWGJjg56+Qck+1zqkyHJVt8VEayK7rTWMPpdqikGFyzu8vCoGoFdFA1k7/m0KjoVO
aKVQxIBcRvdSa2i/mDg0d2FXWisll3mB+cADXKRo5MP7BR3S3BFBS5xBWyuT0N0oP46T9lZX8n2s
BZGEARBEz3NvSbsSUi2pB7Cp+Y4BDRyIqM43vY7VqRobyBxqGgNeHlRXVIhjH80T0YqopUgHYODg
V8PeA85SORfFEA70UkmlIE6BZn9odXcMPXDP1sNKTLB0KE8FzX9/8vAOwzCTU7OcDbm4JXHi5BFZ
STwtXIy4ntC4gXwX4GR5cONBnZ/as1VETbQv2maTAt3D1gaCxpbHywa4FGejQjtTt+MsGLCOc3VY
X8fW2EMdEVjnjhz1rt7Gqp+M9XhtqrXgtEk5HNtaRWVfM6/0zmTPRFDoyqouTH4gXYIaAGJV2IrE
J5Bpjtlp0PRKaJPQ7ajMr0YVs/nyU22CBEGWnGqvtgD4iWR3oHjhM/26yTuvy/sbUpY7oYjGlaO5
cF7OPsg8Xxhal5YwyPN5iR1dTXw5Lw8hVqFjg52B8rNiR3WtCXjBtiATgHAG3AHeWNx5MUcKYrGk
gcyIuGp6KxZrs+LLWn1L4I7JiCeX1daQoNZx6Oeo6Flj0A3JY93XSGYkd3QMj5U1rLxDlhJIZ5px
ZjYhrUvzupUCVnzo2bNwDZIHu5zYQyqqmzJN7LJ1KUscS6k8TNReZ6WdWCsArAtVEiwueKtl9Dyj
R4sHSS+mAjG1AB+BriwFfSpUGJzM0JxikNCsWRAkH8N9qrd+KI26XaTKURnXiIZns+Hc8Nk3cGZl
NLhRLIZ7sB6y7lUURLz8ir7vnscekdIEsO/jkPWyO5FijTh70a2cqM9dwfpgFlIyq29gGkEw3xG9
OqrxNuVryeRlp/Itib+Aq7pKI7Qsw0cGOWjkwfN+jeR1+lQ9DDfq2xpuysItgyUFKhbKTwqCJe7U
1GGSxH1aS4HeHlUlEBpfZSuZuIXb5UwEd2z6Xs5zNlTwTvo7NALKoExeo8HEdba77JCXN+lbGe6g
tGTQBl3HQSGTgw6hrWYSu9TLm3xcCciW4vsznbiAADEnA/ESXEGH/GyV7Wri643qKOqnjDqlEA+u
JDlCqtyCiNYfzQ3tsXmJW6vMZ73+rBLlU0vEj8vqL/qnk72cl+fkdpXwNpOIhoU2pZc4ccWQ2ioY
7JPfjXBTSDdKHFyWt/QQRt0ZKVYduMyYOeQEFl2apMhRIG7o7Rq2qgAl4VX/ILJtolOJ3jdrbbDL
XuhE4mxrJyqSchLZOK97E4cercCYNFkbCkJUFm1U4bXMjkMnb2gplnbTP2ntiitevGNOxHMOqCMV
A7FpN7dcWiBcNaXUbqIq9VbWdfFQgvoC2QzAZwJR8lxLoxwBmFdAjG468uNOxemfANF1lG1kawCu
4aw9YxaP6IlAzpxBRpSgUoaDo4I/hOW13ZmyJ0gvhMZuO/26rN6adpzVRF1Lk8nCHtKS/m66vHDM
VJJskueZc1nS4oE4UYuzlsFgxsBGSJq01iPaXWZ6tbJt9KPFHEonB8moFYmLHuhEImcgFhlIOhiQ
aPTFxgy3rP/VEAzN9f5lzfiDgIY5zBaeUAZxqilTpcopCcGD1P3CAKcj1Wj5MSR6kJEOmnlS5KRx
Vau0i+TebO5jFtbu5U+YVTm5jH98Aa9qVCUt5pzLIx6+oO7LMi22Mx1lC4McwB3uTsLmskDObv4j
EE2KSFMAtpLvRlbFFp1kIVRWc6SxQycm29BcYxHhNvBLCNCY0G8JzGs0XHOX1TgVhTn2aXkctQ9l
PIRlBFgsO9JWdOFv+b/kzIpguhhZWL5jR+yjGMAn4M6yotw15V+Wk0ulI2m25FjyRn7ry6CNk5Ww
nH8ofEmFPHQ7o6scwxNcFCMyldYofJTH6EkQ9ukRULjpg6j7BP3zyoZJo119hIlfVZuKOaPqNqtQ
T7Nd8lajaujDRFZmzotx8YY4qTRUBAN8j/ubyrbs+R/Ft+xfpe3L6A/Z09fkV/V82XKWTFU10ESE
Hm+8pPl7SulGZZAM0LXlCBjb/CYBnFlOS4ckG1m5otHahNuSPEQhoI7GiBuMiTMiMjRaL0QKPZpj
+1jWj2qZXBX5rwLveEMAtU/T3l1WcOlo4FoCJx1Swcjqc6sqUY2WVhlXR7k2++tBZt0uH4x9XjNp
e1nSF8kEv4FI5s8UssiIoH/z/G6SwM2k10ZSHed9i7btLtpG23o3gKc8auxwg76pnbmPDu0u2+LZ
u63jqyg/ii5w247x2ug6H4F8GfTp13ArLdVTVph5Wh2V8qUUUic0f6XhVRoam0YXfFppe9CvgAHw
8fIqLB6kU7ncDd2o5hQCFqM6juPoq8TtiekAAiccH7HHUuaYleBa0a8o96X7HvO35U0NorVu7Tgt
nCYMQKG8/cV/JvG0GL2ehgUd8BmZNbipcZXWoy2Nna1okaOWK3nir/Q7t/USqvdoAwHDtAKejPOt
tyKjVQWdVseDMZ/cJwAiu+ho9cuthv/+/SbZc/dp5MX+X78y5xN9lQ7morzQjhzNEV3JGT0GcmPR
VlYKIks3ooIUKSjg0IYzX8HnX5exHs0wI9ZC7SYblKsggkleJm28bYxpJ6YCRhKu0A20GzLmMS3f
tpWxskALu6EgezYjgGOM6UdNJlPzgpgDaY7dABIekD/aNdvF0k2K1/Fl+1twMDjn8C+YRkCTCD/w
nKixOA0YOjoO5nULdAolv2rE1immfT0CPPCfPavmQwZpKIXintKQUuMOWWoMMgWxXHNsclveTHhe
22SNb+LnSYYNA+/eBHGlARMzuKhQa8o4axBvHvPot5z3brY1MX+bd24uG3ZSuT2l1+EaXDMXIIIq
AULR84kGUw15ZI27DxMhKyytHeIj6pSZN/VycRQw+OsZfZ1dFUQunQZzuk6nNGC3mZKVVOUPewEC
/0xNLs1dcnOS99xi4zzUp3Kc4iPLwXY1oNLnZCoJPQusV/toANVuxjqyErbNnunsEGPkdmZcnquy
GKr6mgU6eUGlSJOZeaHEx1IWnSqUXsYGuKz/0DxnGWinn7vGYKT8fRuqTTfKBmTEsVdoHiZlDMsP
fTX/Ha3lPhfW8EzU/Pcn6iiZaU4m1eMjTCVIlMrW2a3W3wuVeisV95fVWpPF7Vcpd6RTNDU+Fr0d
0UD+FX2EPahcV1Zv6SjM5CvoxJpHIcGbd65T34nM1AoJdpE+150OCuRro9rkhyhz8wNpp+1IPy9r
xvfhzAfhTCR3n2GgSlCINlsFHe/RUHXIcV0lo+bqrHXMCPzVSQsivfFOHCMbCPiT+kmybHP5KxbX
90Rv7n7pm7Y2NAF6l4ZbNn62JVeGgFG4y1Lmn/LjAMyZLiB9YPyIT9r3TTpRJsNimhizwcgUJcbd
lE1rmyiviOGUYVlbFCgRwzCbDVp8NslU2pYibKTkLnGvMO9SlPf1ZK+Onv94wMw7eaIe50dLmQyC
FUJuLH/G5uRNo+oMCZqv2xXv9fPC/ZJkgA4UjU0osXIaWhNmKIopSY6ZqUZeQlX0F0sj0tBTGUip
lDgkK15QjHkvWwymAzaDOiwuHhR0oq/c/Us6ow0CiX8VtxPKpOcHJqvjsWAVdM5kutcSzzR7TINP
trAiZ8l3giULwxao9iDs4ta2s6pEb0ozPmoZbTZdKT8bg1qtOOgfdzuW9VQI59FSUkqpwjQoU2ef
+uCU71TNnEjC9HUCmEHapc7/kXZdy3XjyvaHDquYwysYdpQlWcnyC8tBZg5gJr/+LmrqjLkh3I2y
z5THL67aTQANoNG9eq3rG4I7eyB+Wuu5ULBkI/q+zbRkUjEqR77L5lfHqsGf6Hbqw3UzH5+8GJiq
IjoDmQmiJJm5bG0jMu0UTfrnaoCY1E7pTDdNwUeE5kIgaUDT7Up3IDIQbETedKpAFDsAFuNZz3pp
pCdlaTQTvFTex1OQVK71vQldJAjHSkTuz/OPrS3GP8Y+DrOkgC0UU92xwP+14PASWWCcIwondZ5m
WADVIriKG5L3f5bifL8JgCq3NB04c/RfM7gJG8GemrdLckZHqydK0PPO3u2Pr4fm5rbOhzkFCgYu
INPGncyvBuj4yvarwNHW7c6e8FsrzP1pK0ZcmsM6BBSFXhJ/2P+wg9w3yf66IdFo1sXajEZWG0OS
JSxGHD2BP31HZUpsTVT04i/57wVhjtk8dPJy1ufkvGQGSfr7Qv8fV5zx2lA3KzutMF3o5nLL+L5V
csEeFA2B8Vqt6YClnDGEHpzeM+QTu0QA0OCdYSpCeVwBuNMRVl8uhaQoMaC1WAoKnScKSs4ytX2n
/Upr//qac4+TNXsmr2RTwKpdGhqMoYV6coktbusHI02eHe221T7jbsLrfm1AmQVOxr1m1Y3F9Ys2
XraoOjXqCBbjOwlZFT0n9UN+mj3DIooLytuhEtwHXLfeGGTmcpTRqGoiZXVWrKcoK3wKkUFTZITl
lng/Z5BDAEgODdkrGOxyWFlTtg1t5eSs3ptAvp3knOhPkW/uej87FV+Nez3IyfiYfrOOaUQONA1M
gc+wUKd/PkHVwcG/5jPQrXT5CS2VikltzeScz8F4v/woPJOenPC41PdGrp9n7blFFutW+hHFNbH+
UOntg3VmAto4j8YZ6LGz3H7TgMpOOtmV6Y09vhXz31xMSJvjrYnuQgeQ8MuROnEVG2Wor1vcdMiq
guKB+URUuuZtc0RfyLHKkOAGSuDSihGudE9Qaj0D8rF3nPQ4o0X4+vbj7XNgXtH6BRTWmqW/NAE8
Tw8YjI2jHbyJehVEX8z5eZoE6dTVw9kLxABF1CoKb4DqgblARltL1C4KYQUt6SVBeBl0eu92AICD
FGGZB1eLRbwW3Fff1igztEzDNtdNGC3mr6jbjKFMmp3xYipvZjQHZh8fwuH5+mzyxgnZVxDUos6I
rDxzHXfgTjPD1EnOiLokJHMjfznbd7QI/mpwoMNEehqB35qnvly3zAjtqmrj9GxNE55COxT9rDkh
JvLxUnwfTxpJE6h0ifKjbJ3+fZOZiP2QKXuXP2GO66ptqQkp0+Ss4dZJ9BbCugXowQ3Qv0UujT7N
L5JyC5qboxreQ/tW/Q7RHRo0b6n5aGmGwHnZDtR/vua9fgUaVBNK9ZezINlO3qIHLDnP/vSgP5f3
9vcl6D9H9+Nn84Aq2h4Tg+794b4B3/53FCiuL7e6rifr14CMo+z0j33mKklsVMslDfbzioQ3hmf8
mO4APSbjfQfc31dlt5wcX/KLkQzhp8gF+9Mh35tP17+C63Sbj2CuF7UFD7NM4efq+ERNNBppNmkW
tyn2qhXEqCHkIKu8bpJ3aa8kRjiaQDWHR8DlvNdRmoE+HjLy+aIdTWihW/3NUHo0doLorvh+3di6
iB8n+bcxJpxyktGJowzG5mOyTx96FVtLdAxy31Im4MDAha1TyYYhidL3UgWFxPOwghsL8BWZ3a8o
hD60rh3rjN6tYanmZDdR+JoAhXt9iPxthQIi8KKoQuOvywmt6qgJW6iUnWcX52N2X6Ve+ZB+WToy
7sa7JgqSW9l1XqsH6VV6HR1PYH59g3yYYnDxAOQJciokpS/NW2qvLBG62M7m/XRIMi98zjJCv4R3
IaHll58Ca9xdg727FhdA/8P2R8ZtnUkTiAHOTTft5fF+vLF/JD1RK5tI41PXuIb3JGoS524SOCpk
I1C3BDEAM0KknesSHL7n/pu1758yFyCmxEUTgWAquTtjY4d57aHzqayHdEzPhvHsLKjW2V7pnHX9
m3QYmklw/nCvuPUN/t9RrTO9CWVNFU6blLDWeb+QlnoMvf68fELBUphCXT3gg4dYKwYV3rF6yaWl
YumcMJMwfxVUAKY4oOgxcGm8T2zfPAzPk7bLM1I9t9aNijJpKEqA88IUIKn/Nc8c9CWU68I6w0CD
6bsGlrRIcMbw3eP37zMHeWY54WIk+H31Rp+Jswp8lDeW9YgXDzoqCRWY+38W7rc95sxOJxtN7YBF
nMtWe0tTa1fWxaGz78LKBLIZXS2fIg1kXKLHlmAV2ZLeoEyyahYwqwXZ+Wj61zc2/zr8vUos7VVV
JmnYUsziEMx++K0LdLTbHNpn6Yvj2bvoGOckl8n8I3y1vuoKkW/mALR7Kt1d/w7RKJldoQ5DvQwt
PiNCn6YsfR2G24aKciJr9PhhQyBsRslJQfaSnUopjXFkrltv8aLjq7WfXePUvSRueGrukwfqp4JB
cQ+WjT3mYJH1SrbBKpmes2pX6PfLypbWftbGG2O+rdDpfn0K+ffhxhwzh4bUDKivwRxg7yQdwAqn
75bao2crc436rhFistcnwLX5XP99c5TVvQPwdYT5HN3Cn+8RSBzb808085PJbw9/iDz/J3DcDG9d
3Y21SjMH3BHv1uqz6uqQSBp+Ge6v67PIPbU2VlZH3VjReiua7WZKz8Xevps9/SSEb4osrP++sQAy
lLKMNVjov00nxOI306nwaz8F+CgLoBfjgZz5M4SBr4/rXRfi2mIxxzHg4HgWx/AOfacM6LDXQf/b
eoCqAZeQHR2/rdEfPXux9yLt5L32Grt0V+3lE1IRe8NDd7E7B38IJf2wpMwRvozULHMbSxrqBewY
FkCXRS8CCvC2PWIWoCLe4yS2wN3WMZBPsQTtddBNxGGNDINgo3MnF6gqR0UJYVWKYQaCFA/qE4mD
p10wQDx6px/HI90NP/Ndfp4eolN5dpDJad1m357rXfer+tLuikfQRPr9offqT9GPeidM7az7nV3x
7UcxF5YWqkmUT/go6bYJVL/2WhcNsj54kd3a1YPr/sWtnm6ssQQws5rUbY6XNC4S3U1A5U3Jj5IU
bgnyArTKCWI2jXf2bM0xZ+uionxpFhhcD+7QcT99+akEMRw6vh2/abeyD9Wll8YvjsZO2Ye3Na6t
9AbhjkrQwrfrnmwy7aVdAdjO9Wl4p565MulsIQldtb0WyvguT76RbqUD8PAHrXdBYdFAcPsxgRjB
/Kzty2949B3NE/Ax1n3sQzXwzaxJi2foY/RDc+U7+ZyS8FMscFS2jeZ9x22njTmy26UwpCrDKmlA
Kz3T9Y/lvi5EcY9vQtJ1gQOyND12VOdUT2FMPjokIdou+ALNR5L630RvQV74sB0Wc2obRgQYxrr/
cv2tz++0+lchSlV+hLshcbe1wZzbvSSnOiiO4OA4NeNbiQwEnPHBHETeBMJ6ZG92z7+uexP3jbm1
yRzaUO6VDKeFzcieg7qv3aQE1CzMd1007+twOUp9u0/G7n7K+lvbiT8NYKyvczB7LfNOU6gfKfbT
0t9KomqGcDaYE2+a+9RpZ3yZ85ABADf72r6HKFwOWXvJHXzJm7+Ux1qw67kx+HY+mCOtH0cajwvW
Wd4ln5c9IBn3ulcE1OsEsSLvcbExxFbTwfARmnKP4Y2+cV5OOnF2qT+S+P76AnP9FqRIqKevlIVs
ObjNWnmWiig7Z0njNQoU6io3FTXqvN8+H86k31beZ3UTceiQ4TEqKc7OSnNI0l/KFO8te+/g1TTN
w92U1CQ2HQhj1W5a9u6gjftYcYtwdjtA3PKleBwli5R9t9PCKgCPI4p8+j6jkh+ljd9Z2u1KUxrS
/MHJwOXSirgm1o3FfD6Qd+j5Rj4dFSc2D1ArI1C9RRefdbQr1F1DdIh/qtFTOQpWg+dekCtDTgfZ
QWDr2RJB0U0QT8ksQOE6uq/s/LZtgiTzHXmnZk/gUGuHCA37ovwDxwkQOliQxwT/FAD3jFO36DXB
C69NzhHAb80APmUT0XMlEikTmGHzVXOkZ21fdEh8dke0u3mzErudnAu2KM8KIIwrLR1YQQCZvIxu
sZDQZ9SReGvhP34vvwlLtRx3AELyt4X1CzbeTCWn6vQWhdR8KU9jZRwLewqaZn5eejm4vj3XQ4zx
PBv7EuIGKHUCnbh+ysZU2Cx0mVVUhdXcz4bEs2dF8/MJXBSpP5ltvhtiW4AoWk/0jyYNTQUBCJCJ
FpP0SsYhxeMV8zdOPnS/SZONkGg1Se6Ue+Ad3OsD5K4WJEj+a42JohSrnSylAhZBH73O/JaF30NR
RCQaEPMqBZbTbntJTc6dtUy7EGQfnlSAa9YoprfeiNHVqeuiJD/XJjo5114HtMAbjBMqcdNKUo5S
nwJy/vgm6K0dXSDbLnhTcS4J1MV+m2E8sa31Wo0q1E5po34uR9ASRKErddJ+WhSf1lKyYnukSaQX
zN0AOhIYjvreeM8sWq5Cb9ZoDYAh0vHHZCw7R429McsrN0Mby3UH4e4AZLiBVsLpCwGGyx0AzhZ1
pB2GmCgH6mpAy2ouaO1pENa7/80SMypJN2etLVGXQQuVEj01EVG1c+rP3akUWOJ6x2ZMjEeiLaGr
egX107VZq/Tb5GiXbpg9jeHfnIUbQ0ywDeK2Rrez1VAq79LqCCELv6ACNBQPG2FDPejfJWKcfaSD
I2ULlijW+x3k64PqWzzsTPusaF/zYldaKKeZMYna2W0bwVSuv/3htDJBzgGG03dyR8Y99FQyDYoi
hLa8LdH9JOoxEf0+4xSWFrbdgHbCc5T8MuSvwruE9/vgMgAVrQXhC9VcXWVzwA92azlzV+C2qkEF
G2vLcVIdUZ8ib79ujTChcmcUeWXU6fseAt4rQwdQqt/Z/a/rG4h3lqMlcAUXIgHxoRymz92YmEqW
nBvnJsveGlWkPMrbN0gggpwK9XLT0JlxzIbdQuIYk4XcldnMOzmSCE4HohRHCTo510fDe6kiGvpt
jYmK4szqQzsDAieNxzEDLRQIHuY4QhtN3jnQu1cHv5Cz7rFK2/vFgjIO9vX4qe9LA+SzReuN5fhk
Z0suOBC5HvP7s1hmAntpKiseV+xTEknuqMt6kDWySMeWu5ZIWIG6BYAuJJUu/bJp6dwNJgVgU5tc
HIXixeTdXWjP+9cCs7OGvpy6rocFYJYfKggoSFNIEnUkJkRWdZ3Uqn7s/lAhYs0+gCtOQ9Vfe6cw
ZIwqXayspXncXCZ4YYbs1Lb1Xd/LrtKtvUJxtL/uRJxpvLDHnPSWXUyUUtiDHxFo6aAd6Wamf3Ef
X1hhjvk4zvFAUWCldm706Sbvf+XJTW8KXqTcseCURUslKCYBF7t0CZBXaJkM9tEzmLP3ObR20UD2
hwyW/6wPeMkMSwXNHfpTL2xcn3teQtABVde/P8ZMfg/gm5npuJfatE+DMkoOrRRHd21X+XOagHYu
K6ugsqpf2ZBl59SkwJ1p0cvcaMuhnXpRq/Y7sIS5q/A91qqzYa1Ub5eD+48ZGYle5LiNIyc/lSY9
ytG3OgtfkiQLnNgkZo0EvIbWzYWkUPtCxoXYeVBl6s7KslOuj69yan6/PkmcIxXv8lWnGnh3UFEy
i6pFTlfkGuZIkrxk8Y0THR6RuYpFqTiRHeYwTUNag40RwVVcV0doeu3lZSA0Ng5KpZyatNpdHxbn
xtsOi32xy7lZGGMPxBF0fgGzG0IvDI+0FTxeRFaYBW0t6N/NMRa0IHJ49yWznkNNcIDwTehQTERj
3Ip3vdgQ/1FSowunBvOmgmFonI6jl2tftOH+b6brt5V19TZRCI2tOBtyWEksMkEF8+xkvvCU4lxc
WBO8KVd+LLxlWSOtrqf9AvQZte2epJNhuXM2ieBdq8N+2GQbK4xDAydjl7oqrUHI0bJHVwdNbLjc
tXJKDAjidiLeRr5j/x4V49ia1abIByQoyhvdKTXrpyz/Wud3stkCxS3iFL46OHDgMbdyoTSgPF0h
VKmmguoPUt15TuQvfXWbgbRamI7invgG2ufXBkm0ZjJziWSRhdQQxjbWLu7J9nVMn647nr5ukQ/L
hR47RMDQ5wFa49LzBt2eKnAtIYvbRYmfFhb1Ijuu3JlmEpmHMn3sS9kgep/lPk1pFkAe/cuktSNx
wNVNlLqFBr2JxdU7+gssIxGBaIfmLslQuNg7jgsd7m9G3vakU8rnOJ4zzyrSEDygik3aWIsitHeC
SMtZkvnZ6evQHZQovl3GSPGqCl2nNc1tUtKh8ZEUAbvsZE5nJQZlhC6Xlq9Eo0RKvTFB1aBpwfXJ
4U//77lhpj+2abbUaZSeazAZ1fHgSZHg6cY9XdA4BnATOvE+UOfh1LF7pGWRzTbuleiszftcHogh
irp4aU3cL7/trCPdnC9mn1tpJcOOeSwcH/RTkuGGOmLlY/JDOmiVYOK4J83GHHNoVkuKSoQFp4rv
SC/g0RJNGeOwoKnu1FDBb1dAjOq3zXF5vb7qIgPMqptD15jVjLmK0hBEOU/NaLkRBErS5//NDnNw
lbmm1R2FnTA/ds3OBiK4vZFVwQYXjMZhTqy+6mWl0DBd4VP/yb5LHidB3wz3SPy91kzE+B9LgpAB
BdITZVglIa2MPtl9/H3sfEc0YdyTfmOJCSeBXdDUpYAlJQ/QRtqDxigiaLeURd3U/H3/725haZ7V
SJtROoch6B5ZU0KG+Aabh1xffu5oUMow3tmtoA5zuSX1duyx+uvyN58dAKwks8eutIn1ZoooK7jj
WZ/r+A95DjaGaaWorMqpBPBD3iH8JdpUECrCkXHHY4GBds35Q9Z8PRM2R0wONgMpMWh6tkdPQ+Nf
2VqksGKC5j9qCsIlrs8h+YmsNbil8cC4tOVQ6NdVFZJCbeGniT8NARB4VYHGWr8WYZy4Z9nG1rrB
NuNCOn5MpR62oDgLZFosuAFEP88cZ+oyFKE+AsLc98gKtZlueX0UCg4BrgNsxsAcaVAcKRpLxhjK
6VNnvBnVsU5iQSzOXX8QjkBDBc9TwMsv5ylCiQGvViSGkHGPF7Qc5gpp8phU8nnMBevPvc9UiB6Z
OoDB0ABiFiWqe6lfELacVRRL/HlYPlkjlXdRWypeNPeJi+a0G92edW/up5pMtlILTm/elK4lWzQM
A+4D9tvL4UKJdyUtqDCly880epz+okcUelW/f5+5HUw7rsusAdyaRp1XZiaxyu9UE/gFr/cLCiBY
LQ2JffQlM4umUXC1xBoqgvV4ymVKXWSrz113N/WQlFUp1HYSEAYDwYIFzYr7tLeD0ejIZNxZiUiP
hTejiBTRevUuPyczMwr1MzOcYnyLAukcDzkh6lZ5fju0oqcw19BKsgLIPgiLWV6qtnJC1QaB/HlY
1LclLB1fS6TeS7Dv/Otn/LpIbHANonJNBXUMFBnYum5SdVNcWz0azqrsaaj7cz3flvIhXlS3bb9U
aGVcCsE25B2NmEEQ/0KHCyckM4vG1GdT0054SWZRUOwbyBPGqTtHKlSVIxKK6A944cXWHOOmcdFV
aqMoyK8l1kFxise8LgAyUChp5OTwF7P5e2gsIgMSMWAEGDA0u3pGuz6Jx4aUzkKmz5p6r8WLJ4v6
D3iAWpCP4HGE6heoaVifLDuapEuC9sxyCgwlO1VgS8o/2xDssx1I+KVefDKTW5qMguCAdytYaHc1
wDRsrCwBl6dLqajmYOpIbMQ0iX4hHw9h57FS/uIM21phQhA5dRbcbhidMaT7WsMTJw2Wrg6uLxvP
RbZWmLCtyJ1Z7nNYsdT5q9oSBHFH0JK5iS6CufA2NrpxQHyF+ANpPuYubeEcsS7juRwiXbAH4+R3
NCrLbhJPf1EDAL8Vnm3o70Rgw+r6TdQuhnB9I5iLDU7NJYu9vKUioR+uF/y2wiIB1BliYZqOhI2k
vel4k4MWRuBn3JQokCcgLgHexQaH0KWjdSWaH7UOlSmD+g7Q/l1QPcnSJxoRaM453Vs/Heaf6IY3
5i9pVLr54hbVQW3vrrsIL3aw0ROJXlO0zAKle/kV2iL1nUVrNAFnh2SMgrg60OTTYM6BFovac3nu
uAphQBhKAz6FXTrJapquboDoGMJiN7Tua5FHbgLtxOtD4p3DGzPs2sWKXdSWvOIqnvqMmCOxf8qv
YXqbiZp8eHfM1hCziadBM+jQ4zbLfjWvMJVN5PMi+WboidoLeNsLZWacSqaMysB7I8kmErbBKo9Q
CGf9bfMAArk/h704219naigNMAZ5aODXC2BcFvkMHYusQb3GeG3C/fW14Q0E5H0G0u4IVtH0e+lu
hVSAZW3t0C6n5rNJjc9x1e0N6e0vrKDSgJY5w9DBt3lpZY7xqx0IgM5Fl4I6lejjgzUPAjfj1lhQ
8wXaCjTJoDJl7vt+zOR2ygGumRqfomih0d4znMcMnMlFCVWdee8UOzPegeWElNpRkq3g+jB5+8mx
TRN/NCAQWM6JTG5SdZgxmVaT9mgSd4Ia2CwvK8qGRFIU/3H6B2lXdKO/9/Cjq42Z1aWXwqJ28JTp
JuoOHYge6bhfEydGLQg3Pg4MlnBxwSltFVJaqxdt3H3pHSuiDdqu8ABMwDADmhk5aXyoWiB1trs+
iR898tIW45FLq/RtncJW8WzmZMEyqgIL/NEgvF7bz8GRyhz0hS3VZWvgeZaNQHumipbuy6poyWAm
DrGtzP4f7THbeQFRutEOPXAhEjpcnF9a+Qs7TMh4wp84JMdBRoXnoMW4f9fQqBr0Ga9zqf4G7Opd
2eafpCgX8SdxMDbvwtj4bMAzUadbr7CNN4SlXdhlhPEoeUnUKHatQiYm3iY0ShHGd8R00n3eorWk
/dbXh662/OsuwltAdK39+wHMSKVCHc1lwYMwdZ4U4yaTbjR/FEH1OAEvholXEeq/6CmGJMLlMOWy
1aUWj+pznvhdUxOUQOMx9SJa4GRBC5Aeu4NREp36hgh7y1vKjWk25oWKE6Sm116yEr14+Q7gDUWU
bOG8d1HWVhG1raS90EdhdgEU8wq5njpMYi/5RrO3X2v0waPSAWIQL55/TLNHjcEFb7eGFe0zkI1B
zqNQX66vJQfVf/kdzO4w83qkTYvvyJ7fWtc8Np5x/h6+xkH97BxpIB3Nu+LBeow8gd31dLx8kF7a
Zd77lM7KbJRwIoh/l36puyvOo14lTtWj3PnoOStFeU5OrgY2kQ8C6cVKCiszNmWnqMYQIgnnqOzQ
ha+7LXSap8xfsXBmeOwHSrT+HC+ChzCnP+HS7upvmx1rNh3ELxTMcUWkitwO5i729Dv6BDQmor3u
M7WJGZE4I+PL/F0wz6sffZhnUEkiH2aCoYXte6mTDEwcEk5bXTKI3Pxw+tiP42mnOlPQx9VN2pV3
OQSBlAEDz78a5SwKC9fz6MMXQNMSwf2K7WWpRpp6CGkay8gfzeMnuUH7l9N+R4z1Qlvpph30V8GI
uZ6FZCxgiBAJhfbp5Wz3S0EXJ1tADyBXHpDux0QaIdZQ25+NJzt1W/mlmQ4GOF1JJgtmm3cywrfM
lQcB9wDLhtNYFEXtXkUJ8xa+XN5qpZ8Lihzc2dyYYHzJQhwThpaC0z/27CIjZQP+KZNISe9SEVjw
46sPfruxxcQChblo0WzpSG739o/O0QlEKT5fX611MT44BySvNCBOsF5srn4umwHJLjgHZEKJ1kk+
ik/VAF415S2RbmypJ5XoZuGd7hpWyISEG8iR2IytZi6zHC8moikD29/8Co4nRe0F5xt3mTZG1n/f
bPm0qWow61t4MBdO5aeOGfmDI5OlXUWkrS4mDS1igU2u96FT5J0XA0k35l5uUhv3R2Gk50l9LuWY
2NmzNX2tAEK8vma8sYGgGU8sCM2sbA6XY0tAHFerDTbYhJF4wE0O5zk0Bk9fhsRVx+wn2B4UgU3u
2b0WpsGDtsYeH2LgMB7mwsGdPJon+jLNdyZ0fZokcrXScaf8aNP7whLsNd6E6sAAglQfbgLvvBxo
VqbDoNnYzjHomCQ3TJGClu4gaCe4ILgTurHDOMuSmZORm7AzTM13uXpos3jnvIC8Mpil0CHXV0/n
7DiQ7AJtuaaDEYBcDooudZVJXZKdrRcF9Aoi3vDVydgNvf15xjm0WlWnciyyM12+jlFIajDg19JD
Lx3VLnbn6e36aHibeWuOWaIa0RPAryXayUaDVOO9Dao2Ickn75DaGmHWp3W6mObNCgwcHPBU3YVj
7inTvTF5ju1nESBfQiD9mla9No3MXi6lbpoaKO6eo2pXNvs0egapLhmQY5aaF4goKsaXdNHvr08m
1983rsHcnDWoLaeiyzMkPsDHpXxGRw5RlNsFuZzrhrgRERI3lqVD2hRPdSar3LdqFnYL1KESedeY
4B3rchKNDsRH+vh2lpJdYpj+NEJUPDsMchgoxeJXDwaowha5OslhL9iBPDcCJSQEntYGK9RyLzfF
pOSdIRlNdp7lG0t/whNR2D7Am9z3lCJKaVD0ZIcMgSo9mXIjOyMnQZTh18p0HbUmURXR7PLcFaU0
JMCgZoO3BbPDZbV0JLqY2bkChWN8iAbl1JXRKV/7vsujtmSPQyMABPMOFdQHkJtAAhd018wrYrC0
WW41PTs32kRSvEmFADQOBn+lv11DBYDQcBwzB0vTOOGYUBQF7egW3fZuKt2sXaKjNxZfl5NSo7tK
Q2kCL1LZb8egN/+4PA77iBve1QHWpr9LF6GxNNXF+ijMersM4lp6Kp3wzxObl0aYHajH0E0DPx5e
hWEZaE1GGmtyxfyvPHffjOX9st1EJ1FLnc7W8BDKW/UQTffITe7Ffsi1ApDlSkiOjhY2tqtrZ7RX
xM85XdCoUSoA4NJS+SY5vYjeiXfpIJWEZlmQJK+NdpdrUzs9Cp82Ip9ayt0xd3aQgYXWHmiHCU6h
Xd9GMgQC4tvrpxh3R4NpHTSecEdDZqxGiYESlbyGB81hlqwTRfNHj+WifzW8VbwBdJQyGIPUy+Fp
WK6mXIcH0P0+1aw9OLSMFI+bRAuKaoYegSjc4i7dxiKzn2W0zcaVgRiZZvNBo7t+hmSLIQivuKtm
4YGBZnOIbrAsHUZDtbAb4B+Z+QW9M21ghAdlfKY1Lp9GUNfhHlBrZUlDhtrGsXg5hV2cQxncdpDS
scbuLipU6bYqaO9f9wjuiGxA5/HshDOyKWHIyltAaSG26pFlXOsfkNf91Lfg0Lluh7s8GzuMQ8it
lSWzjSZ61X+VieAu5Lo1mkhWGlJcUyyMbjCivqKxjby2ii5LdXG7CbLj0l1VCMINjXdRgesXUuEQ
flgZcS4XRcauXaDTjiO9He3XTsoMbw4nxwV2Jj6Ga7NqukRIG0TLOaWp6oJYIya63punepB85N5N
T84LfU8n5SmWFIgglWoe1E6aH5RZQ698WC9e26TtS9JNRgCeCpnYCTKk1ZJ/HopmJFbWIxUTq/Xt
kOI7oqlXIFhSJ/spHxO3MgG5kytz9oH+yXZDVcSnCL9MtBTgKCgeicTe1xODjfpW7Sg8u0GRh7jo
ckJA8kztyliy8yRlD3OnPyCVYd7nmZZ7tI7i11hqDMFqc+9VIJwB08DjCtJFzJXTRGZtJtqEuGQm
DVRSie46L8qj9ZK9yT+Kn4rlpY0LBN11D+aP9F+rbFEyKZRM1lJYrb3KaY+T9Ro1b5IWHUbj6bol
3s4HybuDlkoUUUCocDmnmYF+77bCnOoUgMNGzh6bkIomkReuo2z8TgUAYgg2fkSOq1F6ac7QEKXu
p+4lc5o7GfAkZ9pRZ1+UI5FzSvrk8frYODU33Gsbu8ziJfhVaXAQd8WVVJNRzp4WJaG3tRHKp2KK
yvuojFK0vYyzN9qGdAhV5UsZKZo3zUV9AGQgFqwr952++SKW184GCo5KaA+DhhKpz9b3SAnUH8M3
mfSVZ7cCa7yjCvU36G6iBow3OjN8qW2Vro9hLErRstcc8gLNvwWE1EXd9XxDQPwgCYBSBFuzSmJ9
zhycumdI7cioPihdR6xvIu1n7qYAZhF0H5C/ghzkpau2cwv2zwbnkEW+g1DOPeY7gb9wN8PGAnNx
zH3TDyWAWajuadCgue/2YDHZa/7PmMye5NngD/ofLTJnfG5YWTqMA0iUrR+NjyRfrvevUtntlXgP
6DRSl7N9YwwV0aAPYOVkKEXKP7xLeUWC/ndW1znZBLt51BvztM4qyCs80Kkesl3yGIs85D2t/OHs
3phZ7+yNmVmiRZi2MDPhFCUGlBehfbVLSPQVKX4StGc0bCXeC/KAPsoAHj1Et4P/9Lb4Iqgfb7xI
uqEgjYAGbRvMeAdtAGGJGuJWpYubgjWnAZt4TZ9n3S9aEy+zSrALedEIQmAkycAEj1cnE1shTZjo
SpHmaEOGIoYjJz/RYPmpyERpMq4dA3ECsN1oj2dvx7kBjAAAE9hp76f6qNsH0Kted1eOiZVWGLNm
rukANstotUue02qEPqZvvOSnWMS4y9nhCiJ4A4q2aIrHbXTpJCh59XVSTfma99CBGtjTARqRrhr+
+ZJc2GGWpNUHqzSdIT8X9S9grEGHIESjc45EwEnQE4+BoBOYFcyNkiyzJXPOz3VuQUP9Zm1bbeU3
IcKauySms4KbUe022Sb3OHIkOe/N/DwqO6O9GVMfQJy/WPWNCebcjezcnpoUJoBcacsjTIAD/7oJ
XtV+xXgBFqOu9FFskwVyvJ2U98DghDvjFAZpgOuadO68//kkyv/wooILW8wpjzT6oMUtbKXpkzUe
tRGs4ACJOlpF5NgrTQ/U1U3lj/lnLf8hSmFoXMfYjJQ58ZOoLyW6jlSKifPDzsl8ij4NZ/lpCZCi
dfPTd2XfedOp85Og9/qH1M331Kue+h00j09zoO8bH4WEZCVufQDTnPCk5gRrF9PDHJCl2dRasU7P
s+LJ/kSWgwprlmuSxg29l+pOBs3Ls0Ni/7oPcD15MzHM5ofozpLWiM/O+RjuGsMfZXVnL8F1I9wT
ZmOE2flTD/1qs4YRo35EeF1In+XpRXFnR+DQ72gq5r67mMX1Qzb33ZTYlW6so1G8ntBP/VEJ7IPp
ang/VG7spgdln32qg8WzTqZHXeXT1/bYHGIw8u00D9TpnuzpASjc3P4B2l9qkN8r0KaN9zMxMfMa
ybwkEHNirmvLfvVaalxTz7gf2Sxi7YQzVVcgK3TEm/28eNdnn4daAZQPly7SjAYogJmtF4dyb+US
xBRqNPRrZCmCMEPncffc5n5ESZ0TyyxuC0twb/H23NYss+dUU2pzI8GwrNQKugnNLtmknhWz/2YO
sUixlBNgYIxQ016z9yuh++XKm3DjSDMwxkw1D2m7Q5ZNKaMg3ztG0FqCkJXnz3ibIqmHCANiEczZ
rCdhaNRrX2rbNG4qlyfktv3/I+27diNXkm2/iAC9eU3aciqVirIvhNQt0XvPrz+LmrlnV2XxFjFz
oI3G7m6gg+kiIyNWrFXnp5AdwGP9n2ek5n6F/zVGrV6aQLnB6wDbFoLxQVLqg9++y0pnhFVJWC62
enFNTGxx4TToVqHrFjtSpXyC6iPnV2RouopqQPvGogTpsox+pawSORKhN8S5v0GX7SEhK0GsAoB+
6tRqEajItA7tSj63+dhEEeK1oVh7Dc+7jT5kSGGgmII6LRJJlA9iw8Hn67kjqeBe2KKwOqRt+PDM
l2+BuOnbjc8HJEHrrxJ/l6KTVq/3x7jkZy/NU2Mcs3CcEq+AhoInA7abI3vlTWe/rJ7u25lfl7fD
RAV8Tjsj20MdugLcRz6QtWj9Et5FVtoJUeNU6ZlXP0vuMYlSs2vWaCaWh/aPSero+UALAwAC1BT6
JWoDFGvfYgOMXyqXK2NbOnYoRfzv2Kh96QspM3EplnCMKruRNaMYu1OjFoEuyCVhoDFwfy6X/PKl
PWrLTCHjoSls3pdgMgrFp1b9e9/A2sxRm4LtW43zZgOFK7WBXuRnUVpxwmv7YfabFzdiGaFFoyux
77IW8mQJ6GBb3HLsI4j3hDiBrtKPAIzX/WEtrhOHFhMcZRZqodQ6jchuMrwAEHLxOCCK8fW4d2KB
NMXnfTuL04cEIdLBeBndsBh6JRt70wxhi2rla/S6WPc47zAMa5Sdi/tAwHtiJnGbe5Kv51AqE0nN
mhmuNjzLrcNI5/9iHKCXYEUVmguQ3b7+98OgzZESA96oB9VUKgG5Alwp263RDiwVuNEZ9Y+dea9c
7AWPHWNG7lHbYDiY8qw0BtMkmvd/kIaze4UHbKYU9aRS39Fd1ZCsfpRioLr5YZ9iMX10x94f95Lf
5+GMkVXmZ9Q1NW6BGcox7ucKGXKF0gbp/Ckm6poQ0LIVRJ8QMAMNH60DxEBTmJEmjBrI4Lr4avAk
FPtHMV6JPRc3I6jl/p8Zylmkvtw3oFVC4QiMiRA4jgf0AyVruMV5Si7cOx7/GkYBv/7bFo//v15C
seI5bMaGO4tVSoJzH9lsIxJfBE1IWBpc2q4cZWpUtD06c+oNYhQ3Us2dB3lTK2AW9jIysSu9LWtG
qHAKwI7QG0MMiu81sxX1GIgSj32+v9nox+7NUPjrqeMZaDv0Faywp/oTul72k/e3cv5EDyX8xspN
Re252RZ66JB8AqYX8oB0B37aawLI+VjunFeVtNc8j3vycon9CvCkN4ApkVYqicv2gKuY28s1gU7S
ipGgAg4Ee51ij9JuyDnC8BmQWoqzMovUO/XfI/vHEjWLvcbmVY9r+OznppxsSg1hYXaIDLF8r5Mj
Qre+51f2IHWF/cskgrYZLIzf0IV0EZW6IRdG7lxkU79hqwJ1sirLLA1gW7Np2elJiqpkJKkoDo4/
iMJmZczz/qMOHYooPPQS0MuITqJ5/174TbQzRM1cAj+nL9HfsiaDKz30bykkCJqHbFgZ7cJhuDJG
+RGmSxo5h7VzHRa7lK3MpIn1cWzMlUGt2aFij1RT8kLIYafvZEMK/GNbquA2mrYltOEaTo9bqGFB
DIHISXYsem2jxvGWDWI79nmDGzv7/vcsLvLFHFN3AdrswWvUSxi2P7m+uOXy6RDGpT5ywi5MgIrP
WJOJ6pVZWDw3F1YpdwrFvwxa7bDaJ63VyL7leaERZ7zVdOOKqZX5puEtA5NHmtJjEzXggenF6U2p
HyZRWUsk0Xm2f52Wf4b0mwy42KwdhNoAR8GQ2PQnVd66Ktm2nEomLjfDnCdlwjgBrgxWnqycEQk6
E3Q5XtPkWlnNX1988RFSnXe532FzMUj1h720RS7zQYzkndR0hlS2myQBMb6wNsdLPh6HZ6ZxA5Ea
KgrzIlzY9ctYZJSQgat4HxoUxEhHJn3b2dmpQCMD6d7vb1o6s/Lvyf7HHnVYywgcpMisYlED1Skg
ZFuEgpmnnT4UaHUSkTxCOSkFk9wAZuhaC60V+4ubCkQYytzvB5Ak5Y01LZaaslO5c9YCNzBGh36M
ADnrHiYUVTqtt6URuaxR3tUTIH4o30dQpg0dmZlIK6wgjxbX/OJbqJdnNXDNAD5A7iwkVs+ipwH0
Z4Yymij1Tsibxv/NlQfeN8wuUPNIkFwvNbh1ywR98tx5HN7Bud1PFgfFpjWh+9+Wpxvff2GGGhV6
euusV3L+nCXQOgBmDGyNRQWsvMhGUDJqC7R+6lFfa6SuI09PJWC86qboTUHNNaNWp3jL14NnBy0z
mB0/vofKUO4UaJZsIeQkmhMP6IcS55OB3p/uwU+LaHN/k1Cvl989CkpD5MRYyC9xdD269zVE86LP
n2OvPDZVfvZbda1Rfmkfog4Ngui58AKh4OvFCNWo7dD/gVmSx9EJBV/ZqDWHlnwP+pf3h7Po4PCM
QZQD2UtUUKmbIu9HEXnygj8rsfARR7IlJ3bPP/ACGBShtRLyRsJ+BmWoJ3FtSgNyqlmumfc/gnrh
4pkGHA2oUfC8xX84ftfjVYZi8kKlrl301eKlluhICRqe8FPIvuHzT/eN3cT8kFhApy0iILzVJQAL
ro0xITOKHNPVbhcXZ6bkT+EATeuiaUnBThtmKrDv2Z5duZDpZsB5jHAqMxPAnFJFT+y1WR9s0VMq
DLVbT6OlNp1dJPsqPuGgMfVkNeNbhTIb6/qN2XGd3debCbJeUmPcHzytY/X7GSh/gl8ETysOiMbr
z4hr0FuPqla7U/g8HTNBB/wp6WylJR6axs3R9hlTyQBuy+d+ql0oWylntqeiMANp24zQYiXlPuDs
UCCog3s52LiNdthxCWmZY31ey33QJfd/fS8vgE8QXSiIGSm/FCilUMelV7vFRvlKv0Oz00uo/02O
ZzQ79rEyBdxHtVNZjdU77R4SXOd+1xjTkX0YnWhln3I3TnmW57j4Gsp9MbkYM2qI2ePt1kSOWm9N
nzA64nVcjB758z0aEfnxjZVnwsL54MHXCwYQEFBByXX++4t7OG2n0tcytnG50BjkXG/511lOm8vh
MeE772+RW48AkQmoHCO1ARpabFpqi5T12HtNg50adYWjZJWbxe9aVdhx0EAHyt/nMWdMHMQM5P6n
Yb5b9bVP1sCpt6HH/BHiDB5Dxhw/1CmNvIbvmEKu3RjaHblcAaEanfyTlBuRyOtjY+SMT0qtM72y
n7v8uLeVWVhwE8iFgaQEWAFQr6rUnHthFrJqFjauGL16EMvt8+/I5zdCmpFWYYlSHIs42AwvdbXp
i0OR+E4VNHotGJL/FnJgEuXFlYiAhvHNZ0HgkPUWkRdBZ5tCXQtMz0ttmQqNK9RgOxP2eaUzvj0g
Gh0ikmuSMbQ/4WDL0WPJDgSUIGYs8CvJhXnery5wfAP6pZD3B8EffqG+Qe6zKvNwP7l+XqJ6oQEp
qfb8GobiNhKczUjoypq1kQTlRiihCkYwC3etixbw2tfT2IzVl1B4UEor6V0vN9D32bZ/V9Z8dibX
g5tFmGYsO+gL4RypNe80AETZKJDO6uSgrDc+jIMuDqBIlXbaSBARoG45DM60+pq5PXMAP4D8QcVz
HDk14MKuTzgDfmReKXn1bDCOtfkKTXQsE07X5d2KK7m9AChL1MFKeKmRuAqWRrvYV5vMGMh3RlRj
QlFX1KF5oFscZOYap0OhtjNDWzVkCM5xZmgE29Rid741Pa61G/62KF/NPPVVc0R04eFySWglCX7g
3OqjPhjRX3WbbTJoO0LugQg7zkmsxMj1b8CsgN8w0BGC2rJsMTZvKTZPRog+xlZhJysNITf+nvos
6kEyJQJbz112514HQbCumBkpAOxaU+SiO/Qhx3W9/NTG48ASl+fRr538BSruGHRmuD758/pZEY/U
e4+wZGW3/7Ki38w5Mv1IFgPvCIzP9ZxrLNOnUiap58nqMeeCIzmTE+rcNnoYjdRAKVafVQeNLebV
vn/S5vFQpmdBBsQgwPyAWZEynfFlww9hp52D3FX5Qwm9wKh6D4tDggrpfVMLS4gULxo8edydc9rr
epS90MlBFaE9MRxJXuoAnPtoyCoQtyAfY7BrkoHzl1MjuzRHK2lMXDBhK5fMWUEBtIy+0vo/nrq5
eg0dDRCPCXioUVMnlYPAVYD7uUJTEEGqiVpYYAbQEUDonL/WNHe7UDOqGjSusxoTMuXUARAZv46Q
AIE1wIg9AURd7/yrWO/GNdHcRUO/Qng45dgZ899fOIBEHLs8a4TQ5dUSkAozdQvkz0qnDFdu0dv9
gDkDShzENKwGd0tdYC1yn5LChJGrnBMZMBQxMXOvISWjJzkJWd4E08/9HXj76EXvgzwT+3AAMUs3
S4ZMX15EsR+5DTTP28OXuB31H4ZEx1RHS6QdQ7/ynTUau8BPYK4VbGi4NpwLzIOhEX0xoOOFo7me
WlVs2GYQksiVn0t9MiDY6dSW3r6ujPLm0UqZoa6wniujKgrSyE2Bi5WAjh3NkgT610T4TWX6tkiC
h9aoAJBNgCB6fy5031i7R/h5P14fv+uxUqcjQcCi1CE+onjzHYZAMEjvSAvXPUEQVjQG83GCRjD4
1UlhqwTOFV1WR5ZkK0u+tJsvp5y6zuQo5XyZxZQrZOSOgqKLkG4tdnF1vj/pN0Eq5nzWTkG2XEE0
RjuDWhxlOYubyJWQGFSzAJLPIssThTv1G6gP3zf2+zakJ/fSGjWqsm1DkKvUkVt/xmaid5ZGsJ10
1eR1XlcsgCFIaxUmRwZjMr6eADy3ZUDcQzvfQ2gScLCG1O8yaTcsqWxoXNqt/lORyGGMSIdUvTEY
jcFs1JW1oMGKv/tfmXn+WHTw4a6jPjuIoq6KeTFyO0swut1mIr6jkPY0QaSaB1B71NltYxSb0o4s
//TUWr0lk3zDWkKCu/czNbLtMJBzaDCPa/rIi+uH2wneQREBtKWO5tA3uC3C+dNaDVAgp2knoyk5
R0acEQkkZZ/uL+HS8UDvisyC+Ba9WCJlj1djLWW6MkYnnrzJpkTPvY3MKHtmLdF3G8BjZ15aorxB
1ZZ41A2wxI5EsPzSKlvLU3ZJaYsGg9zCG5tv/m9jo45+UGmFwGQFxtZCUSd4bIeHLhxIs4Ifo8v+
2E7oRZkvX9AwoypJa+iGaZxxoFeIXF4xqnaXJq6PYHTaoEeFCIDhtyLi0WnXMU5vx2cOXCDf9ZpP
v11HfAM0VWbGHcRRNMSRnfpA4pgwduXRqZSjF+688sBzX/dndHGoEKH5bVQBWkOjYqeBH/DyZuPY
HSztKLyXZvpTPEYGv4lNxQYQyoQcSU7KlVT0itmbBESPFjYfmgix2+xbWzzlp9poLc2ctq3FWsVW
MeB5jvzKYG9dNgJEnMI5T4f8Lo11TxK/T2J+iN2AsbyD+FDHzughxcCtoDRodeR5/yDywOmTZZDG
3rRMsyHevYXPJu60r09vCikJAn2IoVjgFiZP9uN+/2p/P35/e2/9MT4yBenWuK8XhorcMkQAkL8G
YdNvz+ZFrJVCxh4EWmXmeh+ZxXxyJhS1jZWtcxtmob6LRlzAewTQE9Bh91hwpddVQ+aOW/Gl/QiO
/gfwFbbkME/j38bsz94rHOshZkleGNHaGZ29y/VNBeszPxMaxkBoTCfQq15o0jIQMrcwhj2qAjvf
BkAayi646ZPDGuDyN3d7zxzlVrkRckqxJMPcJnXS0wA1a53daA/VTt5ADdMRjPJZeqgtyFTYjR2e
s2fN9UzWaV+ViKgPzHvyvLoAa1NAOWBWCyOm0OZvAgC+sGS9tAMLgHSDN3LLe1gTOV1c74sZp7xv
UXRhFeZK5jJMQyb1JCQHaTyKra5Vz0Kvg7z6/ga7jTavV5i61AumUwbwoGYu6z3wXWII5S4U/0NK
5PmoosMbXf8SiovIhlLrGsr+KCgVG7g1OHu412ItzbUwCJAmIGyDpCkewQI1iC7TQCfJc4ErKX+H
5pHJ7NBbgxwtHHZE/ahmgp8BcSJN2TpIqTaIch65R8EQzSee1CsPqtu0JN4WlxaoWwJpyYzxCljg
/Cf0PRE1euSSAzvaufRX5a3cFf2duJc+NYg0oYZ7fx8spE4urd9cFqhIpTw/wrr44Zd6/xJ/S9a0
S756wz8QwRkjU9yExaZ4Foi8Jme9cA1jVnnQcWGTAEJGZcrFLBNaoSrx5ElJj8eOU53kNYjafHAu
fQtCDOTiYQQUmRLER6hzXE99WMu5n7v+yJBYelCREV2ZQvrs0iaos5u1ntL4KUxk+/6H+YPhvJQv
/Ge6Dc4h3krSNvbI9JM8pI+9y67kI28S/f8yjn4/zCTGSGcYuqqvcnWMYNwVdsVroAdneZ+YzCMO
Q0DWbgb6xNHW5tNycfXF+VAWw2wN9ADG0OyTAGmN7uX+hNJR/WwEsS8HDSzkm24gkmCQmspWZHO4
XlW2yuc41YcJLVJrJNY3L3va0Lw/L0ZT9k2aFuWUuwLxRt3f5c/JjtsWD6qzdsWtmqImTp7YQuVB
zOQyO+9QbJKjb/v74Ckia+SHSyt0OXnz5F6OSYvhdmUYUiS82L2/JfpPYvv+Ai1uOpR2RFSBEQBB
1OXaCCczQuxxXO72WxFUmaT7Kl61Z1DqPiuPUkTSlaLJzWsIC4VkJwTvkIhE4k6kFqrCTVPMIYkr
HPmE9E/1ST0i0twJP+FxzSkt7L4rW9RKNaC39wMmKd14F24b4jml1b6uESzO/wjlla6MUKsUyOoA
nn8YCTbJo+CwR36/tuUWxwF0IKQw8ZZE0et6jUIA0Pm4KEt3+tN/Cg/Bl1AR/tX7vL8VfpsyqZHg
ikdRF3p46AmmC+K8FCeAqeelm7wF+rB7si1r2BFEig8eedVPTkRa577JhbmDRZVj4e3mei5164Ph
MG59ti7d9MkvCX9sbGy7FeLyhVM0q2DgJYPNNvfBXU+enzFxmTNM5bLcIUo0wgKY7vsrF8eSEZTn
gJ4GeoOFPuS1EVCWpFxXBLUbcpsI6DBQGqoAEtyfrdv7D8+lOXuPYiBeTDSaX0q0qizKDNgQpUDB
MYGWR94mifl/s0INhW0Z9MyDjxr1xjPD5yQfxpVx3ABAME0YiAYfgNIHHkTURS7lahjVHky03HYS
P1lGs2Rel2Wkox6LkYxWo3e5rvlbRgCH1ibLVrbE4kSKUCHA3sOziK65cLEcS4Kf1u7QQdAc0pup
3lYjtzbMZTPA1ANajFoqjXORgtYbRx/wmgqdtxIovfV80rNOhxYLIJL8Gxt/dNMHumagcMmtMd3Q
Adk8x0DZzI4dLdgAEl7vyIlJAe3zgM8oxsqR2FdPjsyRf4Ei9Mowb7f+tSEqZOIAYQP8XaldsO7p
Kfr4ugLdHfb9TXlTFaWHM3/FxV3ISFwuBzlAEBIBXYhVH4Yv/zsDhfcmc4BSQk0wNArbUXoyWJVx
4sk2IC2RjDn77iPRfm7x2/vftLS80JYCFctM7X9TqA6mXEpTMPG5tRIGT5zGasY0BfWKi7wpmfyO
HIh+XCJgG9Ror6xM4xSoKtOgmKBuuV36ZFisnlncTkHmCRjUxJF3qPnyhq5tVi7rXwDY9Y2Atb2w
TfnOtuxYwGFhGxwerwcUo/XCqDbytjvWFjLCVr75zK3UeGHBpZKY57/3J/i3meGeef560ZOuELjW
91sXEExLtYujhBQRaxcbLyHIsVuSPTiK3lsoYjzx++Eh265VvW8wAvTs08eoT4eeFTADvqrnzZfy
OtRbT3lrAkt5jUSdC/DIq624JDVnZ8xkpw1UzQw2+zsKoGbN9yATlZUcomCMkdcReAh0mTFSDX86
PbW+nQ/fErRJepDh547GWvcncCFURWoAkG1cSmAwRt3zegKlPpKDsAV2xC/0sNjXvikzO8apX7OD
tl+7zJfOA24+0EEh3TX7nmtjRcuxVcmwrcu2n50YE64PjfvjWfJpCEtQuADuBq15VOwYRqGoDFHc
uugJTbZDk2cbMAVWOttqGgEEvlyxtxCsAvoF/A3QX+i14WjIXT3GaG9P0hbPF4kcorN0cM6AtP3c
H9ZvrYHe55dm6E2mJErGRDAz2miv3Upn6Q+3s6wDZ8iPlePtbemD2IQ8deRpo5nRp8lsTieWBB+n
FniPc6GP5Gdl6MJ8tu5907zaFw6XrepJ0lp8kzySWN1FCqBlT2xgaahioJqITOIpfUZVq3AnyWrf
IF8AeiMgshWjdEawzNVm8yxEO+6n4TY1/6UZvESqvTcawVr+66bSOZ/Ry+mj7oYqrZusqZPW5eNd
3R2EQgetwo9vZbpm6D3pd/gd5DRIZEZmZev8k3FKuJWj9otmuDdf1N7kh45leC9v3T61x9gGMD1n
v4DX8itdcxjtVEtbLT2l/bEsJiL0u6TYhOxXISd6ohDUS9JUF5i3SdXjg1IZmmyM2lMHvHtsingw
i9uet9IejK8/xabqwUBAOMau4mMem4OqQ7Weax+C4mHwHqMalNA1VAdB8NGTBEoz33Fqt3u1MCfZ
Ejbhn8gPd6oPTDPxh1UqntsMCq+AVhj/oag2F9mv902t1R3o5tvaffs4fgE0w5BmAz3LR4Z8QaUY
pee5/IzsPgMqEh8UVfNPruP/8YcMQEUPD1tzy5LtZ+I8CyY4EXG1nyHiANDViJT1v356J9NxBu4f
w6XTDmkSdPyKCEvBSkh5y7aq0nRQRoSFyiZh2T+h3B7E1+hTYRxZs7KqcdX2JYqqta1ze9JQFuDn
jmZwaOA9dD1jQh4mHrJ2jdtL3UTqqfwQI+2NjfyDFk7syrleuhJAQgpWeZSOkM6lS8BCVIVZK8+4
XSHZpaNbS7VRsKKhIDMtv0XCMe1IXa7lJpciiSuz1PEohZKt+BkurB3BNVM8iiVJzvHWf5aNHrg1
weR0njAb1uCQZmM2NThpSif4T4sh8BQo58wJ5hlfcyMP0ithITLgvnR5dhsSTbX4yDea5/EMkrtB
AEDBxAPxKBYr0evsKynfgGoaD/Eb4Icg9kqtcDpGqVixiGMY6ZDzPqn5NczQDWryd2QXJqj5ZYIS
OanBa9ySswssJVhKOj6wO9+KmW2h5wXC3/6rs/3+5f6pWcgaYE4vLFPJCbmIeC0NMDg8YqxqAzpq
nOTvjvz5A3wDlpPTK1xSvqHhZw2HcVMfpYdNxRy86GdTGwQAxx7EbYc+TvgUfxvApwAPz7+hNwuU
lNa4xud5Axik7VKP5F7xKl9lMN21WQGqEeiyzgEyGO8loOCFFA8Sj+RWdooNDcAXfqVwelNnoMzT
bwIt9fwuB50wUpDFnnlQHrSn4VV5UA6D3X5pj8FhLW33/1llpHABt0ajCI1Crny+k/0BJ8cbSPoS
PxXnwJocTc//BBh8QFJoRrwL7rk2WZ+khvegmvf32UKict5n/3wBtdSsAERBKmKpC8FUEt2zITiW
OjGYPyPi8cQ7sqXJ9n9XrC5dZ2hSQe107rYDK9u1c1YZ1suEGmEQ92fYyOhnhfL9B2uKghX6G7R3
s4/cuFfxuDyLidvWQMTyehOvrPfsH279xz8fQcVifS0lbCBj8tWk7c2Ag6/uQyHXO7l4vT/eRU81
qzPjraCCo5qypPmDxueFhPaK6ZvPD2zV6PcNzKt0M5QLA5Qr1ISiBWkT27jDnnmTHAkPod30LK9M
2OIt96sy/e9xUO6Qm6pMEXquceMf4Q/zFn9rz+pePJfHLF8Z0PK+vBgR5f+mMSumUICpqSX8ByQE
00MS6CXgwjt2Pxw08N69359Dbv4n6UkE0xDKYFAPR6aW8j4KC7Ia8G82bgGK33fglt7TrSSBcXN4
geBOvVPc9NXPoJK3kvFYvGUuDNNScWLNMggrNHSC4BFe7WVbe9N2EBTCk+AntcLHNcXwJbczp7Bw
aSIuwqak1jHK0IWa8XjxNeUBj+pArmwpeq7E56qcnGYwc1SWIKORALQ6koF1RFGvMoFAs7fNt1Xq
6VmcOXlm5WvUREtTcfVl1LK3fSVw3ohHhxg5fLmT0H3SPQb8exZDGejBY6zyvTlM2yT6ur/4Nw6J
Q98cQMgzTQdiVboRuVKDvmkRTp3Qj6YB6C/ruASf2vGx9CqT6z109K/hxm/ztcBUzoTDWAEVzF00
V0fo1yIK50V9CpijP548jTEG8Zg1QOxU2/E1AA+evM9bSwDxs2ZEo8223/dHfZsFwycAFoDOt5k9
DGCvaz+cF2oQhFpTn1oFbceEAZck+5HwjRnkrMVJjC4reGs9hOMmKTdKYJTpI8/8TOOI1q3yqEFV
5q/PgHVXb5mVBbnxaPOXoQNppoDBJURXpSepaSv0jdYnoQ6MTtyXzE9Tu/341siaI+C6vD8TN3fB
bE4G6TYieIQBvyfm4l3e5CkDdpC+Psl+DCmEnQZGGLlew53N19qVh6Gs8NR0S2qajPJQn/r0R2k6
0jRggO9Ko2aRQWKf4tiKeCfzUr1snWx6hgrAiltdXvCLcc5feDFOtg0kyUf786kt9SjIbIVpzKjM
IEk1buopN7hQF+OCTChRxu/vQ7kX44+meQaljOkFhpdvRaUmWvSI3jPOz5z/YhGQjMWGZMGcS8df
OZ+xoRxNUMAABKH1ncGr9aTb/OdGkOxC0xfA8hB+pl7SraqGVaN49alTma+6DisnVqbERk19jdrh
NsuJ5YagCJ7r8+EChPp6smuhDUCsxjWnjm0+5NAz/eEwhUApizbv1zrYJObOI8HJUqMWnrr2SRi2
UuuEj+Uu8tA9lTb7KTkHvAUKpOAj1COzRz9s6h27cpN3dq6QHrwfpV6Wa4iNxX0yh2YzABTaCjSF
Sj5AcXnSlOYUM9wOnE8m03dkDManEM0tYi7qqfrI1D+zgGpQIzRVvvAOJ3X42IdAFkMkKE4s/q3F
+6QpjERkDegcr+zl2xAB06tBW1BBkw8qMb8JrIu9LI5jVKZS35zK3oB4SYwbaY8ucs/sKlKelb+A
cI7G/c2zcE1cmaT8ZcNFviRXMAnd2PTQAm/EDE/CeOrwUMk++9V+wXkz0g5jRgOjPo1Sq0jXukI4
SGSc/PbU/jQNmuNloj2l3tP42A8VQZzqhNJKQ9qCIwR7AsRU0E4yt2FS74FBAEo1k/rhhGzOZKRF
j34Rn4+heKmsydfOUQY1uNm7I4eO1mN0GVBRMZtrVcCN03AC5sooeAhaab6el07rr3DqLY7pwtD8
9xcbhet4vyoadjh1ja0kBWmibTuusR7dxPgIIC5HQ8VUal3jjq0xmj5+9aOvwnu5v/Vu82iUAWrv
jR4nh5EPAxJHOMXpWj0YLbRFoOwJbtzpoXvpVuL92wUCj8HswVgelXEM7nreRL5NYsULhlOeh7kd
SEW8a3p2NNRpzIFM59d4/m/vfJQ30ECDhB16f6Gue21v8qQIkIxqOPmh4jTHRPSJ59VmOrbGFGPD
+9FaF/jtogHAAGwGD7NI39E92J0ImioU44ZTompIm4Zo+Y4zZc3K7csCTAi/DwvIrsNp0RfBmIAt
Ug0lTGRXKpsqSVULOAZe79kiNtoqLZyBYWInqfC2qMfsp1Pb0QwHpSM+BDhMsDj5BC0mnQWInm+q
8ZDYgl+tJZnn6b0+j/hKyI0KcyZPRXP+9fSHnRRqJUhrT1rRE00LdRaoQ65XDbW3Im2NBWBp6i+t
UYtda1ot8SPi3q7MDb+WHLHOVoCjSwPiebSeorF9VhWg9i8URsW2F+PxJADs5T2HErbRQRZeWO7p
/tnkbwM7eGccFBHd/IhdaNXUOPFCSUzb8RQUuRUkH2xlQcGdRI0+HKtHxUd7g/oaqL0BlSEc248w
ekp9O9J2YDoo0Hvc/ZHes1Ah6szJMayE0rfuDzwcv9V0CZlwlBGu17WHSrg2lv14KmN/H0qAgmjl
SMogW2NtX1pSoOFVPCyRksURvjYk563C90wznia1efDFyuHT4Pn+TC+aQP8kphn1BBi6NqEwoEMV
e4wl4AI8WTIO3MMluyq2PQfi9FGYsbC4lOZGWBoaNuYyV1ayNJ5yD1IiHvyC7StcY1RS3uhBq46v
Ulh3TsYElZ6OY21CfDXdNlVV62kT8cb9QS8tIN5n0LDHix0Hk3o2JEmfF1XEjSepVo4SNk7SpkfQ
G9n3zSy4+1mQl5PBxoXKNg3pShIFe0Nmx1PYB08ZWDHiKTOr6nNcYxtbOpcy1JRwucxFdDrOn6Ra
5kshnk51F31XsWZk+IWgTmTwk+aWTb1WnrkN2/CmvzBInYCm4X1B7X0YbBu75yKdK/6ImZuwAG4T
Xv0jdOb9qVyITWER1SdwqgB1D6d/vU8nEDymKYBKpzTacq1g8NzWkxMwmjXEx7PaF/+OrWiNk39U
2GhTZ/7KU2rpnKAZEZSKc+YIcfK1/T7iSgFcltMJGMpJrwS/sEHxuyZGcJuwx8WmAG8Gx6cpeFFR
x3GsAiYtQwXJCyV2uMLoRqMKCd8YXiqT6CwoNpqWwcJlF4xmF21pCBO/A7NPjdJsGH/0shOl5bZq
hPPK/N8Gzvgw9OWAyhN86DjJ1+NP+bqpMgkfNjBHGTAWXtADxuTLI/csFFYoffRrOd6lQ4qJAKAI
0Gx0PlHvSl5EqTwWhQmnxzcZT7CAqdhkydoLZOmQzh25INEUwJ9PF7146LIOCTtNp2HoEjSXR2Cv
UMuKyAEIlPrg7/15XIjIEHyDywkZKmxkWlyvCYpYGxqfPXF5w9p5GD+rCSPprC80+zSLUjutOMXs
xGGtcWXhxMIwGEQhmYxsLB2LAO6simMdwPCZ31Zub/O9PmXb5odr3+8PcWHdrixRcUjKpgJXRBii
lmabUgLlB6glg1F5vG9maUAodsxEaHM/Je0QxDSZtCbLx5N6SHSckfLlKZd0IdBzlty3tLRml5ao
22LMQHzj5bBUxZYmfwNGqFfsKUb/Nqu6dWfdt7Y0LqCGsOn/h7Tz2pHbarbwExFgDrdkhwk90rSy
dUNItsScM5/+fBz/trv3EE1IxwYkA2NMcafatatWrQXw/DWzWhCW8hA79XS25HRvhQFALGWn2bvJ
RtFafpeXFEj9D7dtro2QR8kCxYQS51XXFLLxUPJmKiOkI0E/T7R0wxyXQ1B56OMNsN6WLSFhlga2
7acOd6/syW8KcPzQVKiPxYaVNUdKqwBYalWGSgGOoGt/pbeFldmVPp0nBwBiV7wthnxnjPHBj837
JD3F0r4GgTI8G9FwzOf2k0TGwf/LMd/IBlT3Xn2e7L+6+c/bE73ibK6+avn5xcN5lJRBkiLCoDGg
49nu79UYYhz4wRKIg2+bWp3niwkQjqFvcwjR8pzOgaqnbpNT9VEDhCN5ibBz44El3lLEXQlDKLki
Xk97PE5GjHemPEjidI7w2K189oNj6ct7J7zv0+/oht8e3ZqTWYgWEbPgZqA39noifWVO+lor5jPg
uu5u8O3pIOk8BWNtru5vm1opKwCfZUyL8uriPoUdW0wmfnMu53OSvq/VT1nyI7X+bN/a8S6a37T1
p1T6nJePbbYDUwmTXXy8bX9tqAQeIBXpjwWXIdyDsi01Q5hOzKo+Jscsb/5ELTXYzw3qBbctrbme
F+0wrgib+1DYnSrUfc6kcOMOo5e9094X01vtcVYjCA4OQbi1QVfHtSiV/c+asEHrcS4DqTDns1FR
e+wBCdvRvuqCjTfra9jdko3gYqelghclHRzXW6WdCNADXZrPer9D3V0m3V6eHeePvC7drAHoVe5j
466Xam+I/6qbnU92JHn2NTdOHqrmvlJjF+7/tPTU+Y0xfohK200G68nMNx4laweW7CuINFpX6QAR
1tkfK320DX8+g9iWXa3Wnjuo570+qRXPCaN+10CG7RV2+xtZInoMyNiQF0U1RUz7VlNTNhbceWfr
C2oHutrs7ACI+H1Wjbvs8+0ttrLoRFmUvIklwaKLvYMJnU4Tjz/5HEIkuFfCTHHLtoj2dZeWd7dN
vWQjhDcnZS7UuXkUkXQzlwm/cLZx7AyDaQ3K2baCD2YqZ7vCJ3JOR0X15qlGTBCu8d1YSzTyzyYM
lcasHLpazu4CHNm7OhpzRLCj2p07M3m0iX4PVt8PBy2KArdOne4pVvV8Z6dKjYBDYe/zukNKajZ9
5YvWj92ebLO2BwuRPaeTHL4bw8BGcbYvdin9XhteauVmgdtiedCScqLwJuzysmurOOxy7Vx0p6yt
n7Lp2W4oGdj2xjZdc4eXlkR/lIVRUc19qp0z6wB+AQDpTCRU78O8uFOiN1YKMxhKcUnoFnpwiL9O
/mOXT641Sn/cXmCd9RPWd2Gh5U0oo+xNPeh6fTtqf7Xj8CGyku8anQT7FiDuNW6LY3FpYtnOF1uo
lbJ5dPJEOyfGo1m8sWoaDIglhk49WuNpbN5YIAFJqqbTqTUnT4WdKN5roH7id78zVp5D3OhcemJP
lZI0SdOalXY2ZOmkSb2H1vjWE295Qr+ez/9sCFsorjtZadtSO09eru1S85h5RepZx/ohqfeVv0u/
/L/GJG4ktae9Ks0YU0Tq3QCZBQT7toXX+BqwQbSkcCSg66EVTRiSNtblbOeSfm7G+9H82eifW1ef
fnRIv/xZqXvpcNvea++GOVrGKL8sXkcWLtCmVec6hKDvzM48RPnbMbuT02bDyOttj6KrjLqViYuk
8CqEPsjbNWYCi+d5CGldn/IWVm6qShvHfJmZ680A9QDOc6kl8Ycp5FukJrOCQjKNc3swK2jk55Pk
SdG5Nr58VOItfOTKvNFWSQ8IHdhkOy0hFEiTPmiSKDDOZpWdKqBj0i7X+l9G1aJWZ5E8WoSwueXE
/VaPljxoVsOQ/LI+IFJdo5vRwgKLLNApH8Nob+qzfaiSQbkbSguqt84K31haWxwrNSjuBiOJN9Zy
GZg4y3TdkVDi0udKFK6oeo5hJupL49zsbeuLJLuV/ucA3Ew63t6Yy8a7tkN/HTvDJIcGld4rFql2
NqEkb5TzHO4MWXOLP83xYExbLQ6v11EHIc6ba9EfoLdGGE640B9NmanwgqzSI3RqSEjWmrMnn1bf
3R7RygNvsbWca406IFAbhnzhmh2uUNloDOWszJ+jxvmsjfFepbSeyLuh2fdW5HVW49Ky2NozsKtj
ZKp3ie4WxX0kAdD6UOu7BPxN/9ft73rFbkHhizZeNvIy04TRgg+oTGjfI2pX5wESrRYm0G54Lqsv
TTV/71vFq8hZpj1ktYHsafHbuIgo/L2tq8+FPHyoQIqYufqXNtsbD8/Xxxk8lM5E4Q3J9ItOQ+mH
oYboUD0r0oOVFe4wFchbeXYdHor50yi55bTh3VfihMUk1pZNt1yj1ws0DkGuxPzknL2b+gywvr+L
izR2AznxpJa4QY5tt39TOa6ZaG/DYS8bsef31n1QdxvH7CUZdL3/oTWCH3hp+oKbWNz/dlUk/TCF
+nmofWevWkl2qHxlvOunqjkXeim7ZSH5oMX03vXtwryTQGzThzr0Pze2x+KdX30Jx11Z9NoArgqP
yaRuMjOQIv1sKaNrhHtL+qOlA7uxY1eBQTh903ryY4UQsbW/bfn1DmAKLgwL0ZLcJpbW6ExB4pRw
Sk4FHS8ZL1kvcx6k5LkJN95dKxl7eJmpeqjGItkti6ls35YUQFC1eQ5PRfihmwYIwI/SOSYFKQ1u
3uauMbiNox3kcgNyseIbMI27Q/Bh6WgW0dCJlvlS0HfmWbMiN8o019G/Dj4gFpyDHKJinEIzeajL
vda4wZ+4iaLelyil+uXdpD9F8X0QpHvHHje+67W3Xz4LZw9zCoJvIj5DtaM2j/XBPEuGeqc192UA
Jfas7PLCOPi/DoJVDE1BjoJWfJ2tJvLa9qGiD5oxWeeOFtjqVMOTumQT4+kQx+8n8L9v6+Gp0O/D
eHq0lK1g8vWNY2jAbGQyJ6z/q/RsN+SUSJzeOrfafoDm0vTf9yjQde/T/q+0emd9GqHLzsf4OC99
YJ9Bbk3jRvv8ctsIR+3qE4RASaYPux6jwTqbpadIBzX5BPaU5OmT3T7GcITfPl+v777rAQsHW7OV
OZek2Trz/DW9oUSyySonsCR2sfVgfw3qZWkpEBEHEmWSuBWCsyFv57DNdOs8hjRVlp9CSm/mozKD
5daL9p7sRAzwwtql/lPSPd8e5+rCXtgWZhVtnxh2Ws06O9YxKp8L/12ACvyG83g5ocLagezQOCaQ
JtLZvcz2xe0OhMHIm1SL3+mSzA6pUl+PdoHl9/Ag5E1c7ZxYoZDcVhqYjqiFr/epapTxc1QGZeXG
dEL7d6PcRN8qBGs+S46DqgxFlvxNnI2wOfTFhFaRw/8c7HI5pS+jj8Lcv2uTWLa9ck5nG7EMsLy7
PhisH7QmR6UHW2+RedGo1B9tY8i+6OEkfSvmJRvAKZitY6xl3O7GMFvmA4QhUnfQ9ZI0oRKBCfSk
XF9+KYLz3pC06bd2btAmgvEDslLNRyYprQEimWEyfh7kzh92eWT2tGlqSublsUa3TtFWVu4lZlZ8
ia2x40VmFNJzBp0XHGEUSA1vQkfQfh5rYvcfUJRrbIJhJIMBAnz6XmdDk7tj5hv5mxlf97lruhQS
edo2TomSppVX1n62g3lsgF6ws9MRiqxWOs2yFiAeRYat2ZnMTbIbjHn4bpphk3lN1lN86VS1cI7S
bOjBt8wp8ThyZxTVISp0+DWnrOi1j1Ojp6fJB6G2kesXTh7oH6qDXOz/CE8Krwdr1Kc8LNC31FLK
pZFknrso712727i7hRv0bzsL97mN8A0gf8EOnDP+PCMWeyoy33mMJ8f2tGw0dlWSRTCcDPWxdhr7
vlCrnaTUv8gq9j/rqBzwhlkqosKZT6Ys8YPKik/9yflOtff2qRZ85ctvRyKCJzLR2pIwuz5vcagm
vpbN8SlNp31ttfeR0XoDxa2s/KA2x8L8NQThK3uCt3TGwK4sCXsWe1SXEjr/CnezTUi4cF9ZEWKe
omyUXFIUmtXNkRVynubGeWu27UPvlHdxsuEZl9924bP+tsZLRCd7Dm2xWCJfOJEm5DXiU63Psldk
wehpozLvbq+UmNP42wxsKbwYgfUBK71eqrIospa23/hUGcVBl+8koIOqV9vDcSYnPaXpji70XRNv
JTcEx//K7vLzC5dclqEmaSZLZmZvnP7YZs3BKZ+7cmuAq9N4MT7hmBlpoqhFtYgBj+70fth4N645
CxoP/p295SBcjEJyuDz7ZfbUhjyl9E0OZPB/W5w6q1YAQC6qUcjhyMJxGkojrkZD4rA65XFQG9fM
dMKcX4sn/16RCyviIXKMkB6rgG5O5ZPpl16r4qZTeV9MPxrt4+1tt3qUHJt6DckTMKyLc7ycN7nB
zcIsfCIJbbiaAcGglkTyTq2D+IgmOeTxZbKlnLA2jRBgLg4X6gRertdGg9xX2GZRclL0Hy364OTO
6aY43x7ZqhG4/0jb0fb8qpfQZ7hZaefJadSVN70hvwla480IrcFtM2sTiFYfMnQAp3mICovVZ1k/
qUmVnKzpkNTfLP2UBzvII3fJVs/X+oD+syR4vaGnIURSkZRm391Dlcdr8vZQVg0A5Vt0hYjwxaso
GLSxK1sMVHK2t8ejPNF1E2xs7jV3QznqXyPCETJTKFrkrkhOJZ0yyb4IHqz8OG8lBVeHwpVK9nF5
rMrCqmgAludEHlj8ei9XRIe5F3Kb356vtaEQpC+NV7z+QLNeb+NkLnwYpo3kVId7nVZL33N4hqv7
21bEV++LO7g0IxxRmQCrsbQoPck1DeYkmQavnpU/lKmg5jn7po/YeZbuyFCF+9Hv6DFrLVrudalz
5RY1xmIqPc2a8iNvVGnf1ibEG9EY7Hpt7j1j7NGam7T5w+2vXluAi48WX6m1UpYgNZmboT8p1VGb
94q5cS+vxTYLJN1gr/IcflUA7uM46OuWIq752HUfKz16qza9y+MUucwfg1ZvLMTqkMApOjxdyFGK
HR+VHBRFpwzxKXPaeNe3hvyo1RDPOHVsHG/P3tpducjM/WNKWPK61uMxjrv41Oyt/Rb/3fo4gMWB
oLFh9BIu/DkdOqVe5i2lV556gBeWs+cMG+539XBQovnHinDd19oUzKmOlUallpqUD8aUek73DXKW
97cna3U8bAM6L7hUuMeuj2EDWL+coNU4tdE3wzrPwXlIf2cwgLeW2gwNCiIsxUy7akpbQkC6f6dB
d62Z9mbnvBk+rz1FFlXBf+wIbkt3mkRSZ2KxrNP2RkmPoUTXmjR5DSw7CLF5jgI1ZrgxgauhJyhx
MM0WOJFXDUYTJRqkBgmeJqP0wvQtOeUjlF1jP6B/EXmh/6caWJ7d0Pl6e+lW9znvEvCLgAZI4F4v
XVmo8agNBAJpHHuV/9MptronVjfHhYXl5xfxDVksvQ4bHnej/3EYH0gOu0P36fYoVh3RUsClGdMw
NZFPMoxMczBjnnB2fpQjz6fRV9k7zSFGQG0LNbQWbrwUi/9nS5ixZugTgBbYSkrwwgV8g/pbIFmW
Xh9UYws4tLo8S1oTPCYVDzEfFZpzROMJIZQdyDLMpflzUaQb2TxRyfPleuNXL110RGuUMq5XyBqX
PsE6Tk7UCR27ccnlNdHDYbS/Seq+LT7p7yG6k9PP9JfHSP81mgvD1jjuyiFxEzU/3F7LtfldWEGB
ni3NMOKDuZPaeRrTLDn1cr7Ps7MKrGOCL8/OQE85GwHE2uakhR41qKW7nWTR9dALnxRvJBM7pveF
nLmV85ShUnJ7QGsuZTnYi5I23L3i63VSnNIf0fA4da30EMcZ9DDpvqxlN+mVmmFB2J+1bmFIW53i
a5sHEAcoDiCvdNUIgV5rJq1SyaRv5CF/n7Nmw5jc3x7b6mJdmBDcZdLpZifBLHoiuWda+nvFeIq1
+pBXnTda2sZibRkTTl62tNdKhrGkow7JgGIjTDt1dAj08dTr9oaxNZdyOXmC25K6UUF1G2NJOb01
0nlnRrqbDtne8t80ab5P1c0wc3UzavRBEEotLFFCzJEtXaZq2SSnrCHP4eZk9zqvgccVwfdQBQtp
5jUk43aWQ3faKXSBx0qD+utUqN/1rLUqNworIKiEod2fWW01z9mURPHeGKbosKRekTiqhx+BUwMJ
sRpf/hCOVuS7Zpf4z12q2D6Hm6Tjk5Sk40aouD42h1cNZSPoFIWQR7HHJOlQfgPvR35IcYP2DnaW
jZO2aoReKxCd/EOX5PVp9gNqvxPpvJPkJ646H+lhdGX92+0tv3qqKAC9iITjO8VdKKU5L46ER+CA
1lAEPeu+GAHj37ayzIeY8sLfM1s2fTGoDV4PJbbnrrbRVjrRMNENNKkAonvYhPGsjgVcsWUBvpW5
AK6thGOTN5aF+4Ot0PG6D7fHsLocS68NJRp4QUVYSGzDX9/Y/HbD+ZjEb6ywdtvw020bqyO4sCE4
cFlHhzqPeDE3CHje+0UuuVVkN7vbVkS+rb+vSN6yC9iJIr+YGpxbyQfEuLyZ58OUul/sp8ntA4Cr
d+To0+SdcSdnsSd3R+PjbctrPg9YGmVGHjyw1gkrNE4wGZipyQUVZdO+CTp4JqwcbfZ+Lh6lQT6p
Rr4lQb+2bpc2l59fRGxKJ+dx0+rsvXw4IHbwBBXIvqnHjUldHxpCbwZpcSoNokuImqYeBis5hbq2
Q0d5V8X6TpXzZ6eT3azeqGWISIWXJQSpZnAdstlfQaHQse/1MujZ60jK9m9ChIge6hw2k4fOPLZf
7pwPt1dubRbJJFMpXrrOEFK+nkVrzKl1tyQNquI5NVVSolBTxMX+tpW1SUQlFGwcsHLiJcFKGWm5
kfUSa2VMO3qvpwbuOeexl7NTWeS/4V+XjjGIhEEeUCy5HhIVOZ6Ss4bWfQzXX3VskRvvthoQVkd0
YUSIWiTT9Mm2qIRLxejFPcDP6DBro+f79k7rzrenb3WRdOBhALSXgy3swWLK474K2YO9XLvFcF5K
ev0WOmHLyDLii/MUF04yyDlGEsp38ewf6V8HLBZtnKctM8Ir3NFSypgSx7bt3DE8JtLTlpTnlgXh
UuqzeWqCekkpASgqexjtkfSNrA044eLSxKsPiaZ/1kRMXE2BMQZaxXTZRuP1UOrV82/UyJYAi6QV
VQS8z/WCGINvFL61HJrYdC3nexwnuxzitN/YWyYKB0tX4sK2em1FyavW0STGYcg/8/opiDpoCn7r
SF4YEZakjNLOt1M7OUUNrCQG6HRYx7fKIWvBCG0r/4xEF6oFSRkNVbh4alt5qL6l/qOS7regF6s2
LLiOFiL9RUbqerZiYAh2k/kEv+FnrfuZa8chPFX6xspvWRE8mDLZUUjvKU5Zecp3dKoTTj/3/YZX
WbdCb9zCvL502l6Ppe55wapxnJ4aI79Tw4ekdRBQPTrFt9s7bFncVycFie1/7Aj7OLAjpCtKeu7A
ODiq48llwxNlcm2k9CLte9rL3mbAtTU2IcYuOirdbZKRC/8aOx+7NxY8JLCf3B6YCHF7uaxJ6BMU
AHNbgLXXMwgEh+uSuTjl8/Nsq3ejBjlwc5+2ntbyXpHdRv9Rzh+qGeiZpu9vW19zczQuc2+D0F4o
766N63POK90ZgSMgjAx9bP1kRZ9um1hN+C09wyopF0g/xC5KM5GVxomp+pW6H3qqnB71aHpj9XDI
pO+06W0Hz2gOptNofrEbaplaldIS+YDlPwhor0eHtItGlwzOby7+kMCrVq6RPrSyR3n75+1BrmwV
JC8V8nKYou1K2J4zxBfTOFa0hIK8JvWnd9UhTe7yrYzcuh1GYiNFq1uiAmw1S2VcKXV6snXp46g3
3/rBus+n4KHgObqxM1f2BmP6z9byLRd3eSAXFaK3bXqy2gcj2jOqsN/wUSsB0JUJYYHUKjGmwmI4
fcUFmEWw76la/FynyRk6nTsHsZrb67Ry4QJgh+5cX+qOYFWux5RpWtUUOntRDj/PQGbtrbLmip+6
MiCMKLXTRhtb4sZZImDcV+p0DLJ7+zkowoNZN8df5dv+e48vVA/o31AvEMmKy7o1lBQ5q9MQmD8k
1XhGNnwjvF/ddIvqAA130GmJUcrozJY0Toyp7bz8r7J9DJy7oNwI6VZXBpgezE8IcoEful6ZsZF9
BDVw8DkNL71tHMLx14Mtrqj/LCxfcLGfZzlw/CpKOTuh6VK7oYPjd07MhYXlRF1YIDevZdOMBVM9
V8B30voviqm/YYSqEIQzOiUotvG1ESO2lCJIuS8y67H83jn3/sadsLYSlwaEUZhDOelJjgGtcOlg
HZKNM7h2RKhr0aVD5UmGx/B6AHIt9zplYgYg96WrGwGNlM5dqlquBZ2rPpyVSX5vqOHd7aO/tosv
zQonc5zadMjLPD2F/pPc/JB08t+0ZQZbZaa1+45343/jE+7UkRRUbKqML07t6OTnquS17ZDuYPJ6
To236aS8nSLnaz7oJsV0f4u+fPn1QqR0ZV4IkwOl73S1xHztv53TDzRtIEPRQRc0GYXX+Bu5hvVZ
paBAxoayzQsH18WWj/omTEsNa4jghIBsVXTe04fc2KLtXLWjaouFF31pYdfzUlZC3WH1wFjM3YNR
POTpA1Igt/fIsrVfzR1kXEB4XhI1wtJJlh7Xwcw1jgl/ODOSzVL1lglhedLQamAew4Sud9w/ifUZ
hPdbO99qO12fsH+HIpJUJpZDh7TN1ZrkC/QFPZW5Oji/5Yxo8iPi4R1LOlo4yyUgwqru01Nrf7QD
e4c7Gspqw2GsOqQlIwhulhbsF/meiz2mTFLtSy1TpklSvssqiiFSbPwi/9XLRcrtRhRscUJJ1V0P
ZWpztVBKrDSKuWPxobuvFHi1+52qbGyztQFxFVHDgVd3UWO/NgXYOreyVklPTlmgf2Olskf+e9qY
trWdtlBbYAcNlFewJGlWjR4oN34oAoWt+X8sLAypI29Vvdd2Gq8XjiW1DgDcws1d9q1dGKnGjgbv
c0wG19a8yNp4Z64OhtTwSzViCbOvpyxViroNVJWTSRjSf4KMzG42XNlaMAp33T8mRO6ESUvNsFVZ
lQwx3Tq+m/onMzgqsoXk0FYuc20HaAvygn46+ktkcThalFSz0WenpgoOPLyWtPNtV7ZqgTwpa6+C
C7OFZ2WqSryZQ2IRTUpcCXrB/DfAdfSD/mdBePpnZT8a2svzuPnWJNlD3v2U04+BlW5c3KsX6qUh
4XEVBlYERwJDAezoBw90nGpn4yN55qk/6HCbDb8RYV3aEzZ03GnOUC9h3DJ1C46jhqZg4+Wzdmjg
pKTfAEo0TqiwPHbSTV1i8rhSfe0o1aabNIiMtF/9YotQZ9UStByg/TmfNFFen5wqK2qrU3DRmvyp
qJ4dsgqRRg0s2xKKWTuiOtAKXlcaWDIRshY6rQ97yvjyXmwi7Z7NkGxea2vb+tKIcHDwAkkZtzi1
wDTIGjxAaPAbqw/HsrLUVXnxWMswL26bWO/8vuuxMGQNvUEARIwfsrHxFlmdqwsjwr2pBYpkqhlz
pUfZzul+LgcUppHdbR+wZUUIeQe9D5ImwkqZ0yWY9rbljXaFXhq0JhuXzTLvYuQEFR3e06ErkaTL
9axVk57DwIl/7r+YP9P3+Zy4dxL6HPXnrWLTmpuGehuKEuBPvEmF9UllJBnyOc5OTg3F8pzXw19N
AJ9OGMrSecrzb73ZbdFIr54h9jSaPODWaYK6Hp0SDGiXp0nGVepT+hy9OmlcLe935vDj9pKtWTJM
MvUKKFPiKWHJIimUqiJPs5NinJoy35XhGXJgV6o3muPWtgbQroU2AGkNNNGvRzQOddk7QZ6dur1f
ed/rLYaXrd8vzFiZ95JdZ4xDth674gTsOuifb0/V2pa7HIJwhujTGvMSWdollzMOj8m3YngEo+t1
2g9KA3RPPty2t+Z6IAoAMIk6Efrxwn2nUBLKYXXMOLMTBD262/0Gto9ocEmVgowhEhEuBbWpmzFA
mO+UVD5dftU+N79Ef9TQFluFlyVbQnWrFyvAnwWCA9Ifj3e9CbKZyLPMCuz5zXOTheeCEkEg09ka
m5I7pt+D/OcQHRR/3li6tV1+aViYyrr3VSVrMNyENR1/yGBH/cHPzukWMHhtG8JHuCS3F8ZXkd6n
jQwjnxy2udQdreLB746/U/JcKA//NSHs9Ewu57Ghn+r0MlmRN3UPffDz9tbbGoaw1eHsiYMR4u8T
0itDvE+jJ2s8/v9MCI7HTEPfqaHHXWaKPglmSi82DtD6KBZ0DJnyhVPrertpRgxhV91mJ1UL5gPP
MOTyNOunMSnB/vZg1lwD70TSBdwUlD6FKCEO8lLJeyzZYwsnRKX0POQMEMVOPcrIqgTtU+eb1d1c
tcrXuVe3CvurI/3PvggHKlMUUwyk1k+m/JX18pOPv7deNmSCHF+chnh220BKlzomR8guPbtAbXn2
9K3WgNVzemFEOKeSPXAFW3Z2ioLhGATjbujPka0+l8NvxENgs/4djRDip74jm1Nm4IkgDKUDjcyL
1WyE3GuBAzyv4L+hEyEYFm0kEBVVhp+dtFCG1/qpsWs3lyV3vxF1rSXguCOWcqjMs/hVSixHoqWR
tJexSKqL+mf43v7Qh0+bN9LaiC4tCZe40ZpNbvc6NyCqD2H+0a9+6ml/aBvfLfutV9iy1mKEZy3S
gAbAc3hehdM7gPhGpQljyc8CgjpaLR613bPdeZPvpl/NTZXPtTN0aU8YXJ9FfaTEbAlt7k5Wb44I
cBWenZuu2Yb7ifYBEMXjcXB+wGt2CAf1oe2ML446elVibniu1Ykmw7EwQCKXK+peyX4PWxvKTKdO
fhhC7dA1vmflj63x3h/0+9u+a8UWD4OlX2mhuH8FukSQYrLpXI1OUumYb6tJNl0tQPNBGmjIspqs
QHOtSDccpiiGsWS/tAUSv4QB0MqI3D5GZrUR6hXRieYWz/8EmQhc4aPjVurbqaz2jhY9K/FTKvWQ
D34dBzLKymel6PZt+FPLt6h2VtwOH7MkemULmnARfGUOjtQZfRmdVKc95AejgfoD8qWq2HjqrdtZ
sklcEVzhQvyTG0Yo52oX0a8RVwe6bhpX16NxTz/WcEebW7XhGZYtKxwhRNPk5V8CfLqVri9ACRLW
Rb6JSe7oVJ8TP991o/GLwgR/L+WFFcFpoywaWVqMFY3O57w+hNEhN9ONXbpyOsn3kVkEvUTXo1jE
gdqsCfV6iE4wuh8t9TkrpXs/+p31uTCyHJWLp3iZ5Tzv7Z4iCr2h8Qdf+wEfpLZxLaxugmXSeO2T
jhGzywn0jKViMZJe1R4Sef9jnqC0SjaSiy+vg1drf2FGcJ/RZEzq7I/RKUhCL1EeEvNtpEvH0pi8
odXfQ2jnqsFZyT9O8r3TmJ7TjDu/ana6+qblMV3vnfFkxd9gHLHsu1q74yyfpKS5LwaoZZW3xj3o
2X1XSnu/ebK3Irc1nwSQlBY+DaCILXY/9upQFaGiRSfI2GrpsbpP/uh/lL+BIuPU/2tFTFlmyEX3
rY4VQlBiOy+Baq1r9Y1MxepYyFOA7qQVRhbTvGOmUGVerOSa51PgmWcvePZb2IM+/Loj57oARU2O
GPjFsvEudq8yWlLXdpQADeDUz6kd/FW3kbqb/Uw6GsFEBrvkGrltc+1YXtoUTswcSkPadAyOK8Mz
s2+j8hB1G3fF2oGhm54WKvKWBq0+1+My2hGumDSKTxR/oP96aqzvhXUMDrdHoq85S/qVuAHIw5Eo
FYaixGmpBhlmqr1+7E/SHVwL+c6/hy7Ig20dDjjXchW38FI3O4SHZP/Hx8+1pz187PfGXfBce43q
DvfWEbIbt/aS+2T3KXdzLz6m9/2PjW9lxOLZvvxUIcXaT13oR1YYn6KcWKj5HmrH2wbWQGLapQXh
QSONfZOqPpOhmcmRetzBHOHTlD+karUf4Saz44faWMipLQtOvq0Gd5HC9uVKuTD/0jV+sZX9IQly
vWOAKvzO0KF1s9t8BX6J8sTb/pv/pf02vkFWPjyT8rs98vVdACEx0LEVNkj0ino5Tgs4XipUftM0
L3ehpRgbx0YkXPx7gKDzba4yGlEc4c40/bziwq4hF5MORvzVH6K9ZcZ3ZecmcBtFLnorLgXBfNq1
Y/pOH+6oQZpIf9HhGUDwNG0WPda8FFmFfz9IOGROhsxmENDRbKFuX9P3gETVqFqe7pN7Gjcu8/Xh
L9QVnDRoZ03BVRlhmMkQP7O9mskr/WQ3q6Gb+F9CaMq7J+0p/z6qhav1B7WPD+OT8k6eDoHyXJCx
QW3x9oqvjvziW4RzX8WoqRXwR51QILfmPwcJ7qfirjDdMtmqXq/1utD1aADZIau7hIHXrixF/MEx
BrrsffmcwyTZhq2bKE9S9eBP1sEPItdvd5aD9vR+XGj9UJkY+o1M7GroffkR4t4rI6oBCi3lvOCH
xx6v5c3NU+BGhRt8aH864075GrsTDQ8fmg9bvX9rF8alcWGfheBf9Eyj+X8Kst1ofqVk5W1qWC3e
6ZV/JHu+UOcyyWKw6ET1VI0zI6zvUwJfVX1o8och+y5rp77/BrTjN24o+lDAmsKfDPvH4lQu3JUx
l7mDXCaHp32oIiqToD6jgrzPFjJhLYOKCKOGqhFJW54F2rWlIC59CQhefMqT3svDd5VieUs1z4fq
zelp4sBL80h8d/uIrDX4QEUP2czC1E5iU9i3mZbEVhbS7jqWzqGaU29OD37911C7yimJnSdn/giz
3UO8ESqLnIF/u0kiGYDPxGlUQ66Hq8hhqaWDGp8c9c9YHSkkFnvDiNyheMzDYFeHOliuyW2Ro03n
2TWj5o431kYmYi3+YBf9+xGCsxr9PIobAwIB2foM4s4boCmg5fM+/kW205fRsoWAqYEUVVjj69Fq
Y2bY6GkmjHZnt4f5W5u6Qe9Ff9qcxY33wdo9R0mBVhBwcY4p1n2U0cwkBAR46kTGD4TlBpSxYmvD
tS4fLJ5Di15zmuxIYtCHdj2gJhnmjDuFbWPskdcMq732rQhPHZSCW8XgNS9+aUrwKwDgqNOWmBq8
4pNySt+XoEbd3zgGl0aE06cX4ZwkA0Ysdfe1G5A4dnsvnl0VDmDgaOfb5lZnD40rGeolFfVowZoV
F3ZsB1jzLfl+0pfys4sq6qjA0AHjb7Oxzdc8s+UAEqFoz1EXX0MWxPYLRginOWiRl1f+k5OmP/3a
37r815YKbRO0jKmq4p+FXYGSceAkMnwjrVbfGQoCJ9nj3B7RIlfCR0QJgip3I/ON6nxCX6geDqls
3jW9F84fAmULs7R2DGw4SQEb8xdiNdc7dCwGuYb9Cs4zrUzubauN91HQKBuHbe0+4pCBoIXJma4L
wYPkxaxN5ajHp7n3j2Eq7fMIuH7Y7BCYd9v8oan6c2yVGxf92oLS7KPC+EBcwR/XY4MKh+YPiiCn
sLc92B4sZGY3r9q1Cbw0Ilx9ilLoygCG/jTX53L+pIfzxqFT17bLpQVhifyZhI1RMHmh87Ywu51P
o76RFQ8ypBK5Nbv/R9qX9kZuA9v+IgHal69aW725N9tjfxE89lj7vuvX3yPn3aSbrdtE8pAgA2SA
LpEsFsmqU+ek/vysTltmHaRPUbxjcGONJT0q41k7vUeLm6jjlW/1SQgYp7KPestPJlsUnJrTM65a
NbythLR+edpXE0sejxWD5ul5yePtmEPzXYXgxnuYGKC0pszQ8jpDoB18ooCy87P3Xd0+QBIhxbmG
QxJMAMArhTqDlGLC2Y+j0eJCAyyPqgluAWhouLUCjQi+iz1YCSoVQPPQAP/2YwuL47iyQCw0U3PT
MDSYspwDULWXDRUk3BkNnrRsRQEGDnnYWRXydhytLyZpW2NXKINidij9zDmsYXQej2UpdkMg4G8r
xFjS0CsDkA+A62ja8Z5kav0fFP26KsFlFOS9/r/T6P65OUAhHmpfQMQgi094W96Pg5hq4AoJsz3y
eekQ71qwbAKp5/8XZwOsCulrHh2FEjGwsPLirPaGv6goR9wYtP6Z52jMrvP3khcHNBv8bYUYD4Y6
QQpvgrO1hZW00EuEeAzjr6ea9t5fCs1zihH6EuhTBub31h0UOa4axcNCJXKIcJIbpWRIyS+0ahRi
bHGdhQzpY9dYjAxXFmfXudquYab4TBBiI9V5Z3o8b49a6etq56/yJnitPFqpZdEVJSDLZjENdD+R
K5bHaRlPGGGcVRq6lytpNci1m2XQbSgTPzR7+BMEpiLaY2X+4btFvDJMLGIAJswhzHDOy3OLebvj
xT9otPov/giNWxEQupmnkCdmE6A5b/LAlutpggNEaIwsSi1TbmKLSwbmMNRwEf1ksgXG90AaHTaI
GSiA6q0QucOr1oHIW8wdLW4pl2ZSg2LezBDhQLlmJsSY+5tvhyRmXlc3DOKgWoR6wE0r8FVqeGl1
qIhD7DU3gh27TnWrTRJHkS2lPD120IXNN6uXQ8cXBTHoTROPvcAXGE5Kkhi5KaTfwYj/qwxAs533
iuH5OeWSsmgMyVZ0YCFpzarE4aW01ZDEDChfenbMoGuWdEbepALU5sPYwoWURty0aE8FPHkm/UC1
nNwNsSr1Ut+AAmEQ0ODacet0rA0WGtd8GHw+nsiFDQCkNWQEoOGDc5PMKKelyhcsNh/K5ege8JMB
aSU0x5ti4UUUp6GZIoJKPeZRwIA6Z8t5yACErc4NkV5BnOPxiJYSs/BMxJKZUhfMs8Se7v2wGFFe
QG+tfIJKhZGb8SV2Wd17yreF0dnSmjFyl3Efm13YfzdWiSCNa0HEpOx8kzICQ9H/KE5sPrYw7yki
VkE5CkWTmeYOFUbCApNA7aVV0KdZ9R3oZ1goKgX922MbC0cNjjR0B4sa3lka+RoOoC2jFBI6J8Uy
GCDDq2xYP7amHIIenJWH6dusJsZ8Pza65BhAhoigfEDHPOrOt8Fk7JMozwUV91D0ZcXVe4I8PkNb
n4UjBsUtdKAhS4OGCRKMm8qVEjV4QG0bvzZijbdZ/yStA8VgmWcq++2SMwDxi2AB5iOISRDPx3Rs
ZcgrwFievaSaZIfvQuTpfZQaAPT9h8lDFxAQ8zMP6x3LW1FULOhFMK4oF3TfY1gHIKzUKKqRpui9
OKorU8RjjZkgiyAW2MAhQAFs8973p1F9qpAnKQvawbzk7Gg8QbBFVgvFCyLAt13RJmmPYWn+qYOO
b5qLlFN5KU+Jo2tm+1SR/kFD/K3bRXEfKL2AMwRdxLqvlbjzjsDTjEYMFZuwnpww/ZKQ/NbY/9AT
O3Mt4ikvqmjuJR1eYOS49yM0DxcQmH/rSgNP+sdesXSEQJkGAR3OB7mPectdXeBQuw8iZNTAizUm
l6QdIM+Vr8NIs0JaGXxp815bIqJtF4RjCzUqMLs1FeRgQhkayN7AG6qUsJQASDNFBECId0VDnoOH
pAy+i/S7q95VkQJqWp43BHJsXSTnZWLjVnKqJbmC0bBiZORMagAgm+W+HbaU42J5LACNzS9idPyS
/l0WyVQVGEs/WF2+mjVCKInp5aH8Y4EYiioUfi3C07bqaPwGZsjb/JfuFiCS/jFBXGy9qYWs8Eyf
5PFvQaFX3cdEO/Ro80TEHFCpZAG4DMEdULiiLUHybvV4pywFNRDUzSTlEDK+KxvIxRhoYwi2D6hK
VG0BRadd7Lm9evx6bGcpoF3bIZajEmKoDmew00FIAPyqTJQ6/94CSLGRYNGQHUVYu93zqidpuTKA
OaviTOBhRuHl8e//gDTJC8i1AeICpxU9w3vxTKsA3XOhtngrzw0U6PyVMp378HvK3Ajl93Sy+q4w
ilcokckThPnex1TTo3Xku4UJfmGGRgCy5CMgnkbbKO57AJMRAx9HpqlqFd+lqGCkZf4M/pEKxl1a
PlSzUEADyQjOWiLM9aUwKJ2i4eyD5G6BtgNRouzXpYIzbl7/mCCG4fl8quUMRJ+aNFr5/G6MekMe
TCD1n7wI6HPBY3UOoMehvDSVqpfnODchQ+bkXGwKwUkKN1VBw7Us3ZpmTAvcCigAPLZufWoUii7u
WnyTr+Q7Xj4H4xcXlRs+E/aVILoQbKHB1OdR3jkZ4C3zu2fuNSMmOmEnvgOhI/gi8gPHlXahfLVz
RjrdyOnzY4dewp9BSm3uAwRuD95D3AAKiEPlBQ/2LHUnr7Mtu1J3gtnY0qZb8aZ0jI3Uks/hrnma
foOm0BR1iIKZDGA9jSGaqa04rE6XRl70tH8+iqy/D0wKWfUYH+Xx2ERitMK12+g0cRWyqhOPtdmA
hFJsd8MoGmoYHrN6OKiN+gqkr/14fpagANfzQ1ZBUBlpvFrEEcI8pStmFe/TtWdzr94KvJPbyGld
mlTyvLjk4mPV0ZCJrnawJRNBUvTigh/mM6tFN2vQ6/zw2hWgDadkD5a8+toMcW6l8HSeCTDFQ3fm
SyPMLRzC8QrxqaFYWqpKiyhugFoaeTvck+bYdX0Rq8ROiBTUMNtSPGtS9aX5zUZMpEafwosKqdTY
ygBr8CrF5CqZcrYtBUY87fEQwYuOw6lwa7xumZQvwfG7jQXHmxSjbAJ7yGmo9KUdC2g2oAwAQiJF
ScymL4yCVEbA9CFU6HJUMkBjQoVUQ4tE0YmfQc1QSlWLBlGvBXH3jxIqEZSQmWqaQcacBq7qSqGd
GtUxo6URFufuyggxdxzf+yBqFoEaRK2mAw1hqb3zKmWHLe11tBr+PRLCO6agAwBblsKtrVOW/oea
gdxK1z9NxNG2qJW4mH96tBIz1eON4EQFEGqi2WzZP/UxO0wb7pdgR65o4LV4ABuCww3PTbhWadAT
YV6QR99CnGwaW+Gxo+FbtMD0N8FXYEi/JBuoKVTCE8tbC1vOxsGW2f02aDaDA0xRfBA36dtg5U/e
Z/rU7GM71odnDWAD83GQW7zVXE/UHCyudmgXTKwX+PAmhDcLrLCIB5YPVjtrDI0USe918aY1ugqH
NkY3dAdm3381Vgg52ZVCeRTQHJs4jxR+5MNpduwUKarkJTQjN6A0FS1F2H9Gi3P2drQMWzQBVKjg
1ma7k+1qR5nOxx6NGtzt74dSkrMSg6VmLcs3Hi/V4+lBv8Dtb2ei1+fSvFK4VX7m5mSwJq2f9fGu
h2L3rQmNiT1c8PD5srxh03Uvrzj18HgUtBma//7K3xh5avtkhiMz3Rp7VK85mmoEbZ7uoooXoIIz
z1OidwJ4QaGe8BWDvQf5jcdjWSp8g3D9fwMYYtXtYDgce36nwpTp5Xve+AbQ9i0y4z1vXfxN/xyW
+h9wNPJ2fOA3I17TTvyre05WtK5d2pwSASZiPVGMAQnZTuouH3BLC2iX89lv/+8QhsvD7UAnjvWr
ssVxIAJvLeixyb00DiqYT5BcVp4y5/G80tyQCAQ91NSEKsHBnW3t4bWl1DMWqzdXq0YmHwQIjFb+
PJjma9wzxnCOnQSZqFHnjeKMx124qop9n+9G2lVhMTd/bZkID3xQ5SNXYmC5Xpga/rONOt1f8W+1
W7q9o+3RytZDMI7ip/N8PVi9Hyj51Z4TuwCtoR7cdAI3sqrnoV1Lemdm47egnoOW4iw0a0QQKZWB
YUD4HG4rE12bv7pV7PoGZwTW/5eTkGiHIWDEIeTnQMKYZVDYsZBYpUw5LxbHAvUQ9ACh0Ic2ilu/
T5RWK5B4w1hwdAdroMkEKxiM9HXc0GjTlt3yyhbhHFWQBbIfYd5YBkiUgde1ideHQXE6DXCZaoRI
yi8u14MkPYatAiB04siq5Khy2ulNTAOAL8aUq68hTht14INmVHEUKGEXGdOgnMRCoKKt51+588wr
K4SvKOLYe+zsmd4uMSdbWbG2sFW3uG6EdmfTGtoXT4Yra8TZo47CICNbjNM/1FP0fLhKbxbKf7nU
Xhkhjp+8jzltYOc9nnHWWD6PKUPxfNrSEKdOK0pNmWqwoGXvab/JWRriYvnZdjUG4kBBF1Ig9S0s
MMJL1IqWF7lj1NppbAFLEvZrLujMHJIPKjKGj3c1bcMRB02eyBFbzw6Rfofr1CksbsM8i8j8uI/t
/B+77QfjOMNryZhYhUM1aH4LNCofg/83ayWZN8I2bkOjGNKMM1U2HyU86OKx1yH+3B8jToWgcDkp
E6RmcqFYtTyXhY6XpTK6YZsQx6GWCTQqtXnA9zvkn+8kdkjQocqLLAUikGeLA+7jVaFbPn8YesqM
LF6NwWMyK5agXYgsOcncxMvC3E9UxZ6BDhuIe9teX5od84cy9Yub/soSEejYLhRUf/SB1q4TI5LR
NqNBWP4ynBp0Mj6LEKiQEdEgtiVw58emF8cIkW1JxFMdZKmEX0u1ljCZkEKykU/1MBI4vVM1S/aE
NdaZdl9fXLkrY4QrCxObd+2ArpUgnN7H3hdcJRvm8lrAGmWHVqkR+ma2Ola0hPDiHoJeLrRtUcZG
B/7toQX100oKUsCEG++3huxo2D+N/Nbv7cp/ioAmAijl8bQujvTK4PxBV/eLROIYL+hgcKx7B2zH
wCvtB7DhBByqSJJkBtP6scE5ht5tChVtFgD7oM+KXMephPIHoD3YvN+RkK1Hrn6ROfQDPbayeFxA
V1UQwXE8k/LdDisPIaynDnW0tRVo6g0ONK8iUfdpPIaLlViANeYFQ6c9RL5v7fTAC45KjtFkYDSY
0LnIf+ahMzKJzlUHNKbqeQkoLQ2T+sPyRk4ipGfgH2h8RQmOGF7YBnkHwZS5g2/Yjit5HTj9zn/v
T0qvt8f0KLs4hX/zjD5tilV2HO0c6d/2XLZ69YzUu0N7TS2G5OsPIuah6SM19ucPGg3F1qzYUozc
qTaRHT+LdvwkvEXHiXrUzfHz0SwQh2mQjELveTDKYvzR4bdnVhbjTAa3/UwPtIfNkkddj5CIPwqY
bpSK+ZnyzP6D5jI9sx777I9A4KPxEJt/qkUpDHuYQLFpr0Glea/VxhaZ1g1/qE7lqjDaFYKQza29
N9+t1q3Lvj7+hGV/vnIsMhykUI6VW3xC4kqm6MTrRq90D69e2hNgKZxfTSf5kPMq3ktjDYZA41M1
x6JYgwcbgmEvjwe0FG2uzRDnFYCFE9TOEN6QKGd1waDBTQWKW5B3kc6fKlXOMA7hqVy11oAijGcU
b+JaV/b5XnR9a1oPjnCWjN4ezdBJMl20st+RPe1Hc9gH2/4Vf655Pf4drDJDotwMlnq8ADL8O1KQ
bS7RFAXIYeL7xuylAvBvJxpFoIcJJJeMcJ+ZrPLb0zYynimPJ37xHnptmAhRQ+3LKXi0EKKM3mD1
yFA2oq6aqcvrKmXjLJ1h16aI4DNlXZmmxexLluRWB6QFrDnjSRkQzZWIaOOLjQCtJVjZDV+H2B30
Wu+sDj71BzIbrvaUUnIdtFERAafjmrEMA9hrTNnS7Nacx0VThaBtQyLkiGyhhloHIxOnM/tpHcPG
43n7AbQ+iGokWEkC7w+GgW5ktG8iK12ALt3I17wlm9JL8cS6bWd0u2w/vOQI3+3XByRgHn/B4hjR
1DmXZQFbEgj30KaQjZQJZ7RWHdETqw3vtfCstJR0w2IgAH0K2gvRFgsmldubwIhGJ99LGwDPJb3M
WgPybJFmTr5BVZRePmzRIIAWetw4AKm8NZWDSTJLBXQJCGcF7Peq3aPzRQ1fBo6zO5U3UILVW/Re
KK0IniE0z+2k9CMFA8njeV0ssqJhD92baKCDVOv8WLi6O0ZsKg+RhyFzjdEXX75sl4XVQVXiV8i+
V6BSkqdB16LUSqXtJKxpuMglGgUR1N6zRAN63ZDlubWP4J6o0jCj0wvRaONPcRx0EVyRWb/qv9PI
7iFF2rvcsB60L8rQF1cb3GNz4yCwpiTjM6sGklgEQJHzaqcjrg75WwjKBPQiMeIqb1m7SR0Uoefm
flwbjUY8sk2pT2Ohz+ooNC2t+VS+22JAHEAXDAzRoNi4nYgMCmpSkcy9aHGm6knFnNtcO4cN9PQ0
tFRaURIFeg/0Nyi24jfKVMxH6CPjxBEbN0VVMQU6LiBEZgYVdxGFt87fovvEnSJxX7dgTEt9K/8O
/oOKgAisLyq4wJtLINm8HTayHH7etOjLgfRLo+5CddsXTwONrXFpcucGFnXmwsWOI7w8y8NKbmQN
p0vVbfwwW/NFi5GVlzLg8VpqPqaK+wWCuM/H87rkYddmieSBV0/oL5pglncaNCb4RWoxXqZ7Srlr
xpaylZfONoD24cka6GqBpr+dyVEWmKKZMJNx8Q0xwRz9tlTlqKXzDLxHoFqd9yxPPm1rMQkCBgkv
eIZv5MIbbn1inplxZI0t2IFyjhL2FzP2IGRHrR35X3QKEGGS5cv8r9acQkJltP7wS5D/l7WeVUdt
1SaMXQSoMqFrmtVQQQhXJY/EbTNZaqF+FAFLKZ4tTjE6aUC8AtUDIEVup7hl2ERkAqynIFY6wz3H
AjpyFVr/3eK1C2w+EhJBIEbE+/rWTD9GBR+rDPYEeF0Et21inY0V9EV2ZhdZIF0RCyPMDNR+Hrvr
4vDAtzKz6QKn/lOrvjoLvGmS0qCJoILXqbPegjTIZu9R3HRxdGCckCApBD8C4v52dDzX8IlQtECn
h2G+UTNWMGKhDizNYyO3mfjGRv5T2IwF/leuvgl9KW9aZNspuaglkg+gr4C0naF7wMkTd8Gm6iKN
QcZx240HPzarsNehmqgL0kpRrHyyJEbYQSiqnGrTz4I3Xlx54o5BEiKftawbf/XvJ//6cwhPhza2
VKHhBlBTJVq1IH2ZhueMofnWUiAEDyZa2MHWgJ55ItBDSjjr+xKnTForlqK9j0O1yRU0B8sgcaz9
vcKXepnTWJQJxwLKHEmOuYUJO1kDRRURB9HvXQd8GoUnzpcPwOpYfvzBKAPlQJ9339UhNltBtgi/
P9OvzsyJt44FrtJSi30tOkGm/ZXxmj06pGg5KeIe+pcNFb1fIO4HEwDZp+4JXOeLAxOd8IgwumCT
9msVdDBVd3nsDYt2wP2jIbcMWRJSvpMRvCYDDDE+NVFiDn5gq+FG9EpXCSlopsVJuzJE7MZh8DPO
gzT6iW1+e9nzVD0/Hgjl90n1ToApZXka8/ikKfFvDdyumkwreJJ32L8W5Z8xiMTCg7AvB8IyjU9A
Guwq8CDgH24DdTc8Wt0BymJGKeJd/nhgZJrlzipxp/BKKWEEBiOT3wd7/OMdRBfIwa33Or09trSw
e+ADf/sCSdLsy0wn4+SNT4Na22yioq0ybO1BY2mdf0Rw+H8jApBuZuNFXwAxj8iOAnHZVfEpSgy0
UESgVtKrVBe3mUNP/C2P6h9jxPR1gZQhsQFjhfqUfvR7xtfrEmI4ZqZDa94YdhkynGb776Ls3RCJ
SOSH4sj3TBmfWrHYjhPyccAoglGLRuFBXJR+7HCyhssYWDNmIPFtLPLKQg4KT1GPiccfJrzjvELC
WS6vx+bYpG8htR98aZ/xoLBAGyXuSjjWbg2GEYjuoKypHYX+zKnrEcqaj71w0cD8PhE1EJPckZ/w
bFfLYIPUjrW2FdWnyac98ZemDJcP1BQQXME6QESiFiyGSaV43jFveMPjnmYS+rBObYCVgL0TS5by
2CcvAD9rhKc3D2jsX30Lt1PGFVAT58uAOUIYOx11ORHNNnyp+peiG90UUI3SbNuzlqNG9MKGei6m
uqfZUlkYUU6JkvebAbB+FIbATIAzDOyUt5+S512cl8XAHNHHbQjVYKXQ3dMiCgcCmUjEiCFRitZN
VDvQqI230K2ZhCmV0ssi/7T5PZ6iX5K8nhwJKEc3/BQ9oy6oNYX7iCJDuQ0DwosWoyIzl8AXZGIg
JeFJbpACRywpJyc7JN9ByNl+Zoe0VNhCUAb7Nq42M4IbipXkHUBh2GHAGzY85YJk1EHqiNqr9ikF
psQZLZesJyXYTWiwe7w3lsyC1AyQceQx0EJKtg1EipCDeKULTzWeg6asooqUap1ieULVn6K0zFxF
65FHKfrAjcOSe9bwyLcff8S9D+FNporotsP7bxaPuF1cpkshPVZP4akIR9WA9je2T5MzbiF5NNZk
4l0LP4LkxnzN4oHJ0e6Y7pVu7DuOjbKTcvZr3R7W0anePh7NvefcmiBGI7SSl2TdbILTVcZqWl1B
Ui5Tj9OUbBJ/heZ8699bROgE1ySSLzMh1+38dX6YqiGbZKcK3GK+Pml6Jmx9zcxboxNFXaYVAJdG
eG2PiHeClHFCLMGeiIw6O+lBYfGSNcXrGTCZXPjT4+GRGcefRbuyR5IWeEkxhXEIewxnqM2HXOlS
uwnQ1t8UqzQ3OqAOQrcpc8Qf0QiODfDHNEE/Mo88fwMUyXmcUbigo+Nl9uGrF2ZaJ2wXK152kstG
l7bVuO+YD8/fce0lzTdt8VkXv7VUV78H7tjkqpXlnFGHiS4M4SbOcz3x0/VUsZSds3ASzJ+FpUd8
RDMe2SbRgnQjRF8bPis1GX8rq9v0jfsQjEDR2d/+uU71ypF2vVvbPFSEKcFjwQ9gHP0LYA1C6oZU
A4uaBJBEOcpPXKshdWG2CP7OUODKgFbTZKdQNtb9ywJjxdNlfnsDa/LzPL9agqxFcbASmOwUiNkl
PvEqrkHps1/EDsXfFoLE3MUPgh88/TC0+UJxZaiuq2aM+CQ/9c2HKPa65m16E/sqtd6+Adj5DoE5
Uy+1hCxHDrjJpqS8bH7YAm7eg2ivBhsydBaxqkg0EB8wtgIbyjUrnkqr2Ob7xBWP8pFfR66/Vt3p
qL0Hp/4iOcD1mJWhuTTFETLRoeIkuLFPOLukQn48ReLzlIETpavPYRmCrNAEtTn+OEBBD+imJ21E
m2JHEwz+eYc+GvvsBVeTXxV+NiCCiyfeyFyAM4HlajbZqlmh7WEzrELHd2UbfX5gKeePwiG2c5tf
8U7i0ESk74/GeRaQjwTvFtjdWLKLqy9ZUGD7mAWZ24nFh8iv8WjSBdaVGEfIT41k96B4o/gej+GR
w0frPprcZw4rdMrcDr+Ui2Iow1I6STr/DX5TaJTu/C0EgQ6enj/R8Df3K42LBu6RuODgliNCQ/LW
HDuqct3yjHz6lTz572JmtJEuPxU7PNWmyGQp17i7jQWMGO6JIG0FYGVuerq1FqNWHPtJrJ14zWo7
NwH7u2iMOiNItGlctAR6glmxFKMjd1DdlXXV5ol26lbdpnvNzuWOf/PQJ6Ou4qfIqa1gm/0Ra4pZ
mlVi38RjgnKVB6tj8O0dmf4bClx64yhBRYv78y/duMk8k1fjI3ZJ2lZ+PdSYyaJCB8Grz4CnvJT1
9lSxQIEb2vjCB++oEsFdVy26mDJafvvuzYOnNoRFfkr7aF0jX9xegaomULHeqZUAexc2seH7zl5+
frwdFoZ5Y2XeLVfBgEu8Iu2n3juluv36r9MgxBCIh6fa5gzLAkZ8avfAaypPl/7gtXqhIw3vPB7G
/fNlNqUglEtg6sJxTYyjTEBwy/SCd2KPLPLvn5qdnb031oXjR6HhvWoHmioaWX8AKSveESD2Be8S
ePfApXI7dd7I+mIrcf6ZWfmbsDOHjQbi73Vqn9sV+7vaqfv8VTIlkzLSeQsTjinDHyCYBU4aFvnp
W7MSUrRTIAbBORVtvFZqA5ISAvjzBahOlDZNZnfBC0E4jbw/AuastUtsuLJStbLPwuAMNR1HSfUe
3RhPXqqzlM6Eu6sHVg7XLLw7ARpE4CJuvHIeZ+EEJis8GtBO95V3Z/TO62NDw+zeOwp4kFWYUOYq
xsxidTt9VQ4lMb8OkjOKbqoj/6lYPXgNXhmcBtvQDv5IX8O/A3oAA3xrkViwgfd8oJz95Mx9ZoXe
vUKxpEYxVe9oNZq74EgYIhxS7IfSZ30MLfT1QZdOCgTehdVj97uLF4QN8uLEd0rC4Yg5dwfNwkX0
8a9TV4dwNxBYqmUk4OeDS76vjchU9rG8an+ZqSkxuAnqgCJQTM5ffLOfiBERgb4De4FfTzDZW7/7
54Q3AFw5Wmqz9oyvI+R+H5u7u9ET1uY1vIq3GttNSjUPsIT7Jbp3AHYft71ppx1EWrvDki0NkQKc
XDyKKyR4leNbreRqHmuV6wDfMUixfI6toa7mzjAaRuF+GgFXgRGwRAD7q5HCPMEgxFPvx/1ZZYLo
qY36GsVYhUa0c+/iCA0oraAMCVsAptxOX8A2TNkHmXiOU7OTLAmPwk2THybx+HiZ7t0cdvDcw2mC
W9ud4KoojUkSMa14Br8L16DUyhih+vbYxv3VEFD3ayOEs6fpJJZlP4jnX/EH3CE8BXbymr3In91H
/PrY1v2D58cW+KLROoIVIuN4BogPuPYm8dzYQ/wuvmedjoe1Jnym3iGOXakY9CTe9JChQc6bO87U
p9VLXbka+ixavd4mNGLNxZUE4+7/fhCx7Xpp4qIx4cRz+ZKOVg55okgEfQvYzwSXMvbZKW53OOYZ
CCJUleeUI5naFIqprVnoCZ43vfFLQ1Pfu2hNkKIJzNAYjLf68vHxPernVqf1UN0dnvOkXxmeN+jV
ZvdLOYubQIBe1HMsAxwZffgujV+fREnheLk2Aq7nWyOsmE2KMvEwsivOhfvbc2NHAxhLc8DGbT+e
yvtEEWGMOD1RAUB6Frfec1etWCSGnpST4OuO3qzR06v7h24veyZDm8flnfL3RN5t+ySftImNMJHx
i3DhDRGN8NxR2TE7JFStx0O8u4gQIyQOUa0oEy5CVDib5dHtXhhKiuX+1kj8PnGAKtzQxo0Hv+eP
aWlEvBkcxtRswVWkK1aNXZmaaHn5nEZLpD5959UhNgIOAw0UlGg/QS6L8MdCYHrUdAPpXG1BhbHx
to3lPcFPnHpDo3BeWrJrW2TZItLytJQlTzyzzrCNTP3zIBmVlW+Hw+P1IsmJZv+/MUS4ZI0WHpEJ
FYTqc3WxhUZvNuybeMg2tdmaKvC71TPQIoXOHGr/319Xbm0Tx1FXDgIEWTTxXAWWv/EOB31ymHfJ
mb4Fww90qsGFgHIzVsI5wYrtx3GFSZX0yWatbqU5FTq+KTN6f5Tfjopw0bTIx7QcGPHcG5GbHcqd
X+rovcCECkb3HKzb15pyq1w4DG7GRZyEgPZWGTi/pbPq5Pp2sCh7+m5AYHvAkxCyVCKyIxyJmBDj
ZgCcVgRJFFgNuOIVrFGUKbs7YmYLCgfE0oxUxb+3QTjUknR+ISrn4hf7rdhRhM3M1PpoJ7iKW7EZ
0G7Kd54AaXuIneBdhjwFtDfnv786Wqowl9JQ4PwLWJC4C3rXoTuFzQ1VGyWy1QpIBwk84KdOC2jB
+C5AzpZx1wMyGIlihWy9CoTQ76Z08C9K7qp46Za4uvbtF2VC7165P1aQGgbtGJ655HXS8/wAeiQY
n1QGthBaFfqOmxrAA0esJ1dWYjNxuMZ3HptdmlW0eqEiiVwCuBaJZRQArGmghO5fABgyJnmHqplR
QLwuDxwu+hSSSX9s787vZ755tHgh/4lwDGmi21VsBCGohJEPLuOatfy173JWT0l13ydZZxvw/pkb
DhTmZO0vZYZQCzsxuASuuB62w0Z2661oA5ZJ2cT3RxthiZg9TyhHJRal4FLZDEi5QMG9LnfVKjYK
Cy1Gx9Dl1hC+o2ED7i9AhFliEmOo77b9BLP9OjiEK9HIDtzxLdqXrmpTMekLfnkzm0RszIJ2Yphc
Di7x/uJDbe4MHW872pWrnDab82zdHNbEsIiYWPKs78UehsWsVEexQbP3hQfPmrPYVbBjKBe7RUe8
cpJ501+Fkz5VhSDJMKxw/8S9Zh+5TRvPfLe4Hw64ELGzgMMjgauZoCVSzArBhTV6S177q2EF6q8n
5EEeb6n7+wDmDZUywGvml++dvyPpn8uxXIWX3Jps3pjMxARt3kY2Y3cyBAOb2QxttFGuXiiG711j
Vv5BAQ3NISj4k89tQPJlxQNQ/sf9QeGMSkryrTjihkZXvrClby0RqyUOXOUnHSw1ZudOumcX1qtg
1Zuccm7eo+fQT3M9pNltrtwi6PPQm+YhCXg27d+7w6etmtJutIOT/4bCGO0YpU0hcaoVYzQBqA57
IyIVYyhWi74oZFSpFAOLhsAxBQi1jI4eEqweJqlYgsQ/uiCtifK6ye3VJ85CS+ZZPD12C5LuTAVc
CaDQf0wRl+48nJQEkJvoUlrVNrFLIzHfOzvV0xVkCld9oY8H/kl9Kl3ph7drPA2fX+ggoWnN0r5D
nqfkai2jFKd62eA7+nXictgZzVY9ov7FGqOV2b7lO6Hb2+2v2E1eor3mCEaDXlTFpTrV7J23keBm
Qkgm40AtVdww8SGF2Zi1PtUGc2peP99Aub+rnND2LM+K/jWga+4Mg4rajALmoUJBbJk45fNOghbe
pbOBbhC2gTFtJs9QTfap3DYfayM6FrvylaORZtwH1lu7xA5Kk2xOZsGu/yGuuQ3PoZ7MUlzsPrTe
2iB2zVAEIXBWP7sGHeH6b9n0zqlNOyLm84ZcNrThgAtfAigbt9lb/2H4sBlrCAxdMmlbR4dR+vJG
WvAmKe9+Nsu1EeJ4LTyuqNoRRlhHXHsOu+5/avK1HQJg0TqeUzvViltPluLIdm7mdr+ipYvuHwvQ
GZvplmdaTIkXCU8ZtcYXQCOfXGTw6Q5Cp8ex8TgkzOtBzuS1BcInkjaKyoivkkuHRr6x2KdqZnSj
xcTQbD0JTf7vT0QIQIOpfvZ8ULuTFaOIVyJoNonxpRaOQ2s0DKB2lt+fGAGcYZwlAYLgpaybt7xT
gfwQbFuQDzZzdFMWWzkAFVZuP56AJVfCCwIiwfguFOsIV6r4tMVW5DHFXtGayK9OZgrJFCvuqo/H
lu7TENj3M6EIHmYQh8U+ufXaflLVXO6L9NJ+13tukxpb3y0/uedoxx0oppYcB+hX9E6gNAjycf7W
VBFHTdGEZXqZkmnkjTH3iz9i34aM0aIx6o/SNLkCOeRm2qKDqv418sMoG4nv9TuZa3K0TTNahIdO
zSSftSS3pUP5vnmopNtdfx8xFaEcjb5fNuklzv+HtOvqjRtptr+IAHN47SY5eZRGY9kvhGRJzDnz
199D4WI90+JO41u/LLCwzZqurtQVTu2GbNxbQM4IJoywi6EtJ+85fIKqZVhdW9rKczCgEaN/uP0T
FjmkA7QZLcIAnmWXJGpiKPTplKSnwtS2FiBuhRqAmv8zDeAlzwv7sNEIj0fGzRVp2vrIA6cnUyzQ
tBrJPrXyzuJI8FJkBDweY24hgtHSNMZKYC4DAy1Tmp0qu7MnW0I4a250W0WLurVFwXutczo7vpfG
YHqx/hCrmlB0xlIN5j2QSakqANUoOwHwdQYCxQz8vfNarNbGPS/AXLgnkDIwZ4YGKTjM+c8vQgXN
6Mqi8XL0gNF7Xn51mXMXH2fOYXmDkY1VkZ28uu3vLKGSX7Qxqh6Eom1pMN8skcRONwGxbBSQyaKW
sMgZjbEKHXTkBFaNmUoJrYtk7gUPrDrg3O33WomGJzk6hBXUzWCi2E7ExjNGvzCN7iQW1ER/SYD5
L4BLPZT+R4OpY7RDWY99t4nk8AkTf6RssVK8PvltQEdsmfJsRXAsBX0O5b7iwaR9ie+1EuO3IYuF
ajl6ETGOd3014iSWiS5U/Uko16UvuYX31oow0dGjH2AUfFqPWe3EWklSww2FcON16NvCpsa0JAJ2
lbwM1ksj7NG2kieurjlBuk6CzxY7gc07E2hi+NttdQCUTtihyXwqCBD19LEheeEIyGiJKOoVL4IK
kMJDWdS26P3OxNwJjuFH2q2q+E2PXqye1GiHv63V312mBpDor35xrAKVWdsKI9pEnaT1pxTdCCTT
O90R20R01Sj8rNUSINmy+d61Ag9r+cvbM/xGMlTB4AHSQcjrMb5aCgF41ogmmgGHH542bAbRzf1N
nj2O+aMY3isGELLP1nAOBcTLASksySnulDd9IwvbdC8+RYYdmSaNjoCXKnyqSXdBjU7OjbpTTVfT
bekwhgDYHh6M0Smc8F62XGwDIkVFhkOur7qQlsqz9SFb9m2Gfm+3RTiAnnDoOBATkH5igsZMq3vD
q4T+JMYBGnyBHKTeAcq91qmhroLp0JYFNkLbxoNG9Z3mP+nGoawGYkQr85gGJIh5va7KbDJZVl/+
Ika0h0od4jHw+lMXZkRy+9KNy/vYorXf0MJKV6OOtec2qiL5Xt/owWt39gJSCfeaSNPmRehs7B/0
zDWE8TAGzmTYcnrIgEki2BIal711nJSQHDo2O99uAp73/1ZbQXs9djRjXQc2baNvi/E7cR8XwyQP
8Ukjtjc644CXq/M0Eu2eB5T8LXpiKDEFj1g2QrXI+vgUeYK2GbBznFbTYNq9BFyv21Ly7WUxk0Jf
FcZPkLiBDlxbm9Izu6ScJmwpI7Yxuh1FmwzQLnlv5G/+ZiajwZ4pcKc6wOivydRmGyXowAYZCx31
iJBaKpsNz6t95YyvBAxkYDpwTfNGKsC/XZORLLlIDbnOT3U1COvMV3OgyoqhF6+kUs81mo8GZnmS
Rq1WU9K2FU3UJDRpH49xRbpSRO+TMIVmQTPshxpp5o1YE+dhVRN6v4qwjlZR23b+MRSEICADRnYk
oiie/FQWigXRxNqhjqb6WCekaLE9hopB3MPKVp6FhFSg96+JJUSe205ZoNApE7pfYQ7QeipWo8ED
qvzuhsEMBV2pyFOhfw1T3dfMENUq61NLSk6D22zKo2LXq8ANUaKLjq/qOhlIy5Gl7wEMQ5G5Zb1r
u6nzEfU3brE/hMo27Wm4gYGbsLVCsL1Hbn/xt4h3dpWY9p2h6IDGwXaLtGMVFwoaovDOODZuX7vo
LsYit9atO6fJzuqufg8wyoA4+LbafE/QgTBGmTHNoMJtAKDumrlSYXqjFKbpqXYMom4PAdU3jTOe
OEZ8dj6MQF+RYTiaGMGYNthGdmpp+vzz6ZPXUMY9B+P9agsQCn4BAt7K2DVkf1SciND/vaWRYRfj
i0Sjm4qins/hlCSCmTHJMUBDBuVcy5I8XF4L42G0cPJqK8W1oAnGxZFc1yfqxiQ+NbYR+V8hsrAU
HVKAtw4Kf+g7wWL4aynoKtGsQmUmZ/dOs5E/apt054roP95vH+xbdMQQYsQtGKZo7IswPb0Ag2bn
k8hJXY6ofa+yzDTwaIORRmIdUn19GMRIKO6MOWi4d2DbZh/vnx64ednFG7qgIl9TicyyxEwZqCDt
IBFXWmO+E60lz88F/eQ8RpeYht6BGToaMD+oSVyTGiQzTqTQz05CQF7yAQjwkU/W69s3s+BAkd3D
iIuIgqmFsP2aSF5ZSqkqLV5SxPul3GWbjojNitYc0M1FRb2kM/P14sXWIvQVhAx0XiaPWAfin5qE
bJ9M3hj4EtMu6TAinSfKoFgh6HgPMq2pfoeCisMRtW9xICTtkgYjzdjv2baF3mSnnacRzHW9Dzys
x+9ZIYYEY9eE2kBKoK3BrmQjr0QqOMIvhT7xSq8zN1j7fHmSmZsXtyJOjaKFEk4SbfStW+3nIcWN
UT2qGXkKnnnJ0yVvcEmNEWhJ6iRrrHEoTCO8xiGhn5yLmRl/4zjs/qcEyUK90vFybzaqHW05X1+K
Dy7vnZ0GKjKspMRuwOykb7FAXHN0cqzo+n2kCil/3FZLngCwKVGj0v2uCsrsNFIEnGTealLa6V7C
rAw3LzhH/rfYxugmEMe7Lu+q+V4QCLhyRGI3dAWbI20c1WSTNlGvD0I1Qdgae3jCwvdVRUObt5Pm
ewPgteawuZE8GcZ+jMG48jNy1c2HtdtgKFNz4qdxLe9kPK3Ot6+KdywmxukjQfOLEQTt8PEj3W/X
vCNx1IYFLM69RPQUEQReVCqt1d8J5VUUeBQYM9AXpdBOIhTTPOwmdyB4bPN0n+NnWGcWqP6UxBou
vwc6R7mqnC2e6ITjMRdjgD8WBhN01/ZsBKiWbNTdLMkj7faAyX7v3e3apMLm/fatc4zBN8Ceyp/U
tFKgNHZAI+th7zyLIumJ+qMOSEZ5Uy4c//n9paDUviQKs2lzbQ1rOGjxmtrJtqA8Fi4FOJcsZIyB
L/uS5xdfxmDe82HSyp1sbV3tgK3eUJpQDh/nsOzfjQ+meK6vzK9NNa+UWX1i8kvZRbZu75/jO54S
3fbZGOu9JtN4ZdQ3I/iHtKG6qbHTfM05yG0rqrL7fLBJepDDCrKHh2rzZN4HO+pQkzd4zxWEWZcv
XHZW1E0vAP7jJH4SUrsTpUB9JDxXd9siGCpjEbpMkbJRRxjVU5Q5TYoO4LuAhlQl3WuG96nx2e6F
VebwHnTLdOdeRWSqMATAGNPYrwYf2QlYb6eyDzXBznSOuV42RH8oMPxLtbAXxTzJTtJT/ijQZqug
UMtD0ecdg2GfVGp9JQIDAlH1L6Ti3bVyf1vaeASYUErUhxBZExBIJ5KQjJi/o+fbFP5F0P5hFNuO
YbUYlxlHkDj0pq3T6egombOlI69HeebFdwPwh85sIC4EGuD/iKuyOEOOQDxHtnn3nDgc3eTcuc48
cuatSioWOM7SbBEBE26Dsy0OHCL/ErL9OQhjOaOi08bKiGBiXHOVov9ZIPGqtqNjsuap5/yDb/GM
MZpJX6VK2uBpGO13wJx2TYV09Od0yOialxVbNpx/TsUYTqlsuj7SQlT1ti8h0Z84R/ne9fMVr/35
PqPxmVWHUtXibqR6axBJtiWNSEfhiNoNSd2KOAm6nx4f44+QGgOREV1xDMKyoCtIHs8YfOjkZSyC
rHVaEbRzMRFLvIaNRIw1mo2AHkZ5vm6WgG/XdkGJMQuY9myTQkNNVv4ofVohpRMQy94Nh4KuOcH2
Uvp0Lsf+cyrGQhhplqRhh1ONGHsBCPT+lTrJevt5VhClyBzZX3x4/SHGQhYgN9YjHQxiwSZ4oqV7
2xQtGruLrzMWwiyt3IOByE7nX1NAHtPfT7e/v2gekAqdIRfm5DtzLSW6goEAgfDXHmw7XY/PUUoQ
Wd0mMn/k291fEGHuoyjKqpAGxDnmCo509YyZj7+joDDBbyVgBCnwEWIHLxPBAhXMsItrTni4eNF/
TsFuGQb06f9HvY+rB47ELt7yxacZIy2PIfo4azBIPvcrDQsJ1DXnnnkUlGtPUzSFFWO4FaYMvXWN
8+Q9/uURGLPsocsNPTIgkNx3tLcd7hN62VZdMImxxkBI68fAgKgCaOfxLaf3vS3uK8o5B0dW2XJX
YlWAmlJBZXx4ebNeEWG+/5UysCY3sIRGamUQCE7TOl7tc7da3aaw6LYuGMXo9Dg2aa6hhHRKNv6z
iI1wHL+17O0vCDD6bOaFUCbzO0ldnStb2ZnBbDOwd5aj1ZyDsKbVUPspikuoRXnEZt1TRnkv84XL
RruRhhVFaHoS0VF4rRVp6eFB0Sg5wha8zLGnxyWZz5OoJXZdUZmPeRHlFRgpt/AflDYdxX2TyAYL
LFCqGXnh/YKOX9GZ//yCjpSX2SDOp8H7fzMzbOTJ7sKFaGhuQgs9gHN0ie2ij1UFuxZ1LcdL3JUT
tLMOJefKl3JYVyQYZgGlH2grAkh4v1qnP98Vbv1cOKItnWn8HhCOti+4vytqDMusIpemptDz04t3
cMWSqkDQwE4BWn3cVkkeHUYlK9nsm6Se6aDHHDuzj9Q78h5ePBqMVsKHCJregXMj1VfeAzKNNnrn
K1Kebp9lwQ9e8ozNNMeN0RvxTAfoySTvuMmEhayIJqHLd24MRTsduzPXanpJEibwKjz3Tk1MbM8m
CuJFvvovJbKuSDEs84Qe+G0ySGmYgjXwaHEDbDWHBATOSMQfvITP4g39OdmXh7tQ0DpS2jiaT6YR
yxVoR7Gf/JPjXpatzQURJmKUVX9o2wFEYhJtdqMzHZEneebEQlwqTMQyao1lBCKolI66OsS7kvrP
0ufz+INDiMcyJm4ZiilGm8QXy9pXaa0/Odmvz9vy/L3bCiAw6LwWMagJtHMsLLi2m3kv9VVvqPMT
2TvEx2IzbtOjtzp5dngID2iF2P8czuM+t9EH4dym/fVtJjS+os14IB/tyiJW/iGZEdDkvbJDu8Ya
F7sKVqnjq+sWKO8lJvmrftvZaAXHHplOoaIzUmCGDD/zdMYKCXcY01A/063hlFvFTXJiViQ9mAd5
G2Pv3kcZkyoi6VulYEMLiV76febbvrdu/ZQqhyTF4si1+OqZK2zOU3+YMQ2GV3QdhtWpmVZdhg0m
m0Ynnc+piy44X6BaaJitxNgCen6YmL3LMgCAVxJev5Jd7CaNPIc2J1LhkWB0oTPwtFWsfs6Jy9TV
969PvMGLpaj06hSMIiiCrI9yI2anvCIvpSNTxSeZBj4+8GZ7l6zVFSlGF1psbjT1CqepnWhTJPQF
aIgVLRM6112MTcrxjQt2/oocoxZWIAMzPwW5nfiBVijp523RXzIhV99nRF811aSZ0DF6mu5Q5TfQ
0RXQjKzP+Vp+vE1qITC6osTEFCU6FxRfAqVxJdNDvTJ/r/+OABNGqLFWRYo+zUUkkb7p9xXnAAtW
8OoATPgwSHWeZRFUBanhjepUCXldf3Kum6cr82+4cE5lH8p9G0OQQ8zcuWPrjMqal2+6fRHoGrym
gQ25lZ4boNF+HvKVahdnj9OJf5tTAOe+phArU2N6Im7Ce85Jd+otQnObcnws7xiMznulju3CJY6x
65Cof+7/V0yyGTXjH8P4bQInkepBKUVUU3JyCElkP2KnJ28Sg3cERrmBop/5Qz0i7yOiKJnY2FfM
mepbeCtcnYJRb0/I9F5KZvMRbtEn7Mq8tnOOAdHZqtMQh7XseaAg7MTtYa6aAEprcJ99mzf7els3
dJHRbxE5+qk2cCNlSUxCfXQilGuufZ+ln4kFrjjGaHmRG5oSN7iTF7ytZHh5g5Z747zlhFS37brO
As1gBC1XMhWHOW0awnuEcDjFhriQatWKEnxc7Gx3IulHeGhKbjKZw6kvybiwVXmaqnUfwB72VHF/
zXOVOgnvI95zl2NMvkruF2Q81Qg0L4eAacR1xSf6njsco7tIAYu/APehYkXDt7eObgIfoVOgJAa6
qfKJaA+kf+dEQUu91ZjL+EOFMe11pkyhb8lQlLVB7DpZl8g+uFiiawMwOyceitvdSkRTcY7AIj7q
q3WDUfz2x6fzKt5teXnURdPz59ewIoJYPFQEEWeOSf6rtH+iv5rD1UUhvKDAOIFcznO/9EChaYhF
hftdD3W97fEXrdsFCcYFYBiyyOQMJM64Nh1Uco/cpsA7BBPtRSgOCWoDGU8q2w2JuQ90UlCOaHDk
76uSciHhSRuUct+DiEaCjtR4eVh3LsZi8tPtw/DoMM5Abc06LBuwa6S/qsm1MBRBHe35NhEex5gw
rxrMsNZxK6ddtXfRm2hX54qTnuLJLuMIwq4f4rwHCePO7XbRmmfZeGI1H/HiPmrdyK2yxn1g0Bjr
jAEu/HSbRzwCjCmwsgl1bdj/0/T0oj22LrevetE0/1GMr8f2xQnUaAjidIaoB/b+xiIv8XEgKGsm
W9+9fRLOVXwNCl4QagcFA70CCGW/c3IHTQ/fOTr+tR33m0O+OAuj5LXQtnor4bZLp7ElV6Qa6krY
34dCc4iZ0q6ixoNTkad3XjM8R5LZhX6aGrTzDOTMRMmuI/Jj2xPt/Tb/OCrJYoRjh1IxFiVoRJve
Mc+/pZWxmj7+zr58VcAvLmkwW6vIDBDpqZYDdsuW6M/q+JdEGL1XvHJMALsCvS/PMGDHdIOhK8pr
z1mqKl96UXbaEA62GbtZ4OzBWmEctqOb5lS+xK76tlPXPHLf0RbmV8CF8DGmIKq9ru9qCN9Lt5d0
J9wfTphCvI8HTBcPW+VM6TDYOKcUO5+YHv2PmY2LH8CYiqj1Ew1AALMQHvy1v1WfTPJk2OZ/ebH9
IcOWbtVu6LNgdtYv4mo3fjWpYJIwf7st7ct5mgsyTEwwBUZWlB5ub4BrQB/c+6tHsxVHp5aqF5eX
9hWJXci7CGMxGgF4hl7S3sH6Ig8LOYFkClAe+RCRAtaDhx3DPRkTKIReaGA4Dgy0m4zkEXlFHi10
11h+8pcsVK+dU9BH5aiGYCFepelzuPrxmlHjnpdR49g+tiaXiIJnpJL21fI7EH/TOeLjXx6EMRgY
pxxSbQCJQ7p23eg9q12avNwmsngMDDLOnTXYCs2O8GKzezlUuYlIAaDOP3OAx+nr8L8YvgsajIYW
cagLUgIa2HyE5fFU2qov446XRF10FH+ofPPopaahYK3PsVv0U3lAH/7c7GtwzrL8mr8gwyiobgJ9
wkD8drJHGtxbBIu7ibRtjuvb9/LV0fLNqV/QYZw6NjeYfpODTlyssEr1l0dm1DFCHWBobrbH+rSL
NoJrbmti4EVUAKgXE9WcJ/hyKvfiRzA6mwMrVC/C+bByvvMfsEBIf4IP+REQYZXaPF+ybCIuyDGa
OwUeBl5HCMruIGNa1pa6uUlGXvGOtRj8XdBhwvwwzfs0r435aYfKBHnpbH87fX7evkGOZrGrXKu0
S0JfBBGMoZXnndwTvIwwjHKbymwDbokJG+kPVuABvBktOQAaIj1W0fynWP+CWfM5L3zFmKXBWHaz
IOpEtTHc/P53J2CsQyg3GG/q8f0BsyDHjNvWMCvKDQ6xjhtD4OMYa+DQV5nWffOdcENfI4eHhrA0
2QCYh39MKdt4FfQysmICDjL3Ncj0biLo+sW6N27/P0eyWO/dDbqXez5OlBIAP9OWBA/nFkPCwl1w
X2wqcdWhKoyxHeN0+6Y4FpadfRfMPpvL0PMr3HoS7roT8AJcPbA5Ir14PICNzb1+aDJn+Yj5swr2
1YLRac/NLt48xzbXii9agAsajHUd+zAW+h40dvoq24tbyR7IqNDX//bONDG/C7xKQEex6AeAzYpD
H4vIcVfn5ATA5bNPQmCmwDXdvpzFd+YFIcam6V3a1qUYzYQM7HPBdCCvzXhZwC9IMPEINjlPUjLF
cxuShOh0dGr6MVD4cjsgvCzzoqxd0GLs2tAMI3ZsgW9dTI9A9cMLIrQtXsyw7HEuyDDGzZrMqTAi
kHmZ7Gl/r9+1+4eck+Zb5hu2dmKKH9KMdQXXFrTuphGLILK51aFz89f+FXEpre0xJ6or21yRmyOQ
bwbvDzljlv0Lg11HWBcmiEWOx+zkjmegFJL7iXovksPxcMvcu6DExEKllVldpIGSiI3Yd4GtYi9T
igPxhGFRti/oMNqKlautoGB15MnG6gUBfk7g1PgXT2KgQwMLQeYRdbbI3/ZqF/dpBXEDmqRO57hj
TjfzO9mX/PUlIYZlmecNeuo1s5rGxxAbs7rKbvZvAylt+Tckot6Xp4b+l4u6pMowUBQaT51GMFAh
00uKd2UDkPkOOSEeoflDrOxdEmICxkHqhGFM2/xkIC+Y/FRpTR4zMjnVsdhyUoSLanVJi4kWk0j0
s6bEnTUuIrjRkWatcmu7gLXgLa1YMkeXtBjrqo0thFDHtXUzWu4akxy5Dbh++7YNl3jSMf/5heoa
tWJhsTfIFKh3zqjDwDW9w6YKiHxHGwdbyHyYQS4sHI8sY2zRIysZjVXPBmpyqw1ADm31VXXQu9w4
yXH4JZ11/n77JaW+ZCljeuME7csx8AyhCVNO2vPoGK7hWi/9a0B9FMoMk4qak95zR424gsPY47BT
BlOrcNwKXMYAGy12gJABdmyx4oJRzEL47wrxbbOKkia6nKiz4LjyjJy+d6W9TlPNIeMTT3qWgpo/
HAXY0rX04JkdCQ3GZCCkybvs+OR3b7cbb/fAkdL5O7fOxFiTvi/6Rk9AByhEb6kTuB+Nkx1lLJHg
xtS8IzH2xJriwu9zkJpcFeV/LBhCYTtD1yM3uJm/dOtQjDXRBFUWgxIXZZgR0frOVZSPUX2wUHzM
RLtCXF3Zerfum5XVvpZF9z/DViOPioWp6heOGsCNGaFMjDCsgnqcmy4N1IQUOFOnwIs/o7dvb1nt
/qHz5QkvTAwibk3w2y869a/elZxs9R/6RwGbCYQsAKibGHBijiKYqtAkxjDLIWYf5zsTDtorf4vh
khxi56uBWr0oYyyMsSB+bwm1D6xboBWI1M0gHffa6jl2329zbNFeXNJhzqNJ9Rh0BugAR/83Vu2S
cDO61kpC8dm3eb3+XxfACuIFNfaChlBVU08GNSwVJm/D7vd03vLQkr6qJreIMKZi8vqqDGaz1GNF
XUqU33jO2fpIgGVk3z1OtovX672/UVVn+IzWW2vD29ayWKa4PCZjRJJQlNNOxC+Yuq2W7553D/6x
JSI59huEXSZH6pc83CU1xo54UxsbwgRqGlAHkMhoX5rX21KypFeXFBj7MajjACGFU/Ff0VvXBdTY
3CbwfecyLMQlBSYGMeRRbLQaZ6hseQa1mewMfeAG0TYpeTn4DyFNSO/eq749PDv26zajnzwrufQ0
v/wJTHzSCoY1+doccgFvIEYiVyafPGx3Hg0mGDHCFLtc5lCrPW8Kp3FefZt3jMW85uU5GMtR1lkz
mtqXOBjYfnpCF7Hj2R26TZ7FnXV/++J4B2LMR5CIUp7O5kO5c2cyAx1R+LhNY/7GDX1mk9+Nn3v1
2MBPIhEkv6okxeo27FbgRBgcGWdr2fI4yeEQgkoPsQO48xTQ4+ffHYQxC5k61KYggFl2iGCXxHSi
MTqmeH2Fi/YAeJGmDuhCVWOf5FZUSHneifnpl+JOm/heXd8+hrTIqj8E2Ed4IWCZc1hOOEcWOK6+
1ekAEIiIyDmp4NWPWUW569JmE/NNCC5oMkY9UhI/Mkr4XSDC05zoGNaeo1vd7qjo0vLub8/I3JVc
5kUVp2Ai4neVCliKKD8nbkz1U0dfA0fYiPOAa7fiSOGyhwS4vixDhxWFFfauLxSAbUpIO6w6O/pZ
00Ak+WkbDdz6x1L4CWjbfygxHBVUGKNRASVNhsQ3rkYOQ25Pq1bmjhPxSDHM7A09H6RAnj2UG9nx
Yb8FhD6/Cjt/5ruM/DkR4wgB5xuaqYI7q+M10sXY/awS9bfk0H5yefLBo8W4RAS0WRElONLkdkAc
jwJAyim0vnsIMaLCyxEt1rQv74pxj3WvZSmQNDHqAwQmxUn3VoVEQLOaXyVoGdzla5TLaLC6reiL
hvdCQhiPCFTWIRc7UFXMVV2fi/bebFbas5g8i62biuQ2tcXqI9KV2PcFzGUkxxmWxoUhCmKs4JVy
t3HRbtcf9gO6x/5LxfaSDMNLrMArAG2ozm9zi7QqkXbFL/2Np8ez9nyXxT+HYXgXN4COl3wcBj19
JQle5mHQvUeMM9ANb/Nt+Zb+UGJiihYrf6fawqNHdFLnIyH7+QnJizG5lzMHAhdPq8oqWr+cL8dO
9ofMBsI+PL3i8NRq2Xf9OQwbT3iGKugByGT3tjvYrVM/lxvxaXjtSUQru+Wkr+dffeOW2PqZkGDl
RO5Bi1+mjBTHAt2dGRdj6stmf6OiYoc50E7nNdOzebzgnSQAfDQoIXEzlJ7kvoQ2PbchjdfKOnDl
EzrzN91j4ng8IVyUjAu6jIVH+4OqFwnoVqho/Cqf78v7h9uyt8i/CwqMYS/QxRhpNSjsvAOGDyns
OueGeGdgbPqIpfcol4ECtq6ka/84eICHu+vrtd//l+ldpMj/3BNjgLSs8sdSBC0M8NnSo0iy1QNv
2nC2LteyABBvFTPiEnZeGd8m7lTVb5LcUtuTveG52fnn3fr09XXfvtjvId71z2QuVpvaMfAnpQWi
Su2mh96lvIIrjxHMxfaAgO59FYx4e7zn9aXyvs1cpD40qd4a+HZKuXvCFt5X16xh/YdvCS3AtNuT
Yj/WNuB6nL0P5/v0/nS+fQcLMwPXlBgfUsASCt3MophsgFrckx0MxpNuE5c+PWar3S8b+ubYDkYP
HU5H4Fch+pYwMV7Fw0RlXHUQgIP7q38On00npR8Anz7Y3d1jYGPd+4auwyeHtvbT+pjaHvVda/N+
mwO8e2ScDrbGRmJX4Ue4j8iNcvzmd1dzzV3G1bSdOYqjiY8P5IOn5QtptcuPf5uyM1tNq31fa0/n
2BGO6ap4Swgw3KNnW+BtULut9uy43d8wHPsurz2VLHlTpckzw+85V8n7lYy6l0LteWEJWf7rL8+U
L7xrN7WK5c2mCtjRvMbO2wKos7CNoyCmYT/iV2uEEE5WfCFPeS0jjHpncdqE1iwjQL9/rC1Hzp8f
ksfGRUrZ3r/vW+CGjru9cm40ahyCt2Ag0T7iQfHL85X+u6J/m6vrJW80zFnHsMyaKiTG1kV3P+e1
a5KtS/fleSSrtfP5l+LAaPZoGFkniGDsQCjn0wpP1BjFHgo0fsY6vo1HWVyS+CFfbZ27/Ugeqf3Q
kv36lb4/tTu6smdst60S2SUvjuX8BCbPfVsnv69bMq/k5Cs0vxDwMJAwzjHhPLtfLUGFO7Ldg7ep
iEycD2wBuE0Ne/ZuC8SXabsg18vWZPQJxLIkG9sim8EW3mLyHqNkWq8FsqlcjBWmJC+Jqtrx8YAG
GW0jOJvA3W1GpLdlnyhvd9rxpcloK+9OA0D9sS03dQ4aEX1SOn7hrKd1u3qpV3em6Ci/9QcJ291W
Klb4rqy9gn16JDBJiOWTw7YEsgUxD9IjUEGIH6AtNdm0CWnu9U8JXZQbwC/gL0x2uBuwqROrv1bJ
/senEqFEbx4rW3qqMzu67zys8HjM9kXj5GfDzWmDnyv8Nl+16KsjIspIv1Jc7Batab73kFxKVxL2
fRzu8xkv7eMgbhp3VbgfFtEw4bpBxYyK29I59CAaxuvBjlrUtJHS0N5EZ9oNdyXpnu5MJ6BIZGMT
mU4Du3Ajk7xsSoIF0/BmOR3u0MPrCg3ZuNoKkmqlFM9RCthghbzuV2tgQTwaq9BxDAcZ6YP14O+K
DGWMB3ObOoD27N0CpfPkTcMGvYmM9iBR68PYyRu1IVqKiu/xPrDzgWz0cO6b0ndI0D00WK/Ze/a7
hukMk5Q93b+Kb+lq+6PcHUtbO9/JndORJ6xPy+wUeE/KRrAfvG3xbJy0ggBxFZDGWBrkCAiNVwAc
llDX0I9db49r0dm02+f8La2ptgpsarbAjQld4wjf5zTUKIDkhbk2tGhARrBMIJ6QvfM2TrF+6okC
TNzs87235bv1+3P/Q1MICba2vh035iMGLrboll2T6kPvyWqrQ/gngTQHSjJEHlSF6fqNFU0nQyFu
hdUV0YdBrU10RKvLHXGeKpI4pR3bQPrqsOP4R0c77HHaxvZnKwEGal2RzVY50OnhGLoikR6r5wAW
8ITAF/fRHY8b/GO3J8UApiFz1eG32D4F99f6+1FDZxA18VFwQqAvgZ29TSsX6OwZ/ldydilxsWvp
h4Bi/7vn5G89IK4TNOeqpLfDwrES57j+QZMPdXWX744txUkBKGGgJLwKsR/lVKyse0naJaS14+cP
eLkRkr/39gCPLQ7vGBQlakHexbVM6vVkuNtVss3Jo/XuZyT4DO3xxXOfjXusrC6eW9RctzlGjm0o
mkgGB/n6NVFW242Q2Z4PqQyclmYHFLxXVHt/jSnQY5XHGfZn29p1Tck6IWDtb2RChc0xach4V+8S
p4oJWW+cEiDxlo2Zad+R7wXEO/FdQdYj9cCbT9gq4JGSZvf8/pLenVN3eAgO0audDe60FqEMbXLY
6jj/bYO25GY1ABmphqqoGPJlzaceRIYghF6HHlzFheoP5Fd4nBsyErtJiXmnuzMMvLXBVW1D9H1z
3BGXPhNTSVOtVIlqdYCPlFIq7cLTyQ2Bp9+66B26zzcFImfl3oIZzQ6cF8TX2RjnfnV2JurS0yAS
MxO0y5H8OllAMQipR5ClXN9m8kJzDyYQLpg8O8QLpyGKvoFxcKE7vdihcwDqjXIsX6AsGtb5Gvwa
1/fs2jU55g3mm00y6RXutCjIj5/SOSI7yYUC8I61EP/hWApWqiiyogOi7vpYctEFcuf5/ckiqPZn
ogsLiVH6/B697hHwsMp7LoLcQgVgPtsfmgwr4zJqU98ETSC7ZwHcIHa7hO5nzzkbL0S5Ptrt6+d9
i/nJg5LLUVcgQrEfOb/ye/rnOvZhLjrwa6nCOrc5ALdI7GhHDcD9Pck5ZGQeHSYWBwRZLtQJ6Ly4
AFQj5HAn0F+Hk+/A1ZE1li2dd45Ins5rHr7igoRd5IP0r1rbheL4cV1K6fx6QTGL93rhRcLsAJRh
DkUvzM+X865z3cA+RegjyciPEwIQ95GsnY222p4DQgEV/z7SrW/z2mW+esAZC3R1PiYY91Q5KZsB
53ux7cPj+93duiQ/EVq6u5ykzv+Rdl3NcevI+g9dVoEE4yvDRI6yZEkvLAeJCcyZv/5+1Nldz8Dc
QZ2zdtl+UJWbDTQ699dootxsIOeFc+yPgYtVU8B/C213RnHU+dzej4736B3U4yNMg30Xuw+fMNb7
w8fu44bAQn2j9ukUwQXbmd51if6aJL3y3XwdTrL6BoAN8ILlzW3gnvYnd8Cnvm+0XYOwAcNq2Yba
PjYYFreiCr7gNX3FA2cikcwyllEvaZ/M8UTipv5Zirt4UF/h4Nl/rg9RPlZLMOE+hfZpv5z01vF+
PKElJrLhpuVu57q/YsSCE3I6i7emuQ5cK91G6CTI7X7B+F875Esd9H+01JmUKvgY7F1w968P38J7
df+6Pbn7yjHvWtvbbR37Ef9icgZtBbrn4QOd7e4RSzYBk7ETSavgMfIVKCkyTL1fLh2IiiJTvPDC
82oh/U+xLBUjE3+YkmgKszbD0lwELLUMN2h4NXcYE5Xc5ii65TVtdk6L08dahL4yQNr10Jqx1+9+
BvbjcpfXn8iac4FV1b854nTzFMRZOuoaEJ6cU/rwI3PYd0wzCBHgVyAAYA3P6HC62WJmU1ga6BgI
+Abvnf6osRIEaLc5gMsltORjy6ntPX/Wm+sMik6RS4F2TYIKL/s6ReKF7wZsz6Mx2KKmOBEZ89LH
iBJrmuMS7LkssGlmBz8zCAXDC7zOzmqmB4M62CGqWF9b/i4JaZGRFsFowkc7yRjegj2odxIizgjN
QTWiiMwNN8PO2LOPBWGhEjz2tYrCOXXurcslLae4Wqh3Dw/NPvd+XWdvNeV6ToAT+ok1tdxQEJCz
TTa5heEpgfMW7knjWS9T4OLqRIuL/gtN4EMaiiFj1zl3d2QOUmmy8KhPFuCJ9EOCxHjrzZ6TP/8j
7n5T4uyohG2tHU3AnRu8JLPbuAheU7fbEVyYJMhMrqaAllm/f7HFGz9AiOd1H4Ot0tXsATsnZTvY
E0wqAcLfACqRLWBuzSid07usXP1fqo5zmMlgjr3NO+1m6ygoxEaH8PE6nbVQDJrkN198KBZETaDG
CIeQSCl2qkv7jeSVR7RSKMcMC7rYKYBfgbj+kKCGrt9Uhi1SKmvu/cU3cO8gwvaXJlouckLCKPXa
nenL3mP1438+VO49BIkkYTodlzhhhw7mR7BKZ/Ns3vyDSf5FPf8+VM4MJIpSWf30xdCCYpcBaGHY
YLvWVsjR8pr+NKG/KXGGINZNdWIjOFr2hVqAzuoxno7puZtlei6Ar5QgTxFjoFJIWSSgnCnIiVRb
lry88w2gK+90V9qGoCjfXRfQdVPwm0FOnSRqlEtRiNAvw8xIumXAXP4eC7uJlEXErp0jp0s6alpY
uYQbU+8HZFSx89cBgDAKjCUcW8sJNjGgRrc9tOeBnaR9eNvsRP18gqvkGy+Y1GRKoMK2Tk7z3HXA
jNHD0tUjrw8+//aZAt9WVxUFjhdAbrmry4aprAsJzPab1wYgYTUmDx5FtnU9/3FGhbs5vbPmOcQ2
8KcXy46cdLRHILaGduMqaJJhXrwJH6cfQqorF3nBG3eRasaomqkQy37z5VMiVpU95CI3B+HmjZUL
OyP1x6xPEyhxWC1vL7MJZmM1T3EfRS24VESEswOyrldhCJBHDFdYx/wtR56s3aledW89zPfMXEaY
0e/mlHBUit1nfa/sfGjv3D48I0fquhhBdYFe45KdJWyyX/NCLw6Atx1FNuX5csM4a2I6lWOhl+dH
4N99lMdvJToAbX032dJ+ClBFuy7CazZDk9EMaqkYnsH6d452rpEwTRLohcnBLGDg+99LoXv4NeHO
aYULIpxhyoZkQD8oiFRedmPdqLfdc3jQ99VW8+L7FDO9i028yb3dcUQq/LNDQ9Znfi8hhW5PGLQQ
JS/WwouL7+Hsl5VqY9UY+J56c1I8otrb0etvWjRoicbLhefLmbBMMspOb0DKDZY6TAoM5OdH600U
Ma2o9wuOOPtF0G/LtAhkTj/Cw50JkRls3bsuK6tP6ExUOHWndBWp1Ak0yrvArz11c48YXuDKi/jg
lF2qy0lIWmRfT8ld7P2UtjVCsH9icy9Oi1NuGONRkpqAk8prvMLrPDRhw7xn4oXKa278OSm+oZ2F
8qjB8A5PmFG2jSM9hii53RSb9rk8ifhaS3pcEOOUnDWjF1qVcHryrfxKoEhOewPVT9ndYNjwXT1M
p/DAXB36xH3r9k7+XdsVjuT4HlVtqLbAdqr9ITpR1KFQBPOCzc1h179dl6K19NfFR/IaJ+qVki0n
Yo4YVvgWUxS/MOtsDJui30X6tqN2Qd243gIzPpFv48meNSeanZo4LPOCBMUjNM5PpZdEbjIf6vK+
qbakfBR85vIZV3SWwemsBCepty3KDsQJDtq38Dh+VT63HjkCIHiX2A4O6MevCoAo8eZFQHz9qekG
xZCFiu013EWOuj5pRYSLnJzh+ytqlYPdomCeu/FhODET9b3ZKWfbi5/UW1iuDj9N7eFouaUr+JKF
0h/HgB2wOtwcU/ljXSZRJBpK2CwJxzjpkSiXUQZH9faj2t+NuxijTG+ovT0mtnrEFJwrGmpa19S/
iz+E09Q5rQMr6hFW0c5JP7B4NNvjkT4KuFzVOmdUOCUdpqUu5yGOmzj1L8lJ35CVF+HirluCMyKc
imaAhFLMBETgSbzoGNKJEQ0OT8S+v35lK9mQ83oZj2bdkYrUagk6wBx+UB4pIsDddQrrSu2MFU5L
z3VmZu0injBq/e3HG9sVrsC3Fh4Xp6OphtHeOgeNCZsz5F157A/NLyfZivYgrD6137x8fcdZ1jqM
etTMviQM0j3upQd90yNHdf3E1pWeZlBVR4JMRY4Wz+yMSqySOO/KdEDaFNgiwYuVOvSIXhG41eaG
7Zy3JR5T0J2lIkugvdTbXwIRX3cyz76Ak3E1YmE702h4eh1zG1CC4aE/WuhcWMbqEpsc85N5AxxK
bF7Ot8JoYlWZnhHnZH+yqCqNKYiPHYa097kd+J7de55Aaa+1taL/2dA1FYtPLUvlmIyTqKORVg94
Yyo6FfoYdwowDWfMsYvtFO/UQ2Vrs9t+6xK7ecIWwWNZQW2RBGCR+rf0EX/vSlHX2Kp2OfsojnmU
eoxZZz38JuxsYqmjPj0D8L/5dl3E1h+MKVMMuMgqlb920ZyJGHbN5DHDApGn6TCjkvTmPAsLDcvx
/WEMTJgBQnRMG/CrzgMsRRijYFw4yV/196N6z271/fgwZnaOXb3v96JG2rV8goaReIrrRB5INbgL
LTC/rkkBG57iz/Rl2Tu7ZJZjx998+3mDKk5oGyf5fkbfzWO0LRNbcKSLjef5Bago6hCmomuUch7v
VJBiTEg2QJVOmK+on1IPmJU+wfLWcfsomlSWFyVwjRynVuNCLmMzrQbAzWA3RHWzGQHhH6D7ypG2
mggO7avW9wc1BXsVNMPAc+Gxe8K8HqrchLzU7rhJntrMCQ1HBzW28xz/7W2GM1i8EUxE/xIc65oY
KWeUOe+mDeagiPtm+AsWHx1V/pLZwArcX8pGsStk+AQmce0FnhPkXM5wokEhdWA1CuwT9ZmtMZts
WpGSX9NyEFWLGsYiNTonLn06z6wGgDi62UybYh1glTuNep+V2GFMvo/mRpcsB6N2jgWsp+ImYG+Z
tJuM70mk2H15KGS0N+Z9b+vFTo4wzE8EH7gy66ehxfr3B3IC1ihFTMvlNeEpGZv0ENrh6SMAZMZb
6JAdq8Swn2vOyDlFzorrSd5TM8TJUyDfVQfWQCs3dOlClIJXXd/fzCcLBaHI6eHjA49CiGq75r8q
0InE0nVL0w3uA6JYosaU4AM04FX6DxaGCkbnRhLmcdc11W9C5pLnPVO/5lBPc7vI2AuQ3TEU9Zra
qmdt8kcZ2OUHFZLg3nxXjqXT5XZysO7akyjHtVaFw/X+h1c+aqC90qekwiccFzzzfj98VKfyW36c
t9n+O6ZIsd5+5yXeLtkGN6JE0pobpai6julK2VD+AMSdWaAwVk4Iqasla4ZeP2E/y8pwOMT3jAZ3
l6rJ0INXgMapvctTZ8mlHOC4bJ+Rl7TRQiO5opTH+ov5TZIvVwVyVQ7TMA8oRGvHDFHY0izr3QGw
PTpJrryvfggLf6tG54wkpx2DIC2nIIGRdZe1Zs09NnYDcwyjxpAaMRjMKjWNYkmqpquWanJnSmbW
Y0uJCpO+38TEyV3AH+m3g9++J4dJkNxZjeaQK/83Md7kBF0G/JQGxF4M5FpQG5axvkkBMBETeYKr
WfNzUtwp6jFLgVWrDE/Btv0FAKnoRjH2TbHB78qLUI4bn7XtjLTj0AkqLWslTmzP/c0lZ22sjk36
kIF0uzHs20Tx2tZGnwS7b9GTga5wkZO06vmdE1zu+Ez1ZHmVpdhXsuSYEhkpRig4wKzZEloX/4nl
1vRloR81DUXnXNkUMdmUWdriAALKBO1USwwxOj8Vdxd54r6C1UATjoKqIAbDH42TTprqkgQEGmiV
kaIR2OykfrZJnc63eoYdyHbfFVbrlpkBENI+qOLKblkt11iEaHa6F3RK+0klQ/55/RjoQvYP1wkj
t+ayJdlSvlr+zg6czKlUyEM6PjGEbKojd6+TcmDUHrvBtqJiYwJThr0TALDKmKwxH5L5Z5faFb1n
KBGxV+27xdDTrlU/mHyv5LYyfUPqzmvqU0E/M6VyGNoylR9paacEjeF2mjt6vZ2aPaAaDF1QkV9V
3ADIgZcNTCiL56XQEmIMNBmfsHIw0T/6x7wALOn39JE+Xz+19cv8TYkvzFWGHNaKAkrJ3gL8NyYx
wh/TeEixCwu39x5H2wRZrWEvILtSYNVQnfs3g1/jiGeXtXhrIcDJRow6yuixQ52OOodWmOlf83SW
tclo1bCwn9XgfKtkpDORUEN+irHIdL5p7kS5sK9og5e6cwrcYzCpVKQYnxmfjAL9qlJg65M3eXWO
cZD4MPujZff7/LZUHe1VifYs2gYl5lqwnCW2u3EHeLbGUahLKFaLDieCfFoCaZ2dqdyb4VY6YAlk
r98w0+3KnSUMpdZ8Y+hESqgqo6NK45UiHUialTCktZt9nnrJ0fcl9q14TvnRn8Ru35pUn5PjVOKc
q0MtqcOig5fI7fSUAxLM8L4tdRHT+3xE0lSY5FiTgHOaXI5nCrSxQaf6gL3pyCPeAg2swH4XfZ8B
vMNP3cKF77fTRJA8q47nOVkuRM7LLovnGWQLYFkDD+IWEApQRbY6wLtX3cUzIrsBDY3VsTjWbnIq
PFQ5BemlNY24JF3QA6YbWB/OyWahdUFmNmRpL/jBXMObne9sK5q3WM1hnVHhc3V5giAurOiAp1zZ
P24lGyUUB6v6Wrt9TP3kaFSiEYtVB/CcJOdHFK3CABEFxiZP/Zif3M272/uqG971W3WX/ow8gbZa
88fO6XHvZJRygk5O0DuV2K8Ul87HfJNi0TcKMkt89kuU/lyLxTUgOckyHibBYu5L36GV0jKberhk
ah8wNzIQoY5xyxxpBnzjdd7WZeQ3KS48HqaAKHJnIuW9pa+NZleGa2BISwKYr7KZVQG1VXOjAeJQ
NQAebaKF5pKzsNXjIFLBmQvXtnkoDoEL8/KgHxNhf+D6If4mxen+rp8keUjgFk3Ytjnup8oOXHQX
oISWe27zKO3RNCASlLXA9pw97sWRah5jNDgvgS1xupvQ+9m5M1oncmH5Xl1kgDc8Z6T4IKiuhoZK
FKRYBrloHVmNXKY7Mvqw5kPauWXOPPZrzE5FETtd57beML8m5mwPwCDLD1Q9WYM7BMgQHuJmr4Uh
RNmpu03QOdZ7Zz2x4hjoXs9+ttFrU56s6NcMAJN8N6WbCBhjoVcg8qoDzR/UW9LcJOMuYIJ1pqux
JTotDdmwNJUCJehSWpA4Nk0GFOan1+M70Z0CHZ2ec2+5nyXG51xhk9KX18Gf6Tk97voCQoump8EI
bO4JXZAWsEdeUNpz9w/7B8O58769GZPtaA7bHdot8EmwOjm8xSzCr+tv8svp+uM70PuBNjuFaobK
fUeRYt1tbg7T0+srchYzAFSB6zfv0KowYmzE9m3ve4Jugn77WDrl9hObxVGLPN5f/wrOWgPhXVEB
RArwEqLrmmJwSg+d0GxKBy3xSwP+b+/gJpz5xRipnWWzo8yWc50eJ9D/ogc4FhnLEiioXl721Ixm
G2LHgG+lzwCW3STJwUQOqjMFfHF64S86FKdrYvOrqam8CoqbIDQnK/El9TOS4Fmhw7VVJIEqWKUC
+HVLN1FYIpp6yU2opkPbt3nqFw07ad0H0Ow24fxx/cg45+YvVs6ILB9x5kVPVVZV3Vymvopx36n6
JBjZVu/mzM2HWqC5l+89E8k/SHEmSZKyamxG8ANoYaww7UghIMAZoj8IcNeSN2ncYeVD6usD/SYD
BQ+QLt5Yq3sDgVdE1L0ZjF6cGLV9/QxXxe7sDDkdE4yFNYY5GAub4FdrpLYWj79mXTrOhFYCEecT
IH8xqUHoiGEgVOdlvAZCkBFis7Hft54a3ZPRIfpdnm3M/jYPv5sy8hDzyTAiu9RPIXkNMwynSYMz
MtHO4FXxPPsQzoPSSksZ1AEfUsaJIyvPip7a5by9frSrMoOalKEbiMmhxS/F00rLYgh7iKccYoEL
VjpFTBdIzertnZHgbm+a+0mXekhN2EQ3ta65Rt1sIkP9lTW64PJWj+yMFKeUg6pQh37hJm4+SQno
sOijNLzrJ7ZOQ1OBN43mUpmPxrVSlQcytKlfk9wxpY/axPS8qO4tIsLdPbParOzw3nxzvpeC1Cb9
qZ8MwWmtqiaUfP/NCWc9hmzC3joLRJQMi3rLbSk9AaXUmfvCKcK3f3JqqESaqIEqqCldyplC+ils
awjBkmWq6ufSUO06FUja6qmZiobaJkJlrNu5JNLH2dBHZZf6RhMMdg5U9Z05FsGmLVNRzUBEavn5
mVofCibLQYGzC/KXvMNusuoeW58Eem/1cZqA/DGROkRDP0dkqtH7ENAh9ZvaeB5m8wOIPQIZ4OO0
v9QdsleEaLJBLH7JUmZEupo1U+pnRtjZadTfyGp2zDPmhm23ibP2rsUzVfrkhNEFp+o9PQ9jr4kj
N6WhP+iBwKFcPdiz7+HuUJHTPoj0ceF5sovhvtE+yvTlujCuaCSNYHycmGgRA+obp/TqvAefHeQk
77rdSMxkqyslMr8MruNARJEin9dejviCHKcAS8Uq+nDENWblsMlrqIvhhzyTZ5MM3/IaYMNsn2Ji
COU9mmVeXqJbTRZc84qjqGHdDDEJGEYnDb0UV2lEY38+9XB1ktomTWZrUofGwNmLFIQaQH0Y/75d
uSDIXWOqR2Sy6jn1W4UCu7kykAYIclNAZUWDXVDhHkiDdRdqjlU6/lR8mgnQXGRtO+ihXabedYnh
g+K/7vDsADn9BT+jS9oCdzh1D5F+X8ZYdUFP8Pe1uxRvRcW6+PrUYidA1wuUwH8hTdGfQwFaZpnc
3amEmSRtKIya/pjCOoflxohtkm5TOfZMbcIK4eBkAidHV27gAQrIr7xHHDFKwAqlFP0cnMufo49j
ylMl9ec+c9MWYSvWIbGH68e74lhqhBoaqqCGDunk7LZZMpPKZpf48WeGpYX3gXpEV7bNZl+Bt5fp
H9fJ8UNnf93mb3pfE9ln2rtqirAmfZ/4UbYZ8n3kp7vovmNuN9yiSGIzYOKM743yNKE7Ry68UP2o
m1+ydhswJ9fccEGd8eRbaQsImP/xyzjDr1ia3KYaTkJn9qzY9C3YwpTFu8i3HsunEBnprXkvA+za
sslS77C1yCPkLg8yZ4fetDdrf/2DVkwQevwg+CqgRBDic98zGklr9WgE8Ev1c9TfC1NwFasvWMUv
7ABGjx/feCYlHYQvIomPTdXHaHiJe1sBjo/2iV0ft9dZ+Zr85OKjpV/RNHS8IhUW9VIJlkoot0qM
aFlGsU/6NmSurL4oLWCa6gaq9wnL1FymGr5ZhMAi2uTjbaRtqrpzJbj/uv4+igqeq1oZ0S0mSFRd
VjXug2J8aDRa+KCOHKx+q5fA7gLG+SZU3rv8gbFjZaA2Ybp5uY3VZ8Utu/dZ3UUsASwVE7zz1YvW
TNnETViWpS0XdfYkDBKlM5BdE3/UC0fT3qxYYHRX3/gZAc4KzjWVc2uEJAXNS2dO26Ea99Q8aNXP
WjXfRvrCAKB9/cZXddcZSU6tyAnkoOxBMmfPanwI0YgdM+peJ8JXkf9SJiheKYYFjBjly8M6Ozno
zEJOMhNUyqTwWDvrXortjBvs94Gttdp2E8T5bIdkTN0YUwbbXo57gSFcPdylhkCRMkHPOfdMM32o
hiiSoEDL7/QbpMhD3JqTFD1Ds2Ma99dZXpVbvCMLBbulsKZcykpPaBBmATieVO0W2sodp8luhp3W
54f0biStcEAD/+EfL/eMIPdQAlJENR2RD+rbUzgjgJBF4r96gKh1Us2kuok85iVLaVzKWmrGqU+l
1E7Y96xz5MbJf+ipF+SANNBEvv06QTRWLck0NLlydhU4BgiUKN6+oUXQ46qfjLOnJswLM8lJNFcl
XqSGzvWL4xtJ/pJVhEfI1IJRYF9fslm1yNcmYZT6UTswt8rk2DHGUnc7VGu2WYdSKHqdZ1dixrbW
rGSnGFP9MFlhLJDXtZeJyomsWQBHhXnh3EOaW22cdvgOQOLBbDnKt+uM8strvhg9J7B8wNmjDKk0
yGOB+9S31M2+h96wlV+znbGJfraAqXkqnARNLD4w8R40h1JAIKY3yR6dA80t+5vLHv/4Fs53NAhr
WBLhW+DS6Fu5IJ5MP3tt2GT1fd29y4EfMYGyXXUaz/nnLnqceykPAFLpnyZml6+nuXYnVFUApoZ4
DmoBfdSiguqaBZFRx0fojVwSOgcuj3wIrFYdCUPOIjXsqPpU9Lfrl8r3+f7rIH9T4B5pUUtUT5eD
7JwIPb4omGAnkE9jzKTGO8ujuyaw4ykWWBEBWUq4p9pOpKvNJkUirrcTNf+uDB5Gibv+LS/6/dje
KswOx5cwfw5ZY88Es7i6QOGuX6eiW0i6W1AZ/DScWjUwMUhj+HpbfqR9XtrGJG9Ygim0drxlBtti
VFuLYkcKd02oHJRc2QkOfzEhvA6W4aeZlOIGFL5Jd0rYWGIQGDl5OXrJk8zWE+jGWXIyXdkpGDIj
ymgDr93pEmkzqv9EX56T56SL9QQHYMIEaBZ6gYPSqbQKjc9ypC5dMKR2qZEILPuqkjrjmBM3OUm0
aiwXo9p9z2PMbCIRFxLR/tw1QwBscoDLKaahyrz7EOdtQSY5SPxwBoYqQcdi5NXDKw3fSeFnWrWh
ai3Isay6LJTgnSJ/uWy85tRvmmKSN2oINJLRwEV4bUfLTZPXOEOpN8fu3voUDPN91g8C+7OmIigc
fVWHGGFhJEfXwAhjBZxhpIJT3TZHeLWicHXRpbyUqgZw/AkgG1Cj4t5qP8hTk0pQQqV1omjky+KX
bkRNLvy8/hwW/XmNDu9wRUobSSGS89gg5bI2iB3KKBxnpYNZgYVFPJGKZqLX3K5z3ji3q53Lmpgl
cqhzujGrl/GXWbx3rlIPNuubf3BTcA+ogeFFE2kj7hzDGkt7hqSGqi0+pQD4uNr79QNce1yIe/Db
RMABVJtLa2GNYy0ZM9Lo82PSnKQxdOO2EWjurwL7H7dkoShtQmkScHJJBECbYWgxJC/auFV2cWBO
7hQXrYs90pLTSFTeTUMoeWMeo7mtZx0AiVrZqbVKsxWzLt9Zn96nlukWYRA4kTEs3tJUe2NRm07Q
SJljsZAKTn7tYOAUwSfEV6PlizuYFINYSUwkuEbt6KTN3jRtvdcFJ7NKBN3mKPzgjWhfDUNn7pGE
Wn4fpxXz59guM4S672p7d/2C1946DBbeoELgE/Dtg3EXoHgexcxnyPjL/WdeiFC61t4DonhoEjQf
QER5H6dpSjUiYAK5IkdC7JE1odPoJ6jrTkGtbBCozdVDO6PHSZOaI341kRLyQ+W+ztRNXwyOMDe9
xhQ8f/g6KMuoSP5fimyk9VquGA3zEwUzRSlUijx7Ghk9i9Sbrkh2aiNC2ly7qXOSnC7Teqkpkr5m
fhl+R57aJWYhkOlV/+WcBCfUFmFaWwcD87uqN7YYtlOcmEQYvK6qcJsjsnPqop23JTGKgxSXSL5Q
iEsWoc+3ai2MGf592Tz/HHp5yGxmUmdo4DhCtJeaGAEXdTCsWXWs15UXVL/FsC+ydPbANHNQK6No
md8W9zA/gSsnJ90vfElzAsFekDWxhEuIJfIWZnUwAHFJqtXNgGV9yXytPyrKvdxFtiI9Xz+wNbNq
oM0ZtQOM1csWZ7hTzIbWgbzcX2E5fY7NT3TfyRibF72x1XOD0UE7i4FiBa/9uhqQdH2uMh9PxJnH
eauS90R7j3LtEESFW0+GF6Wi4H9VPGEmyFKnWXb8ceyhyQfAXLLBfAUrpsmg3Rf54MQMo7D0aehn
j07fMiN1jAR10mhwA6sSBU9r/gTWUKHfBeGThRncy0uEGeoDeQ4WvqPZXspFtj7nidOO5mEyck8C
Zv71K11RNDoWyclL86KiKyanzWZ1KAplzFCRlTCxyI5G6fbq7TRjnyJ7j0XmfoU/HYzhSWAHpq5/
zXmfvYcg76poYLjXSPGV9Fs+/qy/l8XNLCrtrdExloYooExglPcL6eOMTpqnBsrAOvOH/KgGfqpr
t1PTPGsA49cV+fv1I1xLp8CxUIEeqqJ0ionQy1tLrdg0+oVaY2QA/ujl0i0bIGykdWKhvI0OPSvr
DwMzWgcLpnSHROqwTVktba9/yMrzRPewqlMgEi1uDneXVSnXRO6yzJfqyunLn3PnmvBGO9FU4Mrr
BLYGKgEUy7ZRkOKktJWLNB/HMvNrFUnOobUbc1/tqeXIs62qHzlAtq4ztnqdvwnyce9QNHkVyQvB
yo0LDxX2+RtpDzLzrtNZqw3okJplu7exlEg5G4i3HvR1gBNskl2OZQifwOpR3TZyTPQPP4RINXyb
t+MntjZozo4Bs1ngLa3e4Bl9zkCWSZyNsQb6iY7YgTxKZezKVm+3ySw40rV3j12LePUqOEZZ7VJm
aSgPWPSiMb8IPIkkmzTBJI2mR5uhsHZ5UgFMzFJED2UxqJwjrsMImsj1od0O6NOXRJUFQ88M2sw3
0O97MzbkTQ50NE9YQWTZAytKxyzTbBMwU7vpwrncKuaYP49pHrlWMsweNrAi+L5+5yt2U0cVCWgH
BI2G9Otxn6kKdQhyxQzSzM/DPtvMGeucOIJCMnpF1M6zJsZwUr+UH1o5+C6rOi3rBKCyzDfmD72e
Dj05DC6CuW0viRpT1vrXYENULM3DfDr2G3KSXMo0lvs4z3y5roebPjICLyBERu9hFHrADIh3RV6Y
XoyOAGeSB/R8wEp449CVHhvqxpOHvEcrBBmO44w9EKSpCsHBr56GDg1tYfkDRd3kUhhammdkmuoM
1dei2KZFSbdaHlmbtNCZN2tqfKcGQb6/fttrDwyNnks/nQF9zacemjamc4tuTH820PRt0Ltpeq11
UtgkEPG3CDMv7LDlQNOgqqKiZHvJn8ziOBxyCHtZHzT9nhWiJ7zCi0FQqlgWFqJoys8e5BTLFuYQ
V1xqD338gImmQcaOGtFS6ZV7Ai4xXEqCzKMBKbjko41DJFLkCfcUwZ6aGHGabW2U7Elp99X48/r9
rByagWY6AhdTRT814cRWzjMr1CMZrzG/TdpTlot22a4RAMQ3Amtod2ja5VDPnvvY5CmTE3DTFKXp
pVTGrpqmNbbX2Vi7GoDVYBJliXlRZbmkkmJwX+sDUHlHJ52FMbLEZqIJjbV7OafBcaLn5YL7uHCC
biGkuFIvw5Q8+gBEzf0rGnJB3vkPM9xDnSDGE+tAqEPJgI6zI4/PSGD+fXVwQYUzSKTppywoQEXq
tmN5qENbNfdz4cSFoBAjOjfOewkUvZIGFYSGaTsTh36W78Pk6qLXuSpoaGXRkFfRkZZYfn4maP1U
UarlJhZCq6jU1wgSPVTRFMGprQmaBg1AdVTrKcoCl1SabOwKlOsLnzTBdyu4CyJjM6TmLmSlQKRX
pABtOcimIkygBlZeX1JqaR1TrCfA/ZSVcazVBnh8kZrtYjWk3t9+PehAAIml6x95KS4ur2pzBNyu
lfmmhEHf6rnMPmmDIYpakHxcC/hQ7F0Awi0skUFj1SVPWpaXRloqmb/kHR8k9aXTgWDvA9XTHqSj
6czUGdo7qXWv87eWeMe4CIXyxj5l8MhpuWgMFu+CZj4p2t0UpZ7aP1j5cBwAYaKP4anQamSwjoYu
CSiviAsaYxEZaVB/mAtXLhkOOytACQtCuUS4rUrtsHgbsZ5Neb7O4SodwOJgUhWJfoWPv0qp1sdK
xg2GFUZGR7toDl19ykX9eGsyqeAIsf8HYy9/mKawQWt22cW5z5TPajhZ47scCbTFOgn0OFgqMIww
CHB5Yt0Mf5UYWe6P0ntuvEfoCxvY/fXTWlEVpmIhgMS0wdJlxYlhlI1mlOjFFxsayohN9k+u44wA
p8GLkoy1nlS5X1sndHjPMwZA65OwGrJ260sFC28KTShYo355VmUol3lCy9yv5BN6dqnhIkILRIpo
jQpyCCqKVugbQDPaJZWcTH0NnNPcl/sjFkraavqjD1/j4vX6paySQZoXOXhkldErdklGmhRSV12X
++ge3mZeA4TTSmkdqxJocH50bilnm9pvQl/K4sxQTEaa1lLRQ8I6y6Zm64HghqXxPZzGpj8ucU88
VDbTnhIGrMw51H2zsQ4zADX7D2I9/W220c7z5R6jjwmO2CXb2iyXUxuhcpbn72r/FugPkn4Xa3/f
mFxQ4Yx9WHZDIecoZDNrOFielgKltBQNzK6pWQvhJibm0bOK2VzOjmCyTIkNFdUrdFwUk4FFkjjL
igCRlB00wJfEWFZIcwEgxIrCAFHTXDQfuqJ4QIgkK+UqAZKQH5NtBHi8RLqTW4HhWpHNBT4OWQpZ
w15YfhsOyrXY0tpNGPFSJ7cfAKhaFJsUA1cBZp2vy8Mi5lwUc0GKe23W/5N2XTuO7Lr2iwqoHF5V
wdmd3DPd/VLoCa6cc339XeoTxpbrWthzsDcwDw2YRYmiKHJxsQY8vTIhahIPetzvIkwWrMUNcl62
kP8Om3wdSO59kdTE7omk2l8cCF/JxWZsgf03x9fKyYudYeikAe+gNPEmNPO0Y6w9rGcwtBoQVWqu
/22qisdY3+XdR60/Vsm7b5Wc1VxKFVpIMKPSCcsAMx5zAeNQ+PUkARA/N0+xKJNaCMHFW7mzqjhT
GBI1IkNhywYeDFll/vMSwZVw5jzgjZpJcom9lPPzIEtEUp707tf9zVuKqa6EqNe7Z7ShFpom1RD5
s9jRPwXJNsDMJhIzJJZIJgFkh6tKMzh+lP4uazWXK8sYKh7JwTTkUE7qC6cvOyfQK876Ua90TwRj
mFM7+4HoAy/RhPawAgBRBytZs+EV+HmaMEZpSDpwYoGU7IetN3LCmeXfpvMSMTgRKU7mVkMHZVP4
FlYJOVp5z7s8lu4ybP5/f55lqCoavZd8WmlPN9Orusp+Z1vLTl+AYHmo3W0h2JNrbShR/H2j42hl
MYFHnHVNOajIJApt3RybwG9cXxK4BJM003G7/3+0Yw5vZjVpnWbQDjhxUEbTWbGFrWKALW/a2ZJb
ovhdTUItCmkKxgJAYtFKQaIhM3pAwUfYhSBVbhyU/5F94SwdTxRzE6NMo+R1B1EDRhAr1mAHoelI
NdLO8lvTbpLuOZ94mTGeTMYIBXGq66aCzAK17HrwAGojdew1U7fOrV0n/raEzV8YyJ8FZXNYgRwK
cMoqtJRWSbtCo+79319KtwIGjUADDxFKIMssY1gWjZ/76M4xFNvaP5e7ZCu4xo9i1ZCfCmi1nsW1
imm296UuhRqXQpl1NPNB6HoDQmsncJ95fJxL1zCm8iJ1qQJtiD7oa0cuR3g5C6oFsKH8LhUHURTX
evaKx08a//OqB95XfyQxi+cboSSFMbAuRuUU0Uh+VPCtaubdX61Fq7uQwqwWHlg9rgafXkwYFj2U
9qjt5mYXJK9yjilaNcVZ8JJat44JuUwa3+N9h7eoxmiWy0Fkgv4dlUEAHjxJGp6GWuSZwUJQQaUg
NyvKXzgbxv3pUwp+tzRNUR4bdZIKXtzblaKt5F4iTfBzAq1aPka7/puvcc7VbSAKyUijfyVTAWFn
1hTxtd6ZObA3vYQxazIqJkrshBzADUcIy5+iN2WEeBrIBlU+DGlKn66N8uqrHDELPbBXyrDFv3SM
xHSWAexJK3FdBG9xV+JxmbgJYKV1+12uXiVkTaxxP53ibNXnBvAPUrmehJLT/rVoNcjooSYvotfq
pg9OqBW9zqCwnh0VFB+1+fX+UeAIYBvflMyqyyotgOMA5ZOff8S8vs+FpxfWkpKDUIgnLYtfO4/E
VLqsNrCWcgiep0bzyuYxFw99/hhPmAafb9NRJMHE40mj5+n6hoZYijtH2h03J+uGJ82iEcgIsamL
J1j9SxYesyhzW9F0uNjFxVXUkfAAZIQeP+bYjbGUJ/1IhYUGMYRHPKY5Me2tg4c6tPiCRjU8Kb+4
yy5eQrGvyeEcQkIS6oigMakCfZBFwUtB8MRQRS/EIIEGmCcVkwFiRQkTmvwwad1fKUORqyaIzpCC
vJYS1+iP7vwZNaSsoS3daKcUAk54u9BkDYo8mJxGs5uAfjBPnDhF2VMVE6hyVDOCpgerwbPxGHcr
Vf7QGsUO/NYOpwT8JOBs5qU9F13IpXhmJRMAjyM/w8EyMT3NMI6Z/iJHkW2KByHFoL/eEUrQpXQf
Zqy5rVytDZBFZuAQIzqX0uP2+sZKSMjYI4OlU4Ki6+XGZFbTz1ScQHVV1T+DqEY7+e8YneX8Rb+N
i69FMbfcGKSaEFfQOq7zlQ8C8uA4RYlXDJOdRU5hZkQa7PznP/dhl/oxHqb09bafpiyliVlDfS16
3t1Nf4D1JcBFoMsB0Q/ucEarqhYLUZyBDhRF7KDhVtFzELwG6lpfja+CwDkdS55LkWX4ezBqgoeF
USedxTJXJ0iLgj70pBLsG/4kTBDcJBu9M1KQtaJB3zBS5/46cgSz2BqjVnINFOM4MbTesQ4GJ5V+
jtpKS15CoEDvC6P2f7Omf7RkXaZZy2WsJxA2RL/M7OBPnN9fChUuVpGFk8cpgKRNRuORwiSa+hpo
AcFwOCLlnGBy2dHIAOrRVJ8OINT18TLAXmOIY5/uJ2QRh/acBe2xDA/Nz0LYyspPQVnJiu+KYCDs
lS0Y6e+v4+KmKTTaQ+pYRdboWjpF7WVdB4+toJc12CCZIj03TmtXw+/7gha9yIUgRs0+FtQy0YD4
rMffvWrr+zh3GwwhQQv6/yaIanxxB8XZNHZzC43i99ALJ8xRiNCEwnmmLV10AGMgbYpCJijbqHle
CJErIy6VEtqM2Qfa2KPmkIfn+3osWiCKlhRSjwuIpWkwi3AsrUxGxI+paJkt2bwQZ3FHLgQwOvQA
yySjDAHlRgIFeGBHtsiJP7/aY26O6YUM5qoWRCMdCwUyiq1OXlWSbAHU3j5abrn+XZPU9jEyq3Fr
+1eO161tm/ab4lXuWV0LnC9Z3LCLD2HsXJzjNFYmfIiibeL2KA6eWL3c3zCWFRXGgNvrQgZj4qC+
quOmgIx6L6N/eVftks/wp3JuMCrUBeG019taTcpn4cVcV07HoSNghzveiGcMv0vMMJNmiO9cw4Pd
2zPJtiAlyEp73qlEIIZdeEDMBST+Vro1puhGTu1gsJsnrfLP+Zv8I/shudJGxl/ur8yikwEEh9IA
AMLAcgF0WaLEnaDAWX8qjgbI415a6xsjWv9vYpgF0GMxkMFKiyA33WaYnjeca1DF5Gul+gVU7d94
gAudmGt2Hmtz9imwXBsD0voYcYRUrsIpzyxaLYaBgsNe1cCnxFit6lupYHYQYoSvaNsjuvCtqXvv
/rItJNphtxdSGLuVMrRtxzLQ6gb2Juqczl8r6n7Q3nvjA6XXqjVt0OIlgK2GvKLQopOzRBMNiwBY
g2rg2o8qhZ9Hgo8ti6RuXAWzopLJrCVHyuoqJ5Wp8ADAC823UBYleLyGv+5bxuupZtAOUW7iba7O
Toex5z0GYYE7VVMOQ4mBp1Vh1wj2tackQPEmAYpC5VjO4mm4+ALGJ0ogSQuEDl8g2oP2vU5wHvNV
ugV4w4h5weDy+v7RljEgSw8HvCR8uKQZHCXh7zF5EXxwgMTf7tvQUogLog8MiEI3L15M7GkwNGD7
2jjba28hphUZTmN8z6PpUQse5LZ15Urw7gtcaMjHTEbcioCOA9eDzrZryxllDTxJaQgAilWr22ZQ
MtIqbexGfT+ATizJwA+lzx6e+NGmm4rQRfOesLbapnsYklKxpQKTfobWF06F5X/mRtahXI6MtVZN
4GlAXynJQezg9lmH/qK8M7dJWKvAKI3WwZQiawcYa7C5r9PSZlHqbpSYwf9/wxSZBoXQAEKa7gWz
8ZCNJWUb2a2YuLX5z5lMsHqqhnwD3iR45crXq9djkGSig+11r+Fykms3yCsiiJw9WszdUGQk7fJR
wAjJWAVtCvSbEI5l/Nl9oLe+WKFAOSLCBKdsw3GVi4v3RxbLK1W0sQoaZpwqJObzaqsVW03aiBov
tbf0QgVEFjEZ3nNoWmdUEtVZNwKKq58D2bfnYQqc0uzf1XyObKsYPuOkSz2pTm1VzUBI2U/ufRtZ
TNFefMCNnmXfoi8EKPPSQRoH/S8n2ba+9z+CngiD0/9NRgfURiaGjqLOfDP3TTYrtQhE6JthtmRh
T55m8TRaXFJgqMHHgrZaFP2ubTFS9bKpBgE+qnbA6Dbv2sxL1UOoPJnfEwxVeL+/gkthL4Vs/0cc
c9vFYxoBzw2XiCL9rzp9lfx+Fcilq2ex07acoIyaAxv/ossNPT1gZNFvSA7Gti1ry8BuKYI9557w
M23GY2xuNDN+AEr1+1honEO3qB7aZFFvA7YJ0ej1ak6+UfVN2Gf7JGudoNrpHdrL0AKC6l+YcG6y
pfBEBeAIrUag5xC/klgXr6C6S+RJSoCBL6raq4TSFQtrW2BQyl/s2IUYxkAwtFE1s7ijYtAhVISr
HjwnQBY5sj9vo9lsOfIWzxhFLNGmQTBxsxMcxdAH16eBLiG5+Da26xgElnVer9UAeHVMlMiLFYpX
YfXWNipH9FJscCmZiQ3kNEQJVS+yfR84jZZiDpujBeOqbYQtzM62hqf7S7u0g+Awk1EdRkAkfyUn
LnZQSoVYrlS0TkjNU65Hdh4dooJHgbxkkpdCmJBLH0XMqvBhJqmxDguJxHHhDKCcT1ZdxsP0LSqE
61NFrx46DdhuFUmvC7ULNSB+9Uy1e2nK7VkA/aWhiTy1FkXp+hc3BDRg6d+MuZGMrh9glkqPYQbS
PDmFaG5kAPY5Z5oaOOtF0MZAOxDxEkCh9vpMF8qkz1PpA+VrlkToRqcLv4mgIEtK95+bA4weusAW
4LWUa0GYHwD6fQVNE1OyLUCoK26iv1HlQgJjC22Xt+akACgdNocicfvazvxNzsveLx2jSz3o1l2Y
dZyIGKYmQY9I84Q5cYb+WVRJ9Wr6uWt2/en+qi1uz4VO9O8X0kIwwncGBbTjKTi6c6SgUbIz7LE0
Qk818KC6L25BOdiBJOM9jTYagOivxenxoOWxijulCUcyzdtB/wGSS7nd5tUxSzgOYkE3JP2B3wR2
D6lrloTJKrqiHDrqkKr11OzRDx7qvt3zpmgsnCVUcnD7A1/55Y2udUrQ/hDkQJXtRXRDa6ZddVtN
4B3YBT90JYRZOBQXRk2h3QBJ7na1PfUHUG3nFShXOF58SRDqbBjCSOn7wElyrY0yafNkJTivqByG
geoK44cupKTTP4A25ljD0gYBZAvAN4p7AEwzpi7LUybEmN1C414/ceNiC4LHuefEvTwpzNIZpZZI
zQwpmbTVMLZaJHL1FPOCzQXwC62ToKkTQ8KweGylpBMqcKXUSb7PZBR1lZNpImPVqbj1jWJvNepe
ac4CAGciatmBap4TUV1hvBZKGqG0U3JeEWApMwIuGeAtQC5ESRfk641s86nNVTQwoh7lhmNITBMw
UqE+SEWAoWmPamorltP1b4GFSdqp9Pv+Qf+ik2H8PsQDlwscMPqxNcZZqkI7jUEDQHeeRKvS3w7D
phJ2dSig5Nc/4dbxgmZCfqax67ETbS1/HcQK0wMOow5ShZ0m/PYNr0tWQ3fMgekdpG2v/M6R1BDk
XSSvsnZj8nh+FihyQOdAwQbojBSBKWaWrM5EoQvnBtB9w0kj1E70YJ1izBwafEIbY5M0UgaTK0iz
bQg9wVf1IimiYzIcpBGT0WZjhefqw9DwXrx0rW7WEhNwwRmgaqCKol71wkmLo97jzQuQtiAXgTsi
SF6VatVyysYLJ98Uka9HK7tCGz3o3y+kBKNah1YZAZCWbkUQGyufeC9ZxiOvBL7QX46GAiTO6DuG
8m8zgjrJb1StBtuC9RIO2z78aeTvOYhxCiW2U9Gph3k3NsGD9RnXv9vsdxj1L51cE9x9hpis0ZrO
eQosOAhaCEFLMsBDaOtivmeAKRiAklM+/sRu0+7czfJqjo3noeS58SVRYHhEPyxKZphwxnjX3o9m
v6KzDLIoccxwI2OUJ8aD21bOQ00sS8LDBg072NIb0ip1jky1BOz/rbVWQ3Us9beJB3xaqhqAsfOP
ECa4QwlXyIeuAsxfNp3Ut2wh/SGYua0F2tEYfzWrWEM2Yeo9U2lfQr9xQn/dKr0XIB+M7QQSTNi3
/xxIh0nrtKsVpS3atsJsZyyYel3OAATO9Zvke9Gw1cv3kde+tnAmr6QwZzIXS61FjyBaAlblmmOQ
9AuZ826iHRwxLJ03DZqA65OoSX0ztz4gtm2zRSNottWsXW3uzvdd9ELcAjeH7m88EtGdy+avJ9Ar
obYPAjrUAc25JMByEf/5L2TgOrRQWzKBtGaCcr0G0h/zapAjl0/avM8CdAHz2gmWLJ12l/5HBnPT
TGKa+VUNGUjuAjCp2nHi4ayD/dJy7muztOd0shTI+nA5YHzH9b7AUfSlHgIMGhVHNQL/eMBj31mI
jzEP9o8Exqp8C/j9LIOEaV6LIwBVlgcWKLQNoDFC0zjqLC4c2rJB14KmVvTRXKujjDUWrgdMKHrW
IndSkUzFzO37S7ZkymAZwO/TbDcIfq9lANVTy5MPGdKbYf6ono3utQrQ8cmJWhfX7UIMk9o0cjw9
jY4i7T4EoD2J7oMNXjyJxnPDixIW0mKIETD4iOJugPlkzK2Q88Ccc+C287R5MNTmxQrEY6qj/mLG
+kkSxBV699HAko2c87qwXVeCmWhZADNIGpXwOHIwOo0qI7/fEHDQElWsOQ5oSUc665bOIACUm80U
B+psBEIPftMZMeMsbazhV/mAoRLSqyI2dqrL3n0rWQoJUDX4r0D21YFcSpekLUICv6ikR81oAy9W
8uQYjG3mZnUXe3Uqt6RLJHRP+JgBpQB1YltjPdkRiMDI0Ee9NyFhf8qGNNLRoKjlhSeDJNLD0LGR
U5BfSrJdfS57ckC+qpgBCFjNTNmH1mtYRY+xD9ZdfxdZpEHtJs4CpxsnYmr//FFrUdcDgwYo62Y8
RILOxEQOsVIaXoKtNJFe+mGKKK/qAsd3y9Q5M9cQnR6EkMgEGyu6f6/Prp/nlVHKCFaUBhTDlWvG
LRk10wFZ6lppdkq2CzCLDjVBuzHzVRwSyfDy6mcerVvfcsRyZWEG4oj0MUjKp5bEVvmmdLyTv/TO
ufjKG3bOdmqC1C869KNkbt+8I2NGpumhVzpPAEkugODfQ0ySzOtN0x+VLnm8b7kLjgeYdkweBPwI
HN4scEyeS6EKE4RZKWUOe9L93BZKW+onEviYk2xI/6M8xvLSckiEecCetNEePUZEGdRNYG3KFgNQ
UfwT/koc0HhgSEcN/+vRe/EmiITQHBMDiwuKUiKYr4LSEN0YiIChH4J86oKGcyd94ctvjO6L+IS2
5+Nevza6Es4s1yYMl9EGVH37BC2JcURCpd3Wgo4poZipiaGe+Wsd1+t0EL3IN2yzml+zyd/40nM2
70tFASly/NAWXmF5gWJ+u7/lS34Yc27pNY0iBWZrXX+hqVeBUUdoo5H7HvgMAY39stF6pTy5+qxM
nHa7JVeMpafLj1AbGJRraWFpdHKBcQn7pChcFfPhc+BwdPSUKcFjhQG4TSP/nnN9fV/HhdiQ7jkA
ykic0VrCtdS2zcHGBIQwiJNOgpGTeVwb89t9GYvriLZd2t8FbDybMCnECv34FeJPI/5sW512NFCq
0og3oWFJDh4CoISjOBGABa918bOg/heJrBxvS2siGF5u552nB7x0Fv0h1nQvBTH+UpAbJQ90BKJN
2HlZFZxG8wkTTHq1XY217ypNsLq/ggvBFTitAJ5CrzoF4DO2AXBL0bdf6F//dQzUQ64exN4uTWOb
yTy6u0VZYGFFRRxESyAvu17FQhz6oJXQjmFGKjjeh84tQFdaWsc2idaY3MXjK168Y5GE+K9AxgRr
v02nTAeeOsp+zYKXhuqrJP7AxAan6OwxeJpj1fFxzMFG/BerqqMESekoMMSEebPkqdU3Y4cWKTV3
UqIq9hQ6Ge8psQSdtfD6QjIHPXfgK2X2DlTMWhOrgHrWhhWse4HC4ptqdoy5U1FeMoVVrvvpLk+q
YKfr1ejGZv8USoH1ElWydpDAjcBxvUtnHrNzaToWkCo0jlzvcGP0oVWlA7DyDXosrLNZP40BL7Jc
3FaU62gyC/+g4e1aStUaet8pEhBE6nAcMJCwGA1H67OtFOj4t13JkeU0grrVuqeknb37e7u87GDT
of0X8KZsU2k+K7kxDgYeCkGKyW++3DvVFKWuWIZ4PA5Vb8P1tbaa5L4Td6OJnqcxt1sdD9e+K4W9
OGO08P1vWlx3YNiQY9KRA2dflWI2FmmkURxZl5IkNsg8fSQdj+V66fxiZ00JhIN02B9zfk0rb7pi
oKSjTeXMAH+4YlxaxI+6eFV12bHJnu6rtSQQSS7YEaVxxU1+vdGWDrLivkc/XhPrh2x4l0S0Ph/U
ud7qUbK5L4t+POt5L2UxRjVbuj/OtNGqCelgWNkX3GBSDc6luGi7mAsJLCPe/3g105vmIhoqVDMd
AgtnNraq0gNhTeyGoel74ITDJNdpGNea2E2uMkq5q6ezJZE89+v9ZGb66r7CS1cNbYnC/ABUnbCf
11+iFPWk9+jD3qtzCR7eHoDDAMTYXh8ko50qYYsRBtZpiNqe4ySWLlOEgSDAQi+sgVfIteA8qEI1
9rHSvXKukbC31EPTxY75F5hn5L8siEFuQr+ZBFHKSTOqPhQEZAhBjqkma9QJKqedAt6DflElZNp0
QA1FsEQy/n7qcQk0JW42TQG8t24PiYLRv8kZz3+O91k66UiWAopEx1PB618vnlqq/tDQhoWsfkaT
Pokw5UvOpr/wJxjcpID5F5aBXPO1FLSUgyi2R421QJR+wHPhtVVCYz1bgU/uW+HSyiFGRC5b/oLk
MUdcLkIr0EwUWGPqzitiFMcx/amFnOf24rJdiGFO9zTnfZSaoHhEBVeOzsGgEYtXdV9UhVYBUPzB
oAG28whA/6T9wi9a9VPolw5o9wzMlQuzz/tLtqjLHznsexHFurw2c1x/UVPTQdYhhn+UCcc7LLlD
PNlRxqUQSY1lqYNjKhNcJHCHkgKqpMzxYWz39Vherz8i6N8vXOEwCbnQ5gBhlv4q901HlR/RSCj+
BYgcD4M/YhhbNhH/1XINTVIgLaTXztrU/u/7mvAWi3GlY113RYCOsr0UmkSoKjsQDY7TXN70P1ow
594HMkVQK0qNLRngcqxDx0SzGXjj/8bBWAhucOXqaHlkZ3wAfW4Fhg9BnZp4ivypJOiPMc/3F2xp
61EeBL8ZGB2R9qALerH1hR7mQTIAEoXjaBkfjSYQtPs4Y9xyzJguC3urU9YxPH4tIKVZdxnp5eTP
FggCdUSG6VPUf6K/vsCkkVD4Xo+BK43/OGQBDhys9wDO4f8bPEKVAOVhDDicyYgWj+lxNhsiBsDy
y8lmqN//6TKicQ09N1+UlUgeMXaXjBUIR3LgBZocgy7PU7Evh48AXFn3xdxGCqB0RqqC8gtL2C3G
eQqpPM9yjQSVvIpcGLdbupKdcs7Q7U5BCMJ5tEFgho3KMouIhZFZVg3EyAB+D110TDHz6r7EBTeB
9ki3cYNgyvK0vq/aQjxG6arB5AhaVgPZY+ZcacowDVmIVDyoa+NopSlnZfBjAnCbLYACJ1ETMkaF
nczTXvT/8ZmGbCQecaqxtOjavj4FUSoiC5SiUoPLdVMqoIkeRrSO8s7A7WG7FsP4WbWIWtUs6WO0
akiceS1y/rr0rJve/bWkjvT6rF3LYRytrlVSPqMJe28OmZtUgN8Oh0Fp7XE6DSJvTOitP6TC6LRD
GAxiBybikqo5joUhRMSVP6Tpg9S0YEHgMNCxLz2Tks9plP1AQdcypjcxwYnWdGZhxf5w2ol2FZDu
GHqYp+sFNkaKPY2r8/31+xqLcbGAN+KYc9aKs5jrFcQNdoHGG3LA0OKstmsX7RrfxL0rvx9rpGdr
Yu8N232NvPNAMi9xtrz0BVtLufkSZnWLogACeBKG08E0nA/zd/JkeaNPno1yZ7+e289pb4doXbyv
P1cqcytYadf2WQmpTvDsZaRZa+jik90QIPgzAbBD7km+Cg8GZ5vZIsWNtsw57FOtrkQT6z69Imxv
hY2OoTmYY2OPPdHFt+JxrOzovf3WnqspsDGzIPKs06x+j486Bljbdfzj/kIwrvDme5gDG8ZGmDQN
1iFDopqsRM9cl3Zpc0Lir+f6PXNjzmuDqk3T1xDTO8ls5xtxa3QkOH6LyWfvkpeOaA8DahDPsj1u
ZnRPGh/RKjvIb0fRW71bnzWpVz6x7f4seoNzfBc9xX7i1ZfZHpp/rwVGuNASCbL5jCViFE+S5GIw
nhIC/2gD9+aCk2cT2P+UlOxGEmN9kT9kRTlB0uw54ylG3i55bO3E4yw7e+PcyGGszVBHM0I9Yjx1
NfnoNyV6U5uIbBNnzZvIwF08xpCUqelKLYVK+iE5dsfuMB+tVdmQdMU7uyzu7UYrxphqXc+suIZW
pSOg3mKIGLrTk1HeSAbJzy9juEaLVbnNMhtVoMoklb6JI7vGEGmgEzgXEVsA+vfHoPqggY2aAhOu
L1YrRzZANmDZ5f5gzjbK+c9SSJLDozGRwjuba3t2m028qw/DmnOn/z93xh/ZTEymzx0e1RUWYqwd
83PsdvVjrdpVbbeufiqeNK8FKhopw/suY1ks5gAhjECdAsnXa5XHRFd6EFIPpyTBxNIno32Jf2WB
slLAad9jBgmoW38qAFJp5YbXRMGEh/9a7QvRjMZmmUe1OtFryzoKnW3GZJwcS9tNJaZ0cfRclqVT
qnFkjxDZX6upBSA/G3vsbOt12xmTIkm1yZxf9xeTJ4S59lXLbzGWEArJW39l7VLyLn3LOIosn020
Bv5HE+ayT7qi0GfqfeXhhLttBGzwQZ1Wbbadpr1RvJoB53qlh/3G3V8IZDzpbNWhUnTQqnLLX8pW
snls81yV1OvNaWdLrjG7czhpxKmeEWvCh47uuEo455tlB/q3xf1ZO8aF+qXSoIwJQeZKQ7u+iy6X
LrffZbKN0b79fSCma9r3bYJtnP63TABBMD4J/TUms18Zem2Q0IfMwTY62z+jVzx8T9zH9DMvd5mT
ui/3BdIDe7tdf+Qx2zWFYuL3IeS12i+Uy1/LD0yS7V+ttuII+n9cxx9JzLaFaF5N8j4cT28/AhSi
7UfVeU/Xw7pZ86Yy8XRi9s3Kozg0YwsBnvY9KoAU9O2Gg0D+f4zwjzbsnSeqhdrSgEE8J69hS3Ii
Ot0ucASOk1i+x5Ek+Y9BMB43i2u5nScsW3R+g5P1NhjsMzky2f2VpwB0BqMPqeGxLAiTKIImwC/o
1Qo00/rBsL9np5is79vb8qV5IYbRp1cCtY1NiOk0MAzbWuoJpFjpp+/Jr9bN3hqB6HvQDZF+JWzP
aKmsdrzJi4tx78UXMBdJP9dyUGv4ghjPH3skDZg5TPIZ8BaU+u+bo3Uhh3nzx3FQtmZV0gUN7djz
H5F73LynT8OaB7XhaMReV5KZxIrfQFLhBsfQfvbXyQbk4hzfxJPC3FdzkcZxV0OK8hKedDt2Kkf0
5vP5voEse8A/y8Z6QLSFxuWcQIz/W3koCEDFvy3XdHxPeErd8rDl0TcvO6YLgYwLLLKyCfQMAnvP
IA/FoV0HK2V7nIi12Umb+9rx1pBxgmIiDlIXQJa1BmsNjE9z9+obb2gSTwrjALUIFFgGPcryQeiI
RQIivhgHkxQcE6e/w1o42tYw/AXsBjRDcn0TD1LbKOqUTKdW7BXwbvq100dRserLweKEFYuvdlT8
0Z6Dejg4w6jOF7ncXJv7VMTojZNBgl3/WD6A7D12VGKsJLfwiU90LyQ7EwOfP/7qgXMhm+32xlBF
VVVTyPbSh/DBDx97t/suWo7p+oV730AWzf9SFnPKNH2KGquErK7YqfNH6pM0cqZuk7qm7yTiow5U
a7JpHBmnT139j8KZ6KP1UZkGazYcydk/7BwdtOkBnuQ0vgIyyLWeOPKWgsVLZZmjN4lx2qsZ5NUO
suRvkSvY4kZ7ynepj3zUe2CfC9/mkbEtxnW01QT9JuDrxBvq2pQqk0IJUnoFPR+8CDMw7WedRL0t
Oy8vZ94In8VI4VIaEylEGCmPtCGkYTbSsUzsZhUgobGdJ15IQhfr5jReqMXcrHURxImu5+PJUWan
dmUik/X67Lv6kfcMZ5GsX1HqpU7MwS9FsINGDXR6y/cGSY7qp5I5JuldnoHwdGJOfaJHIbwMBO28
0O6/G7to036sHd8Ght2+b4xLTvNCJ5ZkFzPnMa9igqjgW1CRZi84DnfdeDKYwz01YRqlA2R8G+y3
XXL8UBwvdKJXzc1KYr8gGfbtvlJfueM7RqEyJ3oOTD3teriT3UNjJ+6PHxXZHLwPJXRPqhNPbrcH
Hd1L4Kzt8WCvc6TWNr94c7t5B05ljrkPELjiS3QXD6WXBHawAd7cXq8D79e655EGLkbMlxvJ3LF1
VSt1N0PlyX4zSPqgOzqhvH6Gw4PG8baTcSSan7ZiVUFSQpzoqDrBxiS/FM7Nx/an/uuwGTo4EGnV
SmWZW8yhTNOqlnCu1c/2IZXd7r3/gVb0PR6gzwrR3bXz0jy82MMOySdQ0g0E68pLJy5e9RcfwTiX
dqylArzvsFznUO/DR8nzus+K9Jvn70i2BTyE32JQpl/IYzxMUvR1Y8SQVzrf3oB8s6ufR9t+4ulF
f+bmeKC9EYVoC9xv7Npm09QoZaZhbRFYuMMmJDavpL5s/RcymKUrkziaCnTFn5zsMzPcfm25urOX
Xrcd2R0K5GQ4SPjFjDtgtv9Vilk7q7XqUYwgUPz4MIi8TQIvIM/PzzNBVXWbrR42p9CpQKm0rV7O
66fix9M6dO1X2x3PvRvYr2v75Qm+j2fIVM97a8348jQxASyoVFwaYOTdTZv7nm75Tvqj9dc9fBEg
pmGhGVmJn0cDbrBSX7bb9dPTEyfiXTzxF0IYB571hoRxhxDiZJWtOuCws2GV9zWh/oldJ0METT+I
oEHZwka6Yi2h90SfYfrhs5JITpnInKtuKezCxGwgwNHphtidCUmCIinVeMymUz7EHmZ72VqFQSI6
wNG8G4+lJv1yXgYGulMKDQyIZevtYHjrGh1FvtPhh6KvImK0JPv9DGCEZ7nq42pluy/i93P9kfy0
61XsnjFUERPZ3V+cfftqCb9Z1IvvYDaua8O+q3rUiN+cQ0Eq8pBsUWBTCT5FEG2ysmvygtFO+O+c
HgYy9u6Os63S7arraF7FqD30xiP2ZG/BATPCe9VvhxNmSAHVu+33YM+LSbmL9q1rIbwGoniNPizO
Zt+a7LVY5jr09bqfBw1iNeJjA8zNHq1GLu8q/Jphdr3AEIOTAaeNJL3G9khI4BJQ/G4aTvoK4zj9
bZC7FslfZgflAItYP2JM6HJUu9znlqODy/Mz+JkHpG6IWh36bzFvcNKCO7j+HsbbCO3cYjxEjKdM
Ymm9UxiVtZE6bTiXYqmCMl8yxoLUUlWdrKk3QVWrGBERh06OiK8WaCQZ1CznuUB24BKOA/0qHXB6
HG06Cg5n/8JJZUYs+2A2QC6eFESwwNRbo2P2KD80zvGc26/94SU+FN/vO5TbS+5aKBN+iQo4LHxD
Qg1gVb02nv/wglBofV/GkpV9jc3GSB166JmKiSWbg4AWGWplk5v8H2nXteQ2kmy/iBEgDAG8Fix9
06jF7heE1AaE9wSBr7+nuLNqsBpixZ0dxURIL0hmVWZW2pPW2VQcrLkjPDEbce5m/1nP/Q8dRo/j
pA6qIgedxqjt4Lm3y5/TTTLPSW3wEkPyd5/nnhZzWdOoU0M9A612ka6OWAu9LdAxoZrAEJXmJ5iP
xdInCvCVG+yerc3ZQkzMzsr2c8c/m+Gv3pLt3rCClW6Fnqnu2lVH0HxtYjPu2uTmKL6/Gvc/lrnk
5hrJcQf5hmTF88JaHzVTtcT5jCxyxzM45nRMooa3zdiUUuiVGH3D9LZP0PD1r9TgMkRPlzUoQxqM
c+2FTa9PZJw+vWeAjaIkX7uqMVlPFrnx/89t3p8e8yIWalec2/Z2ehnZ1kvPtgANx3Gixx6AIUeM
I+gVswytiiBSrKcOOgt4XQzjOogGIowCoY+ObfSK/bZugVNEGzq2/of167NaPv8bLf+iwBxTU10n
XXQFBRVaHpq5q5HE9E2umaTC+v3uv+gwJ9U1M7Wc0FYZxd6eYuOUEVt7uTwnNtc5p/biESXGV/a9
s1Je4xtH28AJzcRICcLg1uUGweMK+sUT8yBVghBKOlaZHysrPBYEznhL5MOMoOUmdHyzWPLQJkYy
T1So/1Bk05ZdkeRKqOMUn6tdYXz0xibZ+ibHvRh9aIdUGIscnuXoos9QCVNIb/8+m8KLt5oaaBtT
zYjzkHE5YixyMEvPgkdvKyGNZaMi+76ZmI37706OLkOCu0ZxGxljOhMmfqWItzaTV3+H9zkn6LhG
+pXwusJGokNc0oAUY0rb9KoW0fRGCtkKOzPOPzHPZU82/txInaQyCs5LPf6EDigyhrWaAb89T1FR
DOdX83e0vi56tNn59o7n/I/aowEhxlqoXpVWcoTsbmGdgBBCIhNIXvPHFolagm/6O6DBWorJpQxC
PbqiXn6KoU3xgnNcPCYYA6FkaOr3cmRVl/G8dy8kmqMyxAPmu032PmKDMQ5TqVeaSYOjSk+l3Rmv
58O6MtAwB28DXTULwZjOsXPRzEiOHjnxXX5RjRmRbc22XmYN/lKZ3VM0XyjzltfPQfl78MvYsLqZ
zs5ZUUBa1vKiR2BNF33wllreQtpHRBgbol/rpk5kEHm+pGT96hkxfBYFexPW2pMnm1dDIGdrs9gT
3Qoc4WimH7HDVXrOTd8M3cA3L9XAiyP9Zsh0IqzXqJthQs99SeabH0YGjM7ZnueZj5CkGwcwVkuR
577jPsbXCusUmvZ46m0kuGu3MrMDx+sYszC0Zob/sOKaImDhhgd8qQA1CjzaxoK9TjbSCfZlibfA
mDixdSafnvH+WCNZqC0a4wD7DcTQaI9dct9mvaNUnnQpZHlZzYwEIefaztBVCYfUB+CFPTUSM3W0
fVITYf+Y9A13lpGjO9IMqxMxDZRUhjEtPjGkjHTXdQUsGPoLTud1br6iwZZMNgXBX86marS2+CQf
rsav6HDdyEvDyFYLfU4lz7djR33ieE8jNcz7k2GeFVG5lAA1x8mgz9uYInQARuBGsdqQNPZB21gb
b6PMeSXnkY4LShUgLBgbxEDkreI4uP9UqbDlIYAFk0ARW0tQr7FjbCBFO5hqoIC6OGDf5GJiAjMQ
ERtPGkbcnjvqzGujJAi0Sw85csERnbVoTV148dZ1kRP1NXWynxlP3OkdszIww3gcFiajSw+9+/fi
Hnn5pfFksKuQEit3GgdxA1EWkwV943hxg0jfsG/UAKdCsbnxkCuM4S7j5nqJVJQ2EHKpS9uWbHGh
knBbLgMj3Eyc3LLcHdrJiWW8dAT7RchjkR/Vborn8s8PYNmFU5mda1pbqRF7TuE5JA622a6zlmwA
VQvUFYL637/w+TCxh3ZpJLOwS5GdmL72s+ScSxrSoOICU8S2jcTe5glVTf/tMXsjxY/ZHSVGoyuM
1ISB5KHE4l7RCxLjCeztApuaJJ8Ehn9M0T7dG0+BZU1eQ8M3RZ8kJDRc9Th94tbmqeiwlz1km9Ff
pRO6VL6U3VH3rtdFCoSrVzkqZJIXl/OyDNXA8LQEwxtCUjpynsuu16LlnXMivB/BOIyYYA8ufoGz
lw6hPo8x8n8hWPV1sRvFjBXbe1GxhY40sZGjm1RHe7kNICQBRu0yf/xLRg398DgY1W5ESY2bRkXl
pDAnK/lqZJKjZq4cGTNTuC7W4dnouo3qz4N6GRuiIxjdb1UyOb9ixAO8kxDGyyxrERAEUx0OCiTR
nJkYKlh52LR1MWZLeBA7Xnll7M0ecs14nGlSyqEGaAYoXAaP6OfLxekIj6kRr+uOKcbrTJGvRVQA
piSRAElHnOYADrOCeaUaWJKZJBGR+6ep/rPR38OLPQv2QX0UBLOod4nScLYrjOTO73WQsXERRtGV
OKXa3mdknZC+MV6DTThfp/NwXr77lmrlqhnMVacxU/KCRcampSWGyctvjHT/44dgxwlAOQD+qnyb
EPRqwVMCvzs+X0+v2voVtXP9V+xsTAJvmHrEgclLAo5lbO9oMjqfe6F6EULQFHYKDMv0sA5c2cIe
nKezWbstrgfTUp7BSxeMucR3dBk1n7TdP2KtAnhVrdyJ7qoHNX0FRqoMaPrSRufkBU2SdhIZRbzU
UlvSSCn+kKaLSUik5CcGiM6VrbdE6JdqXpGiXtfRPC8N//BYA0cVkMKUYIRNpzC59w9uJcxQWSmC
7ijZsjEx9MWGl6XhUWC0oc+ry+Tanrtj4oambsQbQ39/zMPYM47i1B8eGBGfAgxDF0rKA5F+G1eH
J0ajRuPP99F1dH9GXihkYt2BA7PHIeXbmrwY3u/HPNwcOeZ5AiwELR0C9gOYj4w9jgvUZhAIdMdq
ITqypYDSHtDFxscM7XGXHdf1GLmWO3qM5e3lWpHFCejpB5qNR3a8QlfobO47ra07gJi2BbRDHB9z
OWIZAcOFzU1o8UCowQ7dRFPgvpcdCnmNuEsnGDLSN3I5JU3tpj7y6zln4dHIxd2RY0SvqPxMr0OQ
k6CGE00lcrprNM0IpxnRk5+e3hh58PyYxbGU2h1RRhr9aTE7o+WjQ/ND9tw4zTpBaPhWraQfAXoO
HxOjdoQVmsF53mzuIDroJnWixxEKtGe/PEbZ2Sy7s/u/kWCie7npROyEBImkwe6T8ncYz/8FAeyF
xOgeZB+yca9duppVfkNlQovgiKoZ1teYjylQ1fl2SgMKzCugTQI1CLyuO/poVj+bLUd1eZ+nlzS4
hFjSGukqgYEAqLBiZOp4aAOVp7Bj+jodMMHYh2rS5L5K70GJgYPTpET0MA6U6oYOKJSK4zWMjBkD
SWlAjbEO8TRWgz6Zdsflcn0ruSPnfYzfjplB5uRtdbFW0Yq8YKTTSK3FoVynRrp+R86Y/G83x7xO
3kS8ZmGAnyH0F1JJby0WT9cFLw4c1aIBs4yZqGIFI9Wx0B3RLY2KoN/a15nIEZLburhHQsiYhVAP
sGIPMQja6NZ2uw+wUtEn+uZKwsN+L1WIh1YpWZBDkJJke/jU9p9L/fi+7JzHJzqWhR/c7DccU3VS
R5drAmkVduen6zzZX7ZTN3n3kSTnYaaOnitWHdDeNyBK3o5koBhykDSCKOL2vDIlmvR+briO1uiD
MiDBqLYSasEs6UACLhWK8uttPz+m9vG6RO7PcaxVa+bopK0Rwh/0+ec7x9aPav6AOqP5Z8CTKKGK
O9XLk1L8TFMrqTj3NcogTg8JQHT8YJ3ivXG5dqFyDS5Bf8QWkzcxDMxGvxr+tXpvCqG2phH2QXhY
/f5YSEb5wq7rGXITMwrAdU9ULtDo1QdRfyyLtRdtyvppCnDd/40Gw1iT1dMgq+L+GGq/s+ZCdHEx
8Xn7m3mMMEon67EXC3oI01VeDEmaX/KpVcD9f8zKqO+GdRYAcwHWH5C9xPvz6tW8b6Z91t+qaEvN
mZApmRienZKJk5lAOeQQHEtc0VW3N3w4RFIsbioSE52qXfMeHu/6gjQO1pWuyqP4/Hub7WxSmCu1
JC/lPnkqSTc/pIa7e8zxWGbn7gcw74OsXOsiiav+uDxdA+LDk3vqrPXv3LYTYx8YhWk1Zl4Y6S9r
IZolKlTBFkVZXk7nVhT/ZlQH58AIaiX3/kwCnOXx+Xmdr14r8rvLDJ84E8PBUJ//tBExihaZZ7TV
hggLOOo/qpsD6owIa/1kgp0yZX+85DvZP7TYkyTkPzwlt8QLnFpvanFOnZ7qI3YZcb4KutcJNdhd
onWjs163uv27Wl/J/CMwHCtEDro0ssNhNzF3vJdYGlWlL2ZZRDGliZpE1Cnt5UlzXsP3V/lHD39q
ThzrYrXmy+LXYdG6nwuBGC8Xy/oREl4xZPQ9uQFEY2kjAB8Zc1vLrX9OuhTnLX5kk30pHx+fL+/7
9AgG75UftPIkv0CNw+Q10n7MeGCDY98XBeBN0yUwgExjXOkyFKvptZ71R3WWnaRzedKz67+w3MCw
oshyaOYDauM9C2106fviLPRHrwiI3s0b5TnrzMfHNJZVwfl/EaF8Ds6pl/UqDJUeWqfYM0OIMYhZ
Ho4/E9H0n2qrtdGN2SREPXLIUivKSj8FxEZZX9aBw8Qou6CGiZg1eOvb8DoJjVZH/7fh+3qdAVFV
LjzSJ1XgGYkEY7ycdbq+DsKpGpP6is5N0gR5bBdxhiXPj3+XOPK7AFSJbdl0KRdGvJnfFczaMkUL
xRTWfyIaZ7Rw2cU6WR97VBImP1ByDclCXwAKZeG6jfvsPiY/Fm+iCRjL7oCli7+w8GWSFiSJH/bT
o3lay0awwCoFa/G549i6scaDIRl2pVChRaWm9OCysBKCnp7kFSuRX/idNtSGMbd8R4dREk+Jz13S
gs7EhT+33v6+AlLI6B0Lxo0cdi7vDRl7vNEqgjYO+qBh0wGjMpLvF92lUKZHtI1m5LydOzCmK8G2
Fhzd/P5cqJAOzECiLxy70gRGbTTssyiCBgOXpl2R7mVl9Dx3Z8S5vyfBWDBP69JrW8Zw7hf9klir
xebQccR9RBDuaTBPv18E/QRw6pgbRWW4MOZk1ZkW56hGhPqeCKNTYgD34gxk7uNyQuSXDVoIDBMt
LrxXjXtgzBM+EdCkCC8USem1hDmVdM+bzOddOvNke12d5U1JL73adafDbM8xxpzv3xgc2GIdO9v6
PsP3K4SSKTFq58CxL1T+7xXy7ipu8jCgEEgXdARcQEEhdBI+MM6u677zboLHBzWyAyp+3ifFRcFF
RL/0X0At481+jJRa79mgbA4InEOs6ejRFYz4W3EzB0e1gFR1ZMdD9xlppr+nxOi5EmbIR8ug1G/X
p8Y4nV7PhrvNjN/btZ1jmOeKacstvDSOT87TGTaDLOR+WSlU+aen16cLISvLCskPjmZ+N8+UOUxB
APCVLtVjFCYNZ3XglRlGQtCMAcOMAIP0L49FbgRs7Z4IozS9XoiTapreLOWP/RZAW1d3v/fXTW3u
V7uoN/Wc+GhdRVaXQ5nDnsyk+s8XOgcvgvJ51ezR87KqCnK2A6d2NRzpdL8iP61sjvHcH+gzVV8+
/R6zVpohcfVhpFx2dwa3bpmBvOYT4DiVAg76WfvxvMaLYc/Jk2qsSuuntTF4QvsXQ/jnXtlR00qr
dP+cglxRoLqBUtxyZ/4rU/VFgtHAqzzDZBtNjJsFiTLjJ2DxQt5a2ZGy9v2xMcqn11gG3GIp6XFt
2rb9IT45TyuLjnmFxnPC6Vbh3hHz3F7Vs6p2OQ4NOb3e3tpTXJJTuqm7Qs0mRwcoH2Poexh2zx/z
+l6EuGxz1FCO/bKxDf34WP7/YiW/7oh5d5VLihWxSQWOTtFmjanjI0qz5OzmG5Pbh/I9mr1nhTEl
EXrrQjHD6ZnrK9AgQhtDDwaxDgE6zHST9wCMFMLvyTFGJQvlyhNkSMZymRBzjeuaz58uhvNRu3t4
lwsMGOsY8OA9bH/xl/4cKTtc0wkVZpEmYDPxDeV1AVHU0ChWuRxhHH9Av8gwfnOGnasKxrSRCc2I
MJ9tTbflNTaI9BvfXYEvGswj3SVdUOpnKu/mya4MdLMi1zIziWUZh9zBxCYv6OAxxZgMpTu3UVcU
3XH2Q0GUac8T40M2HQzBvWDklXeE3KtijIc0m9ZqpkBE0gzAZP66Oi0wXb/bca5qpJXwThTZ7QbT
s5T7PqUDMYTNQB0AnbGOZViuPseyZF6eiveeKozRCNWi14U4x1uSoEH39pYcP8gb8uOIqQzXN813
jh353ud0zyFjR/SzLAczHxQjsjbbdWXjTdmaHCKcx5rdkBV6SMU2OaTjZKKH7UjmyPljpBezw0vN
4unxSM71niXGflRRJbZTDSwtQe4V9M72nnx4tmOl6A+EXn/u3t8FzlquUXMvihoWlAnYmXMLXgde
AIaoKvj3kBS1IdkJUKqPj3BcowffZ16wvO1SD/tZaevEMyYYXl+3cyT0ZIJmIA1H6bo8jaYa+82E
DAgyongFasAUiX+oGMpfQCmjgb1ha9bl5TFnVFUf0WEEMFawlufS4OAUVzbbn48/PpIBgywMuGCe
rnxWJioWZdJjA4AnRqFX04VkLFz9qSVcV3DUCA6IMYLXqF01w+ImlK9jpA1QJOQlJsbt0RcFto3A
b/xJpoZgJ0cOaQuz/kHNEZIHgBTh2b5RyzCgxbxTF6lDE6SHi9HtcJu7qHaeye6d51xw9OaWsxvo
TR3/9/qlAwDbncfXP1L9uLv+m70dfN2vhEsTU2f5efmfjtbXyLWPhTN3kIhf9UZrWptNYia2iyiP
x9pIvvGeOvNKqVpX16KOE1yiabmfx1NMoZcYfrdrw6h+Ay7RfXcPP4QldySI6swDnWJHFJO4xNZy
GhyFjRF7LzUpsQBTtM8Sx+hxBP5miQfHq6eTNPKBs3xUt9pcQdaUI4PjfvtABhnjUE77SVRn9ARN
1DLg5W4RW9UoZLSmsehcXt2CZy5u8jRgqLwAnRoQ1TRlpmKcwf6PkTUtxViY/yoLMOCNsRaKnspq
qlF4CEwJqMbUeTEWu13NMa/j8eIXGXY8scSmhDyiRxhciQBRaIFYiBl4UeVE5CNYMnfSzuLrt3rx
j9AtTcFSXG+xLU4/Lq8YY+K+8KPu7YAnxr29BtNsmhRULBLyXJB6ZSsreBUq0sEAeLKi04IbdtNP
PlApNvncAQoX8KG4LWSliFmR67I86NiuSJdLPzZa45HxgDvGbFSF2CRKCK1C9EODnw+gmcF5sQz3
c7njIQqMJ8EG1BjHQtDCXlQ8MGaiVrC2EwutQ/N9ZTovC2vRkYOL8GT5/pjFcT8XWSmAlcgadtoz
b4t4uc7qfIroVQJu4jY/HOeIT8Q5sXB9LsaCPz/bW8aPQ3b8sfkiy8hNfpYmuSbeyJ5OWywjxhYC
C069oWyoU298oo83R5+54KIswysqjtQvqIJ8UWdipABN/LFY1iiLGfUqPL6u5+RqgP5xs+Ghc/3F
XfyixchQiO1VvtKD1vJ5WZu0Mywg9t6pUWqA7bTgeD8+2r8I7RdBRowKXy6EkgbPNOKE2QQM68x0
kP/azTYcWlzpYVxTKdErLJChr7rgnDDTt6bOsGf/dKzNLwvesGW6HO7oF79r/xd3zDt00S5heKXe
N15ykkBk0Lrh/CodLsr/X3yGL0qMw1okAlbPTWDanus3lUjQjrmTuj08/Z/YE9Ibsg3YKA57f3lm
v4gyT5F6rv5JplZWbS7P6FDRVsTBrGtjGO/KfOeb78+8jjCOOqDOjjMfvLV1fZYvOvVlS9M8CcZa
dbfoo67Mq9Nw+PvLs/5f/lR2t6p4VpMkobHMq771zDmRkXM3bhE1r9FMokf1d0lRBcbE1EELqIMz
DT5N29xSF32fOHawfEWSExkY8LdaWe7UMA6uCZw1NzB38Q9eCm08O/jH1KjsZD1MupqUKn0gofv2
MSDIx5B+gfwB92zH3+Kvs2UszWWiTiS1pAILZAIMWqYuAmxtw3kxZjwyjH3RJF9qyxZktIjoZ0yf
nTpDektIbcYB/kVHXzGwVpF5quFnzN8cZ/WyWCAuOlgWmZ9tz3x7+4kBlhP6YfVdtjLePQTNi4WF
8Bk76Dnh+niCanABjImazLwq9Gh22wSsXj7HlPMEbsOOY5bGQ7Svs2fMUoApzKtHkw4ZRm6Nyatg
GzuXB+pFLc4jiWYskjpNM82nIXQ/L0yPUKzTx2yMJ2wGh8WYn4sv1mJ1BRsRQfJwd0KvCsXO22PK
jNRQ1Y1lBE+AljzsllyU2vE0x58jZMuyYa54ukAjxDWoVoZuCW/Gwq85Ph3HrGND972xi7QqCrGF
EVqCTCJ8LHirzoWskJAtjQNAIXglHI5Jx2rYe4JZd0XkGyLltnwt6Cg2HKz90wwITiL5XGC3wiF0
Ht8iT+Rv8cHAnjf5Fe1Mt1rgbOG1ZLqDHVBaxBvm/0iIsTj1Wci7mobVmeO94LnHdgP3wBWMx76i
yhZpQ+EaadIVgvG8zIGBom+El+AQG7ubb/iYo1s8/kDFbph2g6O7TEQ/UCZUOp7X6ymefCzWIU5k
pC5qwwfDlV5UnoBw3qnbkzkgGSlaO9VTHOLyjJZeozL9445nnh57TVjyci+DPpDs6ygBW2szcJH6
2Canz+InlmsgpODC396W4jw6RMaKnGupTacpJP5qm69LzE2ut8f5Plh/HOPtHr1JnUQ+PggxKrSY
A0lMXy0P0aFzXd7JclxhlU3ShRWi05SqXmkuT69b+/iEnT149A87dR4bHGeYp3a3SGBwkZ0U9HFB
2Z64dn4mnitZBsWm5Vwm5xVg83RKEGKfNK1yAwr3YsprLSd9bAo83eaRYWKksPH+KbjYtuKikK4b
e2L8WqCGD93juaAcHbiFxoOj6/3/GpLlGpVu7wmAcY8Vm+d4som4S40sTzWDlnWOiYTSdh7a9fIN
Vp8OOvB6vTkWi83GXeNc6bUrJCFYfGBU/J3DC+9qGGdDyRPJL2gN3UT7Nn1O0D7uWPRmUHl75hCj
H3ugzGwi7nyNW7yW4AVIBK9H5E291epW5lgmv3nppL9krv74ACwUbJfrgZRT2W4SU1BIOnNDxY2v
q1g/SAVkvZCdtN53GHjjrRrnnCmbnEsv0VS4TMHmsv0UX8rNJ0drR+abhzmHb0svmyaIw5S6zcmv
NbrPI8OZ22vZsSGKe99B+ZlsLAwyteQTDVYc6ecSZ3yQfILe57ICd5l1Qrni+GqbS3k9LczW6HPL
a3ba1uh+mjv38xCvwwxma/k/Wkc2bVc34azX0ClB6z8AZYaXjHaPGH84vP4lzfpHhm5zegNbUqbS
9FrJ9CaDX2gjUw3xhK41DhWeuDBBEKK6MMMCW/T+ZEbuzkh27Hg94xybKDGBS3dWtUCI0LaCqDxY
qI7Ls1K8uJ9dbjdN9VDxK1A4rZONYLySHDkpAII7kznHiHAMItsC10hy3cwokEhrYPPFyieRs3ee
NuUelXsOKeq/P7BXt7TA4Pr9qInaFs/J0TTbGenRQ05+IZN55jjZHAGQmZxJPCmaOujBEYLJDLC2
CFZkTk2Hk10DiPK91yZNhFyLOyRJWwPANuYWG1t98oF4mmCKdBPe2hAqrGXjgcSPhywSNrLpCobo
tJvgDM5Q9Kee6lMzrLvPdmQdZ+YHEjUWqvY0W8LvKR51Twf0GG3yrpNzFaa4M4Usr67+I/r9WCjG
g74BAUaXaoxGxJgwh6RjCsh+/Y2gD1XHmJCXDWplu+W/k8IBQeaJTiU10hqPniCZzx3PRtcU8axu
/5ivUbUaUKFCOrgnLU/SaxZQt743gRPHM9mjSY3B51k/3o/js15QVZrtAicmt5IAx5DyZI310bFR
4p9g4bQEShdtjv9AOL4ySsM9IDPE42k0y/DFE+ukt72knVuaHT+vfuNqVOyBXs6A5aKb05eKV4kb
NeEDYsyzqwh6Kor/IWauY1t4c00eP6PmbkCCcdPjWaTrwS3LKRvT/U9k+RGg8tzzW9j7zagOqMj3
gtbElyoJJJxabL5inc/HFfBXBPA8aOHxc+uxUHOJMdag8NuukzQQM0+ncpWQZWvI6Ay15RdB2xZz
t2psDkX68x+xx5qHIhUBoweKEZDyM4cgO0xQMHGVOU/aedfF2AXs+4IrTRt6UUTHoA5aohwFJecV
iiUIS/V5i8HX58fc8YSQMRITNI+kWU21WC7JJMLsCbfkxDs/xlBIgZ5fdCqE6TxYX5e6cUX/8Cd1
7kL8zxH58RzNlzCyrnrTX2eFroPa8xp5fRwhMGTNPQCw8AeVJ4qwgLUCDRFQkn58lOMl2gFp5kWO
xGgSdjoEpQRMKQUqVZEnbQ39kG990j29tfZl0S+ktR/BhXbdx9THpxUG1FlzEhXZJaH9qsvX5KOy
FUjoTrOeebAZ44mMAR3Gpsh954tZjwOWiAdI+03SYvnOwj0EvGTseIJmQImxK4FY620oU9lc0/ZA
IMlH0IUF6mouD/dlvGNrQIsxK3IiJYpwhg9QmqfGQpkLD3NNsIoCY3IoAXHuiqN137z3zMcCWGr6
TbQ+/vbhuM33KISgdQAb57n2mfNSs568MlO8Sd2BWmOsC+JbUwcLbjh6N17KGhwgY0hUMNQUNHPe
LOIV1h58SkslIT4W9m2wQ+eT60PxmGKsyrXxBCFQQe82PR2b+uvk6fEt8fxC1ovvI4kyBRL2NrGQ
5LqQN7T4amSDVO/OlY6PyXFkgvXngSObapJHGVrH5nSTktmem0HhuITsUEoTtJ1Y00NDlx3Zf9BR
BAvdytau5DyaPEKMkchmeqWqOQitscF2HnDQdHhfZwxDHkqipNGE9XIGPNNq/vgieJb0tglj4DjH
op6nlYjPN0a7MK904flbvyjmxpLnolOl+O5azBBJyTpdcM3Y7EBBh1QRIobTPhrTyEzscuBtXBzN
0ElfJJib8CYzMdNSkLCnS/EpJiLXvPCYYG6j6jHvm3jwWtDyvF43r6EpAbDhZ0dSB5vY0A2FfBHn
hsYdpS+mGGutaVFbSh1Iiq8x1givnqyXhcF5UMdjDxlLoYAmC+Bcds5k2mvn6SVvqN+XkM5Ywx9D
v0xNMP+EOUA8Qxz/YdQADOgx7sO0lZKajjoe+7cYgzvSAnaTc248Eoy8SeUlKC76hV4V8ATQRrbF
rMQc2Ubk2/CwRrxqxLg3hv0+ki7pAFtmsciUqpOznsKDNkZCgor0LoUToV7Z69nUgqX3tjhgRiOw
07UULne8BrZR0RyQZ4S/m3nppTmD/NbfwUX59DkP+XgSZkCAkf3JeaZdph5FJiXn1fpsbO3QbH7M
yV54Ryfg1Tlg+Cr+wUvBjGcxB2QZ+cdhq37Xz67Hq9mT5EfgoM+2quHVcvgblZcBndl9ZJfq14mQ
aNid9/ys4tY0s9sWPzkyOfqQD2gwQQ9tMazVArwsTQ+IRWh/QdlbeXnnkKE38c3UDshQURkYdexn
Lc8y3TtY7AMsa9nfehhRsjp0PIaoEj2iRA91QAnlqjZWEzAUXoBJVlcGsaMP3/GVOS+0upWK/k5K
ZHuzREU7F7Me4rdEU+jsIxKBdy0HTukje56dCTa3UJTvsy1s3s2dGmI2e6lwRGTc8ftzsCLbtJUG
dVV1UxysacY5IWjwS0m6Pxy463Y4Ui+yPVs5sFgi3cO6wWV+WaJylsB2uOp8x5GUUe9iwBBjNNow
bicRUMGOYWz7qU+qS0xCwPhe5rJAptNFYEqzpVeffkz6p1qyW23O+QGPRfU7roVUn/s0pLe6Foz8
pQo2MfBHOhU5Qs9Sc17cOl79HDDMWJMeBcNyquNc5WCuCSmZRkbjiG/lcyMZgkyCglydhfh+XfaW
cj7NeHHeqIcyIM8YGb1VvVkrA1A5+QwiEjwtfN5TPh5JDkgwNsbHnmi1CiGjmCsGzFO0xFNOsMRG
XfySrIPJHcriscQYm0hJfUGN6Q2a7S/sGKbp8da8WiVxDY5hE3m0GHNz8bE0RwtA69mkex4yC7tf
zGyzfm16QzuQbL5a5VZjz7ZKCfCCyOQlHjj02c6soJwBZLuC9KRm/Xtj4Rl6rA48BtmerCYp8laP
6CN0OnmLeWDBftviHIU7muIwM3fpLma2a5jcVAeVvAfmlW3OugLsOsioYpjr/H1+Jcfmwyd27nqy
AWhtVzk+5nQ88PgSU7Y1S4tCdBhdb/Qy0lpn7MWIVjM7RZqMQ+nxwy6yNZw8ULC3ldo46pd1BlbQ
rnL3LSa043bzK8MCbJPj3Y7njQbMMVYmy2ZZLgdQ88x6lj/rRR6TBXeW67HDJ96yx4O3N9aDqpF7
OHyYgJ+8ycZ1kVywF/rx6XEeiJs9HRC5XrQ+D6l22/vPx18eb3EYHBJjOPKmjYucrjMozUY1u8CI
9qrslJ51KUj+rK/RFNW4GQ8Hjyt4jA3RikmWXmoc2/kMJ484MFfo/UJijzc0w9Eotp7TSOX1GtH7
iX6Fh/6X+/j4OKaILd9I6SyQhA4Xs/YcW7UTjqnlCBfbW6WpURHI9JTQ9xehsP8CULbHDHAk6xZu
DCRL6SZTP8/AgDfH9Ee1ePx1TjQGANR7z3R6aS6d2lLtOK3bBe3GrldpYFexAUBJtJruDoZhvWz2
Tq7wDM5oxP4l2GyHFdYQibpSU4OzOGk7REp5a77zZmHHQ/YBFSp+g/OT8wvGvxIwCJTlqf1KAQ4c
gCqjfIJ9Nwa3g5Ce14P34fZyDcgBOiRog4ieZ2yWNTFEgnNEthiFSa6bzTtAxjJMJz7msCawDE1J
TqcsOeRu+Nx7hzMv5uMZarbNKprM6rKh5q20q7WHZEfp8IEoHkd92O59f1PiNPN8iW5L6bBo6Wex
Li7E2PHJcFSWHXZMr5WoNSJisXaxnhnaU2RcUL/DPFdn4uSW0hO3v5UXD7HYtUIkCXEig6TqImNs
EUwzuIZvv/PatnhvBdszpStCOK2oSrWKmWGN7ubwrryjoEbrhP9jTMS2TSmtJPRFDemLUNAKni/Y
yncxL1gl1gHjrSRavbAE+7G1uvkgD7TrBqA60K4oiDLfi0FTagAeso/JWw2oJkAPcV4NjtFlizFZ
I4nyJMRSJb0mgUcqnlH/S3yFLhJsatF0mZ3yKYLLJRV1LE0BWoiZ2pN9tH4xsPdtcQhsk4u/OF62
AKjnf8kxVr5RM63BhndaSKAThbtoedTm8luAVYW66S5C4h7cHedp/MtlfRFlvLsmF6Z6QpeS9Nul
PbcnRr/HMvtProWnwfd3ofiiw1j4qksu0mVCz3IJcM7t3DPRMk4RqUpsawOOHpfgeDbniyD1OQZS
WAPKMj97IFiiHZLOv2FAkwJoUk8Z7wqeFYzTmxzRH3dkvogyxl7ATFIjaRDJ5yVI2uu2xa7NJ+8g
mgLg9I1dseRtDv2L1f8iybiAhVDU51bABQJgpiLa04pC3QHki8PZ+JP5hwwbLZ6BqNeXNPB4jlfr
zuht5IuydRfQNcPccVCOsNx4HtydXk0kRQwndDmYbb+mR/lXFBHP/pU1FocvntKxoaIfCXUq0xVV
mBvyl4ptY/TcnZMFeg0OPzbNXIJnwGvvGXemv86Ssj9gb5JPPVnLICWJanpYP30OOFzxLBcbJqoe
Vk+rF2pKsGtVJCfZQWX3udWcmY10usl5ZXiywdiQTI/8FsU3GOIlRv2Cn49F7/bWPzAdbGx48SQ/
jZSbiTJP4gJbtLFk9DeF3Lpi4iQwaoyXr5I5entiwG+ZsYO5z8c/gXuejDHJazkPois4zFfJ5ndq
woZUq9XPFZ4Dl9dWOxriq6qGLZcaFp2yzn6BNatinofoD62AX4ZNCjYgTZABfszSqIM1oMLcWXxt
5aQVgZE5qY1YsYrMUrAELJyH/0falSy3rSTbL0IE5mFbGEmKoihSEqUNwrIsjMREAATw9e+UuvsK
LqNZL9x3cxeOUDILWSezcjhZbc4txxwXG9U1XTHotiNsWWNZ+sFEUMf6SKflHWBU/17aoC8D/lv3
v3TnAe3JkddtIk+//4hAeGq6nM+3dN/m4hnfU2i1iToXxGOHaonOrPjX7bNcrCbNBTDmIYXJCLJx
VAA3W+/d+6Wv2oA29KK0WcAYP54F77bAxYz6XCDjZyTjXOjXM+qB4CnaqG4VJA/B5vm2kCULmctg
HMswtKolJpBxOnnOAH6qtOa8mhfTFzMRLJV+1jbXVKEfZrOtDulL/RP9GdHF/uAuRV7yy3NB9JE2
Q9y+k3ozoXQNGFMI16HzgAahnNzRmDTQXc7BUXNi8WoujEYmM2Hm0A1KMkDYxcW4tsvzHosPFUPR
NBD/S6hvs9kSKeok0E6LtM3BwES21BITxGsNdNkLFcHoBUefJUOYy2P06WW0cV8TyFMSkr7kJN4X
4EW9bWyLV2guhPGJkdRch16GkMY7bRCtde5b8Zq48uvFIsmq1ZD0v0K3zyAU7dSvucQQX16E/Wrz
H0Cd3OyrXaM20TVhAkhkyK9s32uf4Bko+WRyg0DitChxvyEDv5eroKGwAXUhzN064HbXjzR5N0JL
DvothviGKqO2LOmGIpvMk12RJWGqr/T7QbGT9G8QTO/J+MLDjK/n/x+nOJPFXLQRAwbn8AJZzxuD
eG/VgxGkuwG1OKcBXZtzCF00AR5s3QNPIJwaN4+8fLCzH8AYa5Zhgu4q4Qc4p7cQPIh4YQSIhg1e
zLN0yeeHytirHp1L5VxBzgbcL9VLdLh9Hxbv3EwNxhrLTBjCocGfz/FOEled4wYNl+N5KZcz14Ex
wi4uS5BpSDgrdHu9rUji97bq3L0UmKa1OyKtrpxAcTH1MZdIT3V2yaaoLOuwhESajjh5nuBePHI4
cGegeJoxDnlI1KuMDTGU4gnz3hak2Gv18fYnWvRec2UYJ6wa4yDlyFvTqAYjm1hIrxL5hQOMi6Hn
XArjhq+VNEVoIICUCt3JE8zhbBcb331aB5HHgwp6O/64vojR0DRlmhgTYoTpZYE5K02BsJYu0XAl
FD4DACLn5Khh3RDDJhGt0EpVUVIhhvYznQbHuFcJustRm/ur4/vWiE0kXoZcC83JoBp528JBLbyx
H2wSI6T+GP4fffnLaDsTyABQFMuZrEUyHe/CCNnpXXFUJ0fn6SdPtcW2dWMmiYGgcy6mVpbhFHGV
kG2IHy5gNZjQQrJ5EFG5Br4mB3EDuR+6y7vIHENh84qlWV3MsNZBse+ED5N/d1gHn9rKtHmfj/qL
W5bCQBQY6K1s6iFnc11bHkYCXqa9ZO81tCzetsnlAGR2mgw0JYmcXWoLp/mcIU+PBjtvwDyjZfu+
f4+79rkPTPu2SK6pMChV6W051BlMxWkc7auxb/AUR14Vz7Kz5p3kIiTO9GPQSonlyIxbXASnpzwG
yn15EjSgPLfBm3e5GQxRJ70uUhMYLyLp0K+E+3xz+Xn/eUXusuZuyeF9NpUJbnpBqtLzgDOs35QX
zH2pCmld8uT6FQL8FlQYgan6eyTaATU1N0O86Ka/D5Xt/a6GVE2kBtKfLy5Wikf33rbzlTPBzqlp
/yq+7J95ncfLXmcmksGXEJSghYj1wbR1DKD5+ArU/MQaiGfuh+TccZXBl/yMWdH6ouFoXUrvWrVE
cNWX4OP2LVh6ms1QTFV/DwnQEimU4RX3rlb8pPUFzFOuxBer3d4WsxivoV8bC8ewyVETmeuNwNg0
J9lE57E/3Qf80dDlw/r++8xdzlpR1nsdf792HfBH02UZnTc6mEO9rcdygDtThLnHCUgo+tCCIDS5
2072GK2j7STaekea7R6V/3vtOHDa9v8LUH0rx1xpo2/yVFIgUwP5NhFdLHJGEfqnSdZxTT4+uKwC
izahKzBjUcK5mcxhqljk3IfU8hpEpu/F7vykYa6iRSq2farsCDTW/JFLqsMfnka3TBMd/ci9fRGk
zUJTGWMJrRVivyjIFMD/LRAtiCVbXg0NFuSMJPOCfW7L4l/5gJlY5jrHzdRbiZxOiFRxx6TUfnmy
g24TKFxg1uh9vaUhc5+VFrt45BSiHP2tJIpXOFg+4j1iSOLlFwqsD+7L6+hJdkie1us1Ok5P9GmD
EAbVr48PcLnZ9694S+0BNBzfu2xfs0NgMCBCwj8zS/yyrRJoQLR7LFAEXYa04twd+ndunQATTXQi
aNZE+o2h2rbcygqJVnZlfyoP5UZ3OcIW/eBMKQZxrmqv13IOpRB5nrD1CMmEewkHmNu89PQiKSJW
tv1ju8x9Cae4N/WRigILjumfFOykiDI3vAsos08Q2CC3bYl+xaA/Rv1pXIjFUhjv6DZ4j3PzU4tQ
O/s1LEIZcaTlIpbmnpy3aaN0nmV/uf/4SY0Id2LpK9S89VEZcGoFo5VkBeJolXZyYm/1uIp3ZmEj
K5akTgBQDG1TDiqwUsCMD2u6cWr/zIuIF0OBb63ZXKZ4VWIpS2Bb+ARX9+2CDWHhneJjuh71TbrH
6+PvnlEzkTR4nkHWdEnNMR+heZgRr16LKREQg/hugm0dgfbacbsJOF/WYMAqCmOM2wgQuFF9BB/S
GTWXtbhJsIEKfBUfvGzScrpgpiCDWGqKTaFTT+WhTT49jLsgAJknB304wG8w4JNVyVBqBoSggHoG
hSjKtNz8Mwd6DQZ4kKqX066N6JrijWd5mmi7cGTgfeVxYvCg1GBQpxPgO4ULtHlGPIqdKgOJwMNP
h945x/aVZr5x79jd2Oer0aO7N6SdA1c7vTMwlwTUQcZWuhdB3X1Zfe5Ryglt3eVGphwcNxiE0cLu
IgoNjjPDsg4n2SuPdO4S4yd2IZD/DcYNBl5SVY9wsamshmxOW7mwxY8KJXasMCWa83dvwm+TZ5O1
VVG0RpFRJ/128bOnaAsCxgPom65EuONle5bDrH/chsngR1LE5+paArK2wCzvvcCLt9iA4zQ5BJu/
jJBnmjHggZncMRPArkObGOPdhCc1TpA3OMazf5OBjGGwZLOMKAw72X4wUBdBg6SDfAFv+wRXEoMb
3VU25a6B/WPE6ivNCP6jOxQLNlycpydz46aZDHoYWZQpqRpPKCihdwbUVJSEG3ELr2eGh7cmAx5y
UeVCqsDWN6fLtidFUBHwEcnceebFrotZwMIG+KFaFsW5x9mNflwSBGOJK7iGZYd3RUuq0akaopPL
HaKlj02c3Fu9fftWfzXz3TpSBkEEwyrDdISZINmDEVHdVjbYpJw7iQsatVVY2yHIjr0rGkPlxI1s
M4BHjRBL0PcOnymJa0sMyHSSfM70Grd+XHtebVsjVsWDW1lYoUKCrYq3lV9OKX/fRHaDcTZJU6mI
sCckKLdYGLUCw/P28cUk2F1mrT440qjRsEdtqliDoSsm9nB/PWhnUUrdyVo/GTnCQcUptwoGBf0g
2RX2R7r9wDOHI23prsylMSY8IYlX9hakYaqGFE5iv4yITrgv1KW85FwME3FPedmjK+X8FTQIJAMf
ZDC+82pMi2Yxl8JYaREXSXHVvuIfNPgn4HADOT2qWdwC+WID9lwSY4BjnUpZH0KfBuXBdsLKN8y1
27TREe+HT7xZLKwb5X2rpRfSTOjXj5pZRq4V4Rhr9FudnF6Efncx5UnEA+mDZ4Q8UYyr08ypAMUK
RNHk7smxkL64kstJPUPa80d++t+skJ04MCRkLxr64UI/PigT0c+o69JqQ8rj71jsjpofIuPwGrCg
R+YFmo1+jRGyjYfJYhObL9DrGBHNcmp00dvihoo3VgZajMOvpC+XX2YxHpz/EMYfZrHcxy29ec7W
aVsC6VhTjv8+kTNAAvbjmROALjbBmKpp4XWn6eimY25HfBa0RKguCKoxQQ1r/Q/TEudb0t/9J359
i2GuRmS1nWD2BfALs10YuAdd3hMt5/CiMY4c9jao0iS1Jr2CeIdE+wjrihKQHRIc3G2FFp3v7Ny+
PuTs2hkxGgIiBQrB73qUaWkIBvDAI5tHfQ7SAhtejndxjnMukqL2TGSlYY+VmUMkGptBZfO2Vbzz
Wtt2KxGVuAR+1bmt42JX7FwgcyuUvhfM65XqmO9q0CgH+9HniOB9L/rvM52uozrlXVdBp9N0l9XE
2qeIlmjfqPPB2yIkLTvRf4yQHcPJVT0TxR62/nwCZDk6OgJAbxSAeYGjFbXmG9b+Nbk+00ozxUiX
k5q+Hx3R3sV2WZMmUI/G+vNgvNK9sP+PzbA87RhvKmiyDh4nCJ12z9jnQFPMqVNtsrvsCF4VXuvj
ImfU3DgY4IjaMilyiVrjyesPaeggzMPKLtSEXz4+P7nE/cshyfe3YwBEvESoQKsQR/lITg5izcCw
r0cugCzGJKYigxHdQrwlMgY5Xs6D3qgmUslgL7vuNVdb26ns5T73/b2o0UwS8yDp5EyNTCiFA9Re
UgxQYXhKWIGngANVS8UuDR2wkopFL5KJVZW/3zE5Phdt2Kq4xqp/rN6tx+trU6NtaBO937b7pTri
b5KYAGFodEEoTA2SNqed935sXx4t99dPgpc+SOxz+0o0bmS8cNcw8yaJkmnptLjCfLBQjMu6jKzp
qCNX8yyQ0q6vtgkyXbd2ng7VtvL/Pcv5wQOvpXgPNTCQA8iGoopoJPz9YJNxPEuZWooAZC9cH+l6
a/I6Ovc/sAWEy+33NdHEgMpv0hj4j6qiycehE79StCVWkuGG/7C8C3mPSOo9gscm/9o5+PqjuTc9
jPxVNvhXgg2eWrc/89LTR5ehuAwWCsnQv8xgBm9Jr1VdcY1FVM82W9mtVRTCEVWLkBh8Wiu6iIkj
kYIJo/tvEpmP3IpjMgxY3XHMH1AYNgzwrSIdjJ6n8WWPuPqZn2hZiHV/k8jczrEX0mgKU5GWIreK
Ex4p8xnSLdzlxkuRxG+SKK7PTrPIzxNIfjNYUY/87G6aHPnjJbC7wDp+wA/KlGDQRrcoz0upCw5D
lyXZQnUYFE8w4d8FN6Ws4JmXw6A0Mng9jHi6A52Oi1X3BoGHTG1aHUVWBpMCtW++mugKeM9fLN9O
B/u6CbDsBpTYdvxcPdrn3cHpeWnDpZb3334h8xH6+HxtsBILv7BbozCBVRVb2NvU+K0LrkAcjU1s
8+6sEo3u2jTfwcjY8/rel+Dztx/BfJ86U7NzLOKYQGetEQzvoibhmSTlhlv0vP8w8tn3YBx4mkZW
2VgFtMWruz/Ir+ej+/RZv/Oe90uVrt80Ylz3dZoQ2sXQqFs7TmC1IB5HtTbcbzcaUUiMwcbKy7YW
pgoQ0fpY4bzFnhIYhPBsZIHNrRovPXp++z2Mb5czeGK9p5/Zcd7V1+ldd8DDArbLlvQYeaQ5o01o
cRI4S2++uVS26UW4hPIll6jUzXa8T/ZyDVrA2HlQV350NyBNgM1csTsSLI5A+95l8xE546Z750Hb
ItB8f3W2+yU1oniwTPyMEUVEZEH8Jgi9AVtWLaxe48AoDdhvWBjLuHeNytzS81qEf8Z1D1OnfwyQ
mOAOui1j2kwp5uUgd7HaCN2XIA9p8VwhUoS0+GALGOfAQIcN5aKCu2vs67BuKchAWgYyJrHsKyhY
ktHN1qU9BRF533lxRTS03tznOSkdBKmVf1gPvn0Pzia7S0CHRRGWPupRsjft7OVvile/WRsDZdWl
nKxYx50Dnp5QvcKMF3br8f0WB0S+QH/mTYw0i8AygZMP96NUkXMYETP8PDtR6sXlj2tIoskRUoJ1
GtZ6VN84BrYQ0/6mJQNhZWWpvRji/JGMEm0h8dQPNUGX6FR6vHvD8V4qA2IYOMwLyaCf2qGLQ90I
0/p39DnXBbHPg0z6u/+wK0XRRcuUZM1gG5+ETuguVwOnmo+eRfLrvR7+EDeG4f7N+c3kMOdnDFKI
04OcZ88JU4IsiYjeYWqXHEGLSDATxJzeVRmuVnxp6OlRB5+tO+81hje4LWapuxbh4fe5MciOjGGr
hSHEdHbreOO9sglB7nhHfq7gWQoStNuvzEW+5SZLFi3xWzI7apuqZtT3HSQPWIv28iv0oo+UTIOd
A4C4a9gWL91MGPMQ6HRwYUgWhTvZvdgJ/FYImMHypAO3mr/wPp2f6Fe0MrvfedXHWK8CvRSy3Uho
ZNfc18bnJTB4p8fgt2aEmqZWkCLsEF29Yhoa/S5ov7Bv28dSSus3bVi8thowwFJ71w3bkX+FDvi0
1QpTyt1KcIIP2uqS7PZ7jtRFlzv7XAwWm3JR59eEnmFv5zvzrvPkU3vvVE+fgvMR+9z11UsliN/U
ZELIs3mWmsqAQJASSM5l23Xk8Nm9A6u4a8elRVycKcdAyOVSiOZZo7KwlOqtJt4qIjm43g7c/OAS
AeNvajEgIk4phhDOEFU5rUe3nCa1jcFii+h25gqP52Qz2c3+c3oKDoX/adDWIY4XoBJu4PKXfc1u
A7YMxZZF7Ye+Q0tb//nM60BbeuTPlfz695kIEywc57qFiM7+2gCM17YwYbT9MwB/pv3Bo7pZDp2Q
dzLxshYlyWSuxDnThMsVsypHfd1U5Lotf2Xb89PPOFi3mXPodnjzbmhBk3OSSy2xujyTy1yKwehS
qWohN77bnJojElLKGokM+4AmQs4FXEjZ/CaKuQ5iNDTJRYCojORH6R7l/sMH54ovIvJMG+YWZGHU
VKYJEZWz3fUvhotRuUOQ+7x84fITdSaIuQNmLeZap46IDJoAickzyT5RFcLcHu0hlN3GJNJj43ZO
dnTdCjPonrC/4plPnng9zUtXQZF0EevTUEBCagZXZWaniRGLoaZPNBlVZbZSE4cXBC3mfRRZxmtM
wv9Ulkr/kmXRRWxNetu8x7B3QzT1Nr79ub+iCQUjwJxvuBR0zcUxR6toZTqOJcRlxHl7m8jOB/t0
Tu6fAm7H0OITdC6LCVSEUYATv1DV8AbennZHD3TXfhioYDhB8pwbfy1+re+jZB+fORK/ppb/6yh1
ezgjGMJL+xj5gwuK1Y99zMulfL3tWKicaci+M3MlnPA2MHC/E6K8Z9NakNwEu9rX5mbt+hjv+0Xu
QnK/JpRlSNfXewepvA/9EbRoPyKwkzicr7sEAvPfQ0OQmb3KZiPUEj1x8ew2l43vP8bg7/35ao9o
hfy0W9n7qyFefS6TCWuEUUm1/IIz2JxOMZLE5OV+LQfhPSd84qnGQLipCOemziEGt7+TsNoqGfat
/CMSbLHxLePu9knybJdl7DcUPYrQYYebf4wIXYTmWqm98n2CFnA89Qo7/QUMr7k8PUuRhiKjIUWS
aDJYZ06zRy0Se0NCPFYEMCuTE0jnMO1YDmSobZRmeAazFJPOxTGneu7hnS4XiEMQ1d8NqZ0G9j7E
GNvq9nkuX81vtRhHGBpl2V+oYRqPBzQoYmL09t9f9LRzRRj3J4d5AsItAYo4g2zHB8nXT2v1HXvv
g2jHHe5ajLHn4hhXGLWynpoUarAUN3ecSg1GL7Ld0XutV+v2LeCOjy8xLeKafZ8gA9zn9GpiRAIK
olBdOFj/gx1ElDLSf6C7A2xaHb8S0+2I7vLOdul5NBfN4PgoZ5Fs5rF0fB59uGMsb8yuROeZPsdE
2Db1pjQvSlnhSNvD1QE5BRoMOBCy+HKeKWJQRWfwWF+u1ThhzQsCGEpVCYJzmw5TPpp3II/Abr4f
B6xq/uB+u6Wa//zbsd3pSp+MQ2lGOECncwV8OWTtfF7YvlQ8/k0KAx3FJGtNX8BCnp23PCXY0xw9
iORJJOidiBy6HYsX3tK/+Kf7+8cm2TLhYA6V0lg4z64hEglX05n2aqCCgJrrJ+fjLZYMFOzNQF1F
RWcNS9WTTo1eD9pZOnaj7YhPEq1X3ZcPtunx6PuWuk31uSgGTPq2lXvdyiXq0hwxWiUYmnS73XqU
XG6r2SICz9RikMSU8xb7MwrYxsnJ3CZQbAe8ZZzHwWLUNxPCgId+Ha7ypYMQx6yJ+FMPDucXDgBT
T/GHLcxEMCDRq9WUZw0+zxW2EETu8UJq21wZb5K9bnUu9cuytX/LY+GirkS5uZr4RqinKRspqB6q
s13VlStYTnzeDJPbX0njWZkDYn25wuSmkrpl93Bb7a/w/IbaLKQUBXZmKEiaHjcXF6PuVQ9UoRPT
XUSeQx8zDqR4f3xEMdlJPQ30UvoxOWGGbLV265Vekm6FKJ/bk7MI2LOzYcJA/VxUnTam0rEySXYN
pslGqmkkn/qZ49Z5N8VgMMeqNVwVAV+hkJ3YwlhpEO+D9dO6rgiXe49a0K2jZmIVLe+MczLiqGle
ZLtdpSA764l/d/e6XnNZGpd6+OYYwA7GJMJ0RioX0rZDQrDrMrXVU/jCo5BbzEwomqEgNwFuC51d
d653Uat0aYlrY0f3ilP74Up5LILhUaVLdxs8alEvQ/1E+ciI/nTbeJf94Uw4c2eTtNdDtaglRDGg
N97udHuHaPexRW6rcQebVucDR338K7fxLZYl2ahyqW6xDUs6alVQBPf2ENnqBm0VdLnIXxWAZwf8
VbGc+fwhlFollHDAaGTZ9l5JsH7L6h3k/zdc8rNFC9VVJJnAj4emHeY8NQXkE+HYUL/hya5u48H7
+JNgndj68Ami1Ntfb9khfktjjzGRw6o7jxcJySValIvWwzsdUc0qB30EHFmLDmQmi4mcrLNVTZoC
zbbbNHL0q6vKaKKtvaf27ZBhLYzP81jLeZGZRAbD0iYstKmBdgrpvUK279agt3UHV7ZQvHE+psNt
DTmfTmGALG2qsJyUq3T0rn4RqN5B5GzX5n4uBr6SczYJ+RUSGsEZH1rwy2bYoLPa8KYGlzF5dnLM
W6uIU1XpCpycgzRd4qJIjDFIdMvzydEXQ/aZJCZOai/gLtAug4Rk0smhL9WjRI71U2mvzDv/h21n
u+CQuwdEn7w+m2XcnIlmw6ZOu2bytYWSm7ftm3cca4JNisTOg5iItFd/H/Bgi3cHmCBqys5VqLbQ
FueqSbZYk+Sp2NDp/8PYkkO67t7L99tWuVh4ACvEfxCF3S4fS0asVBZkij5e6GhPu7rJ1mpswbcv
1Tq3+Um0xXj0WyKbROuUa2HEGsz0GeQ9sY1++cmvV5d3k/es/LpSf/jzmSQGU9LmP+eplWClQIXD
o+j83L+iK2lbeNaj9vjr8Yitkt3TEAgxGoTKlX5F9Yr3vqVmeuuHMFAjl63aDBK1JbA6NLvcK0Dp
d/r6qJTiFL0cnK/KuTcsf4kRNU2Zp7ihLTr3vbd2ZZEL0vabKyINb62/o0rHkbj4UpudNQM+edMl
ljJ09KZKOyy4Hr9a0NTj1HBf2QrvOBn8kS+xJZoTZNVu49GlEKfibrRNcDOXBEN0kg8St9fBdV98
FZRCmK3BQlyUfizH2fAOmmfMDEBpsqrrcYTrU9xRG3u/2PquwYXlvhipTrdMiIEjCS3w59CCziCy
V33QJoJ1LX2p4CML1/5f7ZUBojaUpEIxICzN7e3Ge681u6p8895BV2pqJ3/DsK3PQEhlwpqScjfq
Isx1g+gQ77qEWDY8ZBAi23TbTr/C3RvnyG7IrC6jqpUJ9SjPTrmOd5cUU1+r1a5walvQSOvbCBI3
uR1vwbiZbz+4XbFfGzZu/QIGlaJzmOp6N8JNe9sNtr5sdxf7PSHZekVJ4d08WFdE9l6fDtypM04I
ojEwFJ0Hs+gjwNDWQT/u5YXnwJZoVubf8evfZ6Fw2EtY3Sr1+I69t0WvmuJVXvl0tVzLRecUXm2H
63th272/Rguo/7O3Hx4fzn6HjtSnGBw+YOjwJ1/c3fcuNp7ndvA8XP2B86BezKxiDatOX0No5Ge7
gpJLawj1KFKkEgIMMOerwblkjpZ4Qk6uK+t53WDd+mbPyy8t1qTngpkrPPSx1UrRl2Bxr5EiIRj4
OG3FEeQL6+5VrLcYreelJBejwrlU5i7XUW5JNciGjsgMnnbb82MW2dIZ3XQq52othoVzScwtPiet
DqYkKslCn7tqF63d4yzXiittjdfb93ixD3QmjO0UAq92p5YZhG0wghTVXvYW7/TjOXa6lV0a8Dm1
G2Al2Nm5d+8Ve124AS62bhCe36MFWvY2z38Hc5vFGA/vsqFKN7EjPOYjsas1ZTG6re/iS3ouh7m7
UlTUw9maoC/GyHa72n7E1ivfsF2yhm+j89mpzSsdL+HFXCbzZOnaso/rCboNnf3upSgGoGF7zeVI
55noVyPODDZqNfu3iW7ag+K/gnJwb9o8T00DkFsfigkazukU6fhYOEBrt91mmMVGx25s0bbWD37N
kn6OW9KYuCDty1qPQ0gLG4Lp+vW6939U6z3H+pbCvPkHYhDFSvq2aCNJOsrZSnhEPXqK7VDgTXwv
DQjpczEMhGidJfeFSW3vGa1JO7QmrR7Jw4sLaiUwCm34hNS8b8UgyTRI6SXN6bfatI6jgfjhCf3V
u9qLNfTfcrMqS7HrTD+2CWO45jkmwCEOLEqWV2wwIoF9M2iOuH2HF0uIuo6pJ11TZUljYw9p0mJJ
AYPhsZwCg6ZxU3t6v8bO0xol/BSxBzeDsxQpzyUy6NRKpRCXkoKocdOgiVhAwwIek8iE7fcCp6C9
aIsz5ViAquKp667USHCKamFrOMTn2we4iEczEQweNXovYNuALB2FjtRb7QWMO52dYOHtX3mymSBq
nzNAKiYxT5MeulxtJ38o7aYhdI52w2VlW4rq59+HAaU2io0+TPB9Nn1IEGWv77HdOdvtD5Q9iFsJ
WrTzmVoMKAmK0KaDoMJXGT+rVwkLIc6Sk4kOkidc3kSe5THQFMd9qxpf5rDx3nYTqWEOqCCD3oD7
euCpxcBTLZYWCA5wiJUDlqLJKX3jSVgDJngFQnpb/gD12fkxsCSCILo0W41mDLf9UXpcy84T9by3
rXwx8zQzCp3pCSurpDGTAmKQUFb90/btbbfCGAZWnd65qEg+2ZvYvy2Sh0wsA2SfCUUvZrAMMEBu
GzxlZTduvPR+U6UEj6H/8SB1BiuuZtMplghxzyeBqCt0F6Bj47ZKHDhi21xiox5aKYWIOCXXXyK6
Juxe5lnEsmdExdigM9WGZjGIFI1YJJOB8RcvqtCHb1x5q18Pie3DMYJ8ycZCUn7+bDHinMlkwAkb
HNU2jnTcYox/vfV3470Ain9e7PcVdP1p7N+qMdA0tIMc1xcqBqOboPWbSOVhuTZyVaHNa66hYHBL
FgNM5+bam2e8Ho4g45ceQ7LmPvqWzeFbGwaOErnRpLg2KPThbXLa1u52iEHqq2zV03lX+Z8BP4pZ
BvdvmQwuYcdRA/56aIV046mRSRsTw81/RBU5IF/N8Y3LePstjMGmSW71uM2hIBW2TVa3b9Nimlj/
x+h0kcGkobumaaZAF8N7Ryv14+OqCGg2HH1/Jfa72Rxxi+HzTBwTt1Smeg0nDeIERBOnq1sd8k3z
DC4XhyNoCdINFEcpObKK5k3GLsRrXOQjujEwxuuErw9nB4l9zC1ypCx5qLkUxhIGTBFk5w5SUEqw
kNRXiau42IfH0Waxp3AuhzGCNK+vylhDztceGZCNHFfoh8W8748fWKTOawZdbE6diWMdVSZPoOE/
Qxy4dxwvQjxx9HYG6dDDsh33aFYwyI6OMpDHy+v4UGnkwR3vGixNxUhwUGz39Qv4jm4f9WKSZf6b
GMs5YyV0HV/oBx2c7RET9gTrYNE0BEQGGemHdce5d+oSds0FMr5MG4xMQY1dRvQh+9lI1DdEB+dP
VBiu7nZHku1jaefecfX4CDr9wU6fkePTbDC0ny00srqS6xbk3kbtjMfSt4QI8x/G+KZKGwS5KfHD
nhu0gVh8vsElfJsLYBzRWHRlN1T0qL3txc5Fovj/YjaUXnneaDH9MZfFeKPeGoqLSO8pmlYxOIgM
SOGsjiC8FV9/pi86KVcVxu2f65DXgsY7Rfrvs6eA2l4Hrac2rmDnvHWfu7ftdTEbOVeMASD5nMeX
8esrbU5vMZY/PxruHaw1xaZ5blpiyQsahmXJFrbRgT2AOUWjlcRxQMhybLo1+Jxkr6UfzczuTIMT
xC5GlHNRzLn1YteOBUZijhtwDL69FQ5YbVzLPzuYXObAK08r5ghBPRwPWgFRov+8fVePmcfB1cVW
nbkyDH5PWoux8xwSqkPvYrKAEkpw7GDZRXx/Gga6LUrQb0QQ4VDcwMLWFRp0+D2wi4+LmSpsV9sw
VaqSWj21Z88bt8d494v8pB1OmFn9HIMg9Xmf579A8j+qsR1sEziABnHq4JVOWw+ci8BC/wEhMh3c
42U8Fus7c/0YOA5ls9cHCfqBGONY7iMSrfMYzfUEtUAf6xbtQ1WTTxCfCw+0m/mDY4uLucy5fAZ1
6ZRPOsmQP/roWAAoolkVrwCe76XmwEbMczEM9hpaa4RTC3PB3MuFRNuW1ks4NvlfQPf7wzFwkZtg
m0hr6II0CLZmk6wDqWRKzp5T+a29/sQY3f4zwXYAzl1Yiv7myjHYUSFWb7oScmEuwHjztQ/E98s7
TwzvDBncGIf/QO/GMfcni2y7H22gtuhKS/HVwDzs0+4Zjm5Lr7e5bgyUnKUhzuUEumHpwRbL/koS
/+Apxjs/Bkt0PcyqijrLkuQPKiogX4NrPOtYDnz+sQ6WrllrmqwzFZgg7FzzVu/ZGlMD0x3CPcvG
9Y4f79d2t1E38gYzEpxT5GjI0jfrhSYA8QEpG0/aRGvLrr3E24BqkSNn2ft/68igCUrFcidNOMkN
KplDS64CbaJwkMsCheb7uUU1nL+PcXESY2YjLJHzZA2iaHXQjrKmoffoi6gQu88wjvHzwb97dWP3
axjjwn2ocK4EO8YqVtqI0jQ912FyvBVaC8G6cRAeaH8/GKu51Xjed2QQJrtOo1EqOF+0ZmB/rBJg
D/vFRpf/K93VEHno7MIO6tsfleePWKrnXDYqZDegJGaDQQMJX3v85YMy587FSD7vSBelmZJoaooq
4UWrq0wAaaVnIcyoitvJQ4oI3Qakdl40fw0N0XZLONotHelc3h9H2ppqTh9AYMJbI3l4IUe0hjuj
QjT7XvTWNgYVLTTC8HI4S1EYpp8NWVNocKlJv+sp51Xcj9jpDKP1ujcDDeoV79ovWedcBHMbtbRO
JOUiwTodZ/d+9Q4ccF4MjuYCWOc9WZGs5RCAnBd9ZKAtA+9nzD+5mDnBPiOOvCUEnYtjTEMo+7oV
EhyZ2ZA+Qq/5L46AxR7XuQTGGDotHjD+AQmoGqNy907ONAICieBto+PKYTw26Mj6sOshBy/7E5gz
Y/voG3uEPuAv4IiiP5mNfOYqMV47TsYcaa4vlRwAY+5JPljzcJV4GbXFp9lcEuOqu6aOsVd2ouCE
bkHpAop2taXIH5M1mH0dPtv9UnAwl8g4btPoywZJFXyumqhHBHR8j8a5pmzOpmyrONOuENHRBj3E
jojGkbF+QY/E/vP59rfi2DdbVSiqWkmNZMABjm6ceKbEXwi9jHb/oA5bSSiF86U8h/hGWuuKzXOW
+sZAYsFuEruWwCZp5I7sVMPxtmIcIGKLC2UzWsWVHiLYOlLQUq0Dm7fNYTGXN7MF1m/kBaaRca9o
xuN00m0VNJWAojs3Od5jKzPX2hdLGXN5DFSoXZaZPQUj5ySdxM+SNKsdOlXPvnq1J4wXBetSIk91
TPaHD+5V431GBj+0y6RO15EKd67Y3UQZG3m4sRTKzfVjcWOox1wWYSkYnbg8Xmy6Vu38cB9glSy6
nDmWzwNEncGOfgxHOY+phZy2A6gZvaPpPPpk8J8+OOHMYnJirhgDGpeqwNZaBbcM7O5KcPmpvX7c
tvbFeHQmgc0ZTD1WJmC3NJTZwu8qQUIwHHx4pJMnaFtA555/uGLZ6oZX2eVAPZs4KLRhmqQUh5j4
e24zJA/e2ZlZSemzWuzw158d7ecmXiFfjWpkf1Q1O89Bd4c0D7eq9l+iwX/wih1ni/PQ1IToy6cg
L4aVJiCCfY/cV3C2/HDty4rnmTkQzA7QKqAeH4yURjTNQ/Jw4PFJ81CKHWLLJKPJ0ahD7bxEfJH9
H2tf0iS3zUT5ixgBkiAAXsnamy2p1WpZ0oUh2RJJcN+XXz+P7fnsKohTCMlz8KmtSiaQmcj15T4/
td6jl0SeHXl0AF58n8IJ0Gmz9hwVg1Gl6WQDEmIVSWy5Xk7xbl3c/RXLhk9P6Nz5j+qsLnwiw5Sz
pYIGwL95PJi7DzX2DTvYFH6GqfpLZ6o0b7S64yl0RqeW1qu+OYfHL/Ff0VP6Lv1QnmGr/j8ogmJA
KmZFeT2t5HZwEj89fiTHT+5Bmn5UeuF7FMQSbJ28b1J0yqcmD3gTLoCIfbXGyLwc3r4/0g/H/eXy
OqCnRXrTPC9quqAWiT0XHByOaKr59PgYosxc7k+u3D/p9l9oXAOhxCh13nULtV/vLnxXBkgP6Oo6
m5X5K3OspgcGUaLlYA2DgBaPYBmI6p9R23pGuUD3tmxmU69JKRFKmtfVTAuoGXq6AEyG2Bzp2whL
UN+JwPOCz9iTgm092NWzLgbSQQnpjIu6/AndxHFkmWAUgBCHbNecjkd/jw4pRDBrZ4UmiHlFTr4T
Wah5gcGRg5POINf7SFQjNY4N0ZOHEct3R++PoPgKv+t5/uM5e6pWZH7txNkmiMP1YSseSpZzNnEO
+qlXoAOH7sLE+4EgQMOnzmEQim8C1JnEMOzVdqK2nu9j9Nrr0tNaGVVsyswMji1Lq4wixFhO9vEF
nSM77SOuc03UfU4mUp2JWYNOc/iE5hHEnR8yVKLD3ftz59Gdh+Kqv/dPqeHrkhE6cXGVhMcAzNEl
tUH609qHc/h2xhI0vArTad0se5yewsOReRN2pgT+Gww+eO2DEfyVjZ4u46NYHG6aADJzAe9FKLWw
HVm5zjzMJiKjOAto+cZafOz3Mb5KY1/m/vyBcu++4VZcsp+IqfdKmqUSZpQFlSTv7dr1RFc/WmOr
cWo1PKlRat6IUtASPIWOVy7eQrwZ23syP5JeU/oY0ftPXKmBaj0YYU4IuGJ95mXtY2U+Ma7xopX4
4/XkMLEtBIbkGCXqo95jHmWMlzwLiDyRr+0Xt0fDxPz9PiM6Isr1dC1W72Y2iOT2gKW378089RlN
/dn9jQtilJsugOs4UEWVTFkNdqohK7NgzFuPpedJeM7wfTSdCzecQ5VbfpbnGppbzDGHO9jZgO5A
5BhvM4xmw/i0DFUWcImWo/BcieiQDHLXMs3C9C0hvyakGGKbjdZo5W0WYLmUn5JLmfxFmK3hZpMI
Axwf+sCwwkl1FFxnIdxZiVhxjMP63llHN7rcF4cNGiagBS2sruE2mpwUE9XaopekJXnAqTwU9WV2
UVFYHI32bNyLaZnUBAUCSLFXQ3nVItGMSTY7Ls2DYjSe2FTuRCt87nyW0/E+O/Q29beqEAhxjG25
nFKqdluGg+gLrC/Mg66fVnZqXmkorDd75QL8TcHCMCV1qcCOBUV/RNg1cqzMPDDbp3SsfBE1fpY8
1m50aB0N7PbW5Vj/o7Ue3a04TzNLB0lwOUXm7ke57yjdVeOvizIWfuCwiAtapr1+xNXdRADVGsLK
zoOW8S4o7DI7GM1AAtoO0eH+7Wzyg1cIC8mQ/acqoJ0sSGFYQ1YECTl2Xb7r3XOCxvlfJ+LAN1lf
Ottx1UNLhCPsrpBFECVPXQ0goHXdmmn7v0GFcoqTYxYXKlYDjXIW42Ergp3Rnr6Z6fk3fh4jIC6l
JgGKjnLzgzs2fVWWRdDEe9N55MWRlr+h+TDL/5BQNL/jks6pBAfjsqfLpyK7iP7Hb3DBTBOt6o4w
baJYyRRQcaSyQSKpFt8gsCyU+cTRCPCWcXEYcBABSG66THVWZWHCwRlApTXZbkxsz7CeHOczl8nv
3LmL/VHIVlgM+4FuNQVg4BVvI7MI5nLv0vVShuLr/RPbsi7OvyRekxpXysiHtqZZahWBG7136Etr
O8clYR7BBKhhVPv7xLYObj01V8AvNF3VKmdcNEjOuEUwJcVZUulDH82y2MXLoFH8LbN8TUmxMb1p
VEvUsyIwvc+jRt91XKx/vzqyhOULjSteBA7W5NLHNt63+ePUaM5q42KwYwsijLVIGDR/BRy4oiLN
QrhxZWTBkn3BsqazWZwWkpzyzPGkqQm/Nji6oaWoDZmZMGIDtMYLnZNdR/w2yEydNG9RwdviYNIM
qL+uo5xbY7VGaQxFHhDsyPRqI8Jq0/pPzE5ZO07yUHN+ajpufTfXp+wfcgpTyyzjlLMS5L60ceu1
SLDnzYFGodc1R1p/cKa/nMazZy+XBxEF9MiMXTsGrh35MCM7Mp8M3QmsUqc85TefpIZFUSlz6eIE
4uGhL4JlfBuz030V2xB8kODw4dD5jpYM61Y4l6yx3UVUeWDNQJCO3pvNy30C2zz8S0DxsstscMZ4
JcB560n7XDTvRvfw32isTF7Jfs0be26NJg968TxEL6MIPajYfRpqOuD/yse/jKyMXhExezpgMRfc
EMthvW+ZSfcsWlfsmANorqmsu7d2FZWHlJnxHih/yH4YxDwktEvP3eRmKLJZjt8XQ/r+/ofpblBR
kyiPBE/XAxbiuZj/MoZv/+33Fb1ISDdTgJrnAcuWveu0D32cauYuN2VErJsPBXAyHbVlZzHalPUE
HtHUHYdnw7w8/QYLgpkrWAKGJBzl6oYp5ZGR4vfNGM2M8WVqdZq6eQlXFJRLGOyk4OGcAEGlb/w8
wdiALnDYPCN48+TvMEj1gm08TxED3l5gyK/JdCHFl7bQ2IL1I38yN1ckFCZQgGPF3IBEj5G5vPJ7
60CeZ9Fq3sOts7KJjU0RWGfjmipcEyXtIOseAUrSfyXdl9aeNAS2juqKgIrONIf9aJIEwZxLq6Mx
9o85I0BkS3/clyodGcU/bVkayZGBDB241/FHEzV7vrtPQ3NW6t6seaS2MS0WWIl6zxQfLPHXfQJb
d26bAK5BlCCQklC0uxh6hwzrWaH5/GS61ndmvKl4tGCLuK67apMXCxE88hIMmq6EDGZBeYxyMuK4
6uM0YN7B0U0Hr++hKsBAQ/mHgnIjRuW4E4/BTLjUPwqeplikei7r9gOnn6b0ceGxjqKOJ+v2UWjy
Yem5tfKUpR7JXrJe9+ys3/wzT7brWA51BVaN3lLocwnok5HnwRBlw64x4++u1eyWtLU9G9tOkIsl
YicX51NJ5jMJxeG+fKz3/zN5QNRhfavNERPfki/mapknKnK4lRXSl3F8qQd64cXHZaTHhkyFJoTZ
PtB/6SmmOloqxE8Mr+zgvMjq+zBonoJNecfW1P/xoxxna/VLyQz8/sH6QT991vz6pknAgSNbgVFa
8TpodeUjOH1HbWSs8mAyDo7A/jHykJU6mdu8kjU7QdbdrxCM2yuxIwRcJY+KIJ/ltzpDajma9qw9
ZSi36DK+KoLwq9djO8Bdxcw4cvMqWqeZ9tHYJciIjNkQH0M6R94wR8tpEfPgm44R+iR12DNGytFF
YZfyINv6qZLy8yAMrHesFuoPURTtTFe6pzTsMuHXVZL4bj/pYrjNw2fwZYUFhCaMQ96eS86qpq+7
FHHW4Hjtd0l6nMyvpz0s9IZiBAJb6/FUKh75lJWUN3kBTyIKfXNx/RK0JvnxvtJtCukVFSWOx8p6
O7coqFTRrsOQE32zNC/iz/tEto/rb1YwDKumoaTpmjO2UBYB7y6de0jG505qSNzjYyWh2GPC5JhG
62mlxX6qLgV9rCpfm5LQMaLqA/KgRhSDSt1/m6uXoXnTN8f/dlZKEONIw+bYRw9GrCfUclzzsiz7
3yAhXEgXygKYb1POihZlKUXcFEEowjf27CQeN0jsIf+1u09o81JcBHtYQkQofO5bNYlCu16MAuHk
SJuDCdzmIjY9zFtgf4bGrV/FVH071tBdcIFBPeTvbykR2VnE7GA7eFf4RnQQ406Efxnzn6OQpzj/
OvNQw9vW63FNUVHPTMzjUrV5EQiChabux7AuNb6ljidFNcVQYTGwAQrGOJ2a4R0g1r2OXWpheW2D
3tp9Kj/fv68tc/9qbRzumghhlFPMIkmK1IWeTgTxizdjFFfsii80/HCfzpZcIMmODDsgvc2fBNAe
y4VXNQRwEadKvs0e+uWQphoiWxfkQOgAbkkxwqk+J3Oey7xfKCwb/25LtIzL31AjJMCEsPDIM1eF
Cm97k0le4XGc4iL/zLO6AWJaHgdy6BeNKKhNCK9vI8MKeI6SEbVdrsgCt7Hc3lhgFRxsWPXKJyzA
O0Qy2RMrqIj5tGSd1zjfc6ELNrcMHpjD9Cty79i8tf79ysuoZcmrNh6hV/W8r2Tsu8l3ufx69t1G
QR6VN6x8E0z11nksR6BnTGnAnYw9N1U0HezJni5VN4Q6H3fDb4eDywhd89YUJZ5bhgAW04+RmNOg
TMJDHSdv7Rhrwa1ut9THiV/CcoKrQUavs1+sifncHZ7Y0HvFo3Brr0vN3LNctOuVYf/2l3Xi5sNW
cb46aTYOHUndIQ1M0/0cu4OXYPKSJfIkucZWqsiDqzDdkFIuFZPGQBTu+zRI+/lQEK+OL8ny0gvX
s+23pn0Kq4BN2Y4l+ymVeH6S3e+w6lKEZi4U6BXy84rV0hlIFiJTgre69eboh5USRGhnS9dctiG8
4PNfOoqJRr1wdlvmpEE+zuHbbszzs5PMH9oBqLf3OdqkxCysQSHQUE4USsJZDGesljSwo2LnOF/i
uPHKiR3uU1FhRf6+uCsyihUYahZmlWWlAVt8m7uJj2yDtxThYTGHb+lAYQPqfdo1j0NE35ByPHC3
O1JrwopksuxF1Ptk5Of7H7XJOlQXZtzFk6GC0TaMLTUfoVBA1/OscximntSUfjeeJZg8YOoBhtSx
4bfcqsaSGSX6zEzoLBHJqSmaXeZML6ypn3LSf8TWG6IR0E2Cwl6do7VS5yq6OIVjHSNyS4PI+CMu
nR1ZvPIz4Kx26fTj/ultmqMrSooq2g58Y1aD0jx/sIDfIoEHjXVmTCDZjzWK44f75LYyyzYSe/gP
SREOq3t7lDJ1ZVxLIw1GSRZApudy71TA1MtsEvndlIXYa5Z2OzMOJ8wvZ8MZCLj1iVYFuobj9FtY
ddMuxtbJ39Ef18ZBCJs6rpqVFaM1DQ7BZ7XFBXVmr14az+qf7zO/KalXRNSznvs+NpcQRDx4gzQY
Tf8+gQ23hsLR5SiMwSf4CbCwENlQSZOngZwbd0fnp37NpEXVU4ya5f4+rfWiFIcXtCgsORo84GAr
rlqB3cVkqmDbnML+0jTdKe7bd/dJqFMZq7kBDQ5nEF4UHk0lTpDlMBBe4MC6pT4XIvfCAUE389w2
9QsLvT71xzL9uOSA8mbZZ2uUfjRNO44CxGiWfjGjbNXpvmnjEm++yboV4NpyUKgTwOBwU/vTkiyn
DE0TNMf8ku2N03NuASnYHHZD96ZpWggz+Sqt8guFrUxponEmNszEzbcodqkL0XVOIvTBoZ2QntmQ
cY+kc3XhfRV62WLkhylfxuP9W9m8eIsCPQ1JAQAEK5dSJHE1diMupXZk61dxi+jDJMuvW3WKtpF/
qCjHjO21legjFy5ZfHTlW9aei/DjfUa2fNobGsrxjUnrZqLC8eXjSwKfyoLvRZofIvoREuE3c+vH
3D4ZAKm5T3hTTS1hus6688ZS53PS3mqKHl1YASVHll/i4Wv3QloNkS1LC+7+paLcU1UCCxhjWllg
JI6FNoyp22dZkp6aqjOzXTKYywNnbvOHHGVzrvrJeIPsFjZKGzUAp41Q+kK2vVfKMNS4f9sC9O+H
KVebtWVcjKXMgnY/vDM079mmel5xrdwp69s5hBFE2yYpvNapd/P0PdGh5eguUHnERprabSMgOH0U
7aMIEFrzjxZYt66INe+SjpLyZJCic+PCQGPtMh0i63E5DcupsX89/LmRlPUjrtzhrk3HXkaQx6m/
1FG1Y+FZZKlGHjdtFQI423QoSpNCcR3Tvkaue+3Z7WToO/0B5lK239zsUpRf76vXpnz9S0lt17Ly
bsHl4y03+XhZ+vcyYb9jnK4oKKrFIuTtZwvGaVeQN+bwrtQt4loP46fH9YqAoiJRPkjZSRyWOTqw
rpccc5w5fyfJh9UxiWjjYcHM/VPbvh+HMO4AY99UM+2sNEMZz+hvXYa8PS5tGD21eXiM3NDLYazg
xffy5T7JTV3FEm2KEoULh0U5xhJmEAKBaKKmn1P3oWXScwxdB6I6KPu3E3FFRTnLhQlgaE0ML8kY
B3TyS7kbi8ybKPEqayq8hbbYNd8+93BAgXQae2PaemmBmGVAHtfN273tAJvBwU6yZtrZaMnqnF3R
h8i19M/cxOjH/VPZ8MhR6ljL9zaWMzhqcnSYhrUbCN+bVLHH2nk3xn/a9iUjn7pHxnWh8OYdMPiK
jo1cBMDvb3U/6SRY6Vd/XDSPBM/Ssestv6ajq+mj0hFa/35lZAY+kS4v4TehdcB3+BPvEGlEs+bw
NnX/ih3FlMUWnLOMgZ2UnNBK32t8H3Xm529hwqUg0BYovb7Ot1xxYbToPJMNuKiLi1kXvlmc06L3
uxwlmA9FwnZRt3/mhS4e3GbLpWgbQRMt6m23h1dmedXC70wDy3qiPHrkg6t5lDelDkm2/1FQEggZ
5xNmEfAG9G7pTTb3rIR8SaIHo6ozT8TBRHWO9KrdP9m4K4rKgzAXYVLN62hKFhunisW5Nwx73hfw
7CMPK4NObDxLk+yWOPujrXUZ4Psn6vxUEaJWRlIOfhtWnK0uP5W15lXdfLr/4c9RC0KNbOH6TeAP
IJ9ev0TvRELfdpR5VOpmE3TMKCauj/vJTdejTFCvedSFrbpfV1yq3ujIkk04qvoyHU/3jd22QmGc
AouKUTxBjeRWsofEKMclxaeXde83cjgOJdvF83IuFvNTUtqYAA2758btn+MmDuJe19W/yRw2CCOn
SrFjRs1ri9HghrkOxrRz1noWxlXeF3UzfbvP5lbDJfLX6I6wAEECLhXr51pxbmeyyAJkPv0F1fIJ
UO6Lg6gxsvyyekALXTdLj17o+CHpln06kEOYxacutT00dB1msz430jxMdRKMMft6//O2DuH66xSr
WXVFLpMJX0fazIta4VXpx/sUthwaRPNk3dQs4OgpBszuuZ1WNWaB8uwcNe1eJvVhGGePnOAdIJ4f
TgWVu/s0tzyaa5qKSUuZKEqDr2cefZUD9aMUGCrVhxDHmbY/7tPalGMTsy5oiHAtPBOKkgw0ayQ3
4T5x+2OOBsK8ds9lNH1OB8dfCvZIh73ZRPspdr4kaalz3tT57Nd36Zr8esNX75IoZZyLaM4CzJFR
LtIjSvcYV6uPQ00eu+59ZMS7iaFxt3moUSEqxnjwGiQPdn28i/vmgCbOgwvfawkXnxa6XRNbb7+5
DmYIsTYeq0UcM+7GOHdwOOZ8KJM3+Ye01XgXm7E8FmNYHNwJdIoold40ZXZTuoh2yxqLzcPYH9r3
plP6eUTetwLQMmG4F4AEMgaNx7FVzEAZ9l/KigUzM2CNDhaB8R0XL2lnLx7fFN33qfpeT99te/FI
gQ6z+sGAW2mGdN/qjMv/g3dM9xGOOQjUum8vn1iRKAcAOwQ9qXxeP5WiWBty/WFe/MVCz7qbX6Lu
oUkGjfXe1DBkgCgWvqHPTc2Ld7kzDkM04tBDK8gdzMW0tt+XjcdFe6wT3RDjphhdkVOEHA0cWQPs
WHgM0ft0rI9G/ORq50p0PCmWekkaZpa0R9rExj7b2n1szK9mfsG+27OZ5vv7ZmOTGGawMFKIvDNV
gYlEOdaYkoPsWI3rJ+O+wYoZSb5USOQtieYN0tFSTg/gZaJo1nxQUuxli3iu/TYbXo/oh9G60mjF
lvNjXjGmnGKVTnhTVmJxPhwMfsHw9QHtvn4GXbh/hNuW94qU8njZyUAiYlhILLBveVM+pNZD6Bj7
SJb+zL/BdR0keuXroKoGjYe3KY8UCLEUXZ7WTwOui8Ea5hYwuqbAXtTxR5PU/lhpiGy+nIjOLJSl
qYt65a1yi8wtza7HSZqxOIro0sp8lw4w5uGhGz4gleh1JtHkajZv74rmKkpXrwlHdxkD1mMWuM05
t74UFFPWdn4EHP/7+5e3SQhHh54Cjlr4q2W7IoShN2w47Go80dk0H8t5GOAGVcuuJZHrdX2piTk2
L0wgO/h3+VlF4oi7qKm7Ee9QFuWeab0MSeMxXXLw1ZdTAxsTzavwaSl82p8m0wi2iXUVrOLoZrtO
tP055CjHOpXp573wWpa9NJKU3vKnbLNjhXaKwTzEeXpaol05C11pa/OMXTxQFka/ccbKZTYdyfre
hZQ2/Zu6zRdPlL1H6bK3JZyA+/e5dcCWifkaYTKC8FgR1sgJyz60KLwgdJyC1DC8DFqNXw2Ver7X
RBSGqEW6NpkcTP/H1a4pLjl6uu6zsWUqrykonqM5ytHqYoYbLDPf6v8yhyN20Xkd6rwWhv/uE9u6
H4sKgqU0qDuilfZW2WYXkXYE9w3NJ6VfF/JSTfO5jd/YPbThPqnN63FMx7YFR4fzK57mlbpVaCGB
EyCyIGXSb6xd0aK7SjcCqCOieMI57+Y8Zjg8x30pBiyHTfZZnv1HTpTHjIbmyBObA9diuAjD9Fnx
aDQ6zdkUtKvjUm6mSDEMVDU4LjL64lTnGh5WKfpJjtHoznDt8NschYell9JxF0wWDqz+gPSq3yzp
S9/Ty2SRY1tWf0axqyG5Kdjo1SYOQm2CDrtbWRuswUhtxKJBktSBw9BaY5+TCpVDdDojyXlf2jaP
j6F92OQoeuM5uSVW2TSs2y7FcD7p8BYTPh6FtCvNW7UpbkCw5RgGxbyTKtNDbhexMeWYG0zdwpdW
TX3KehPv8Vgc7zO0qalMYD4djxWmtZWM1WRI12kIRhTdkR4q+rGJo8PUpx6Xb+4T2ubpH0Lq4sEO
Has8LDHmVmEPSDNMe3d8SXumuR8NOyraRN21iJmWOg8cHnpjLr414l2c1fucRfv7/GxJgk1WzBvk
F52fBujTucxayqI8iLoFHVcM4JV/YjJBJ3Bb0k3xtMMlQ6qFqMeWDTbte4bXZ5yHh9nAE1tF1fe4
N9/TBpXxPHy+z9bWAcJi2+466o4uY0XAxZhHEbbZ5UHdNH4hvksL2ROjPRTj031Cm7Xca0qKqcg5
xhBG0uaBBNCOb80xOqbd1nlqqWCHiAisep2b7kyjdMAchvu9Z2Hk9zYxgL3jBtKomd/mdvQb+nD9
VYo1MRIsXZwm6ENlf+TiL5N8RTkvznUAalvaIBw4E/CwMZpBFeatschjNCfCjqTVnnWX9TUZOx2m
0JY1BkQF+nTR57X2cN9aK5YJAVBODARaZRt5ot9FffmFd/WltYy97JGTTkyNWmzJD3QC0wKOQCvU
687kq+e4caKuQB0xxyDlYnvx8M6yhW/2WEIx9TozqaNl3bKHhrJOOOu4GLptPhXJvs/kLkJCIAyX
3X1h3dJCpPkwlY+GHctUm3bgOZXEmJ08sK0pkI4ZhEC3MtvumGXsUGWppgdmKz5CLxk2g6MJGh3d
ilGmZkOrvEMT9JwDSov17E07fbJ79yF2Hmy0AOFfXdyJaSy0ujfkNeGGPjaLYf6JA3ZE0X0aZ2wy
YozZOjGySnH3FCbt2wJJglzYR9tBxnYp/LyUj6QeH9gSesnY/ob5cV10ZCOlZhJXNXfWLJPZ4pjD
def6Mtb8j1zafpUOJ17rqkOb0oPMNZqWcbVo+bqVHshkWpoOphuKZQ4md3zD0Rw4zM6j0PreG6RQ
jQFekEBzPsJ65T6LrgAq/4xGc1F8xEI+v+mnXV1w9Au83JfTTUKIBOEIAeILU2y3PFlm5RQ1xw3W
5qMjnHdF/qOYLwbjvx50OgSTBgASMU3kOZTsnNOKFGkxTFFQg5wjtDXmpAXqtcYWbxjJGypKFrKm
U9yKAZMTFdJWkj8lDjCgy99wWW+oKFbEXroYe4NxOcNgvB3Qk8mMZ8vo1gJh0SW7kHf+/Uva0jNQ
XGF93Nc3QLmlah5HJ6nWCR7Oei9jme+mT8z5ODO86NW+xK60Mhq8mvwRAWYOAzrn+x+wda4QDqT0
kbeGviuSX7qFMYwlgZ7TyavyHwg0fgf8x7mmoYSbLUNlxOpBI6eVh9K4Lajn5JoazyYjqPFTZAHw
5qj9HUmWoRZZAcxGWj94gVRE8yRdXbPFlk5ZBAAmAqVxlMiV0+qXmgx1mZXBktDy2M+s8sLc/l6R
+i0QtRrNS7NJzSQmUA5QQQS5Ww3uJZ0cNxWYDYmWc2N1XlTXz70d74pCt/lk/XAlVnMAHQJTi+4Y
TIgqgk8cgDYmNCqD2H3BZu4lP0v2wMeTLTVO+dY1WXjHkK1BCslVR1FqYlUVC40iYHW5L8Lugvzw
YzrY739drK/JKOZiksxFQTYtg3ZBpHTE+g931MyTrJr505FdcaIcmSXaCUjnsgzGIfPM4Udf1791
VkAvE+iUQQS4yseV/9S3MSl5DyZY/REEmPtChh/3z2nDu1hnwf8hoQg0nzqxJJiEDUwMIHvJPDSe
2y1oT9inyfTAJ7oz6urByNnH+3S3PH7kfDEjZKK04iA1dMsbQOKjruMOQDbKxj66VV4dq8TuvSTs
gINPBEwvHK3jNFnOx9HmGEGuuJ8W0t4LyekZpU/pk2oGaOX9D9vSOYxic3R9Y9IRzebKdzVjPLrI
2gZWPR8dlyMYWQ6z/VguurzYVvc3dtMAA2916/BEr6pydb2TObQICKAKpnTOs6gPS3q2a7Hno+uL
zicopY6JewLSjx+9czvnEPJxN5fJu1FMvtU8M6prltoSaQATcEyAAB4A2dTbL2pmoEdESVkGRe3U
nmho5Mc0HDRv3pYJuKaiKE4zjlY52JC5aWob2M/G8a0YSJAinKvD/dvcfF7xvmKI0MZGbGRqbjmy
y9JKzKUokQz6wbGBY0SbWZWsRcqRAMHooTJPk/WAzZB+5fIzq6ffMOHozRMr5BkGTV5H8q/uuIpy
yfKiKVG6vMzWJf/SVpWn0eGt80RcxxGK2NjnpOY55rEAyndf49ZaY5dkx6UJd/GkCUN0RJRLc6Yc
0BEcjJRob4P/JbB/z9KB620SQbIBTxFgOxGD3N6WS8LWzvgEIvETcgJ+3TwWw/gbV4J+GDSBotqE
81IsjzvmSwmXp8JAflt6PHusBvndcjCRmP2Ou4AOKUYxw2oLFAxu+WklYOi6rq4C2bRHWRjfZutP
M08eoLz35Xzj+cYLQW2oFapo2N96S2iWJAHuUlcCJacLPbcyDkYXXQRHaCHHnZP/cZ/cxj3dkFvt
yJVU8y7MkQdry0D0sxeWX80Udaay/nU7gYnc10KTgGOnts+GU16TOCSQa/QEF117jE6Jk2pe8a32
BiYww7jeD8XE5MrrFS8hiSHRU1UFrSGOo0vfxdFL1SePDOOrS1vtyvIrWmn9QjZeG2L7TGH4adZp
tGvD8KKcBhTZVxRRNHjcfgQGKYos6dsqEGV1LpvmUuigdzckBAN+yImjtXO1RopqoWrRZ73MqqBp
Ha8O38T0GEWFZ+exF066p22DHSSr4VagTmZzoQ6AcBYVgmdzhdSIaS87SH/9xYljhGz35XCLKVTV
HdwdiPzU0z3SPlyW2YK9cDusBqqt4szGQh6GgppeWGHOTywx1YjlBnPwxVFhAncAzlZh+XPU/cYB
IG2Bk1X7dOmxM0VavzH6jqOjuKp1PNJWw7LOxFoWd3IrTGC44thVRnpJYte40HJqNRqwcYjrLTFr
HabhjoqTWzSkR1IX9ZIE/8MB26XtC637xGMLsw9FkbgeLztbkzTYOkQQRBaNozgEPNVbgZ86tzfy
sKiDLGy+GvHaou6Gx/vSsWGl0HSPgXdk6jD5qMIhJqFDmimmdRC3jwLQG42LRQkY//h1KsiRidcG
S3RJKaqbOqEsSi6bwAZ6Ll9eUBJujP1/o6Eor4wmq7Vl2gRZafvHGvN/Zqppw9i6EHQOIKqFt+Qy
NQPWDbPVijFp8CrKk1ia77n8nSFuQDVhJgxtcrgTNci0O9NpertqMMnMjhE3dmYd7fs+PN0/rVV2
bgMzMEHWLDdFaAFA41vZKsqmXYDkiSCdRUFDvzCz8RrsRh0SHeCmjtKqWldvRyerDK97XGL04pnL
z3mIGTv2NjU+32fo57sBQ7ADuBoEaz/dTSs562Z7wOv+zZy9TheS635eSTNUwHWKenhEgZHyncN3
Rco0OqKjoLhctGZJFPdgYNy32FF0/3R+VnOEKsC7h3uFRwdoubeXgIaFuasYPr8Jj9wtvK77KGKN
jdykgVwtsgY2BEvt4iZ1gcRwxHEDzZNIPgK6mFgv99nYOiPYkH9IqA621bRRPTFIrZi9YvgIALr7
BH4WVqBQweCuaoEHU1ULrM2J54yaZZC2U+PFjPRBY1aoyleV9CdjXDTv5KtLcauHtwQV7aimEWNJ
gKIJmsEX87Gqdu3LUO+b6GBckuLRHDSCoGNQkeOoKOhEUK8MWBnavqB1eJ5y43NB0JhqN3mjsZir
0P7MHlAgMMPN4eKvF3ql/HloxEVvL2DPsMdd0WHUisIPMMdmbw1/1Xa3m8zS8MJ51Ni3nx/s9VzR
4ELgXjkYH78lPIRLwu0QURLadvLqkBfRDjsBwjb2k/Tpvsxs8bjWD1ZMdQxQqWjnGB2TfWHBwXJ5
E+RAv+PlJcTuBpEfrFB6peAe0zl1PysCpgsBKYRXAo82U1fElWlpw8kh/4e0L+1t3Ni2/UUEOA9f
q0hqli1ZtmV/IdztmDMpzsOvf4s+992WyozqJiedAAEa4FZV7XlYu9oqyl/1BLHNaaWeub6b7zPX
l8mR0cUKvt/1IRIPe49E/kMektjkXN4MP8LQ4drggaBXjIWCmCA6LWWUKzj1n12yBy9omMlLuYmk
2QNNZACuDT+H3X2SppVmjL1XbQNdW14M4KKcGiGnY9GuE41TF5wuh2F6mHAQgqOAWIltQ88HRM+y
GNawrSHJAWujBogm3u5z3SwR7CGZ8p4T1gvjUpW5MPqmCiI+7iuPXtrGTaqX+zRmONs0r2gwLpWA
vfdZ4yc1AGVEaibRukBza481EUMoOsHlL6WLSV/LISdimWVu04DLC18LksUwX9mqnj4MaQ30kWOW
HbqOlzOeZTpEswo+j0weu30pMXMM0+VVvRWLx6T3kKPpbWikXpad+xc4cxLUhw2UZadMofLjJFkh
KkPXN9sQEA6O0hXtqqpDi2dEJuvNMBz6ahCzovKNDijWatVCHXhWozbbIRtpYiUveWDuWklyu7gm
etodhyY9qmO21sKFHq8l80Vv3++f9CeroO0K7T0TGi3iPlbRwz6isqkrLbBTvMwJ0FngRoKMrLDc
eaSU48QJfJTmsdpkpfVDurpP/eeDgjoShxqWWiCXxEp3fYFbWBdmu8XAHW2tkSTiAuadXHROSPZT
jdwSYuyZ1JqZ53tGu42jZZa43cXtMNrj7wSd96aT/N6+KSrtMFyoNgKrGE76rQGrQq80K73ttnUX
FTFAvJNiLSqZ6WQAzqXhCARLy0o9iu7zklx6X3IFscoX9+/1p5LBj8A0DQJeRCOoG97+iFBK9agG
B2/T0bN7HwgSUU+EUuUI/MzzIS+L7h4ICoqGbAK697xs0DrAMZqdEz1W/jQquQ0uGYfMTx6dYncA
gGJrBIIfbfoZV85IhdpJYsQlUAW1QtxclGbcBQJmnZQ2+agNoHLrg1gt1WR4QiO6wnFI2MWISNQC
phXTOYCYQ1O4wR7yMraj2eeGtNUAXDSoWIY1ni7JLvnsIjveWONxkCMittRrXC1e10d8aDF4p/Yr
U59ibyXqIeVhsP28d3MaYwbKIuYSkfmfLuzqQlI50zBRHMjbsK8uzlCKpXGwsqgtqBZoOQbzLqjo
cFTizKASwPUA5DMNTOCp2fJw28hJWycj1hkZLVEwepZaWERpmASgpkQtLDtPDGcYI6fU/7k6RtEW
O0MweohEGKb0bs/rS1GSV4kkbZVUwBa8WNe2VVgXp/tCM3OraAZCJxfCB2CbsrmiIilb9L/7uNUs
lFZiq5cCyTGORxoFgXYHKAKOUvoppbBh8AfRRDZhj7J5sCIae9PAotstpitlQPbpwNL6lZRame6i
Pg9NDifPxCyoflnfeGGo8P8o/+Ul6hpRXklbUbfTgqoGtrmRi2IDPh8L3qx9ijGc/h9r+FuajCsi
Rp5WdmYufYNhXLrHxs61ggKD/P7bzagIoMSCK9GLB5QSU77lkLhAUIFMn7Q1UrUt6ajVUkqTvMwQ
tyRxkVP062JviHmpR9sPRoygpQKgG+//iJ9GBr73f4ZHgAHxA9cZi8tMoRda/AhBkhfIMZl2D8wz
V4pKY6WNods1asgRyzmakw8OUDbkT1CNuz04gPLHHvB60rYfzO2gB7sBFUCSK1aJVR/i1rciziHn
bhrdGij4GWifA8TdLcFEUCq1BpbhNsu630GAYUWgTcopWiwBO7nMopgKeUWKuORw74ywwApA/GFd
0QbD9utKZSCXYQ+dhy5BwTH7rv7I5dSidVS1A8eIz2gCAHjAiGP+Bz2yLDq6laZwNLHNABhP/rFu
McYeF06jA4sIvsl9nvnpacKqoX6KtAvmCH6A5sadcClbAMJhE4AafBR62bqyUIqcy5ungkQxmjoh
92xfnq9h/bMEDbRFX3VI0uHSLONLx+sUn3siRO/4ENgChcHpWq/MUtfVeZcYkbI1k3TcikrzpQZ+
TQt0UnK0yjylaVQYrbcojUxScUXpAkmLozhRtl6i/eo77WnQ6r3Qen/df5xZMrD6cD7gogMz7ZYM
ytEonyapgkYbGQA+vW8tpmzJ8lKIIycJN5mwW7cRexaBAwwsF6wR+8HeYyBqQuXrMjDhkzUao6hS
vBalSNP2URGEBf79x0dDRQ5aQ8LUkqGyRysMQw4aNOJvm/4tGxNiYbhN5sHG/GQ7VKHBcejARO7S
YHdKi2oSagAI1wGirGJE/TK8RXofcxTSLBF0XKHQMq0yMBmFlIcl+Ln3QUStGtEuihxlv868mOG/
IQRwcAi5hmoSOxJjNfElz7RCn8A1CypnKfwef8zqz3/6Mnh+1Eux6gRqHXN/t0wnjqUaYcmnjoWo
VSo6lWW0xbId4AKRJiuk6PjPyYHvRNTiUBlBYH1Lrqm9EphugbFNjLIhrdE+qYG51P85VAf6bv7j
fEzTogpDZmyKDiDUobENhGI7UQEI2z9O31jo9URmDdt60JTAwvtYSarnieAb27YOnxG0eKjyGZ9F
YvIm8X6ah4kQUGu/k5RQ2rdXpkYo/3pmbKCo+F7FwinHiqNUdUOJlyCYI6Shng3LoGLbFLshtewa
0bsEgHDWc4v6HRB6fYy1i0B25j3PfUo/Vn12aNEUGxHPA9gsR67fFfNidw3QME2ebf3psMBR+d8z
YQHk7eUFdWEhIAUlxdtJebkHFtNFqPaSXyBI5WRD508FpYBVe4DrZmPxroAYjwXuT47CgGa+HLjl
JXzM0zzbZGbFEdwZRYTmMvRZoMsUbT7syRoAtzep2MFrCFCZJ4LkvxjodP59X15nqUyVMvSOwANj
p67DWNa8TC5kIBNFl4JkilwuJDh//9j0ASb+u20b1wffkuHx4iLV/iUFQHxtJIkdWRjbSQRRoYUu
9c6/OBFGQAC9gjkQ9NrfckQeylLWVTU8OzVsKTCCW+B/GCanojF7b9/Ln6EeoMCnv79yGQC7O5pm
0ALqIkqtIyYsI1fPAtO+f5Yf3A3kXihtDLAZIhKIbIel0AGIzwfo0bZJfVJ66hEL4+xKgTk31Ccl
rzhXx+LjoYow8QCMNZotMWHFtgGgch+XSSvJp5jYu127Ksiv1WlFCptcyNteo3Qp2AfOGdlMwA+i
U1rz6ioFRbpYcg6iwaq27XBdfq2Xm8/7F8mI7g8azHP16E6JkIyRT/b7K8cZZvsmf3ybceuk2ghj
L8G33V2/evBXEVnTpedwyLCJox9kGBFqBdmrLDTan152GsnJQ09Wi9+PW0L3y6elzbmvbzt95UD+
oMa4xLU3lqUxPcrGPkvu+647PqyOvxeOsNjXFNBflMcG3/b0HsXJpb1igwF5mLiYrtHeSW65Gu33
gK5WK3JZOiQjraPQ54g8fVkrzlHZPMaPozIKY1TFIRbLiTCgml9HMHm35J5uskN/f7ofkuzp//90
G+BeEds9kX65iuzj4+/XwaVUePu073P8/Auii3daUo9suM64SGi5b8ZSF+TTubZ3bkUejoF9XPwm
zoVI1CPrg/0iuByas6e8osmIcoP+Ws+LPPmUrcRxsR+2bybZO7ldPaxpR56eRPK0fLlPk20N/8/z
XdFkRDtMul6xkGk72cEK/al0JOqntM4/wSxL3z4ceOMf8/rqiiAj717X4NJHSz511FeJbNtLj35G
nJzB9JEf/HJFhJH2yFe6qWoln1QqPnrH//bSGPE2cj2LEDTIp4sNboxHpz31v4Zou0wWy2daPh8S
yiPJhKQ/3omRb6VLhbCGa3AaaJ4gs3/+TWm2M1aH5Rp9Fe6By42M8fxBkJHr2GqQ5Al95WTrn8uv
F4mTNGCxXdjvs91sxjiUqhiC8TY7gVQ0x5/Fm2yvA7K0eezwPb90hx9+jBvEvqi1I6QZux3pLiW7
h4eH0+qor/56fCTU+fgA2XVH7E9eKnTe7vzhRLYTLRCCShEkUN6ce3sXUHe1eiRbk7z5lNJPDpew
4Ig/LpXRIFLVVL0m4tGC7cZ+f6+oT3ryqJ8W9UDo8vDp/+JeLUdpsU0UZYnJh1bUccCNC7vaPiV2
tQhslGGkr4F0m2X8NBDfjhZco8ARcrY7pTRzJUHbvXyq3ZfdLnjcxUvX9cnqqNqLrbHYUonKdkmX
n4f7OpMjGeywlA+EvDxOIYq/TiHxCa9Dm/uIjHZBO0KZZJPp2dm97bojOS4eieM466cvrqcy735d
8SejVwwzDf2sA8ds3qsDFhM+2r695PgIfyME8BKRf7Iw+czo/DGMpEiRYgUnencTewRTrh5hS9cR
udDD8nBQyP0nYoe+/kcQ/lBkDACG5HtpmChuktV7u1IzCser3Q1keeCBKvyNq/CHFvNeZdj4vQR4
0VNKXux3yT65R2iW3wtCE+f56XD45Fznd4fsT232hyDzZp4qZX6hR1DN9q/m+DACVtzGqnta9GQk
K2zuIVvSOx/heb188gPyFZDkMIUey/ExJrBRnMB+3jT9+TmMpbC6iyrFFc5vx8uhI+kqfbJ5+5/+
hk//lwg7+10XmZe2Nc6cx8vLq1a6ZPm8Xr405L87zDcrX/nRptwY9ZjjMNqv+EQ92hCN41qycyAs
b37z0xWJi1pi+3oaKKcX+0GPnM5er+2OLNuOcBhl3jcHcMn/yB2LKpkmWTBeMMl4UoiGP+fOQYwl
dbbNsTvc11Fvo482y+oouIDQRngKnrzG8cjSfzqEItlwSP2NKf9zJkaXXHrA3IfRxPy7Mxamk4Hi
WDl5F5339DnZ+KfDBc4ypcn+jT5FnOmZ78TEHdFjMzFdY6aeWIWT6J3dd3d1+tZlC0IchK3PsHf4
w+OXeTv358SMfmkNvxqNiWZDX/R1pdr7NdwV4XHzueS6K0zDzA/eZFRLPjRFFF/Am5vNQHeuQFx3
tWjJwkEAuUagfF9NczQHu9exK7piiCxQswOPSIf6ZfnFOxGPNZXpxFfShkYWIM6I04mwemC9m/rC
T5cNBvAylac7uLQmX+maVo76by9Nkr1zdWBwU+hfVzjxYiiePWXz90Pt6Rf9+5XOA9UXu/df5EQe
X9/eOvsDATjnlbjHYrxKYIgAhi6emF6Ci2ciNqShnVCb41d9FwrvCJfCaJHGCpJM/DYk591l9f5L
IIjx4dARw1kQk3xE5DmAwzAQuAwctT/r0yGprwEBYZrwYo6oYTpNUdRcQYBQOePB3nC+P9nAH0e7
+j5zNB1LMFPgosMxtxCBIJVfE/FzWPFealZ8r8gwylGFDva06RgvcIaN3d6Zguv7MjsfuF3RYFyr
1gy9KrZwlJTULpTEzg1JuzFDOz5Fu2BxsXtOZw6XIqMA+9j3/CzNpseRF7V9tghmuHuKiGbJMy/z
juPV6RgFGDa1gc16qXIq3dKeXqrflon9/LQ8fPGyqt9DufeYgnGczNFPO1XFTTagY7uBrW8diO+B
dygO87FVClkV1VHVcaYIgxGnp6+O+L84TMFhvG9P5FrzXTKju6Qg8bJTafHckgQz1abL1eaTnNy5
sm9VdUVHjgtsgfZBZ1hszvriPV0LPcn2y2XBu7R55+kPJ7A9LpZZprmn4XV2uwhNsA68io4UMLnc
vB/v8hjlkHhCAThbUCqcs/3guj05ZpvfCXHg4dLNS768/1jz5uPqZIyWwEYiLBm94BIVkpIz0pur
49GgjzV53L4tE2pS7rNN2dJ7z8bojLgY+9pD78YpfNGFRU+d5fJgndJXtPNxIj/u4RhlkSe+H2G2
f1IW8HgNgtOtFkd1qsI4dA2NwbFa38AK987GaIwi98JB0EEQK+jeN7sHd1WTcV/9psuvw+Ff3CSa
HVAwQ3/KVEZl46DWs9DDp9ZwZyaYY9cg6iEo7FZeY6DAfL3PKN/Fvtuj3RJj/JkOQwStFBeQ6s0Z
6SskdlaLhXVAzQT/cCzkTCb6ltjEQ1eibQltAdDxiRhSnGTcYn9UYK+Is6+aqSTEIzex3L2zMRa/
qNSyHTuQwwL22h6ovC4IUINtY7fFsM5J6xHDUI595tFkBN1XsyGOwlI5oWMvzZwcs+Od+IRuXc67
/fRmbq+SEfAgC9Okl3A2+4zICCAvoVMN7jpznpbLUeC6vT/11y05RrqlSLCkrsGxNuedqJPsQ9xC
0O6f6acNu6XBiHVWtqHfYQruVHS2ew6o+ihiWRSl96nMmP9bMowwD2WfmwAfUVCd2IhAAXJyn6R0
eFAb2khwOHhcOHHZPS5kXADDjGpdqEDPVh525SkWyLhDPoyrpTicx0ZBw4gW2VL+fqL0r/KZx3DT
tdw5BtsmdYGLMeoFXiceyBlMAAGG5/T73NqqkwZHg0OPw99s/CNYljxeplvbvYQfgds9ZjylznkX
hdEOrR9XmFjFgYbDeROd1M7WBTd5uSCxsOFw9ox7e8NzbNgjaKGRjiZovexsgeyIt2opQqynjvBS
5jPFt1tSjGIwArnWTQ8Xh879qCbNYwA6vGzQTH7ylgqjD4I0V+vcBJWX3bl5eR8ci4yXdWOX+hQ4
PjlUJ28JIXvhbbPbCA+7jU2LB9SNUfn5b+0lizaghzngzfuJ8UOdNIu/AHwFx2rJ78PgcQyjOWIx
MZtxgGHuKGqCXbQyKDC9Mp3Y1OawP0cXKozSaKTIr2q/RY6SbOxLS9Br/jt+4qkmjpCpk9a/ssdj
BQDErpvYUiM721xY5P394UQWC6yNDsgLR/FOnHdHg6iMq5GVXhAD11A5nXvf0Ui5tS3iA0XD0Q5t
sOPXPVQOPcbbqOS8lAOAg6Ek8RAU6y2qqQa1pUfLbngJvJkCwY08sIN1YiFXYjLdJIyK9w6XOyfu
wwplHX8VrrboDeJaS54dYyFZjcar/aLD8Wyo44cdSXfdinJdXx6LMOrErwrTq0dQaWi3TgeCpFed
EiI8awtoShQaeGqZ42mwTe3VMFjAJgeXjA8v5qFAqarhpoJmAr/b52JcjTLIa6/rqsmhP9sjMl69
7S12ceDcZ3ne5TEKY8RyxrqzJi2ZknGTcb7OU/U/xtIuQSm2LU6RvuQ6MdfhhVbmSsUstWu9WTwb
xnkYFkE5q6oBiP7fd9ba4ovlyp+NTORlteQVnHmszYLQRWYCGCMFpOwdnFvJdsVd5RZvsGS8pOBM
tv+GE1ik12YoQ3TTg5SOnoGzDsRK/HlAlasiK38tPpWZ0y8KiO8XNxziKQ22wb3I9EoZLrAnCsoc
O1d20M8VIiJKd4ZjLZqWUJk804Ze7GzHUcYc+8Ku05CzuInTyZQltaOO9CTQxLS1kRcNcV+SUR+S
B5e0KUFnmAQtsBF+JS5ylnCxOCeaSbXdviTjkkjVOKRKf1HQsfOywwh1c9T24zuSbT5Kb9yE20yJ
75Yco0LkFpNnxRSAoSlid/llksmZ23Cr3NOvvmM02RF8TP+nqaiBTEdfzsaDa8tO1zgoRo2Os6w1
el9hzWQ6bk/F+B2lnA+xPoXML5oE/34zXoi46CjQRxxMmFESkeXSsE0e2cn03zklC+TrJ2oKzKjp
MrFl6eJRKpLY/vJdnnc8r5CBi4f5T9QB2HbhOO+jsosHOMcNxeYA4aBWlOdUzZ/lDw3GzWktqRmw
w3FSXpv+1UGKg3zx6ih/k7b5Q4TxbQozLfvRA5Hz1AVa0VVK0XS0R8fROlss/2X88occEysZcQeM
kwFewGZ33qU7Wtn0CWlEztVNyuAnF/yhMjl0V+6ormeKPmIB8OnlIhLAX/E0xHQp977PKKO2ls1Y
KvH9mLzsFFva7xGDLbkdWvMi++cYjCIq8rb3+v6bAaoPyx03Oxf/oMm0/rRoti9C0m3psIQ1M136
FT1zRHjeTv8hzyimwUg9tWxA3n1w0QHtYAKY4wrMdCJPWuIPCcavCbNCD1RtOuEZBhqNyA+nE5re
/IWDJni0la6/LPuLwxzzChdIJxNuxveCv1vuEGK1A8jziJAoINE23idv4l/qQ7PKHOwD9p6iJbd/
ceYmMcSCJSoThB3ALplj9lpq+V47iqfBq0bs5VL8Nz+usWg+uoio8Y2hvM1Na1iGloxldBgF3cNH
+odTVijXYycUBuS1aSgSm+4ZSUefmKQJgiyeLtUhSnyiZI6Zv97nmZlIaWohASQKhiim/aS3V2uE
3iDmVSGf+vikSzoJgUN5n8L36A8jeyAxDQb9Z1iMOYapYcJALkoZbn1MzskKWft3v6QPCWqM/v5h
JW2OAl1ky+2rTjr7QnBS2W221XbvPLeLJw4zzR4YGMfYJDfBXrFg+DGAnLWsuaB5OEDKQClsreJh
dcz5I5oIuBpAWWCLE4BBbi81STHv7Nc+vLuanoFbGhDLIN2FxB1BonaNHvo+svW9x7npGSUK4LcJ
u1dRDMChMxbcN2VfbUoZZFWF5O2y7YGSx/XQJ45gnhMwggCKBnYTluiybUeYGUr8IregAR6K9/bV
2wrr9Rfw/bVH+z7jzIn9DSXGKMRa54+XAJRKd2OQ6GQ5sWTH9nLTEJOW7n1qc+EAJkQ0C4sSpjUk
7IbzPClUOAjQbDGJya7InFYmo4/EiIIumWNLVUxaVONe2PU6aRfPKHHZHNacK5KgY0WcYCom/C32
AQe/70vVE+Ayr+X9r35ZhyRcwkE3xEW6oqGbUXt84MHAzTSAmKCKBS/ShKUJ8Jdbbo00sR4HMVVP
SrmKrGXT6VQEuB+NjpeFpW+bgTYGYAfI/fueC8Rx15j+Aq9iNpGdRRM74EIYnmSdkBh32o28KlYB
kV8PPF3+3WfEMOw05jvBSwHRBnPst+dLhUjP+kIBIXsYqF18iFN/QfmSkAd95aOpUiDpR4v/U3ZS
QF+xKbmwlbVI0E4KXDrpkWdD5zztmx/EqIdIsrI6EWTrVDn+fpe44bqi7/5SIMY+SUi7j5w8IAde
Z+L01XvXwGgHrws8zceU+ikJiXWMtxCkp+X9N53xsa8OBpTo25uWGgAnJsCmPg2tnQXAkN/0G3UV
ajxvbsbNuqHDcKzZWFUl+aCziVaNM1i07Vxrr5LqRJ0kszHQT9ZYa3z/cDNx8w1RxoxFtZr6DUb8
T6A5OgDkaUU79z7qHn2k2uk+LQ6L/AAjzfxYU4uLPvGsvO4+FLurSOSmVNPJfq1QRz/nNjdNe59D
dJHRt0GXCNGY4lrtciU4Pd1n1Ofo9BlhxHIgDNwDM0sD0jw7RSlUlZDknWedFFsh2QK7fHp7XIzU
fxYe6lX7qi2q5wiRp0YMbefHWFjqxjH1UaBbjcfLe0LKmsTJydcWPASKn6cHqKmIpTVAPhJxeIap
xLr3U0zne6exsPUKw7jpKlctbGRBm3CSuAYPzPYnP4EetkkAvWOCltKZWKHPRCwmKWLvdBad0ymg
qFycecZan57sVuhviTC6T0fLp3UpQeTl/PCX625MukGuy5VsqSXpMl/sXHuzwxjCwwozrf4yeHh8
W6+dYP+x3++VdfqIaPwA9HOyXocuXa+f6AcvefNdzrv3E6d3uQr9/HD0dU/DT7TRYf/rl4XseWvn
aGfeFeS02K/RNDWu1xIdnSVaBbBJhGeIJsH98QOAZmEBxwAtgqzVHUNfk8vS81ANHF3sEtaW47J7
uwwkWeYPwhuvh2X2Sf6QYxMeKUDG4rG0vJNqXmikn7WCA84w437i0a8oMJzsFwrQYVpQKN1sFVbk
vSCiU6wLatFg779dSP9SUpmj+7+bo9lrBL4JlloDtkzEZd6+Y1hczD7LM3Wais1JQVT6EBL3SBbo
O9qCnZ7RMcNjnplpGvgQ8EUnQBJgn3xXX6+Zp0q8qAo79YSgQrLRUIr2nML2HvYfHcmdxjHgyz19
3FfO3yVb5qQ3RBnJxSy7J6k1iJY2pKYiGEsK//Lslbs7bz4t+/MzX9pduyxyiM06o/SgY23UhRz+
uRm8PTwj3Njn3Ap1gd+hIhHk5uvEDg/+wXtckeGcOfqr+ks43T/6jI68OTkjq7JoakNUNOopC8n7
RSH6CijMPC94Rh5viDCOih/JVZJrIGJbD+/6X0dA5vQLFNEO98/y01m5uT221yqoMqMv5VY9mYvg
4fiorIXP+wR4zMlOmwzhxfBECxTGB/G9RiJIsTFRsFoQ1d726+6cEPrccbTZzAQFjqVj0wOAwwCN
wE7sxUMK2NtkwO1hVBwzDL5zqnYnIkzDgpvjwqALqtEncTOQMCNfB2XFOfTstV7RZzJtgtpjb7bW
T8KRogFxquK4BT3BedmtYvr4Os1Y75+fgnXgIGvOedOZ5Ojt6RnRhIeWhRH2kZ/ac/ihryGZ/RIN
l1DqzuPrNl/tAdQQ8NoQ5lTfzZ0zgohYH3893fk0gGq7D9rytNIFzMEdDcdBU8n6a/g13bhv29wq
1qy0XN03I5LKUOlIZ4A22jF8lAJfkqcVGQ+Okz5+qNsIKWhq/Zt+iNt7ZmQUm09bY8RaN4Qwbmaf
oPwWKlow3wweP8/ExKCEFBwWnSKjApisW7OiW2GU+aaEF4X4/JI2q0VCtgAicFCPCO2B8LqPZnA+
bglO+Y8rk5KHvlFLIwhu7N07SoHgoaNpH3V7gRZTefJZKRIQ3GrPrGq9OufkNlyTRbsCmvtBFv0l
u4srqatkL28/jdPmkLxPQ0+8gsic43Vzs4ykGmOaG1YPig3d2G68LBbtsn/NqXX8C91DixqVpo/n
53IX45at1UF7MFamkzjqnqPw58Xn6uiM0Mp1oElBih8So+Nl57Yr4E1jMGQRbrdbZX0h69xGZ5H4
f6jDzrlKN3fASG6BrWqSFoN04bygnw1zFfmiHODwissDd/5qxuO/IcaIquopbd9W4nTO6LHNTk1O
NYOUohPrD3rMCVdnsme3fMyIqCwoQn65TNRG2mbQg+LT27pCm+Nhqora99U+7yJZrHWA4Qo+dmRD
anYIL0zSosKGiZ5pngeIIRw1P9MGfnM2FojOLLHxWCmh9MxdsQbKCyELTBNhmA1jxzRzQtvgmLWZ
hotbiowayoM4DuMaFDUUkN7dRbxacm5w1nD+kQKT0TvVWKdm0oHCxXa1JXb07h1nv0a4A8+Hl+yc
t5NXxBhtEypaqWgZnqu1zXVFZGqfvv2DR9NeCItkmbqCLdi8HUfzzskVWUblBFYayVIMsinZ7HYY
JoE/5K5Mm5DfZNvZCPXWS9/9XPKGcXgqxmRUTIL1UcmQg/DLeQOXxHUlaJj8WXDI4vfWQVS5fhLs
jCY0ojxend7tR7RwdWZGxUR1UnVqB9I5CR51KhFMLMCYbNEm6Xw49AmpvoP5L0LAa1XDLtxIBzNC
LhtExWmkCm97SulxtfDcxV5GVxWHdXlHZFRNFMSJpTZQNZuN3tESBeKpEv1vxiNuhJDdGlFrpRkH
ANY/BW/Bk/ypo4YqvHVkc+Ax6nf7451HY6F3e0sSdDFWwC/BVnuI95it3jUv5Vayf62m/Q7keIR9
3O5ljOLvdQJ3fusYizfg+IcT8kf867+7YTZtFvmdNDaTvMqORPCcJKaLLaZ2A0c93ic105p0e8mM
HqozTdL7BpcMCRWI+OGuekJISMGuz/0CM5qHL56I/Ky23pJktFGLfq9EzDTELBc3eQC+rLhCP8OS
CrZld5sn4O74tvUmbCteEeK7U/LeOzMKKYp8rUxqHBabJ21sSqe1YB9dJCebReER9Peib3mqB6FL
FnK0sTdPyyf69vYK12Skb3u0GN2//Zl28durYBQV1syVwUWEFdB3hfNLQOSykhatQ5E9acjnfWI8
D5CtjJjipQqGCvcefwHx1EHCzQUW1ipcSCmRf79N44rGFskMe0k/kA+Gorz/A6bbvXf7jEOkB3GT
DZEKo/rrd8xbZTBTYLq9SkYrVUqudH6Ht40gtgT4bM7+w7l/AE6wgI0Jt157P9ZhL47QfJq/cQsS
Y63GY0AxViKgbCiQrlkgCKuPEXEKaymS7JkjOtMN/bhBoB/qIgrsQKiUbumLXuOHERafnDbZVvul
/gZqFIfCrFtyRYFxfMpBqdETAApxcJDTbdvYg0A1gbzcv8l5B/KKDqN2gChtBMoIXhQp6o/O4vH1
VaJT8yV8VV7APs8aV8QYhZPW2Oc8hVun2iLl5cH8atNnrHcmfeZUp2HToKGWhz4+Ce69l2I0jWUO
bVZJuMfw61xh/YywbniLouZj5atjMcqjDKLKk1ITlVxynmCwJvyK4/PzBJLEeS4e3zFOjdjXvl4N
uMBNmNnjRrVH07a5XiqP9xj9kMlxhG04xuQunjFr1Isk+dU7gMcI7a9uaQHM6IXbjzhP00BGBasA
VZNFrRAjC6ZIDTTMbNnJAxQhDNFXt0EQs/zkFvwn4fnJFP9LjB3cKrVWyLs40hBV2Ds7wYIP2yQU
2BVcSrMmFnsE/udY7AxXYQ6S7PuhhugCg0gWyc9cHMf5iPOKBqMqhhIrrDXZ+05hvLcBQfPEQiZr
gBMlCw7/zTQtQLlf0WLURT5ite3ggZa13NkK+rJcedU76du+4Y2KK/OS++fqGGWBlhDsqJIFaEA8
0lSaen/YNc5lZVfUPR2Px4VFL852sX1rtnugWKy/voAQyJ0zmY9Ar07MKJDe8gLfK8GYlptNU+Te
ym1W8obXRDjT4Xd7s4wSiUO1aSLPhwBsWhtI0QjQJpSObIN8EGpHa/qU0cPB5gFtzXs+V+djVIrU
tYmnDDjfy3l3NtxmNx72zxP7UG50NKe9pjYf7MoWVeDZMy/aNm2heF2inao1yqE5lhohPSK8hCv1
DEcLzubnxr5v3qYvsoKODR5YoSAjN6qyyAa+WFzKMlW0k6rn2KUWkp7XxjN5MywFrDlElyDqbwCY
Z9hDy3wvN8TpTOQikZLQD+kvng2bdXeuiTC80TZBIphtrmE+ndjv1Ue8F+l5k37tzljvrCDVYw/b
/wP87ZyavCbLsIaq5rp3GSeyu9oOwmnwv8LUs3eqSWUvAAbl1HQNpvy8/2izWZJruoz9UfNmFLoh
nZSmgfN+gyUBU3LrPAPXjueUzDHlNTHGXRVzs67L9KKdxoaaxT711uNHkCwsm4dIMStpfyj9cFrr
Sms9LOPEdZ7RC628xtt1+wz0Qd6JZtN014QY77RNYy1oJkIxKkFAEHaRTwe67+IRUwyyq/GxjKYP
/r0QoI8Pf3+VRI9Us1ab6cFiAiRCdHnTr08+CgX3AhnjgwXgbVIhYAWZ0j6bCwPlbgNtXJdNcPQj
Ytu8m/we+rx3MEZjjZHfaAp2kZ2Qqz/vNKSqz8JSLMho2fpvai9fJqzaYY3/FgdM2j4/r52RvmYJ
mrIp4G14v2fW1F+/LKNtFKXo20HB70HVyU2dfNEfW2epdNywYO5FsRMXuE2oAGHFCfOiJfDgmj7t
QEjIyM46y4CTdX3UB554wj7n+F1T+n+cfdmO68ay7BcR4Dy8VpEUqbHVonp6IbrX6uY8z/z6E+wD
HEuUrnht29uwtwEla8rKyoyMmC2q2DKqFjawNJ4QPjMxVYhmtvA0gIHCnU6JbILNtOBi7p36S6uz
hdX4IVH6opecUCNDpCcrtkbqbHxCvWdiw+KR/f27VG+ZfnO+maBzoQKYLIHXfY50aiGVXpeDJDlv
bxzoljIAHglHfFPS9NwqSt0lhoRM7JE2VuKCL3RYLQx66QNmiwrxUoSJvCg5wGO6n9Ae5p3WYn3q
JZ8iS4GvzdBJMBQrIViwfPcCuxz6bJHDsmeYPsbQ00ovXlChZd81ut02SD0j1CDK6pWywEX6x3FJ
Hf3uA/fS9GylkZD15NiH6fwPb/SlI/K2DKh74wIH1+n8u/quaZR1NxHQ4vE6Q0/Zwqzf2+DKhCrG
onMQV5yNndVSDHz0FSSiQep12L1kz97Rj8n53L36qGv+fWzvDuGbhrfZP/ZmA04S9HM0Cuxtwhzx
uc9RWW+Ji0bA/BVwZuS/B3MLXmZtK4G5NDP81YDWL0v4D51tGiCHvCjykHKcorDrW8Hr2EgCeZ/i
xOhbYkXiK8fOlNb1VFsZrO7reBRHAuDO0jm7c7av7M7Ch6RUfBfdbQqe4+ClBmnGW4GWVudrxFl7
Fm3R+ZOC+Xc9fqzrncXYP8pir9jSF8xiigLqcUPK4ws8S3pFG/IXelqPL2/i+m1Trf965mAtLPq9
XT51BijQ5IN+E3p2rud6yMGrkQAm5nTRU+DwOgo6wyYxpzTOsdr4K+n98S775eqYObMrg7MhDnEa
eHHLYJcB2w0lQp8eej2w2NZgzon9uT65+9PaIP7Lb30JoAFABmoQVkfoIVj4lOnSm32KCLlO9Ayh
NxMyIbNPqaBg2WtdxTiqZ0Z9QkTFUb9KZlUGTxL6lLh83Qnv2agQqftJMjNqjmGnB1pPAjYnOf9Z
5DspLEkIFxiDCdSKwm0HCbn00Kq07W0mbiivOiWz90ejAO3vd7KEF733rL4cwm9d5CKAGvJsqHOo
cTrcqfoRapvXfFD+NtrO5Yz8yNiFS9vGeTxv98LEK6OzMHEYZa5Tk4JxGFYvETuZ4V+GM6TNiHDG
pEQ9UG7HOmcWWJbjEhrz3rP6yvjsLor9RPFjDSNOG4CNT1HM6t6TLDwPuZ4VkA1mnvl0Ie19B92N
I/LPRplTRhSCWoi9mjOOxNOiMl2Vcjxk4b7bzRcog4XvorSbPy75o0hkFOETi5BbugwW9qo4c85j
zKDzjcecCzwNefr9fJhKk7nRMwbaSKFHYS0s8jSPV4cDpwJ9SSoEQ6Fif0NtpjYqy7Bl7zqeSs1d
ts9PohGaikJi1Av3Bm0NIHpoclg4lL879pHd2eYqczWUfB52K86uX8sNhORAIl9RwUIiRXd2LApq
sUlWlblyUt1ceasQ4XPo26fY0GSAN9NVTIWnx7Nxm4D+nQ1022AiQM40d5MSm/Wy7PKuU7xoAVGr
iLRfKD59FYleaieGbYicL8Q+tzt9ZnPmntS2dlNfFAC0Vv4IG+0o0fV5ifLqtqR0beQmo5mBOxSd
d66DJFli4dJTyNsm11vfkJ+iFZpt1CfFNSQIJ4MWyMQNjCLfD2gk+PFf7/DpSwCth6K0JHD4l+ub
SCuGNuZTGcMVXBT8D1+HiVA6rPTURYfN2u8Xdtpt9n1mcDa/bCGVftJKrtOXVl0DbN3+bXbKbjTK
/T5x4LLNANlB3lqwextnXduda22kbZ66mHHX2UQ/m7don5HEgFhs9OGar1EwgeWAMpheL9rT8RQf
T8eFvXz3ZP8z0crshKlxFnNCpbpOJhG2IjVLaoM5Jk+IauCwHxu77R+ZBot+Vei4ajJEiGcZqMZr
tJoVfcbZiCv3GD6lW9cYSGgA00TFNWjCgTOFKIa3GtEP9J60U30evVynn8ffcRvnzL5jFlNCO1fN
Mo5xQSewigqIVxv8lkZ6oAfmT2jUBfnZyMZjm7eNtDObsx2t+gwHuWCPcXQIVOpmvzXjP44ZRMSx
d6T7EAXyKZsWv1kPr0fLig3l83PQP8+Icpci22krz50qFO8BL4b6Ht4Ts9tD8wqvcgdEOugdefGQ
BByd9uC/JXuRRmt11e06jqxjo8JTUrS0df0Rrku6LjiiL3W13fVql58yy0QMQl8yboNPqWJLql97
lkrCpjt5HAl7dNsz9uNF4KahzYaugZoTb5dp7Gh0uHYrudrVkB/CKUec0uzhR40eQheoSfkoEP19
bOzmxaZBZgi3paLIkDuEqOe1rYRVkkyTscmkmg7gp0s3jIpeqL3mPLZzm+j8NYQOSUjbCVjVmaE6
CJuyUEIEJERPnpuPNkJ6VT5IP5+8Hhvt2ULKX1kkE7jNIl2bnYMG20jJkPKErGeOlBnmUgzJtjBl
E0H7ksTSPccxyXbjQYa/8QhArucy6jstCzPYaidsx7G1TMHqztGHM/kLAjAPpL+Mk/iaHVCvAqzm
C8em2zR0CV987+q/+hDh+kMytVCaLMWHFDIR96G2ll2Dp716bJQ/NU0akncLuga32cNpni/GPjuu
UT6w/RjB5Mtm1+v5X9P8+NhtNhsrB5tddUhximV6GL6dqiDN2UgcbsoKFO+4ntPlJO3dE4RymigJ
0ERGp9L1BHBcFqEAIzFO7BlNDv6qDesd8hqi5majrdSYyv0+eNd62rWrSjMXtvrkJG/OL64QpEsB
mkD/8cx6rol+03Rwogpxdyl6lALqhXpn8uD0/ZtNmiBLFOd3B4wlkNGFzHPCr0u5eFSlIRNFWaNA
vZY7tJhaNkuXYoCb8i5+XtKQ5MDTE9LM8nxOc9frh6bxz7y6B8iAJqEtRMeceZNFkN+mJkMTQwYd
gOu9pMK7uhFGigke8rXEb6TQGDV3Idq8e97QT64I6CwHJcGvy7kYNGTryywApuM8Mke/tvviKHbn
vn+tkN3LqZpRvnjhh5oI1VvL6+GoGO1Ixpew+1QU2qJHWfEyXRhJHn8zHQ20gI6Z2ck7RdChEl8G
9VK8OEUO840xiYJDIl6EqOgcSuMpuQsR7dY7C6biQgshfhMVBIx1SsaGiBlVBSMtV4VHBzzRkqfY
WwgpfgPS+QeAUEGC1jkPgog55lCpu6SKC8k/JylqeE8qGPh1xHGp3X3Wot59jmCe1quXMd9xxXud
gyhDBrO88pVlFNCVsAh1yUzAUmCqNW2EKbcpGhnzOT4X50SjnEdY+VnUSGC0g8FKRqKYEJnlVu5W
U6lm9pEtv+YjHfeB3bgEHeicpmdrXzZddKj/dZGIcOqdSyE5FCZEYEgT6P5nB+0v9+/jI3rXXWmC
JqqANE27ehZb+VXjSqwr+2cmpP6hIOEbT9W1T2PdBCM8xQHSDeARU/J0EPXYinQjf15H5qfyaSm2
pNemZnXeYnrnziWpoFYGFpPpzQYuk5njTnhfVLxBxBkbd1xOgpHmT43CEqn0rKLYtbsgoUxMspOa
6SljSe6p7En7XMu0EZdO161LwbfwUCFEGIws/jwMHlDlSschDM41OpNze+D0+BMrXHxLoTlEPckj
p/Qoz+mMtJ7ioI5UYUsGlBS8wOBjk7E1iaaRwbWvHbMUHd46IySY8QfOEuIWVKOvXWySh0WUdUlw
9m3mzTcz96kKLfanwtN77xYkR1N1RiLmz/idRB8hu9NCNAuwFv+vQdAavkPEFkJ7NWTJhFm8nPW9
XNZdGZzj4Uk74fhI2+SMMkMzHJkmAIuPWX7LyMCPOquuipPSLty7d15mIJpBhYWbrjkoo80mImCS
seR8JjwXABi0tBppptDsu3JfM4MZNl0BRpFtS8pmj3CVKZ/7zCw8o1NJ9uUdImnnMgj7zCo8hM91
SaWFJMQU1F37m+uvm/bYhYcue78ahenrarTr+jQMcDHBBY87LXt2WdLW+uNzfeeBrOBGQEVAgJLy
xOxybbAox2aoRz85h/w2hx7GJ+saTagX7Cbbua4JFxM4bGlxAvHPWUjHgnhLCIbbBCeUtiEZDmIe
FhUwbh4GumkZsq0QpedmlULt5sl9B8QL3lXvXhs7PrPewrVy56Be2ZttgUSGyLYbwl7K/mi47oCc
fDyrt/HMNCARsTsiKRkC4teT2icpp3hamp7BXulBEPin+/r/6E6boqLZXrmyMtsrnIuuStkr03Or
2s2x3whmvdHWSFZ7pZXp4oZpFs7OtBfmBgVNVSCCAEQLP08qAO9RM4LgZ2e3/Kl9s69f2mz7eObu
PB3BJXphYxr0xQHIgkkbt4CN3H6recKGG9lhVuymHFCVemzr3iqJeFzBXSuipGiz+XO1xOPrts7O
iCWawUC2KwXveGVwL8xiJ+G9tbq0NTtmeVuEsTRW2Vn505XwO4Td+P42Cl+Y+iC/VQ2tWjPOjMcD
vJNnReCJ+FZG5z9upV8miovJDJtCSLVAyc8+NOVHBBDKW5TaLWNCdtgXtm2lJ5HBPgk/RTwS5LPr
yPEaizl62paRPgIuJDxHCs9SAcfqiBTqfELj1FKUt5p5aSp7rAy1stsA2Zb1gMgELXoD4sSQZs3J
XcqV3u4+5ChxeU3HCuH0/D2cp0LrB11XnP1Al6SPLN2JzcJD5Nb7wgRyCMggyDxe3FM4ejFfcVq5
jKuNxRls36TvTyVgBsEz20nWYKdH+fnx8tyWHDQVBG+CDHYpxA3IXFybAxpOGFi2Ks5IhrYNUTja
2n658pu9bFd6+cw9S2jM1qII8eZfuVgxS4dt8kPXBxofgNOsIXuHeGVOexGGSZdwQY/x9gDbgRLN
Q/ofyOGOtDu3otpTY+Xiwo1zy+k1jfrC6Cw1qfQdC/QmjO56hz9/mV/hKR71eMOBcWZdo7HDNKiy
AsnJSbJp2FqPJ/3eEmvTawLnHrpj80OfV60rcF1dnKVRz13S9eoq6oEq1jQ9/QxqKlUsfWzxl4n5
ZpZlHoMGAQgH3sDrZY41oXaLZoBGky70Zoa6YppyhOMN9ad4aUBVVBDNSBnqsnqcGlxgNhnpRDo+
A2dDgs0g0xSVt88iRA6XH3REZjFajUqIBvm0jOno0eqp/05z2gMy0tg52G8D2oy73rfKxJK/+Iq2
jFXkRo63ySJz1q32AB6SE+kcBqaApG2+ibieD9SxlcqzLxC2jmlcvoYJ9QqzjAYqdB9BtmLdF803
o/dBeu5FXexOwjeKTJIE0n6aamBwMwXV0BIrRHmnAuC6tFvAqHidxVMUpTDF0nrdVzYNp2eaif9T
Qj778SL9Nt/NFulqFLNdyRVxLrOSXJ7R0h5ougLAkbITwMo1bquf8QtoCZSA3FX6DS1w731U7TA0
OWXlDlRRrSqk0bjm2dWgD7Ie1laXrrTxKWa3ImNkuVm61H+WhEP2pHwEz0JuBMKr10FREoXlwfAO
4p/aNZRsC41E97VnNuVKkNeydlTwqPsuwlWZ6EzwEmmrKjpEnDkylhuZvETLfYY3d74fwtyI2oKK
PhlXaJTw8Sv+mpFIKFMB5rdVYbClybV06J78r8bXC41HKgd/PXXAvvrSwnTe9nbONsV0H1540qCu
BLlUxfLMr0N7x7wdmlVSkBi5tBWrg7zTJzJCWzJ+55DsxevVSFflKjCXyv/StGzzZZXRNIDoEkQo
3O9r4OI7ipbxQUymlmfh0P0of7J9sa9t3+RAAuE5ydZMoTVzGOhoRnuPKDtpFe6hoIr0/DkmrxRs
l5AkYqFBhl5Dlr5Ay/dsSSveDA7hwuvxTgpS5S6/dPYwGspMiCpGKc+sUtG0+pnateVT+iytsKqR
6S/Zu41+ru3N0stF3gtC6WFmuENpVqjXTIq1I2hBVN03Xds1ub14iKFd3Cx44DtlmivL83KkkLJy
Ap+BvXGMXrxNKz2P7+KuU2lVEbl5HwcbcUemh9E6k7A1+NPjo87fufUuZ1qYHfUukl1sf8y0ZvE0
8GiPpDPQQG8eTgIJTNTkdMHONimV3l1arTMj2wj2BE55/B3/j70pg0wWzWAg5putgIRKaJck03ds
ik/5WNF+k+rlaPIyXp8bHBd20nuM7TwlzQ/7mj/1hV4g0bKv/7Ih1f4oVpIkRFoXq6w1woi4hKmI
VlAGzEaNOe2a6NA5DLfqxq1Laz3R273Hk+YrPLZwIutId5WFMd0J37G2igBMAdAUvPJbir44b1w3
xFqiBNV56HS/R/D4I2caVdPYavgtyxY0LJh9qfzrVzOsIoZCTkHVkHyZrajKtokUSC72smi4MWle
+t4nyoe/8dqTvMToeqfaNFlTkKZW8WhWfn3fxRgLkQckhwmrs4/sTvXt17wp17syewUwSMytMfwj
tQGphVUAxYKGpjG/EFHcPboXHzDLxYV+43dsFlVnMbJjgEQRdtt1ZKvVpl/wEnfSftdjnXkleUxL
X1AxVna9Yw6hM5rs5wHUQTJNrHpqZUPGr57a9ulrAyqfxMZbjcQ0pbXxmZPC/IltC8oJuKqoZy69
qu68CK4WYnaA0DEoDIk4fVxkc7mVhCKR++fHp/SWMAo3mYL0Ih4E6E25OaVyKiPtWXu/Ozqs3gvJ
iSVLOiQR+FeVszxsimbF5KYCJiEGiIldUSNPa9T9ew9exGHFBofHH3QnYzN9kII3HT4HFZsp03e5
/VQvHloZq6/gCm/8fW92iPsQNdXQAGW2IyR8JJaqGkA8hHGfYir9jdfpEoDz3h7E0xKsjDLOHZiV
r78CaGU5L6QaexCc/U1huv7LmP1xKwAM3H7hnXLPFvpoFUWZ5ILFee6yyKOo62S/PgOPXf9BIMMg
w41kIeoPyHwvTC9/J2JQJ2QqQCoKgtrZG9BXqrbPxqI+C91G5d7UHwacw4oC8h8SeStBqqjqGUUV
rfloIb1y7z3IXZqenWtOzpM8SPP6XP7hviJBoMKgixLNahXkUQGtSCPq2UmWVv2+EgOaAmWQlRt1
6aF9pwQMRNjFFMwOfZZ2GUSNq/oMZWHbCU8S3Ny7sjqpSBYfFJ1fOGJ3Heqlvdk5bsXcy1kO9lx2
DbHBiN8V0JjNQ1RcjnVnqw3lIsJyVGktxdHaBW96N/LSOGHC3f9eILMV14TRzZi6qc9NgoJKvslF
Qyyo2+/yWjJKLaQVhzaAgriys7DXpl+eR6eXlmcLPqSNzFVoMTqHVUeaFEGxktBkNDwWlcDvqNLH
+jMt/iTDqWo2vGZ7w2tS0/798WfcMsBMpUBEyAJ8CssKvwHThUeJOL+XYgUTMCAIfgILuqjzKS12
Q0i0c/7xo+6PEmo4gcnRs2QnG9UIjYZUlmTzS0dgGvHNjKDMJiITPLFWTqfz4lP8KGiEIoNLb6OP
YdcWBtKM6pQZGTqIaY6fTLaJRFvxafDGHdROz3Lr8WT8Rn83XwDWUSQIVNzuymxN+El2na+S6sy9
ZYb01CEhWPMxEVmDDTZ4pwDiVK2AF656c9iAW2TlxijJh981XlvrskQdLHiD4O7O96jUUyVYAT7Y
dsfHX3nPIyKn938fOTuhuVvwWihhmsqMDAUNcLsmmyJHmdajiBofG7ttrZr2h8ZD+QBU9liWWXgl
cQn0TasSVyAFQZZM7BH9Anho6sNb5Ay2byD1t1CvunsyLkzO9kGjpBHYq6rqXEfIJuLh6rv7NNRD
ZeExcKeAeD226bFwseHKJsygPf47Ng1UI/m2QVucoCNrb6AvwgZz6VYA0VlspKCUfjyvdxdxQvT+
trSDGPLadJzGrZI3bXVW19yh82JajrASNodYWbhAp8v4Zk9fWJotIDd2uRb7sFSnIJLvUkYyvap4
fTycO2WcaSr/Gc9szTwh5FoRZGpnpNTOzJf8ExZWCgyHsJVTwma2v6vchWTinQgQXPUix8mcJvHQ
5biewqYLPFFpJdBT174RwjdG+bskLOyR3wfpbPqurMxcQuP2agCSrOrcrQcqGs13MXFh53pjFUat
x0/eRvjqkZTjKGu2NMDfBdrZrcHaPfpg+310WkLI39k62DUg9J2qZSp68K7HrZUSMrchU53j7jVQ
ILXdHlu0pQamgDd01/b/ZZovzM32Txf4cTEybnUu0u8mg7iK+pVHwcJxuLuWIhqCpuWUobNyPSZE
4OFYQ5r33Gg0cn8SAd0U0RIg+J4RTlVxs7AcEvzSbClzrm+YIQybs+cangjF3Bpk50ttZXc3DGA/
aOdC+YVX53cIU8oig0ixOZd6bPc6p4vfPjhIR7SllmiTNFQ7oImtHiIbT0b/GSzjoDekwgHQCkO0
eL0kP4/P5h3kDyD+yPOzSDWgyjvPg2mdq2pFljVnLiXFqjhzX2yje4ZGK7NGjkuhSEqj4VhkQeOh
S9sNGq8UU6SbFo1hPSk28dJFf28HX37QbLWVaNSaVEybs8I9BzLN4g3TrYMo0NWQeKJHAEdDOsNM
VMIL3Xp841cyxDZe5GHBNd67ACBgpKEtDgUQ+eYh03N9qbZt2Zw3CQrt4A6z28NoKc/DYUA3NJLr
sZGQdqvna25XLlzjd/zyle1pt15cPq5QqG3EYlV6FNVHblf32cLdPe3nueuCZNIEdIN6iaLMfPIw
ilWejE1zFhIAzfpdnW/cxoqrJ9E1F7bY5AQuTWkTDgc9jKhxAMWHf7geTNByqtKIXnf2Or1+A5wJ
kKwVgBUpyB93aOQcth7YaFTa6RYKi4+N3+SdUH8Q0bcBZBJQpKoyR62OfSaOeVy0ThbabyOOWP3l
HkD23W2zhdtgvnF/LcmoEkKUBTmgucpnGzduFod84zQx4btknXfszg+hJObXx3CwgZxdmNj5Jvlf
gyArnGAzaN6buSw5YPmwLtXGYXjkg9E32IrVgn+/a2LCjaP0DkzOHJQDKfE4jbSgdeIElV7eR/PL
v3Tuv4NA8yHgR5KGQvjsiSdrPpMmQdk63CibjPZUCBHxvGJhHDdlh8kMICRYmqnPkdWE6z3YyA3X
jpOZUpdX5VZdqWt13b2oa8/i9FRnDMUIoGlT2BzVVpmd7xvbt3jSwd8tbMj5RTN9CdByIiuiLAbW
79mAuVGtRgRLrYNCS2DhRaWCjoAkDOSSNj5rsVs+s5uvbFOh+vHvTasa8jIQsUBiBt8xmwQ2DtVS
i3pHRiUhMIZdBnX4cN88R+JJqhyxsVt+J/NPUmqEezDtLdifuxyMXAW2CulRAZc4tItm5rXcL8Ks
6J0g8GnBAPeonlGNqkS7UhZersK0ntc+Z7IloLEDOA7gQ2frrXYi03leA1sKS3C1auFRbHciinUM
eprhz1H9UtpED/GCk5VVIvq0rf+6lSELJRnKV79aR/lLV21i9LoLm4hbZanhhiSvqcytAcM9cfVa
zgwuAtqxEJfunluXef35s5WSSrdjSgVTVSs2jx5YjqDi5z1H2k8cEU0gsUbjj/+yOziAakWAKbBB
Zxsz8EU38v22dyJVryurMoRmk2/aNS8a+WvGnQbwJGl2G+2l9wbowP9iHSozeFwjEtHmgSt6/WuF
HeveacpnsW9oif7jwSU4zsQF7FHgCJ9bqVoiD2MzocFlNOteOLVf+I5pYq/3jYZeaFyJ8BKINsXZ
HpWBmMHDsmcdNo8YmvNiglhzSBecwPT6uLICBAeA1mD8Z9Engirk9UkoMp4ZerRkO7EaESHeDYPZ
sU9caDye1JteXZw22EEN/tcOvPi1HWwjNwrwn53+oJ2yklTr3q4oysGOu1UZUnqkXSfb7XtnDxt/
HXALvv3mRvw1r+DiBZBqSplem2+VFsp6GcxLW6/fBZ2RB+8th3IiNwFyx4XR3pQPf0crIoqFf5VE
IDivzQ2N3OM1AnNc7hScpRRWlRqJAB2mkASVQusxt3yIKFdJvgub5jMoqk/oX9FwWBVLbv7uCgM3
KcvYSHjIz2ZeGKM046Zv6UuQF/fxagx3JfMUCYujniZxvpcAjxRkHn12cO+zSR6lQkThNOAcqTLE
4Zg6YkpV5jl55qf6vo83TDnoXnPoGY4AxKRHUbIQst9bZjQiATvDI1cBOoHreZdVN1e6POacuPsZ
tVUdH/kGJlmwz8eOVLALYc9NVnJaZ8yriqYQ6AzIN9dYNqRR7yosiAbBh0JeNlCw+TgcbMduQU29
fW10gL3JyUcTpXV8eXyk7q3rpe3ZbCdCxWueP53cft9UL+WmAOi/HlePrdzg836HqEqAtSG4m2pM
11PahEnQ1UrKOTuMDeyQ4grvHMjbETOjK5D9r1YRGKJthyORMRKw2Z0FA399Tl33A/lZpBC6ebj+
7wchhgKrD5Z6jo5qFTeMC9llHb0FpXJGnY/dx9vbLqIjbcxuVejxvlxtrNNpvz+Cbev18XzcFB4m
8/BhUCXVVEgf3nTNdgAj91HFOUplVOcEdA2xXFIB+fcwLSB3KBAeEeSxHd8TJV1rTwvm750xBYg8
XIoga7vh4EqG1kNoWXKOgJRmDHh3aZV+DLzSUWs/+i5Bo/K55yWjliBWGOlC5xTJpIT2+DMmnzE/
6RN3LA/vJogABlxvCgVtSZEv9pzDy2YWG0WHqvZn/sJHZtudAwQzj839luTn9gDFhxNDCyWqeTMf
VjaSWuURxzlyto84qKCuxl7DbbyHPnzdoQNglCwh1nvX1Fy9ys/hiwjFOzla9bIjJET2trJEe4gP
haPBthT6cEn5BWxXbGf9bqxSMiRGviT8d1MzmrYKgkssFjwS3u/89SwNfQ1mjxJHB7GC/zZuAhTF
RIsDw9bpB0yIj+fozsZQUAkELnlS/70hUAHuLYoZaNI6whuQ6eCg/n78+3eW/Or3Z0swyl6RCkEN
DvW/SH9I6NW1240qrazHZm4i86mG+s8w5vGIhtJK2A4YxgfeIPqgNwvnd2Ga5sCaRBm8omDw+5zu
6tqOe3/8+TeFOqz51ffP1ryWhpaVW/z+xA+p4H/dXly3NvEDmi3YunMBXJmaPSw0ocuVXIMpd/cV
GNIuPD4ey9JUTQHqReYnD1xJGKbf5398E7X6xT6bJQPTf78wEAxR00jTlooI+tHIuFXRbqQ3W/Td
/0y8A8uscAub+Jey9cLi6PppB+yaCPmhCipvGjlwBC8wgEP+AEtnDGa/t36WQFR3gpKrdZq2/IVR
tCgKZZJgmBCvkCnzaanPfx+v1L1LCT4G6SWkB/Fimr8xI0auon4Sz9qxu/TE0WzdkuYphIjcpluo
et05oFemZrsiDIJeEdMBUm7v0UYxxIDwmyWi1SUbs42htchW+AJssAWtKPH3zdKETRfU7EJR8brC
gwCdL3iTz86OHytszcTctPWAqKMADaxAUTuQJTs3r+ephezCzmy2oATBiwyuUcdD2Vr8tD1bWEVP
gNDul1gepl96NKLZnDFR7pZpgBGBjd9deIreXY+LUcxiQDyQpCwK8dtJRYCN7baL+aCleZqdETGT
yrya9JQc6Lo+AzoumgL6CtLnpcN4xwNcLch0WC8OowxYezn6MLTxns2viApGpy8ER3fO+5WJ6RMu
THgSuhVCBtz+8nrnbVy9NTqbXbgm7/j+SxtzgFUIdlQ5BBWiEzw3q/hF05dkOe8aQIgNqiHE2Mo8
zFVCj3cBrEI4QTjdA/D5scda+vnZAxmaRXkmJvj56id8ylbjAGn0xxbuRV/Anv0zgtlNrLocX7tw
AFPDfkawq5578r3WVicrXljwpcHMnIkyZGnbI9Pp6BKyJw3NnIWh3D0dEJhF5RH9IDdJmjhK/Lbh
wGcPDteMBOS70vlFXbc7t/GU/P4/I7MlqdOhaOMORnw9N7R/nUacHOHFr89Wg1UKqRga/HqGlzJP
TdDtSBCpWoqCbwr8iL+u7MzWwguDNqpS8LvrUAU+vqS2ZHIW1y2SId/1IxfjmTn2bhQ6OC2MZ4pd
EijCO/lKX1j2u273wsbMpWM92CwIMZaXF6TlgfxAvAIt79oj/PZ4PC5BVW+wffO5m/b5hePS5KB2
e9zuTmDZO+WZnk/QSNq87fXt+efx0O66yIuRzdx9NuZlF0QaQstjbIr2dgSH29JwlmZv5ulFP8pC
tcZoQrsiwXb9c3w8hnuh/tVWm/n5AW3JkNHF8uw23j61Hee5Bt8DWTBzf6NpID8DNSQPHP71ooyR
mpa1JE3KpCm6I7/RGHPOllj27hnhJJTVcMmDVW6OrmvBMhKqmQ9iXaquBoPDywgsAKRciCPuOcpL
M/NDk6PDbGigiKCuAgtv9ZW3ADy+t68uDcxOjFt5ClOPMAAUzE9x5t/+hOth6Vje88aXRmbHxM26
euhZGGFj6DFWRDhmtnzg1p5eWdl/uOcvbc0OSliA60juYYtfcVvXyuylcP7+kqAGqKAWBuTFzOuD
9wiszj30PUYNfaREtMMRMdHCSbm3vUB8ISGDiAyO9tued+FYarkNo9IVBLyA3gS9fE03yMbQnCIn
Ci+2gSzqy3+xiJyLCuw50u/zfP/IekOdQVbBCUi2I94661f9ut1TC8jDo6T/ZcyG9oel1brRwJg8
KJh6/s/sbGsMmRu6TKgK0KLQJZaEpxStb2C303+O4Hf7+UHnIf6sLBXYVAmcZkvR7W82dv4KuPyA
2X5hoYnaKhk+ADM9mrgCX15qPdopBnl6en7m9qcf3/CNH+vv4/nmp+v7xu4EUUHX7NR1MjvZaet2
CZuH03UIy+itTM4yOHNzUDOv99TgsNz/Q9qX9kiKa9v+IiRGA18ZYiTnrKzhC6opAQM28+Bff5fz
Pr2TQaBAda66pZa61bXDxt7ew9prxa8U/TpgiL3NVa9lcx8glf9nfXHtrUHPaKfD+tsbrJ93Wu7H
R3JM9t9PGJN7AedtFrD9FsBtNdb4bHbxtaFqoXWkhdkYtGDOH3aCYKlUcLm9t6uX59PWLj7plFWm
mjSwopLgQbKQTh7SSC3dCGJXawifV7N4L+2265VigJ32BE5E7t2Nz/2dVQTAVj392fCh5trj/NnY
4lXLu7xTrALGzDtZKBsLzzjEj+7zLzCM/RhD+jUOEK7Lie8JKx7OJXnkmuRgrvysgohT5ymP7C8o
QJPg5f305ecXtBo2Hl5LhopXZxr9V7SB0eCxyMI1dvFIrNwZ/zfE+/atONooUtmes5d8oNNBforX
49F8nDVA0FU/L0Pv9+8cZOWQAW4OVdgBbtkGNHRw/E+HP++yoJXsmP9e7d/f/2z6vHXng+I/IA0W
EB1LEI6hJwWfSxSB2lB/qqIJYjivfJ/u0q/NcdfuWy85xr/Z3vBP2QP4FQMeYGT7ePuwXuGwPzzg
px+xOEV0KnkuCvwI46GIDAyzFi/lXf7FvathLdml5/pxi1pR+par7wSQAnqOmHZDinQZIdWj3RhV
LVDSrYbKl8RQPgKpauMaroZ7hmaoiMEgRwU6wEsz1ehwDPHVUI76huHXoziOJuAZAcBV4cbJWw3E
P5taOBZ9VAxS2tx8BURNHK2v7Jj6Wr13f7zbFCBM3QPNzruzSwKyQX20Fj99NrzwNYMDQlZDVOZr
E2Uhbp9PMDCw5dCugXBQ4MIjpQOc5qrAQi1ytKalGbBHtnit2tqz5q+0e5npvjat/depADRZazyT
bbWsVpaGcSH0vwHAwz+X0F02mTMdukF9PbtW2O7j36AN4g9bDN0rL9GFlYVfK8yuGnTkba/Uek9+
Kr0/QOVF7Irpz/ynA12FnW52ma6fXtx2OYsC1mLL0u3FjcvLobANpKOvFeRG4sLYueKtTdFrx7hd
wvxqaF4Atm5NP7a+pPpu475fL/jS+mLBVVf3Uz1o46s6BALTD3Vn7GKeeZV5rDrTJ/ahyfUzKJk2
7F4/ILDrWKAyM8DGqJqLgGMs5t6ZHQ5Y0rwrhpNit57gAqjNKjTz+3R+b9wdTUAfNp0tC5odrv0M
KO++4348/On6jfdsJRTAzwEJoJwoBo714y35FOGaSaLbudtMr/bv1nwSzVMtDlz5MbyTAbQLL3hD
+8MWPeSKm7g0utiDzETcq5mAZilqFzpaGza9N0xRbUOckh7m+ZvSgSbo6PDxFw9m+jBqoCVUMk+w
n7N517EvG99EPoiXjvjy9yw8pFoPY4bTP72KOpjZ2c7xMPKQMAx7PiXa4+zplAebOKmP2PLaLEhq
QJ+AEtNy9FIUI6+1YZxe1ZOe+Lb5bLfTPtGtfVv9oM53w97VpLynBTj5X1zMI078rmqPuTgaw51R
+GX9OGmj16Wvxrwn5oOT1RuhlVz3rR+4+E5DipG2VgUCkI7Gt8pV0n3Wp2eF6WLjNl4NAgMZi2P4
n61YfAE7n1MFdJ7Ta9K85fGLDb5nVEExh59XO4W82hgenAMDsCdsQXlqal+P75T2mWpPTfGi6Ts1
+b5xJta8kw0YHwYm0AzHwNrlq2llonKMRJte3SJzppCVVe4nZm7+dGdH7JhV/+2ADX9orDoOVW06
KxQoSbSxf46FU24UIaUv+vQdMOYA3nw5UQEiOUjdfaAMPl/StE3bhjddVBQ7qz78mPN9fGgxB2OG
2T/WhD9sYV4RuBkAkQApXq4bQpPTHHd9lKuKV2iu7zLXL3dmMm8cLnl4FouC/wMkBASksoKzeEzj
qcVQiqb3UdcPb4kzlzvXVYwNI+7K1oHzlmAHsXNy7PjyM/aSTiDpWxE1FlcGnxhzgakDNpi/irio
usCiCjPuJ4j8FWeK2ZVn10gdd58PpLDveMwxxuI0hiM804W0G16jifwxusqqwtiysx+ORbVXHqsa
aIYmt8PMftub98Y45n1QK1r9XDYM061dxd03PqXGO595/dvqdPEAIHH+ynK9eSq6WQmLJIa6iWkb
1cugT4Ph9QYveFCJfnymc18+YCYJjI7UdpU+HIyx/q0znv8q5zh7pXFaMM9iFX+Kc2EWfiUscmdU
ap2G8wCSAb9usvRbmusqemwDOskYox/nnS7awd0DEVeASHXgefZqcpZywCnd+a4xG8XcpZmunIDL
MX6RmKrgLOadoYKPNSuehlIR7J5lCkRohDonXZiiqAiGghJkw4ma5d+EPfAfo93aR6rW8zf4wRwU
G7Rn3DdY4/xktCjqsC35AN5OIP+zsIBW10tS64OK0VTMvAWlpdXU7zqGp7lIu7b06l4nX0DkOPVh
yygHvhWDcz/TjFv5oZ9mTAvEPSh4B5XWJThb644HbouEN8xr6sYe2JTG7xlLuDj22DviWcMI3Zd5
Ssot7OYyWZR3CVOuUncTYtUgX5Q+5tO9zXSatvo4jRGIktnka/PAW1RayZjuVOGORRDDaTz3DQc7
WFm42UvHOzvDhhhQxB16jk+h1e4A7Y5ZK3/GVQHskJ2DTFKHQAowmRrIHbErlkkCvSLOEBZg2839
imQlgG653d05uY3CUTaDZsCPDVvSGOExugOrXRk2lah/97Fo6sDVRPdXqRKWB2xwMnDJjmASlMjs
9IzxRjjkrCyVg9YXZb/DEH8z7Tu3AULRKIqJecBv2s9TO6pqoMxWAgL1SczQBLfaRFQeiPJsDNQ3
jTNvRP3y8i5cCAaLUF2WszGglVu4EDoPVcrIPEYjqfxu3BMj3Q31X6XYAhsvawzyS4ICBQU5DfSJ
prFMUR0FjbJeTabIoYn2LBQyea7bkh3IoVS8DTXAuP3UUa9mDpJs8CIFfWwrO27PNcYZXXCcmjXd
GgZY8aDgErBQ9wZjH4K3RQg7GVNOOrOcIgPVad+wIeFXEPJ++yFcxKtYOTJTbC9GQDF+BJauyzM8
9X3L+8wUEbGtHaRQ/dTuTn1LUP2Y/0Kid8Nhr5mTcxWIRolr60sMuxBkMLlI1IgDGfzQxyYkcyoc
3rKZh0deCts3IEAf3l7j9TnCEyTbFMhEMHy0fCQKp7XHdlJElFXUDa2+Lw94b/sTnnMecAzEbCQB
8g29PLfSHj4ZckgIe9iLczu0E8dHTdUopZntJ4lZ3bmDMqALOygbid0ie/z4fJjgUFW4aEzKqIsQ
zh5RoGt0qkaqFc9Hi7CfeueM+ykD9YIZC3HPiNb5habUu9t7unJlJA06pkHxwsvquUzAPjk/VYFO
GdcNEU1T7bu1HqrOcBh79wlT4f5sgu9yeh06oF+NY8ZbaIIJSG9V8RYYbFlZljsgqXfRaULXH3Xe
xe9AzNm6Q8e0CPT8qj9whFeePZIBchkMFAhQDgQpf0N8uEoQxIsMlRg6YDgy63P8L1PilePwt85s
0++1jp3LXlXuVFWIL93YYgA7LZsAzYjiyJrJPbA6rV7QkO68mc3xjpW0vncS3r3c3tzrm481SQoo
w0VQg/HDxd5WmV61eq9GxjTfV3r9tasM898PKcExdbFtSE/QaLm0Uc1ZA+kZMUUi6bo7HYpSAc5z
9svWe/dweznX9wHIL9QCNOA/UVVZzliUxpDx1Kj0iOe16blWNx/aUpS+OXXTxn1YM4U6GIpp4M/C
i7HcOUY4nRA9RCimkNFv4z2gx7dXcx1yYstkNwUTwRJtvXDLkMtLZa5jRI2a1We9azGuOVjkmQH5
fkZEAHxvT0CGOZHEd8UM3fjb9pc5PU68/AEYjZN/g8loUQxr3KKxDHStIm3aWfk4e7ELvYf8l2Ka
gTuHLUhtTAH+F3XcDQn32Xz8b34AaNpR1ERxExLnl0fHKR3DLYncAbMM+ikJIWnrF2p9sk3xpqlf
aq0+MtuIqOI8qGPrDVm74dFXPjNCL6RvsG9LgfDLX1D3sD8PGtweL4cvjWbyE7ULxwTVRYwq3e31
rnxwGR1gVE5eF+Oj3PHJ042GTTtqdmpUqkbDEaILqH4Nprmz83Z8G5UsDlt9yHfMRn/JECgt3LZ/
/XxhLNcwEEdIyRygzC8X66STEuM0qeAc1tyzNWdDiFPeIqYlxQ/GlH+c0pXnS/8g9NHQonTA3nBp
L9YUVdSupUYZo+Rga4ydktgpdk6iD49FHpf3SjyiHsHteqvALJdy+XJif7HPuolCrOQMvTStF7Ez
OgOWWuipH3P3aabzG5dUn/2IGSX3KeXpa0sxW25uVe6uX1Jp2nGQTsoHbfmSggwjnRywf0W1ymRQ
gHrcd04jk+Qe4Mx+1u5vf9VltVlu84VBecY/HSsjg2a52cOgW4+eUn/PnXzXGuUDdBQ9ELOdsjQ7
sRqU+qOtbdheuT5goiH4vojFkBDol6ZFXhgpUWo9IqVTBnqeaOgSDSVOtZVvmLp+ykzTNgmmr2Wb
HVWHS1MzBlkBnWd6tIP0yUYwuSwryS38/Icv37CswjwbMn49mjhHEu6xqT85jNyJuPijZu19h7FE
Ja+PVZ09jyIN9V/jOHylbguWKCWMc8wCqYBZ03e9BpXsSB5vf+KVi2sidEdUJoNOPIGXa3dmYld0
6vTIMjA7S7if1T8oG/0cVEe3LUmXv7g3F5YWZ6kXSRmzEZbsNKwUUP2gDZkW5y+3rWytZ3E7Afoi
EAUc9SjPh0Ad7jrS7WLrWLlbmlKrhlAzhIdHSwYk85cbB3Y8t53iRo9Y696PzQ/aVTtntDAVuQEa
XzOEBxTKHmA1wXzgIlyw6DRhPNrRo4IWASM/eUUOhjGGSm5vnNW1e4DUErkcOrfAdS+cqhvb4Nox
EyOyaMcOiV1+QRyxRdC9EhpAagfrAR0BGMmgC3a5cRoA91pS5FpktHHij04/HttCS4TXEL2HMLol
QgLZpEPjSJEVSBuHM8JQ8Me63RfXtIeN7b1eNFpa0pOjV413cxnHdqliDmmTq1Hb6sIbWtHu0YTK
g9vH8tqbQZoYwgrI7kAFD2LFy0XnuY3XEx8yKgd6FCS+67r+mJCNyPL6fUAAC1dpQLwBVYkl+003
l0qupkKLch2sZpA7risLVTxxhhbZT3CKPRlbBKLXhxNtM8jlgeIeAgvwn5frKk13dAfUryOTMfGk
gX49yFlMTg7pRaSMZIvfZ+VroTtvILBDDxSrXNw6BQUfh4sGYV2ns3PKCbRcSIqZ6Nuf69oMQVsM
ubiU1AEyZxHO0AYN5EydzIiXJsSNzLzdjzz59/sG4BjCdEBd0VnFubjcvEJp8iFtYSU1S+CZJlR0
eF86G7f6+ujBiuTVhI+StCaL+ybsksVTZ5iRM8V1hNQR3EAIWp/qtt0Cq127eBxjWJOCWhinWUZl
bamJjBbUipSqo3urKvFiqUw9lIVu7NFCnt9Spd96vdfWJyf38M6iyg7CrMtdxAhxXDLeWVHWmJie
THtKoXSLCrPpmS1PrH8+GhiBB6MzfD6cJJKbS3OczX0lxtqKRFlbvjOIfte33RYpzNqipFAKUlHU
C64YW9wqH0SN+YLITpjHxYObg+GE6hteae17IXsHuQaukq4vR+1LEwyYeleSKHMyiAgMZnEkhTEe
nJinB7dDMwAERkl4+26tLA2DBZKMEx0lC5PAiw00yTS4vWlFOamGwElTdJnzsfJmze02TK3Er0BJ
SLpJrE5SiCw+ljFbeWPGrhXVjl3seTkrZzDhkAPRmj7q7SY5siLtD7NCDN8cdXoup1nbxGzIG3YZ
+UBJVAVVmIlCJtjJFjcwm4ZEHWJGIldlyAqmU2cmocm+kwLMeZrHNTAsE3QuPKN8sTeThrX9xnsO
0iRQGKDuIP/7pxi+alw1iYVqRWluY4i3TafATKFKhti72tjvVVPItdErBMEscpRLU8mk2ErfOyRy
CIbrz5bRTuMjnbMCSuvKMBkbPclrLw05FxTETdAmEdNeYmHKokhrE0IEkcKhxNwUdvu3mmJ1Izu4
XpS0gujAQq8QMcsiomwFUeBdVRLpjdP81AfX2BUG2l1elrdbWIjVFSHO08GdAhe6JDrnNoB9hQJ+
SLdLR3CNGu0IAUbo0Zobj8KqIZBaoJkLJi+wMFx+Ka12LNYO+FJ4rNlbEdvlAVLx1QalxJK5BMmP
fN0kOdkHusNZwABbioYPJ1kcWYnLv7lV6XogG1cemrEZTv1oqedkEtqJTcocUvDO73Kqlvu2LPvn
WiuOJqWFr+YxZJVpHe8dZTB/qIA/fqXVXD3Y6UiCoenyPzZaixtufuWrQ0UTY6H4FCA+W+oh2mOD
1D9r48guk9jnCcqppLRerGITEn9dT8Dl/NATBFwSdYVF1N3bEzqwlh5HHZ4v6MaoafqN4K0GJSlT
st81J/Ur5FNrqMuQIYXSZD7ytyG3tK0lL/GH8mshQEU4jBOBlviymcMLHfx5NHWi2KE0qKg6vTZK
6naBk+S7mtrxYYD6dpCXCOsaMBuF3RzfZ6XbPIzpmN8VufNmNtQ4F3D8G2nqyudA+IJ4DDO6OLBL
xTVV6we36xMncnoyv5IEbUleJtWTQLFl42pcP4rI5qDyCPVeEBlhiO/yanS9rHKxKr8b3dIn5W8D
M0NNj1lXaCj+q+gVttzF5DEoikDdB3TkkklyNpK2t7hd3nHnnriNpwnwWP341wdXthxQHUQVHX5q
WQzGUtBdy0FnLhg6s+Wk/THBouaTBDWr25ausgGMA6M/iVEI3BvwKCxcpZG7zEgTXtzFeEwfijyT
pdfU9ovYoidcnWF32558vi8eVglEAcESPhi6g/Bll58qlVrdPbrrd6xUzZcZZZZgMHtMw6fjXxF3
FtApnQi01HCfdXViG9avsi1YR+COQjf8A7oTi9X2ddwZTTfwuyFPzDvKQIVU6dO0b9Pub66k2QNP
1cZP3Vx7ub3sqxMqDSPQlcggvBXL3p3Rl0YiSpffAT3oCs8wEqh4KXGcgMccrCPTrhRd85dW0/yv
txCG4aBQaUauh77PwlVlEMUYmJZWd71gwJkgogxxnDLPKcZu49W9Dt2kLbC4AqYIDwzY0eW3pRYD
qZsBjierHuOANZUbdRPCNI1r2qNI1fTdAeD+FHcT0Gl2kumPmjuxw+2dXsIEEVPgV0g1BjQRpdKe
/BSfgqfRSVJAGarqTmgNeTEVwFZUa5LoBRtqvzpUuOg4s50Kks+X0uqt0ctANPY0867whJuTE6D6
9q6L3V96IthOuKBJIA20wPKu+nn7t165yI+fio4DGi8otC29d5UNlltlTXWXx9QMC4hSM0TZ+4o5
xq/blq6CB1iCH0Y3E7hB9NwX2THaPrlGFODghKtlQU0G8NuqU7nhh+X1ubzc8nbJ2T1AVWUb8HLr
M6eN64zUBjqgcZcH9cB0VH8bUj51rUpHn7DOmo63V3a9h2CAAB+VDGBlWWPh+5GLzwVuNYlqUyTi
hdU5hGYY8EX1QzVxaHn9qzkTbWEVJwv3+Zr0y+qNUXR94UT52ANoZaNr69yBFVq1vExNk/af0RoS
foYbJRX68Iota12V2bS1Mjt2lOg5tM9i1aHDjoG8M9mIzK/3EaQ9kmUJjC4S07u4vDgyoslZ5kQT
IH4+xi3SzANULH8Z49TaIpa+Po6XxhavACp4qcVA7RT1wPd4yKjAcTpR55+9PVI3gPhQEgL6BuDg
y+PotDwV5aDYUVYP+t4QDaSdcYoGLzMBGB9HKDsQq8MMa2OQfANkdO3wEYai4oXOD4IFhNSXttuY
zs1opW4knCmohvicTRnQAe2rGLR9rbzePpUr+wluMNCjgXAdQ7rLWmXSzXykiBCjvi5m25sttVD8
ziG5uxEuXJ0SsF8hxwGNKkCYsmR0uSzTqTXkIBWPVJIfMhvvtd5rSujqW32zLUOLl5rUjhEzi0OA
jwyQvnjn45NdZRtvxdW2YTXIEFULfJNoC3zMwHx6KuJ4btMsnjhgQx3dUc5fmdqXGxXeVSMfcCsU
zjHYLP/7JyNNqhRK7EBKsB8yABmtpM/u1YQxtuF8V+2Av/Z/BeGhvX5px3ILlIxch0dTksXHsYQU
D/rKW6zBy3ONVx1nGmEMQF2YQ1j2+NKudCQ9mXUms19h8LDvqRfTsLHn/ZT8o2uHLcD0QLymS852
YPsvVzSS2bYqK7bOhfrodJNfB3bXBbdvzlW48GGEyIafiwIIYCSXRuZilpUKl5xVShRgWFP6Jkyb
vQ1IiU717CbfOuSqJwGM3j4xROY7Rmt+VXuSPJGpgRaf4jCvMZP2xKqi8afS/M25a0A3j5oJ2QgY
lvGr/LGYukBy/kHHv0xxkd/F1BGMnJM3uwp31l4Lh7vh++0tWU7WAQCC3hQqDVBkRUMC9dnLLakM
MTdOWThngPtKPzYZx/ylq/jo+TR7dASngM0NdBam2gmok+X3pMUIgtIRlqAk2Mcnrjt1GNs8vbfb
Nr6zlYy/NirvnovSqYJxHpW9EGlMg6ZN1KDrNLf3yNxLHk0b+G4v1YDo3fBcy9gEiwKDoQ1oGTCf
qJsuHArA1aWYBHHOZjEjMdxrentU+h856hu3t2/L0CL+rNQZuI7Wds6DOAPaAL1Vwyuzh3x4+y/s
4BlFhRBVbTQ1L7+S0FnXZSbs2NbsKYKELst+VGYdTsLe3Ta1cumRHv7H1MK1zKTnapk6zrlz+8e4
JG92vevmu85SPV0fN/zllrHFh1Js0KTpYBI851hWEtwpzfOh22LLWPtILh5EkA0gU0CZ6nLz9KLP
jAGob7BMC+aPRsmOLW+cgzP396Y9axvfaumb5eED/MPGvLycqFySoKuDkcYah7mxcScvJ6wPGj1j
GydvORqEDAJSQAjgNBtzcaC2WByJHDUv6tp1Go16VkGDyEpiaOak3fC1TQYbQjb2qP9sx1b60rlI
J39qMT7jq5PezX7O3f61d1SWBk0CCm8PdXUjMbyZ56bhGcksfg2kLJ4Ig0h2yHJTjxE+JYb2W60a
6GWoc9+MToCmD9LZTE/qra7YlfMjGlpimPaFS5LI0MXFKg1zEha1lDMg/PWXwfbIAQpkCoX608ZG
XmWy2EhEuCBKl/MfNsoVl8ejaglljtMnEagsu119X3vslxx+LR+qrffn6mgAzIvGpY5SGZLvKzi2
NvdZbGtTErkUmJzBeQKi/2A2kFlVmeJ12o+hhrqLQdEZK78K/CuK6272QzgrW9jNq5t3+VPsxapL
lGs0no1J1CmnEnqmel/vC7DfjpD7Utj+H33KhzFMSEE2HhC0Zb927Phspd2cRFnxNTOUcJjfh/S1
gOrIMH27bWoZS+Jr2qpsXNn4mnKo5/JrKl1uAI4ukkijdaDHpwlzDnO6wcVy5VEwkYqqB54X5L8y
pLw04lp80FVuZ1FTOnd9/BZr+X5MQSDcb2QWV/AkLAeWsBaM3sJ3OQsHObhuHKeQyIlMTTlbNh9D
A3lGVxv8Zawx1JdPfAoLzUp2JNHyxyl12t2cgu98TJ1hj3kc/UkdAVvnGkLrGpHLY4yw/qFnxjMf
MDgKgPK4yTK/sj0QW0f8i6Et+QlkXfBTFGzGmB3JxoxGKUZvzKOWRJN1RL+3fHRPWh5YP9s/cRzs
4if2F7/59veXf/bnsgQMwjYyaPhffJxlNZWwOG01NCaiHqLd0A/mkXgCvYJL99MIIZ3bxq7AMpfW
riiL5wwQ9tqAtZr+SZP6mFVzoAtzDzezs11MIs3nAUT/7Ct8aWGLjbWumkdzGJMAUoEL9ZjLja4x
/tPMqkUjrRw8s+YApcVoX1qDh1Elr1YnPAvWo2V9T5qvfWsGKQVC7/YWrPgR9/NPWFwFruW5lVsE
+z3/TOibPXfgPw+GTvWNLaTVypsguaKAyECfT6b5l6tNJ9sEtxZWG8+HsX6fYpCbDj9KTDnqyRcr
7zdyrOtTDNYg7KzsACBy+Bjd+nSKR2Z0RaP3aaRl0eAQv3HAtAJMuFX+ur2FKy8QLOlIfwDtAlR/
mZY4cZboFBF0NOwsEMjVd4VX+ymBxFm7cWCvvSOqZlILAZAWvK3Lqu2oVKrDTSNFRUuXExdQRPlS
bhlZ0kkgNIEVeGFZi0GRbtmSpVor0EFMsmgMpyg+Ef+ZmGESKEETbOm2r32kz6YWcQItGGZDC5iq
+V9F8ZMn5p67ZiMTuxpUkQsCoBg0UjpiLmPZcyJ0bjPO2izS9/Wz8U0NMY3nNfbuqf5VTJKu5cvt
E7H2mT7bW0SseT1bOu1hj2utX1RBkaL1NG+VN69d5eWqFvcpt+YWGnawkokwC3fAOGlh8+T+3dRZ
uQ57gK9HmgmPbKOAuwzAFTsx7JhYGWZRvtpG+agmfM/t9Nlp8l0lXD9jrd+Y39wEXAJO1zyIWXmv
MYeq9Ifb+7riMJFBITFEag1YApZ/6UJqhNGVXZY0sh+0B/Lm/CHBbx6oBwh44q/bxtaO5mdb8iN/
8h9imitXwq2ilp0qHQNN9q+m7r1x2uKIWjstuM+IEJBwINmVfvOToSKr07pwRhoRhfoMkna9BWYh
uhHzXLWf5SXAqAQK/lBllZnHpRkJB0hYK2iEhvMTfSQnYELL5/IZkgAR9HoDnoNr/tBveKy1XZSq
JhgnQNkfJc9Lq6nJlVSYJo0StfegNuRh3NlDjWYwN0KtVa8l8X5S+QAcOMsg1UYer+GYZtE3a0dm
T5xHiHcXYXtEArQRD6+ew8+2Fq9mJeikFQpsjSC+dL0frfcVUQJICTt/3Hig1y7fZ1OLgLhtQJyG
6nAWtaEV/ld/OIBT6CgDgYPX6/LrqNqgp0mMGYeWdmCxKkdPBmbBv18kYHL/v5HFCpAdakRMDcJJ
KGGTqnuoDO7l7lPSbJFzr+4Vqvi2izQNlbfFYdNBOOK6eU8japdgmVHog6qAj+v2clafe4CvEFRA
NAtl/IWVqeZV0xS4r7M+TPsm1fBMusIKGgCE0Z5wfs+KoaJnahVhxyY3jEd3S7DvOmpDjAyIH6gi
cJWRw1x+N6TzE0H/EH4ws9JAcZ1zgzH0MFWN97mtrGAykVvcXvaal3LhPTAhDB49IGkuTcbCbKY4
lxeZunsUa8QByW/uU7DabmzwistAdAOYA/B8mMVetsFJpfb1yJI80qx3jv1DSGDkjS8Haf95SReG
Fh8ySfu+MqlCI0svQmDUT/FoRSDECG+bWXmnZa6J8RewjMgRyMudSzClP5RZnkfZ6NZhFbNk9Gbh
/iIUopJoRkL+GozQXsecMcGU/7gJgVr5dBc/YPHphJI1SG54HrWa+k1X1H2vWg/FrBxilYze5Jj3
lBhf66Q+zFKzDC1O4CdpDf4ZCkrXqSghawpkcnB7W9Z+FWpscDtoc2N2d/GrGAcWD+wOeZQ2kFiY
aFiIZ7uyNiqUa4cJ7TZ0nVHWQ5FokcvW1Eh7YNjk2tu7uv6ZGg+anh1cFGr+fTnQQ0MpCshMOOzF
lcxQh8pUt8ByjCbUTIwH27/a+p9bOiDk/2xl6bB7wx7jtsyjPiTAQKTsi9b+5Zix/nJ7NfJMXqbh
UswGmoAusLXATy1WMxqDS8dGFJGiu8xvhoojJR3D20bWTsBnI4vFzFZXmQlXiygtQOyqM++/uN82
ynUohWEGHOHP5cUrkwZ6zlaF56D9phdvVD809P32EtaOFzpRyDHBIQsahUX+otVlDEKJGiaS+zJ+
nvJjHwekPN62svY1AILFYwNQAVR7FhtV97HVTBY8ogF66r8YXmt9y8Kc84bjXcuTAIz9j53FS920
FVdGLc2j6luBaFBJvRiCx/EQe2rS+U2t7uOyOBVV7Yk5Kuz0nmnmxn1de10vfsPio/G26CtbxW9A
EYz9QdeK/HW+V+fGCVIepk+3N3blHZUKAnKMGXh51OcuTwiywqy1RppHXInmrHyYCihXtocxBxVt
tTWatXLcUUBFqQDq3HhEl8j8vsnMxKZaDsls4XXkPYG4U2FbG5dq5URihAfoWfT8UUHTFidyUOp0
jJsZ39D5pUKdVEl24KHBR9zCs64uB8VgTIcBsXYlfEUTp6/bSccz3TeezhNfiNPMtjCPK0dfNlHl
9JOcozQWyxlrlrXUtuFWHYLTmPhq2/wXO4ZPj541sDsm0PWXh6AYW5p0LcmjuvmdiadhABMZWAHz
5uX2YVv7MhjMw9g0jhoCt8VTBFEMCMdZLpaCONgYU/AEJb5R7EHVtXGR1z4NHIXEbiLhAz3G5YrQ
6IFQaJ8UkQVB4t786oKpx6b/ntlJVyFxvJLoZIlxz4d6iMuhhRGSeYkTusmDlt7VxRa6ZCV8QitJ
IrlkMwkI28ViMFUytSXstHnsZVkeNk12zEkN+dVo4Mkp7Z0TBiH2tz/WWooHe5hswbHAi341PVb2
zSxGDY9TpD9hYqD31D17cMCuEvR/hhyQvI2Pdl0elfiJ/xhcHI9KpRiwyqXBVz0sAuWLCFlobLwk
a0YkOg1oOCRJGCu83MzcEmpZDnMRCe0xnyBcr1fA++3+mNXXjf2TEcIigrDwKqJ+CJw/6r2LW0VB
2g/oolFgWMUrQwdyOTuo8tpv4i8k7uatnsXa3fpsbXHimVrVCuqmOIxDAlT5LzMB36Ta+tvFUfkn
3VqXdFifqjWCJ1pqKSZ2sD8LuzhMP/A0sjHsiM9zf8jPGd21VdDXp3x3e0ulq7tlWd76T5YrYhjl
5OqYarqr0mgK2z9t7zm//m9GFrdtSITIEhufbWr3P+jP/LsALenzbRtr7gmD0EidEfwDsrK0oTZp
785FGbUd/cMxfNMKTDORNvi/mVk8HUqrTumslGVUtdaBsfQoivmHbdKtsGltOQgBP8DqyDKWjhBQ
t9hgIi+jEVPQXo/xml0+JrLRYG1V09ZeQ7wfADlJXkWE5pdHAKgRAKA0VkauQYmvxRjUJdC8vr1v
K3cJkHtkZMCRojC0jCCmpHHdUcBHoLbspxaIBFrdR2sUmLgNSx+p7+JIYxL4f0i7rt3IkSX7RQTo
zWvSllOVJMq+EJK6Re89v34PNbs9VVm8RfTdGbQBGlAwXWRkxIlz4PQ4FO9RpKGOraKWatKqQ7KP
2m1bB0Rq7vjkpczttgDy4ovttmP4mfofKD2XnKSPzVp4sTjWmcQHyZyZR4eKrCOvyoWhx3bPWUfB
o60Ird4LdX8tWPrZ01cjRU0F4R+Aa+iZvFy5oAa3I36le3AvWqI+GZ/pFqJPREDeOjMlPUZ55fYy
Lk/umUlqs0yxP8ZiH6aoenQWu+1N1gxJ0JATty03g53p0orFhYMgswq6xzU8hoD5mHfvmYPiuFzS
Ohau0UtSOwcfGKpTTHC6PawFLwh+FnEmj5vXi2YeauUCfR+Nl+whYIfWXXtKOL0S7hvvmalXUuYL
lyXCWjB3iOg/Ac8T5XAbMDOXUozTloH8hnSpH4ESMErtdBSHTdHiPZmiB/MQogPzv5jJWb157jmY
EwrUNY1kDc+n+G+viPuu+93uo+7vASRoNwNeHTV+uBIQp10ultB5eRH4QbBvm88CMHxWQitku03R
uqqhEH170RZ2BjKyAI4A/za3l1HnHBxmtcxMY7ifgkLPym3tixDcXnnMLZxlRIcIoQHgxXOczsuC
5DPlY0lEPUy8T6fWYKVvWUNN4+/RI3Of1792qG0RKgECQxHlMEV6kD3FaJmPKH8AqHvFOy7sdPh4
1N1m14g9SAWEKicNFWhrwz0oT00VDwYjlDiU5jkEn2n8PnUFt7JMizP4xyIww5d7Qqw5oUDfQbgv
lEQX8fzno4cMHKsy5IT+iw1xZol2h0kRZVzmoaRYe4BS9SwGKH8MrbLySFnceGd2KB+oteUwUwaG
+7REBU+IDCnFM3KNGGQ+K5RzRyCD9IwI6CASdNRZQv+aF0tqBhBFJQ22xsVOJ/Rrz9RlI0AmolkH
qER6ceK+ltg+QjYLVdhJ9r/BqP3r9qIs+DsM418L1KJ0vh+3CQcLMVubifgBBl+9YhWH4Q7gLTDw
tNNvG1waEl7CqMr/PPFpgoRWi9ACLMMgSr3HDMwI7Fg93zZxvQGE+bYFkGmGaGDyLrc0OH+8gUvh
w5lC1fMgJk3zOazVRq4nbjYCariZDRjYdMpIVyvx1CJPvs8Lz0o06S4SnkJZ3AXDcAzSBnQtinN7
WNcnFdB+XBCo5cIZwadeDqvyGFEDhjvdo0mbdLiIhpOvul301w7h0gx1fMRWSxqmzdM9OgjAr6y0
d1NxJ6+h5NYGQ90OYeE1QZUVuGdlM0mkkIQ1MoxpmZBK+3173q59KgY0F5ZQvVNQJqYGxGtMokZs
nwIRdPTC4rkBt00x1BgWMLSBbNy2trQvQDWABPosX4bGhMtV8tiWQaEAkXQQobIfIjnGDM+l2Ohl
1Xyj32k9KXO13efTi5IZotm5SZFmz2N8pRnYqWj3YhJVRg2IpgGmrtwR2mGNK2jBFGIHMDcAt4AA
nn4mKMBW5WPAdfs49CCVNCSvA5RZrUmRWvv2NF65CVzpgEXMFB9zKxNLXYSVJ/NMWXbdHiVVg1EK
I0hW0iLzT7hw4JcWaGxE6iVyXRUYC04rQ9qWbU1YrKwpixsH4L1IZ9iKt0Sp1owhHrin2wO8TjbN
9nHFo24K4CvUOi43SqDmXIYgtNt3XyJ/L+obToEkUgaMJ5gz9UqvV8Z7tTF/7CFhgjcXijt0n5Oa
5nJcqhjvUOv57wBoKPDQt8bErFzzV8eNskONqyu9AC2fPOwMli+VROFd36iEO361KL+4G5V/R0Qd
NaEVI97TMCLs+PIZxLKb8LcGnavKDPWnb9aIrZU1Wxva/O9njx3fDwOI6cDgYfo6BQY0Flcuxyuv
OM8d2L+R+UTVGFfYpQFE7H7dl5i76SsP9UnPecO8ve3WLFDOMC+QcUznXVDLuwS0pl4tgdoUDMlf
t+1cv0SpoVAOHt3bLV9KAo5X+BDVRlidRJE0zt7rSJEQaEO8DNAelyB9+P80PHuWs0UqpNKfEh+G
pSOvFZCp7a2g1F96S2AdaftWfRRkZU4X9+HZqs3/fmZxasqYCzisWsM+x8JB9J8TYYX2Zc0EtdVz
L2THMBIxm8KpGz579ZAL7ysTd5W9pVaM2t3ALU5pOm++OEgN0H5pgS6+FjWJjeZBy2yPX3EUSy4e
jIhoSEf8jDcpNSawpEcCuFe7PRsOhPVwGQtrKmlL03ZughpSHaCdOvLDfs8PpN/Iu3Dlsl8bwuxz
z1YeYgwZbGAITfTON8eoe1hZkzUD1DUYCBxTl2LQ7z1kH4oNGgfK4E746N3uoN6xu6fwGOnJ/W2j
K5NGU7wnjQ/orOL3+yQrjZwr9Rz4xGxN223RCvg2QHQ4Z1vU+d/Ppq4IwT2QZFgab9B5AiBAteJL
l+47kEz9MUBtL5Do9EndxP0++wXshh5Jbp3aXWdWoS2ulSIWvR2eaNAFUVHsAznM5WiCLPF4MAn1
+5F7Z2cacgsZKhIQSKyquviORVoZ3VL08sfg3CNNGezioamU2aBeCDob6spnA5aWHtIyyJCtbPPl
qfzf0cHY1bXUxr0a5T0SmeO3Rsjw/bGC5FzYDSBCwhsX/RgIj+kYXW2VHs1s2HNFdZ9FbhIcxsi9
va0XBnFhgrqQ8rwolBhkp3uee8uTXziuZX6s0f9/4vKVYztvLSq0vDA1n+qzvc23BbqOIfGyT5Ma
iY4PQX0boCDCrb1Bl+2g2ItS7I/GxaWd2bn1nYAzhC2g9aqeqUjkQRlG1NZ2wELkgxH9a4lydDMD
BjcqOExNHukx9HrEjDFjQWe8gcgrs7fg80AarSKlAhFNDViey1H57MiPapH0wLi3JBMn0iP7dXsv
LE4ctHt+ntHgM6Scj8QJUxMX2NA9u01L3wJlIhFlRxxS57ahpXlDwhoVZXTBoC5P7QS1HKReTNoB
Tf8tCYdNUryo2ducX+Pav4/vkR5HeX7Wj5hxIJfTluRRH4ZCPgAn37k1QzLOLEodeJP4r6FJINI7
t0QNCrJ5fs+K9bCH4gGYqIQo0NsqW3tIX6OCZjOAGuAXKocIjC8HBLonX5FCKAg2gl7sWdPLbZZx
BplMiV1u8rXu3CX/cG6O2na9ColTZsBSBUK8k38xvG+E4wvvmxxnA2X8l3QueO9dDI5arRF5SW2I
MTipi4w0Z0kK1ea/5D4ESA0FPdxKwAsDSIN2jssZjDRmyKJ6Glwgu6AnKGXiRvXltcIFNXFXVqi7
L4uDJBQSaOpJr1Fvg0ql50Cz+ABRPaZ/vX2c6IYG2hbdPSdHlZAyNWzFzJ5J39QUpGTv8juf7UNU
1ZqOBLET3eXDIz/e4WW7Vu2i0XL/2EcxFiRWeLlfFS+DUC0FcL4NLvrDwSxnpJ1JwDEnbaIDun5V
6/n2eH9wSGc3yZU96qhlcqaEWOTBFe2keZQmo4OQpgXF5gy1vMzunfETv5zQGvE7s0lsQzZvf8KP
DOGtT6B8ZTfnnGoJsj4q+5aoxwZNPnnWmXnk1GhZjXYKGi96Ljy2cWNU+ZvcfIwA7U3ZBgVDXc13
cfA7L00ZYoPDrikaRCcPU2bHtXSnMtA7VHu9YE51U24amdv2Yq+PK/WA5U0DxJKKrD/wB7S39xpZ
bttAGVyoS7C6Z8//VxsIw+LPQB8qa+DtYGvcnjfK8/+zcoDk/bDUoqRDea9i1NBjyTODOwDmJhpF
XqKg449iSHowORueMk7gfEPT+m2zyzvmzC7lxobSb2Qxlge35vG674ww6y0J8YHonVDgicXY6pkX
rrD97tBqm94HAZhGQp7IvWQE8msaA/Ur9XoIJc5sl698Hd2w88+sKKjkghVTxqOPClsTFeJbU4el
qMSIyOGvpLhDfi9RUXXagKNI6RlSbb3VogPNmvqP3Zl5Z04lArJLPQQTRkQTqo/VkILOimSwv4Bp
RPYg4K5mhqeNxPcTyN6ZjLerkDPgDkXhImvBgQNiakOSTsJOgVi6fBrzbQFm5duLtjQteAUBdIa0
KphC6JCnk/tM9gq1davhLoV0URE+YK8OYqjHXQadQNcvSD/u1+TRF/YoWrQE8AGirQW0QfSsKGUG
lTSmcyf2ueZye5LtOi+tIUtNof+7B8u8ArAF4jLwlKC0QwMFNC1Fq4Oodq44HAsxIF3/HDOWzCMr
v0OvjPiwMqVUNuMfezN+FHAW8M7R9KadyGTSxAmdO8Zt/jgMPm8WsIsWb1Fn0SZkCgmEbEIs5iPv
98o2yaBfefsbFi5GkPQCAAQmTTxsaFHoQkwSvgq1zn1QAx4ZZpGwaKJkfiVTpSdrXbU/BUfKTwMC
DEwSfBwLKknqqkgmrWWyVO7dWB6zu0mUmIdEaRioF8a+DAqVJt8OLXa8UFSj4TdgW85Q989GrTXD
ceL3zKRCZFEWRn30QLKF8LiwWiVS9bYp210bqk/QjRQMhR9lfVLA+N15RaaXGpwZRG4bU4D0Z8XV
hc20AWcxPXQ/xbERSQv2bktkR6SC61aAv5GEclpx8UsbGT4PVCCogQDQS23kIWBLP0xjpEWS7AX8
6/ci86n09115VwtPtxeVztv/bCwAhoE4QH0RUmNU5JaoTQ9ulrx3Rc/UxA20SjcaB72toCBF/92B
dBBosJex7vVUYYAqXiuj07Ci//0AhMWQ10UxkEZZFl3rTwpT9m4pWt6g2m0ZWLMEbJEbID/cVdMm
C7cpKvmy+MW2j3kLguNSBl3Maxb5p9uzsbTFZfA5Q6sSqg54Bl5GmFI2SZ0oFb3LeO9l+zVqx7gg
lUyU/G41QKdSHv+MG4Un1MIB3Aai+tIWyMbSPsja3uWb6BMwTBIrMmKw8Ch/dUyhQwG45VfQQMuL
fWaTuk39auCLnO96V/CYL0G1I8/OC1yh/jZPahvwFmNswabDDcTLJoNvVtFy8wRenWr0sWhzqZkF
i/TloKeiAZsl1/RuKu7EaFO2eyk5xO0Rar2NGQ56ji6dqthxEVzoZGSHaY2JaXGFzz6AOlpVm5bi
OO82IWBMKUnJIGWWdxJBHt6CWkzJxJUYf23E8wedJU9whctRJGOZo5G7G7h6U6baXmrX8o+Ldy4O
8J+ZpZ4tTA8JNS3CzI5M7XBxabB4lRfyJmQGAhk7ZGtmvbfAiiSSSvbtY/Mf9tUf43SO1Rt4pR9F
DLJJrIMs64WJbLv6ak5Pj7WzEnQtryCUEXHVz5IN1B5mvApJ9hq2lPStZJ0mfsyA7xwfBO9ZWzG1
PKkz8aAwW8O783LxwsAf+JCterfPfvfhQQZTtYfXe2agfQ25sNyzvvPm+7+ZTHRiga96Jse/ip7y
JmObDoe0xd2lgm7HkvBcKqC1rDMa6SRHbZtN2zjB79uGf6iKrw7nmWHqKoBelZrkUo/DOYGB7wFU
lU8TC7hJAR8IPxjM+sV5RNgQYnY+ZDI2fX8oGtXRENz1TaRDlnQTiW5Qnkr2kfda0B/byHUNSKq1
fEdi0VG7lRfl7C9ufTIVJdRl3wxtjrkCt1CyUZFh83unYdZ6FpemBmk1sFzOnJoI9yi/FQx93k4Q
q3Aj7SBZgZm1ulAXJH32JFv2IW9tJOAFAPNw8lk/aZXLZGh8mDySa96JZw54wcv5AURm2wrYk9Mw
2b3gDHjf317BhaMB/A6LJiBwrOM1Qn0lOpEDrmDm2bDTaTt495KwgQi6MYrHUlpjOFw2BmEC0A3j
tqT7MLxwGmImlXAOMxAgO77QQ5mAyPEXix78rItWos+FlcbY/jVH+TdAxjlQuYu9q5Fq79mWMv5X
k/fHAA2giAZJgtY427tFUuslK5tj9uFvfVua0OPWrxHTzxuT2rjnw/nxPGfXQskUvViPGM5OIt3K
VP3gVm79cMpFioXQxFmHH85Hjx6AcLxSI98ibjK/NCqxMermyDREaTYqToo3sCBqEoHkqY6VV235
sDnE41qKmk5/zuEOBow+O6Dz0ItEt+OCf5n30b+GvcnmJ03xirtgTGYF+YZXdLUf47eOk34juFe2
UlRXGZHa7C+B1/98A/ok8QFAv0IL6tKdd2LRaoGALVuU9wH/gFo6pMFl39dFfnP7JC7diDO5yx9T
VJwRlUOuVYKM01EqxzJzmtcS+dAxrPcssw2/KsmIDh54WLw1FfjFjYWXw092AMUtyiMKsedVFcfA
cJurhNF6aBUPUbO2xRbCmvnZ+8fM/O9n+7cesiIaVa932dFRw9Hq6l2uD0VF2je/tav22O7UiYCa
KBlBPpl9cCsT/NO8drXHzz6AWsum4KIqkQIkgzeD1bmQ3whJbLZ2rTeno2QJ1jtDJuMQsWQ07rrE
afTBbnS8InLnfmWt57W8+hRRRLe5OqceaNoW3xvTFtUkJOSSuwE65cCgsCATrYykeo0iG/EfqcWH
8rWpGyJMujfdae1Do7fe2+0PoQk5/9nfZx9CPSnKOM+nNMyRFjp2OXnF/HMPdeo0CsQJ7BTKoglW
5EGJ9A7vVr7fT/EDV1nNpNdxazSlBQaQ+BigQzX7Szqpf74M2Xs88OZEM03kXSME1tQwHFyhy19D
rfw1Nrsg/bg9/sV1QD/WTCkPxmj6caEKzShxEdYhGzgGWV2QJ3tsaMhVZuZeA8bLNfzg4lmbC4nA
TePCpc9ahopHn7bR4ILsI9oK9RR/jEGUrfSTLx61MyvUURs0wUsUrsTcxa24h2ixvyuEILByqdEe
b8/gj5TQ1VZGaQXBjgaJc5oiRW3ZrAobTCHiqc5qrHHL27yNpvknxgrs4hW7xRq+jGjDbmtzHI+5
7e9f4s1oae+t5W8Ks7U4u7ey7+BDUvS63eD3znwMrURfCwiWgnMND/U/30p5APCzAlFQwANEfEDy
kQwcsgLeAZo/Mc8TtXQ8/6E5/DeZuAuzlGf3wMcRyg22MlMcQvY99x47YaNmRwkwsPRUcPAytxdl
cf3Pxkm9IPNY5eJATQZX6cJxmw9DZeZtV21kNVzrul5KxmBwSGHN6ow4p9TgKrA8p35YDW5u9tvG
4u3sxBnMl/w4ry5o8feyldm1c3uAi+f2zCg1wI4Z5raEDP6T6b0dFMFCvahycV/VgUSCXPAJAMDK
Sri3fEOfWaUCyhRsemoWYKh8n5uDIzUToM3HyoGeWpUdwHzEe8jqmky65jWW1/PPHNOPSq5FpOmh
su2yUnPk8W5AgUll+hVn+B+Ox79m6MsggVJc2xQodGlI859iTdU7dht6hFd++W9dFhCFe2TWYs+l
0gTS/vzMJYnWaYkGjKceH3MtaPTckHX8VNMV5EybEIq5oQFnvJGGSW88C/Bku8p8AwgkQ+ROdfam
1R+lsmE+fOabH3bgXNNlce3JslQ6u/g4antzFdNlsYCjlHqmH9l1e99ErioaY79J0RqgQ7w8N6R4
F7UqaUBxpP19YvfCPrXTmVCDvjWDpS8yXw/NNN/HitkUla4Ua/X/xfcS7l0BEnVgYKJF4xgh6zqx
wq3hia/86Mjtm8yAbce+fXT/w3L/a4YKNz3Zz6YZPOFGjCWCpgGlEFF9bNIjWn3MEs1KCHl4QEVU
I8Fek7AhVMDVcsQfqeKw+XFgCpKEOy7udD7kVs742hxQN2fIiKXKd83ggiNOF+NAzzxLYvL7dpUA
cdlxnk03dRkNXq50HNviVohzKwr3sXZXltFboZ20yMn8Yjexb8L0kLLbqHG8tjXAe7ll1H2prQHW
lwYNugJcGLMU5ZWab6gGzSDlI9yLUg4fYtjNdsTBGAqZ23dpKq3N8rxp6Zjh3KBAPQUaTYyCEiAC
/66WTwLbEBDhtqEV5tuUXysXLN0VKC2yIHWeWRJpBhJ1bAR+yD2c4A8//6yDDQu68LZU7P7z9s5e
MoQaO5I9vIaWYLrrymOkXp2ZzNyhLI2pgBNj2qei6p0pD4+quOatF+p7QDkhqQn5vVlfivIMY4z3
udehNDrlih23T/2QQqSt09V2K2g7reC2QvitZX/Z1foTl5+bpS5Bn2uEWAqU0Q3BEFJvw/I1XuN8
WNoeZyboGvkkDWOeMdBk7OrXvjtW1QC9PStMRKLGbhWv3a5L64asKQcUAhAZ4AC43I1M6JUCkzOj
2wRI48R49in3fOuofesEqBT+7SZB4z2o3+D/UOyG0t6lMV+thigIoIIpArBSWR3/IbznPFHilXvj
+kxf2qGPmBpHSejDDqNtG+V9Ul4L9II+3B7M9Wvm0gjlypsugQBjBGQMkA6lzoseu2XykbVuW1l4
uMMMxNPm6g+yqXR6G2KHI9sBKu9KA6cP6iein4EHJ605MYZfQ1qk2+SvfPiLGZ9TaaeMv0ZkEIqA
MSSgBkoxcoLmKwh/i4A2jNtMLRxe3PC54eOm6dseShMr03K9fy+/l5p7oMVDSemBOkvz0zjdN05t
dDJBK4vsr6CG1yxRC5ACqIJ2GViqlE2gbmKpNGP/BX15OhuxQGusYPYWsDUYGS4IpMPQX4ou7cvd
i0ExQTxoGFmcHIQucOrCrLrHQRhI2bePGdiCVKuvWdLHEwGoJBJZHQ22JPTsht20nc5lH1EGPsIe
JaUNv9akfh0ny3DzqH+AA0xFeZj6vL4DTepQ8yPqIJxnqlU5krgAv3AXR79X9uTC+ZqvFAVIOHBD
X/FaCTmn1oD58K5Y4YoedA69XrmpjI+a9ACpm6I8dnJAYuax8iV0QRIpvy+Y+wYwo/A7knZREH2l
6i8FfW/Q7G5fIULJtL6VNysbZOUzaZ0QnyvgwjyRdzsx5i1Q0pqNUoZbJFzjUzA2a+0gP5wGlzc7
7j8AXGYq07nYRj0hQMGWpDGwrO4uJ0inleQo65+fn6L+edq/vLy8vb3d3X1sn5BiI989SfRff70s
sI88Dvr7Zp4duhW0CGS5B02r5AZ74CyIbA+WZIER6eDbod3sBNuzhIfUnhx5w5n5UTZZW4lIso2e
Vmm7r+/nWYVMmfnXIbtx1boear4qJ9A8cyUAE4jVQHDKB7kV81Y7axDFhVQ5ypq4T8BAMkOFaeUZ
LoiUsGoV2WW3wZtmTQ5IXe4yUwZH+O0J5ubrnV7gmW4H9JLoWblKy42sEAljq8luTo6jDmZw/fXo
k98iKY3T/m0bkJ483zb5g125Mok2KXDIzPEbTUqmoDWiABe57Bq7Q3Vyj9a7dTASfdS1kHxamyNa
p4lrEbiVh/rkOI7ubE3TJhEGb9zvVu7VhQchpvrsa6j4J5hQNmfzQnYVEpp5Z9RPAPKFbuToerkf
tgmySds1aNOaUYGqKmNHQ4h2wBTgwfmsv4+fZWIKL8J+uoOiWffcQEn60X9cmff5mrox7zSAkw0j
PMGDEvNuHIz3w9E6HjPDOgY6Q95L8jlPupVCbY7km+rOwLw/RkT/4El+dO6lU0uclY1A68og9Jyn
HsQweKVoMzfe5e1TZYnsj0Mtu96hfThY1T4Jrf0Lb2mmjb4fnft9D3zn97hV1uCJi5v+zPDsZc9K
F1ABQnqYh+GJM3g9P2iPVWeXMd7/ViO83p72hSwTRgmCqJ++aBEtQZfGBtB35CHb4ISlZNp32lM/
gbzjNPgH70UJ9eghgPDYytReh8CABkPiCYxQaDOADtGlTRARM304+KpbYEUl86mwc2dlWNd386WJ
OZQ5m8MshJJy73mKy9riFoBbM7JCk9E78vKCapojOqtQjDWL1EkFEKEVEp9R3MHojF73Heau2sVP
3ANv5BY2qJMdvBX3+FOVoM4MiFwB9NQgMQzOBWqLylw58n5SY5TgyO92ga6Zpf4ZGOAr1xOC8r+V
Wxl5KO1yW9r1AWgIa56D1PYJaz0kRuhExkBOkl2RyIzuwZJNYjJ/fYu/FXZoJITRXwBf1PudtEkO
zKbRfcvTg00JnvxHxlJXRrS4M84GRO1GOa3SkFEqxTUKy79/yo9rfXw/BQJqyoBIV0HPCILQWZH2
cmMoKNM3aacobmOIurDzTsxDYUUWZsycnPg9MCbH39Y291JbFVF3uRXsAtLYjR1jEb0HHvMAcm/H
u+vX79UFF4haDV4vwFYu0D1EahdmahKqLlTmzNZ8rzaKNe15k/huEurey+0zspAaAzbizBx1RmAu
TaYsUt3WRH86oPmWYiIPRDTzIzdCK7IDEzE1UYzbdunmzdmxXtilTorv1YFYCRimbKvbZpPfhWQg
HWgEXspNZ3d3nnnb4II//UFbaxCtACsJ3bs5VRDijpJBdT07MgSn2WFhLdYpV3zOmhkqGBUgGoas
KcwgDHSGjX+v2ZFT6Mrb7dEsgCegzQLw+P8Nh3p2JJB4Vsq+V93XbIMGHCu+ByL2wT/I+8luoZCh
4IpEUvONWzM8/2D66IB5DrrpaKUCXys1QBmhfJ5Io+o2+3Irf8jbxKhM0VDs8TH+kk63hzlvPtoY
pBeQvRCB+VVo9h028kqu7wLNFUozFAk8FIpoPtoD1vQ5lqJZZJ//tUTNp98IAcTwIs3VArPXpQC4
1n0tGHH7KJs9p/MrId3swq4HJkPdAuxCcNvzNjq7mWq0rjRTmmluto8e5UfeWJM8W565Pwboaj+E
BLnRmw3IB8YBMvzB37OWuLLZl2cNDw1oZUlgCaTT9wClaEonl5orHtiPcsv/qr5BZGbyD/zKm3LR
EqKEGZyDJlUksS4nrE09sVWaXnNBn1E+RF8K5NMsFDPB7jx9KCvbbtE5nVujchxNLHeh5LUa0nMz
XAxNMvm9f88dqp1yx8Z69Q7pST4lay/8hYtvDoX+DJK6ySM0MHs8B7PaEbwGj+Iv7ne7xn685KDO
bVCXq5YXChfGnYaANuhI/4GOsGP1nVvNCnnGQq1BxR2O3h+8RtF4RMMOuNCDClOaea4R1yQ59U8b
/jQauqTXe87chsfk6bavWEgUwSAAXBxyMWgyplkkE7bLGLWBQXarkNIO8CSVdi3uzwBVYfDME95K
gQEQdAiW6u2u/1xlQVmc27MvoOYW2sM+xKzwBZWBhq57opiBJXzWtrx5ueMNkHu8JU+RvSaueO1L
gIOYi2fAlIC5SaQeaqNapRzIoDxXYSfL4zdlxW2nb6bprdsTvGQHaumYWzAlzhIJl0ewksu6boua
cVmt2CIO/SonX3FA+daZBT+wKwHC/NMuPKSI5AKHLAZeCGCjopvHRiGGzEcR827CwAnHfZUZOdQZ
TF5ohZV4U7xaN6ThQVmHchTUs2YE7eXI+ADwmHESJJeZ7rhyyxY7NdoUGlHQieYxL573K4SSSXRg
ATPxH6fhJOVE4p8QpemKYA+/WP+jdRTvsUj06YlDBRt//q4+8tzR1Me+0ln0PPm7cYDimGd5vtHW
RoPmBRnSSeD/S0n7Eiek6Uy5RGCeogb2NMQ7wV9B6FxdCRglrlDElbOw4dWdI0KeJc3mF2UWqJ5Z
1iOEThWkESMQJ5hJGJVOwBe+Wbajt7Jzliyr4sz8Dw0akB3PO+vsthOlAeyATCW78sCgr3sAv7wv
8MWmHjDJoaSltlLH2b2kjWuF/qWlnTuUkJhFqIRiC3Vv9ExV+lBQkAG/AU6CI4wHjY14K2VPAkeK
QxpYbb4FUbocHSZ/G6nHTIv1kjuwvc5yTsDoE8iSP7VxN01WXRFfPnEt0JjFO+87sWoKoGquLSZ/
Tr7D8pA2Hno47TZ581O9k0gb6+qOf822knjPqpMVRsTrrUrdC/jb7cN5Hcf/7GCwmklI/aG5kBqo
LIKztJmQjoOU7QnvpwrYY3BJtmXhO0XdjEbVJbwRV0K3KaX6vklkcHWN5aMvp63Bc56qS5pn9Gn2
nc4jhF5MrjdCqoSEF1KBlODDI12mDJvb330NAJmxdhqQaYhnMQQ6nhQCvpcnX02ehFpNNqD4S+94
Rt4ECfQNQgDYuwGKeYI3WFqBs4aQuLCkNPpbcWu4K0WSIFOMx+CcSaadW5cDKB9Vk+cWEaQcGi6/
j3BkxaonoDAhJVYylptToDyH3Ir3uU6+wLSKlzuoxiGKwdKxoOjJQslWrP+U5rbX64LTc1bH2n1j
hE99swUcU/J+i6tdVvOGuHSwMIsxQzYH72CJlmSR41xg4zrzn6JWU02WQbmo91jPHPMusOuQgyhv
V9fOFHjilg+YzkJfCWmjqTBUCLebWl82a+Hk1dtCBKMKr0nQdoU+CKJ+yk90DXjXo9p/qmIRmbao
1mU2lvRZLNuqhHy0WkAKjbgpVVvz2QmaaHVmNWEUbdSRX0MoXCcJ8DUgm0dZHcI1cB3UfedHbFiA
YsN/4h7VQE/jw/jNgphr0tFQGuGdJRp9b2ahKXhHTjRr3wI0JxdLwqbHJP/i9zz6vwsnhd5WQiJU
x36NnS1F21wyFW4nCYamPStPvqgrzNo8zuEptbRzshK9ObinQWw933dn/jaVIM6Qpz121LMnk8DH
e1fYp/etcleKGqmb17z/Pe6iyU7lacUP/WRor2zj9YkKFX4Hk8il7VHoeWgbFP4Tr97BeXiG/zAy
gMaRoNi2qs53TiyeGsliPYM3qo/knn3on0VzHAwp2nG6Yoo8EU6Sm6pG7xkdY2rg319zOtcXPpb2
7CPpC6ktJSUoc/8JdInakantQTAFZesfJNQNmyNnijvoyr8KvqPcM/D6lcHprLSyTD+FIWqqwIyA
UziDWGf8xuVUCegM7VtJ9Z/qPjbz+7F8zkpz8G0v12Xvd8Psu8Iu27dsiogg7oPxq2INmbMV4IIG
iXCZjRxDZ0IfEcrahC3MpDNExp5GtCbcJYkZeScIZYiVycROqxEuMaV74RcqpN6j9tBEmwpUEg2S
u8xvUb4PQEHQcod2OzVvikYGyLyGm/AxHiHHkm0baQ3D+UN7fmvwVB5BZNJOTCHU9CQfatlCsyOp
h4fQP2idHm/D6KUsSeak8QtamnBpozn/LTtFuRNLxvQ/pF1Xk+NGk/xFiIA3r90A6ACSYzjuBTG7
MwvvPX79JUbf3ZJNHhG6i5VCK21oCu2qq6uyMgPHb2xVeRUHc/xS/Y3PPcpAhudbbTRbeGyjPqhe
QqTqEd6GZMMJbejj3D1Cw/6oqTb47LUPT95o3SmJN2V2AMowmDXIHVWz5cnNil0CXGlIOm7j67RA
4Th/ySqz0Kxy2FWrUHso3tCkcv8mvHGDo9CkAqCPEA25FYVJiI9a3fg8p/qnJrbVkgIbX/obMOF3
JsBaCRHDld7Q0c0btKtZaH+raYZ+rq2qU3V05SVRj1vX0sXnzEHdmRNJMogZ9bXnn0Y3ldH2a9ex
2aOIHvAkD16akcqyJfOxqYtLdBo3TueFZcZ9tYk4TKnM+ScuI2magOeooEatEUW1waxUZSlBx/nC
7F8/+REbI/qHs585hEFPdTlctHdLclX5wanh9xxunmga3MDXSV0AT5HNNIlWXI8EzElbAUFzp+M4
BuPG0Bdp7a7eWfgS6Z9GpDm/xrZcp1EhlnIrBadcV3qQ9IXGXmnFYVV2mkD7sc6cWkv051zoj37D
N7vM8AczT0eQggWC+JarrUFHPolNsRTyr4LzlqDe1097fCGESaEyIIIED/R7l3OFfiQtTOsgPLWe
tK7CyDS0igLKXmuroraDtrNqbpNFHZTkHiPuJakco7JjDXDlX/fPzHWREsVuMG8hLMTC6ZrKOHK1
kKVRTfP4pK5iQJqEV80eXTirWKaitxGVdUXE9/gAqqDTfcvXAKHZMtR8JdywgDAqTKzSAYsh1kaQ
nNRynxl25YOTZ53HR807ServSHPTmnhot+D3jWrVem1mHv9WiM8DGAOCbJbSyAE0fet5IKsTj+pF
uIUpaAE2VFK+Ah1cMcHCA/AqvcR88hw2nJ1oQU5kDnFXfBLVVDoNcEN21Nc1UDwJJESqKKPykAcL
d+2N3YwiHCIR6GsgictmJ7gMGN+Qr5JTBUiEUy+R28xbjblGLn48c42EYl8Bp44fL4x7bXzpvzRp
W+w7nS4l9n9qQpeWkIVAvw7ASMh9I8d0OXtalXq5FMTJaUymrR+58rgVKs31Wqc8lZNs9fl7Ma47
itjC5GTv+f5+u06AIr0DhAu4XCA6KECZ/dJ8KnJy6wVecKqEmQYr6kk8ouPT7hI3qyKSVit+qXfl
er9cmmQOVzKCK0rojOA0i4nEYksSSUAD1vs0Kd8ckkz3RzgPgJlfJHc11LxAFgRKPeZADWk+gKlS
C09S0Cdm0E414XOecr0W0/uWrov6mEvIQgLZZ0jwGmxkn5e1PwhaFJ3ybDeqD343gfYHvWbiNzI6
yif4SpPMKm0hIr2j6gejsScX/DykrUkm7uKlCu41wAXfA95IpNDBPj0LF16urdYUUSRySXRqOLef
6SVEmnKPyoNncxMpsk160FGSHEl9lE6GeqyGtV8gzQdZuWxhaq7rSvOnyEgfAC46E6Qz56ngh7TK
wZV1quSvonjuqoeaO0opJKECyw+J6qGpPzopgymhVixvPcj1IbwUWxHKlNb9Zbq1/WaHAfwlaj+4
bC5nJc7LoRegxHFqJQnhkNFmq0qKGuBy82kdaWViIkhYer/cMgpyJnD6YC1wszBGlbgOhDQI41MS
6Ppa7mp+07fvQtPtgEKa8MSLjIUX040MyA9/AlYeAuMzV8TlOMfSgzjHiFmd5N/yuBk1AZoMeG/I
NUmfBgTjdWgJraUvwYJvHTgFvD1owefn7BgTZol9W0R4hEcnTe0mVwDDSZyi16WppgXfNd8r7MnW
QEAlIMECEj+22UZqe37U9CBGggPyR1II57VwydxyzuK5iXlZz642D74ZXf5RfApqgQh6TNoJcfuX
BOjCC5+9jxKBplQdO9FAhoXS1K0dc26aCYZUXzIQDpXxSS8UDdQsA0ejRAAkqdDw3NVyHbRTabr6
92dDwwsfvUsqEI9sBDYFgTDxRh2fmjFCw+yzJ5VmIPk0Ggqcx3Rpi17fsrM4koyARwFOCDc5M715
FwdTjjGiXVWw814XoaI+lNtJmB4hej4rOWix6SNWXQttAWRYhFZdOWhDs+EqUCHoU2bFwNjbba1+
adEogdqKC3fpJC62tM8O6mqzodyERDfau8Dgc/mpDYgxinQSsBzprlWQdkWrHtGlfQ09uGmL1lS+
XsVLfD039x+mCLzqUDBD5oPx4HyujJI8KvHJSGsTVN7QPX/iJppmz8h1S5Xd4oU+6LuaN9Hzy/tL
UdB8VNlBo4duro0aINVg2WYa3hOLSSySE593ocvlOlqo9SQ5RnJwikFjf8gmKLgpupfSsejf//Ve
RP4CdTcgNKEu/xOjn509RfLjYiia5ARqInTb7iTF7EtLzkDJ8nHf0nXrOLbguSnGVYJZFQJQUp2c
RBc9l5s3LbEbz3pt30IKAgErsdGEuS1iqkHqLz1E0O9a+wd1sRp9HdMC8avDmUGKcha0Zo485Hil
KQ6T9IT0dG3mogDGsRgS0//+ArwwwzjoUs+TNOrj9JROEbqUt+CaCsQd2GOGpVznjXfUxYjY4FYs
/YBvdZiSnsTVlBPtVX+HeLIOFRjaWEiBhfbQE9S+nhZWVLzeucAqAwSISGxWUmbiDfD4R10VFukJ
cDMLCffP8VS7kf0dHWpiR6YOcElv1kd1B/HXcYf7Yyn4unE5XXzA/IHnu3dUQ8AUs/RU8ZlBRtVI
LD8eM/v+OG9kUzDBZ+Nk4gpfzoHcL/L0VJiqd2x7E9RxItR6wYVpc+K6fharrZqtF6zeuJsurDLO
UNXrCoonGJx2+Kp+pwS1qdiU3waKTPCmotKWWuOvh/tGb9wVsAkqbFDT4cH3k2g5m1DeF31wGDTp
iYvxogQ16i9cGlCyaLuYhl3IrdpeHKic5UuA0hup5/k5DkwNgGXIqbK676jg+CgUtckpATvfIWqG
QsBV7Mst9QtOABhLKSf9ac69vfh8PDZkSPJKcYo8b3IajnH6EvhR9xVzRt194b1Xj0hFdy0HSg5D
rwK0j5Rgkq0EuahMPlK1yfWVCTwiYVUXKooRvfGbg3SwYg9xLudIKRqKJSRD8EsaQj802yGqYhdC
3kNG80zFjSArTdab96f/5lGeScBwS+MCRFHpckOLeacoZVEmJ2QSGq4z9ZoIPugRvAfNoL2joGCt
0zgEG1RP0d+Lztb7HyDeuIyg0vb3A5gjLct8FkEUCw/laN0qPCCkbQhp6nhbQ41dojEYZ3+DnXKw
dcBLURqxg5ooO64Fw3Lzp+LeghfMctI8Nj5mPCRG+lSqLqot/4fPBNQZ9KhgnkcGh3HiPRpfxyKa
ErCHfYef/DpyuEAGKW9lh63Z9bZakU4neCTR0m9ppbxx3j4FErujRpXQAcF5vPE8C2XKWKRVvOmG
TRXixielRvglHYVrai/cfDLK58D4Aq2Jl9nlqrZIkHPTICSnfFyX6q4tYxIHNvKDEnqZI+m77UOr
QW6/iwTSxW8jGOi9bQgFlhjtPyhglhtdejFGqvboZnsdo8cR8IbUrEqO9EtF91seAG8oPOTxnp+f
bpffygVV2I+RkZxQ1e9Mv1ULs0xHjxiYcgvlVJUkSZqvq4pbYse68aSZkYLgTZobcqBwc2kZ2kpe
GasyZknl/XU9SDWABuO0V9KyWLicb8UAKDxCegTRNzjLmJC40EpfqaYQDl0SZPBZt6MVGfkLyjxb
Pi6XyiU37w8EtVDxBkYfv5hDxSG+DFvwuJz4FG1OgmFHLWlAi9U8q6ONekD4Gk/mGCxdW7OzYAJL
6dwsczt6ehB6Udmmp1IlannUFLfld7qNA8rFu2JYjdXCw+YaxYWNDvJeZJZRdAWAjFnCQSlrIYBk
32nskIMAsghqWb9EgNVr0oqvKIboxwDRUGRxo9nVVLN53KQA9Rvgsp7+COPWkxc+6ZY/A14GNLca
oDOoUF9uKr4UuLDlOMRGgdFtwUML6EijPIlcrbgQoQ52Ql76lOfSkLZA7C48L2+lByS4KAMPL5TG
wZV1aT7WvACc5nF2gigRUaM3bUR1T15z2laSVtnQrBL/odJrK1ySersZbcOoKM86EMg9Mh5SFlKg
iDpY7hUylA81n5kGhEG8yIq7lFZ8Tmv1tWsc9PITP7UVtYZrxFuwsNBmPwko5AUQ6QSv2H4IX/TE
5D0KFr77bvzGMYROK0JwpAaRs2KPITc2SiSkQnaCUjXlpI1fd+DEcI0lfM2N+hAQTHhxG3N6UgVI
5HIZyrJV9SKWslPiVE/cJiU1hXgWeXwUHn9XRFzicryVE7ywx+y6fsq6pgpgLyduYMt/5qaNx+9p
f4wdlbwW0DM/1VBLXLy9b5z4C7vMRZNlQq1PkZidut94B8TyLgs+M22l5AUoM6DiVOnEU1xwdPHD
U83tPHxOYSaxNaB1qN3lhZUnC0jSG+fv4ovmLXAWUHKTrHp4dmYnFMnnLoHC7PgUu34gQvBdD4tk
ITftAarGg58STZ0su9A4JqFWF7A3DmifXCPZSjb5KngasOZA1lOe0MKdu2SsrqR03RPzK915NXm5
v7N/kBKM751jk//5Dub4pR1ajgMDO2AHGhJiEAkFYQI6V+y77/Z9VZtOBkhrQbanp/7Xw8NS+vVW
KvjCPnON11knlUI5zzsBnBUchJWDV0serYZt7mH4AR6Fofng/7o/7luVjnO7LPNQOLZgmQgx7paO
CkGTPR7ZNPEgb7Eypc19YzceSBe22GtV7sNEDzBGXdt1YIGNmqM3vgz+9yIw5laK6MIUc5Wmeizn
o4RhSYcU7TXIxKAzuNvVPZ62pJL30UcPiKLrLWW0b3uuv/uILawovo+gIsCJHoV1XpI2p7zLv/DT
Nv4GMmeKTQ60K7lVPonqQr7mpnM+s8z4MGyfvk8mzC4vPagCoHSRPUB4bjE4vumz5lQ2SF4BnGDZ
NKpe5WTVB6ZT4XYz5lGxUwHNDmDA33DQHdbm2k5sV5/iK6+0lNdtI9ojP5miSGhUS+zl85a5PrZ/
P4ZxV1krJMEgYJ2jwu0Ca8C7hqNQXUAbfALczi41uaW82O1d/Nfk/OdnHnJ+9IJcBvMsKY4Q2Q14
UeU34IqFRSoR9nCiIgS2/zN9KGZJq2HojVFqBkes9oDUqBSPym7Ppy4ecVxncQt9MqwTurLHXEe9
J6h9r0AgKrc6NNVHh/yE3IXpkYYI6D4MyFdqBq6xvu8WmCvgP1aBCQV/D5IJ7JGpBADo6qYanLHc
hV4FomDkwsr3qiSS96UnttwGC3EMs4SzRQ3dR2CbnxGgCLkvl3Aqqzhpsx66W2bpFuRzu9TzOC/M
2ba8MsDcJrWkdhwXDoPTS26uBKTy/v2cXYyAuS4kJJ15ucUI1Hiw+jiibUHAPhArEklEDfdF4Rfm
/WVinnvsmH4269m+H0BDErccTAoltPgUFw8DiHEsrAzruK+sMHfE6CeeUchQDQMK0JbeJLv55Sjb
8a2xPGQj89f7Y2Kv/f+Yw4MDIp1I6LOqlg2oj1O5x47vaXCEtNcGspZEJsqqtpWVbIbIktYrkCs6
+2mARBuHXtQUzcVf9z/j1kHHcv73ZxjssyNC05deQMzciaNNN/pkklRaol2ha1USRybvt0SbqMSr
C2HPvA+v9+lfu+xsJ3wV+x2Gn2yK597y3luneOQX9ip7JzKTbPDMZQyClWhKDajp6TUo8k2hJWIf
zgruH2X7JoW5xQNhmRu/5FghI9JAKHj18VIK4fb2/TtU5knhgakXhOcY6vORLpEILmwjpI0uHYqX
ZxVYrvHDfVEmHLSLQcZiqoHbYKgRR2vE8ZNmeuljGVigOZoyu4aWSkkSIJWh7N2uutLOO28jxwWd
phW6FxpjX0Nz4/4+u+33kEVDAWkWp2JuS+DTu7ExcIRbflUDxoa2awO1RcsTrP+fIcbBVmqkVyBK
wym2oXe12bbrJWGn/2VT/R0L42K5AZolcYAj04CxIcKpFWyNCGbw2YHS8MGE5je9P6bbhxS5EhTf
oI0H/MjlIuuC38pexA9OKACiCPWFqqlI0n23AGxoaKf29lFjt+ESZIGJ6/45PWdmGVc/gRJDSQPM
5cA/GX5Okldf9gjnL53Smwfkf+xcpT4CQ9X5SoYdyfjUk1Vy5LrVeEI74byDg/fO/6jNopPI1Ij4
Z0iXuoJvhAHIYfIIAJCMAvCLSb2IheJH6JOBlwh59OxwVl/8gQaHPYGQXgw7mxtOnLdZWNP51F85
wDOjjANM2r4BAApGodX8oHNACQbo0cq3wDIoys4H2Z74ImvJhsd5DTK8ivKFmIuFR/2zvHDvSF5p
6H9gS+gCNKl6cRLg+pU0W0nNcyvFVuPVH0Jpy3xntdq4KfsSqVUzAHVdBimcWHjq0CwlBvkm9qGG
9KEZbpt429RfuB7YdNjVx8175uzO7ysoyoHnDn5NVWzFS83GOHrtShpMr3J7TMmjMG4KCN7fX5b5
JF2tyswFB6eMSI19lGZpnnpTP5v1fDr5q0aiSeq7FWd8ToNi6Tr3L/N+/wz0zCKzD6QxEKuphUXl
iVs/e0dhO2zFY2kam3Ah5LjtuM5MsbdhGiZBOcBUnVqC/eyZqqms9hZEX1fJ3lliYrjttc7MMfde
VoZZBNjz4HCCOU4Uip6qw/3hUrN4yOhSOocFK1/NI3MRBroRh2i3H5wiUzbT1K79EghbkSiOCnKL
wK1lAX/0IiGdmSED4EMMEcWcCddRJf1f4tW5/xGkWQaUt5klVaEglhe+iE9pV2LnKuJzIS1sm+t9
qqKTDqI8Ol7DaGRjXHNeF4Pk58LovAEaYcEjLgUW1z4RBlCpRw4Uv0G99fL8TWMthWMBA5qfPXMV
rUFCh3xGKFtlmUM5+l0suoVY9OaYZq0z+GA0h7F9Mh6YGJsJdRxHeuuB34ooZAuO7QzvuH/Gf/rL
Lg85hnRmiFkfkW8gmTfCEE63SJtfSDFK6/FFMgUSbjVrsMJNbX9XFiTQSjQimMax//W0pJF1e7To
zEOhD5fJTyXozMGhIUAdlAoTLKrUpxWVd5y5BHq4vsAxUChDzr3A+Hksb4PhlXWmJuropDr1oPih
l5YQmfUi4fDNsZzZYc5eDGm8qZKV0YmeeZVk1YpLSfVa8Q+tmC/EQmz1H+f8ckzMxcAJSVg0vDY6
gx0T3WpscPusIJa71em4JxMopoz5F60ssKPQeFXAv20zsq3ozG7jLUbg18HL5fcwkW0ZG3kspDq+
B0+lJLI9tYZC38KobxsBxSQCBpAssNjRcugSye9hRJXtBmXeccIqNgtu64bDnofy1woTOxuA/hUq
Byty9Jppj/0qg7AwYqBE+uh9y9BSKg3KwsiuHwboHoTYMyj/cBRwDi79jBzoI7R4YFOL7cj43Ucr
rdkXBjXQjHz/2N/YpCivzSTK8zSiwnNpaRRSWSrqcnC8mFTPHqgZd96h2hrH+2ZuLBUo1tSZFhrv
emjFX5ppBH004jqenCLiMWftoTCcKSyt+1ZuxEdIWgH7Md8xMMJeAG3RNEM/RZOj5Yf8sXIKjCot
1lJLAAMcQBgPgvME/7Zg9nq5ZmYBEFBgEwrqVTlcQ8CoxRlGp7scOWSbxuat3JrwCOKs79aWAjqC
9mMpqXW9dJdW5z8/85Xo/Jn6QoHVWlaomO8yYGoGqkjPfhTRJlwvDHIOTC7vh0tzzE6R57YQpYG5
Kba9wJUr8M9Uz12/9R7jZNVqnCVLFjezLAeQM+x+/f/MszvIj1XoJzbp5DS/9VMPxFGOKrANzaBq
5dsglAgRgC9VDxbWlSVXbUr0fuRZNjlZWFCZfyvV1/GNRy6o7//cH95tS5B3Rcc1sCM64y/luk1w
W3DYJu1TxJ147yOo/kjed77EgHMjoYdlnDXJgS/AZv0R9T3bNbrRtWExBpMTtZpZRqEVlyHBhcsh
kVh3dpnTwkvQeuyMAvdQfHRNvcBpLFzfv/MXQJZKVGaMMouInxKAdccmmZxgk1tNYObBGli1yvKe
gkdj69En8Bo/BN/x6/0pvo7dZrNzzwsg/+BbYKZYTPmGN3zs3xFoDhV4ipUwQQ+BNE1CS20rPt43
d+PeuLQ3L/nZRItp26SVDl808i43PdWfOUX+FE3MoU6KaYN8ycKlcXtiMaFgpwcO6Iq3FRQRaa4V
OTgsbRAWWG51AOhw/rWRiUe+IhRv/YXb8aYPOjPJOAW9lYba74vJ4amwAxHaVtloZCkTwcJisFcw
lX+tsGyslebHXTDBSmtlB5E+TySg0/rw+Ksj7z660/FOp8kKjH2mRBfC75ub9cw0cxNr6CVtYh4u
oJlKGsqoQU8VSEEO6H5d2C/XV+TlIEVmvxhqIyg5LMkg7BR9U00nU5nsmH/OkzfQKhWBAurvlcj7
tCiEDV4KdKw3TbvgaOeo9MrNnw14vgbOtm1VZ3o9GNhEhvceGr/iYeFc3PR0Zz9/tn/28/UJXUxB
UM5rmRaPuveSSAexNGN56e17I5ODzhRA1PE3WIzx7ry0lFWKVycVds1gg9LlZVoPpFg368TU7ENG
pK1A4Qhs8NOgOeZ10fqt6/LcOjOPvd/WHRfBurpVbFQPaEohqeBWa80K6UDxAdSjlSm7EThF5R1S
7GQhlcWiaH6ODaBkcxyJR6tqMB4I9GNC7teY6sauLe4AzKnl24pZW8VGHJGbBRyy0QhSzmJiQw80
p4vJjlvuAXx1aKuDyA1K08wkoPw11l3QTU7+0rQ0fqyes6P4qXVmtu9fxR26fSE9Bm3SXX9Y6tNW
by7AmW1mo2lKomcy305OaZVkBAa42lTHYeP9AdPnA9Iusgkc0cqnn+8FfVHwCmrpF8g+rdNqfzrp
JKQGfUzIp0/fV8812YDqiHDAPVmfjk8Hy9lXe9FWaLN6OvU79XEpprzld85nbvYWZ8eknRJNzFPM
HFjVnWaXOhDjWHA48/5nTzrgosCrg88SD0gmfizqLBmTeoLv9hNXyYMUlEe1vuZ4PgHycOLctEfP
p5TVHc1VEGxoeblJqzZCeciX7Psfc8vroDcOLxCgy9BdwlzODd8JYxmKkxOWv7XgkCUL3vXa62CQ
YF0FSAKoVZ6NORIA/Dw5UHSnkSlAZK2TgTj8/hBuVOsB/BdB0IjtjuwTG2CEYi0nWh95jn4qX3iw
3wEiSBN7oLwtbkZTJWDhS6z+9b7ZG24OZsH9B7y7IMyc7Zc7RQlA/VeLlefYRWBNr2lJNt0v+Rkh
FURyVwUZN/Ir4P6gnAGVCnccFl52Ny5n2FcRWeGAw82w9Nlc6kt9C/IvZ2ckVN2KL9w+/si+BiJu
jA/D7c38uTw2IIKt1wqVjvx+qW332smAiQBU/LLOA3UtsZA1IJg8rxBVz/FTEHJAA2E8KtwRCTIk
NHtx4Yn5k6a8PDWX1phTIzSFYOSK5qFCnRPuEH5yZKbREVe9pdjhI9ge7XilmgNBWpA8P6qmT477
V6AW9wJNj/1msHhTtLsVD1DAZEGIxry/H65PErSekTpDjzcQuwBsXm4HI5hiLY99zwmykshoWF4S
W2F7LHCtXFpgNhyICROvGTjDkVecrbzVq/xUWPWpezVO1T5/ylbCMVjKTt6Ipi+NMpe5l6LJFYTp
nlM/NrsJvMyTldGYZHQJVnHDUyAdAko2EGBBLpS9NPW+CNJBx/sHsvJQrdqnlhQ/yEIMT39/oW4d
XIOHfieMYZ3En3D+zMV7edM3UAPnnBSsRG5w7DbSLnnK3YIn8obfeOtgPzrKSd75B2/POUvMmexA
UVGcG8vRQmuAdgcNxJcbRUjVbigLiXM4pOj88CsrOpJAo7OSapqXC4O9ZQxBALJ0GCtS2Ywxjx9F
NZ8i323qTXbE7bJO/YnoGRp3pwUqBdYdzOM6N8XslGasKjSDxr4red4Gqnbo0S85u6yRqPOhaRch
S8D7S08U9nHJGmUCnWH0C1DzYHzV80GPzNBVNzG8Lbbor/u75iqo+8eSPLt71CiB0L1cNqQipQxS
S9gPEDN1RFrYiRmZ1Q4p3QRBC/RVrYrkdnowjksioFeHkLU9r/LZjlXrVo5adAM4BvSHWv9ZnVZ9
v/bdcDMUf/wJnJLh1/3h3pxXhO9AnaOeg+brS4tjLnpazWFehWYlKmY58IR/i3KfaN7juNHCfxsy
/4wQThMVb/hQXCuX9vK4F5MpxuaZwuQpGXKz7DIi1D7SahvpFKRPYnjyvbmbucwPUfKQaAWtwdg+
k2ih/6j4FqeQ3J+Cq7iC+SaWRCYRhgryHJgDIyBIMB68bevGp7GHl4id3EFDxL7dzEK3ZBGAeOss
gXsC5ToESHNO9XI6gqbP2iAuQA0HOKUb/S5evffi0K406kN6ZZLsOiCcI51Gm9ssabCwlGC4vWD5
zDiz9kJftqNewHgJJYDUGnbNIf1UaU5jN3SUgCI4H3edxT/tuWOHTq6lxn82BId9WQQSYKYZMBAf
MyF4LsM9tpBydv1slbaHOngYvKMoLLVtLZlhDrSU9aNQtjBT/+m2E13whmw48DMIUN+iPX9u1v55
JZ0dWV4RwgwBEhyv3r17YbXx23ghofeTfjkPiWYbkgImU5QQwN7FtmcF0DnBO7sLXFBRrgpb305m
uq1dZe1ylvpVuzk6GreGObnFAzhgDx6yNOs1yg0oUiWugZr+vz8wF9/D3ABJpqNfBTyubl29dPoH
6oAkB0UeOMve9fI01iY2TwXZ4OqrduKWdOBaTU8Kcjv3v+PG4bn4DOZO0I1Q40IR05KAdtcAtN2Q
HmQOrPpbKV5FyoK1q/otVkFBgQVqPbNKFJ79l2e1SgN05eVD6AY5RKJiKrw2GRlHAg5fqAdMKUDD
hSUfBgsJhz/jjjeDkuRo3aDr+8O+KsL88yFI74KCE+mXn7jnbMv1WjJKgdqHrjE8iQrJpH3vQz43
HEiwjg9IfrrK0hPgpxuL2YIKQigwgc84eOR8LgcvDOggG4wxBPGYo9nlgCZ+u9K2kWyHD0O2lgxb
LtF7DhGRL99OSaA7eA/l+sIaXCXX56Gff8Z8Gs+GzkGLrffVKXQl/7MXaloAL+rVh/Togexs2LXF
s1iYBXTC0JbNKa/3J/7GXYnOzxlDDdZw1NgYfzlUAbgofC1yY/VVB12tB/JYwSPxRw7FtRD6fFmx
yKJzFdcBlwDXgpZcERnaq3YhKBuVRZyUg5uSHAkScNbSmqhUtLqjSqc3/OePX8f30QSDMJ3Ia0Vi
E1oyyJ8UwDFMiFa+fxSJJjpRAIrXLTHMHg8javII7ne+WSBRBiIqaPLcnys22Yqnso6nOuqeSEyp
IMm+XKipMOK2BQTW7YrnkPMJ9J2VYOEgXLne2QYi/LkjHyxObAdhEgSd7+Xd4LZaQXqQN8ZoW70/
DIFtU9TmgSC3xxtoGZUwDmbR24brEyMIRnekH+6uM9f0rTKn36CTWCPrKdJfA3kNyUeKGXyTLXKw
MxOM/MD10sPzAbyohGw+nje/oaJivs4CNE8PDxIxt05H3/+kZNvbMlHJEakhPGATup5BNXthhd9W
5p+Ofv5prRiyfwnt6R/1IKMlS8K/fnW2gv+XVvaTTgaqk3iTkD2SbMoBKfqVI61ee/M9IycnIVZL
78/J1TFgZoQJ4fSKBxJ19DEjq6l+VjiT/z1k2Jo8OEo2RraQD5DmCb7wPJfm2Lok1+V9K2swt3M/
XJ6aMXnJycb9+tisHl3TPWwqC3851nb7uXK+q9Xb2rw/3h/d4XtfwLyt0nCI0l7AF6gfjVk5Kt18
HOxv2z5apgWfT56sjqxUsiLW2to79GXtWIQcyZasPk2dLm3JWx7hbEOyiqXqKMu+NuFrYlJabxpd
pGZdWF+W670L1DAyehhoIG4BvAIuuT/tN/dbbS10YWbY9JvJqnfyIQkf0CHKm9kb5Mzvz/l1TM6s
OuPoa10HR3iJj8iLIw9wLrDO4txARxCjQ0c5+OK8XQ7+BjSJ+sD+oHQcZ+gNXgruliabCVGzzvP8
TMZn2C8ZDrX7dsgJT3cxccHmQp8JDh/FHniz7ccG97+zso7blfP0KlG6Oz3gBH4tLf/1TQxKdVC5
o9yAxDL6xsVLz+p1nTEWIYgZUxH4mE1dn+o8M8uPMHsFq3peR2bKOyAEyUa39yhfA21fo5mfoBHB
iJakyFl51Nk9QsRy5lMH8hDktszZ0Dgt6hVuStw3DqpuZrPxd5nJ7ZPDYGY6USD+BsEDU1hVa32D
CWpWYLT14CxN8F6bpf0ncptTtgT7vzFHIl4ViNPAuQuQ8U9K9TxMKLmsFrKgdsMsB4gZHfQuLqPY
9AqPXxmi11ii4pcrYRwaC4x0zW85E40NOInTfawliZmMWWBnuhhamTGmq77OOZfXVN+aQn6pW+T6
psS3ymDIn9OryFYxO30Q5UnLxah2i/y9lSCsnD5Fw1LD97UTnY1gpWYiWxVPlctNU2pGUHYGjKhz
1vYZjfYTSGl0oi5xhYE8YP5Zl+4S9QXsCVUC8HXeH5e2hlzMS6nihmdENeA8SQDRmyBNAnV1ufWF
T1/uot9TMCQ8hawPWlI5rvkeR0jLrtCa5EFvdUwzp+rBl2qGEJ/5qLJS2I8jF/7Jk1idtWd7A09j
Cb2PSYFwvDdy7zAh1fdSZX0Bjq5eAS1JV3VAUXYV1/lrCUWVVc+J/rAS2il7DkCYptBIDQZIT3gJ
gDYKpBVX44S9RLwh54RNonTJa9n1OliwpWpAQ3YvN1/lEOkvVV4G0qYA9WxLQd0IgmJRS6YXvqzr
GuRgZZqPhaMUNciJCAjt+OhPIGmejx4/3YOgFSCmdT/Zuaxk+SZsjXS0w1jvRbQ8t230a2w5BcGc
JFWNGSndhEgiHEG2o/rNNFZkjKUQ1DFFLIN4Rw3U0kzqMFL2cq7n6aY2MjTECUUIljxPakEEpSrJ
5NFxioC+jLta4q3uvyi6kiU5dS34RYpAjGILRVV1t9s92d22N4Td9kUMkpAQGvj6m7V5b+G4NgUa
zsnMk3nLDGszPTNxSY9yH694FMhvyKDsXztg9UClnKulBbsLy/YlgSSOVfiL4f5S2g/F+oBNXdix
fMg9gZ+5gKXGHaacw6teZoM5fVWsX/hSWndyK91egkiGj2MS9o/JRZq0Cqa6j+k01xYqJlgm6Sqt
9WVKEkWaJebWn2h0xalQMzydhnWbYKC/shn2g7s3/wLMvuipqJRZTsiH0rigsjhN5zhmc4/eLynu
VivSfxqBI+Qic0nAP0sCDxPFwnGW1e1zh2yvioYtwnJYnxE7XBACIb71VYJ5pHQsBlgzTdyQk8Ww
/gHEdvZ5a2uZiO420vG4bDdnbm/m9UlKvrwVdlFLM2CufDwLs/a2OeJiXlQ/0unhQBQhftPK7WX0
a09bRZI0Xitd2wcfknhLgKfDv7lUI7nLFNwm70Zj0+2sMHkyNVElxd9JmQrBIV4tdZeSbMkaEzD2
bDL4ZbTcFX247ohL3hujt4Se6nzmn0qw/bPOHAaSJrJZzGYXAeM0SjL7Tjbq4BlYHvhew2B3hJqX
qYH9ATuc6JYVBrmnMnc1kOp8Nt/nOa0SpLTU8MAnYhuzk6nLAQFfDgghPLNobGN08AiZeML/KzAm
CcsSE4vLOnFK24xUCv9kAiEUG/E1zopi4uG0jwxK+eyge7z3SHsmjxVmY9njRjC31lE5KiAYxZGn
LZgY9zt4U38LfVK+eLzGlz2x9WWR0DK3MAMPfx2MEZGbNgIib2lygIsblc3ej3ycvgsCO/GhKHnf
pKEGlrW7Ab9f9VhiTRX28iMRvsIXRezhP8xGSPRIBoaOwzRi61vcfnOTWcwSQb1vN+Qv9XD1gmvJ
Wi9NtS0KM0PBz+90n+3cAqs2f4IM4Y4SEUeYlxT8QVa81t3K3FC3t1m1a1A1XJ7wFpXHE8QZCyQR
abOztfpBdCbNlU774oDDTv1xOnrBu0Sb2w2vCvIYJwrwAZaq+vu6FmL/4li64G3NI7ml6aTi72K9
hmXMvuNBx6NcWGsLQUd4eowp4mlVAjsni0S4b1B2aBAiPYYHYLRZoFfDRHvxtzC9hyGF5zV+dFkK
iBF7Q79XGF+MJ0AQ5R9TWdR9x6YQWsKTcf4mRxF+r17PHNO5U4V0En77qEs9gpOsphWmVh6mI7dF
hgOhTq25Jz2mUJpZljiwbLoUsjuqI8muE+Y0/+wIcKow+NUnRZdRPYxfIIDdYIAUe3A36Ad945Ns
psgKiPgQzte+7CidYoHIodqjT84Pu7YJDBV/lNSqHLbou3JNbWJSdzIMKZwHx4297JNEjTnNw34n
Sz69c6Ercql2KT5qmRFzx+pNXY4k7OsFNm2KNvgmZD4vStTskfN6nF6Q8DKkJ7IJOFmDiPEPYR+m
Gz6EUa7GLOXyuB1alZcjEPtWrzP5Ckh4Xt48nH5gDpbsikIpmN9CiLIBY3Y49X+AkPaxyehh/2x7
VdsOEMH4O0CW+hbVtGVN6ljxAndUq1smK/PtsAtYkWwNRdFiqjjD/FIlEndhKBqPbql3IMrjEHZx
l+f9Bt8dNqzyQsaldM00aPXNzCDer7TcSXnZitg/BYqbpi1nhx9NclH9CZvU89NRaGdbsWDG4C0p
DNiKPOv1+hi2lT2uJWKOcBJVip8ytaRz65m2+yn1xRAfEB3HER+cUEQCbTGTspODrUGm93j6lmJ9
rm0JBRNe4zQtcDMMiFhGpYF4LeTWFseD4BppBLnJGSzKUzusLU2BIrc8M9tPCKGrVzV6/hM9m59w
QVNYAhf1GMyXzfd6v86ChJcZIs3prMcENdBS1AqszhFJlyQ74jHgueVhg85Zij0+s+IuHeyK6KR0
Sup3jIocpGEDcmhOhTS7axixx6+hSPASerxo+LMRn//O3EqyVmL6H0mIq0jPXALHbXqa9OGu0AZJ
JKAHxxEV+h6HN8Dw9XwS+wbfPMfhRYRDQZXL/RDnoXpxY41VtIqksq1bEwfjsZs6+4TzvIDIKam4
xLQeFnfb19v6zoYygaf6Fggk0stgp0tu11x2yWCG/0Ixh7UTU1E9QVB0Q06yys+nxZPFNlvpNTbo
CLXYqQcYak7Eq3RH0HNFEgQzZ/hXLvugoXdICUqaYAy39/gWyRMpp9g/bHQX/IpECTJcQl+78uKo
st+qkcmpdf26JWddilk/DONIHkg/rH/lVCyvsXAI6bF8gaygHNZ97OrBeniBaZVvd/WR5+KLIvHm
jjBIuELABgDQp8pSR8+wW3cvS27d8KayWZsntm58+FZYm34XVjF4XIM72x5Km0aH2zzC7AlTdjoZ
36UNCdDcvAfNhMoDx40NOnok3aBKbaM9LIQddt0/FMzC/zvcskrYxuSpv0IFOw4NCveannurF9R6
qEGh5BGZ4+iSVenO+0xHpNvA+rNTlWYrRo+tL65DCkfU10PWKT+xVUv0ajN8Pd760NPhlMQeVu1J
pfxpSPol/1K56phOx7avw+XgRkEBChPE+g4NDZpgGmYnf5Ohroa3HntINIRAFnbyO/MJKqwZ9ROq
BVb5+KZm5dKvEk+lTq4K2YfF6viV9iVdz/2B//HcDuJFjWgxmxpy3h8ZJYG3GQZqXjcyHJ+FTRjv
kOcmXgSYw3vlGHoVNy7z29AXE2w/d5G8ZoGBBL5duigrl5T9BaDAf4HoivFV9DMbzlIMGuXDbgp+
Trg81pbvlMMef1XD1I7Sad4oVAyPSOIKn/niGGv8uOka+VxjD7FdafANDS6xrEEKX44/TQfxlyNR
QJ+F2s1/YlH9d105unUaR+PSZmPBkFnMMK8HtskMY9eLKuONOwRo3igdPMZMlmztOFXD1wlqIxQu
iU6fcYeUSzOzKH+qiDKn2WqHpiKOHvsozAes88WAt9wwP/Ia/cfi4j9qq+mFzv2BYT8rPmucardU
RIeDEVmIsDNBqVF/pLIoUXWQUu4YLcjiYz1uHL1Lkh2iSyfcBqvl9cseKvG+BtpfZpmC0SF1cZmP
hH0McOP+4oh0L4h46/t2yXuEhWXO0F81T4Dc8F1P+ByW5fAULfL5inS1Ch9U7SW/VEOibcf1HuR9
uier68YCIW1NSA44kIDnz/PTllvjv+IVof4emQGsvsCFDWyTXsn9UKAx7oow6/c+3QGCc4YyvzkW
hBA0hAfM0202ZaGzYa6rbjaKo73T8J5CMdLn46nYVaJOaGYOidL9AFEEQB1TXEvFV96Sqar1v+gr
vPNsGzh8MqdRTBc31ZvFsYXr5xHtlzIXMxXirhjMOF8z4vL0lCZm3V4qaDMFNiburOWSD8RNJ8x7
w+mlWrKllckOwxeXA0pJhlulkWYLarQkIPGxRUB8xRpFGWI1cXeWP3Ypi4/MTmg41twjs5ewSUMf
Y53/SnZTi8aX81yAA4DUDnp/F0wbFaIHGzWsR1fgpEbQswHhjiCdQgJ+9wiKaMo02x+GAhPXohD4
VXXu1Zd0H0WNyoqyez3uAUrJEkLb5mBkPZo5qQPIxrH6MaQjXLs2GXcIb0OEq3+Ry/opZCpfm0UP
JYipvZjLJt/EjLDI5ebYCWYkfvZDtSRwn62X6cRt6RSmPVb5ouaZ/E3YXgFjq52ABaI1i2zhTQfz
Yof1pNp6HOFVVpj8ZVu8ZV2+mWprNBnC0BiRVo+E18XYxhxESYOhbfAj2o6oRD1k7P8ZUDfwgchd
/qDxZwi7c8XyhBkztO0im8U/l/r5K535IDu2GmzJqZRsbBdUTUO7jHNWwQe+KjBDMUk8U5G7+Jwk
fDLnJMVBgxNFV9+w8vib85wBq0v4QE60XuDtvMjUPIWgBtMtByaSYUuFF4C/Q/lnMeTJ1A16HtFC
OYZknSOdlzYpV+nb0u/y616CXBjoBFNUFG7HgDY2ONiEO58gwxOzCB82W6ZX2OqXwJlGlMOJmpHl
J25BIYinSzTinbAbEFqXU7wska7zv0kYiuDsYsAxyB2rY1eXB/+M+3a82tHn8ZT1gDjwn0zTA96s
gcctLdVXUaBpxVuvyFtMl/w3VZlKusRMJeYs6ZyVpxSag6GhCMt7x2kdxGkeptle+4rH8sTQ2f1k
S58nyHcrxZMYj1B2NVn4z4huFbDQXtii0SvKITj5LuwJg7kSjgRLxKmbGjLWr77YM3XJx5nDerEs
kr3zezEiXw9H8FWASYWy3qiFNmnOhp80z528RzOhKErCHbjlyAjaVQgrD4QZ9ItWXRXpQLshK+fr
6qdYdbD34p96ceJZAY/m11TPmb5qsen1ba2HBZf1nmyq9U5CRLJoIQbkVkkznhk/bH5iahbuzlJh
fsAzmeFm3AqYMwuxHu3tCq2a/EhWtMFIAubtIPKVXo8l6PmCLGCbnSlHvctG+OK2CqYxBy6PjCJh
mlD6VA4TTu4gk+3JpFShuJ5Jin2PtCi42SmS8i/KULM/FGZHw4gRQfAjEMjWqPUB4F8xdswP+KTQ
/XZSppiSXXkOw2RuRbY2JZYgoPYw9Xhdab6608ZDzlozog84ARt+x18XLhi2AeLEh2L/OJhSobXa
KDRjBFTlkyDJBgTGAo5q6oDpjvusoGFERWUNOyFIo8JMF1ZC2lKTDxT5FZhLaKpqQpbBgPZZ44Ta
UvlQTmmfnFTil69ZLeq1QXOE0+5IZJ61Phvyqc2qAXr3eRtU1fXqmOGxIqSGPhPBIxRH35h1nk7z
8Sa9Qi0pb0MtTcx6otttKcEhAGEHcc/QnvxLDkV+Hrqw9Fyiura4NOc8Q1AyptsbWe62flr5UPcA
++fqaTWDrwETBipRXc74GUhRgiOJMkPKrktWiF811cd7StKIiQ9Hwn+pOAJ6mWynMCvP4VbN+ti/
1ppgxft0xv1XZQOu8R2Kgg8yMYf+opgBf9WArDR2soznleGIRvO+3069A3OWZ/TTK8RhS76VjzsM
vuCFHpcKASHpiDN2R+Q765aJICGEx2rfWj+FhLVTD/+PlofS/sw2CZs8Pg0mb9BeA+3hfj9+M79n
f2XMSsA3skjfnI4bjMk21EawO82xmVXFVQZreTXjDq0z8enmspZteavwAQ4agQN8G7KbHEPtsrWW
YhpgqRecY35E89SLSAj6Lldhwied1VPvIzs6loR1OCFcJMueaOiDbWccB/+Wda6TxuWJelRGZoAG
R7V9pLRYYBebHPaRMa3GU1TAaZqRw9X1sZ7nkl/Lym30nEafpeeJOPDBfBYSm4z2mTuD6/HwIilu
3m9zapLhRBzNpqvD2f5cF9NCTulYAmAClFSNrT4KNT4VkUzjg88mOTQbpXBQMR7pRoiuYmPeRr3b
z4xbup4KQCusq1MIQtuVipHBWzNP/zAMuuLbHLN2MGg3edod2bCZ1pnUfzBXua8CcbW4BWCtv7fp
oM0vspMa1eu2F3DxlgsCPSWfEOvk6Vr+8MUNggxQQt6pmih/t6qE63aNNFMdkXtxrYHmxJPAWABt
5CDotdrRgHR1vYjxIqMQrAH1U+MsHQj7qi1BAJLmqKpU4wKOhhPyBTPMh0Zc2CQCn9kHs7xqMS+A
jL0qq8tk4erZTiisWOMiCwZwv8owoIPRJ2SUTDnrWyqGBOCyALN6rrUBMqzRl3HEPcKvEO7SZD5B
zCmA6RmeP2y5rsx1GG6thZ4DtliPKwJidwCa0MtVwtiW6lDp0y7T8GvCKlPIKF9mFL0rG4Fr1Xw9
eZdO92QvBYFYhmQAYfASYdo+4wZEmZWvD0iBAZQTAJZ+hbE6cs1rdG1Xg8z4DRGVIfHAvoX6Yvme
4BGKHYICmEjAnudQ4yfjDGfgEJN3gDpzPFGYYaJgkhj6RCmjFYIuMW5pEduHqg1IkWX/0bGGCTtR
bksu6Vrhap0ipP4nmHgk8opCRKiWYo1+OnwuVAUx59WlisCFf+yZ6X+jIou85VMYke656jXdripQ
RLlXOhHkfqJS+/Ph8H8NmCRwcCzbdQp3H2BTN78bBlgo7rE6Qd3PzLmQW/k2azrf+2EpMWa85rpA
OiVmZN8HF+b1hSxuoEnjj2RMGzbVyH4JMwTUOoQYQVntPUJ3gaq0wFeyokkW5Y6TmXtY2laAiH/E
MaBCUmryr4jl7n8U/Cg+dT8d8scsUWY+b7hCim8pLu14d/Qz5c94yoBssGQrcLXBpy59SIo+7X95
ZQ58MKnXL3T1wrWyXgbVYn85mJtllUZcD5xCfhoMTmEx5JJ9055hXKBPnEBxkoRevsV19jjWhIDL
LkqjODDfLlYJmCewrYSdZZ+wXD35PGzqbkitojC6UqWWb0skFN9ideX4NE/TRE4Fylx8aaPG12VR
I1RY6Jbc30VOlgEgB1mANh8iD1F+MZlEVFDPj0Sc+56TusW95+Eusrti2O/tRKoUB7bk5ERQrfp7
2IPQ70DH7aOu0MBdZlQRiCszbioe4+HNn2FhJmIgXOb2a7YkcEnIeBRAsNEtovWuFQNLj79J3InZ
OX21ZQjLad+q4O4d2Coc0zd/CVRudH8Um4nr+xbLZQTyoEqM7wKBx+TntubXJeyJuFqnoE9uChZs
f4Gwd6adnnoGHz+YJXAk1Bz4XLsjyU/UuuXUTGxO4PTBRAE+iGbH7ZmQwN76NYHFilAej7eLsnoA
YLdtHSrTAkboci+3JqcG6i6SAvJoZ+vK9dWgR1q6keEcPSGbp9dnWGQP/QXzIdn3vEKVgtfGRnIa
7RJ/cSSaoobc17533QENGeJlvVumO1tvuXwIlO3liU9IyzuVsxXjhz9wJN5NPcqbHhhfpJw2uCZs
8S9LygSquoOWd3bIbdnUKmM/MeVLfwiyrfHvaIeq/wRSF6oXXK8ZmpAob8pEI1AkcYpAqVypCtzV
uKCKlUBqUNpzct3yXAHoMlzB37QHtAVWAGLFGACOmbw+rjipTNIeNVJF/jNOHeKBFFz4M18r+YQw
cw1ZHDkyVGlmO+AoyE26tKNe5fE6ow55JxMKvDaW5fINJDqoHDi2qkju67F27GNdUjgh6QO1xAFj
rOUuHvg87coSsZ6GLVHVpRReFU+1pyO8RNZ5+0PHrIQiN/plblYEeZVXBl/jp8pvU9nEzdKunJA1
3KejTLu1R8nXZUocD0ElpmyGvoY8Mkey49+Uz0n16JTeE2BRAMJQpJahbHHgbBwe8M6Y10KlATyH
EgkGLKcZxe4wixyQdGACCKdlHK1IiqkKJ8Vxl2o2feM3k+tuISXkn7tD3IbeVXx1qK7HO0gaAC9I
3I1ls64KHRHvk/QdL5M9o8MIj7P15S9X42M1KufuUo1Hz5qqFNvPo6ht1ohiQcnFdZkNWAWVhkh/
HS0AUm/KFwocUwAvKCtMfWjNQgMQICLVwJfk2wzInTRQcfY47iXCB2C8OKB9rteIvAqwGLnB0yhM
o1S4o7GLdBq7Cqf1Nx9X+dsAvnuenEUdRhKj2hxhlXfjAuypWyM6vZbOFs805ovRyA90yX9S0Mw2
+arpj4UT9XtIZ7I3qwviNUeBlZ92NN2h21JjXjzcR5Dnhby8j32RKNVWJovu4FEjtfFWYIK/KOd3
Xh5oykXJQfWUKe/f5wVZAaO8AfUWjXcXIHoYUcvqyZ94cKM/uXkpa+yH3LzV4KCBUdkxQkkIIEW2
G1/rH5FDWXm3oPj/emCI8G0YHTi8nmqkM/XexaeFGEDQNHL3e+grlPt8XCDcoEDO7jc5zeXZUznd
9ZuHPzAGpA54VADKxHdEI481SvL6CgqoQEEzifI5AgN4x+WQfULnA2aIgQ0Hx9Yf+Tcy4XZHx7Sv
7xleJLzgBe70hhiBUIZCjunvct/Y123RKxgMqvXcEmYdDrEsNe+2TvoXmsN/gdmj/hZZPyegdhzM
qOloAPQv+wLELozUvGCsrZg6nI6oSsQwFB976vl40RVs33leJIjjAQ/1JXiJAC4yR4TohtqCnVH5
5ExbogK8C3UuFMwua/t3qMCBNAA/xfdyoBJAGEDDV1hBSN9B+r/V7axiAls7yresLRYU0eghXI8v
zWN2X8HybWp0GN0nTyTmKHEpA6ilhdf+ihrS5QDpQWW3mJYXIM3WPEzndeuTZ93rpGp8AM7VMhXw
ffc88fZiVsT1IIUdM0HBpwJcslvC99n1039+rbVsB2krsEiTLb9JIlUGi7ZMvYPtRyZ17dEDt3Jb
mLrgV6dfB56PR7P5sb5MGSoGcBA9Bp/FOL4afaTbnZ4tFlWOrCOFJhGub9jkUV1XPSEuGhEt8xvX
2yEQsVkH2RU7TKLaJIvs85gyDJ7tovevEAjMzwKP+bQPhceK2G6sBppi+0MRq74AGBj+Rsc3tI6o
2n5bnR2PYk4B4bBY3gt6m11xti7eMs4LTGzIpfxPhiOtOzftpXwLGag2rMG43u0Wy8okefqB3uIG
mbsKGjM3SPWgd75sANzSDfVQkt7xJfZVt2VFhBKtnPnvegn2Bcl0+KkW3XI8A58MfRt8Fn6TXEp5
jrtZf0AlgaqHDcVYnlBWEniHAw+492mEpab3Azz+ZTIiP2cW0a/nCSXvW8WzQ/+E5HRHgo0p1CYu
GYGGthUV0WcSBqMf9q0G01xm8bbKJu2Oa+lTnl/BV6QcdHkixN2+OiSNhTIgyYNbcqTXaanFx4St
lgOpNUX2B1ispd8xVJuZn6gtB6grPFx8wH9n/JySSdEWBzf9CQBelhcbtjHpFuUtXqAJJUEbhX8a
YH4Fcdm+Uzg3QAJti+cEugCUg2O/6vviQCV7SsEI/ywlqPFTjzMq6eQy55BMgN6HlBzdx3hFX9b7
lgXf1+fjsHBmymfAU5d6oovGfFnUACkqr/6xGgQUkLfJvldoyhhWe4kX6SBcnFtsCPu5MCYExOEH
xpnq3RN6r1Hbm3MmdoDgjZi0/C4HkDSfDH9cPaxjQsbWrEgZ7ZDYxnbQEYPITgfC48jYRFAf1ckc
+Au/4EzL64e13yYEgQE/x3nSV89FLPP/dh2TvrOMrrQZ4lj9Yoi7ABaR7AnYYDDx57KYiL9OHHMi
kEOjIYWYKYEFctxyh1xNYxUgA2SZkq0rfMAhGwjgyTPGk8utw7IDKgCuOoeO7ogSA/WOYKPKSMRz
puZxfNoKBWy0BHoCJUQOdc096tYcBmGj6mHYOuZQEPW4ckW7FPko28ykEZWrZsVbQusD4VNrRCtZ
bHoGby8q7dHs1RxQWpbMyxkyGEzJxxySI7CelQRVtzP6fU7pjedY4LFzF6Lvq0YxV1Kc23Vh24XX
aH52VPSsIRUgUl+D420Bx7M/2McBopF1t2Akg92GE1xKWPyezgY3PhPekg7SqXW6N2MyYWEeHLSY
g4yi7FyJrrXFgVrtmJIaYnaCb/qIFxQnoU6zSLPwNPiNguE14OeOjqTbdHT7KiJ/DmYo4Wq0gYF6
LjII/zjOU1ftzx5omj/JQh38Xq1OzE+mTHhycfmS+rvaeMD1YpsS8gxJVeDXsVzqCu1mkI9sU4NF
EU5qN30HgDc7NDqrUa+ZiWMSwfjk6/iN9sVc3zFVgXTZF1IUeMOAmT8GvlJ9kVQAo6+PxH/L0J6V
DYfL/s18l2/LKcTax0vdqwr43UQwfa7IGv5CKwY4DAHClTtD5ocMPKCVmTrP88G2cx9Btqo8+j8u
I/t+pqSX6iQVi6Elh0Hwhs8VBHoRzwWCBd3ds+BuH64OBq64n6TvwwOEdxaREgzMbMsLBzgiAQQF
5FJ4Wbf7LXyxRf3hMYckUszJCXsAkWXWrOvrIDiQely0/ujoXGBuQo/1TViU+DJeZs3sT3Q5w0sV
BvAhaTVuabtBx6CBfMB+q7OzdI8GPP9xFkQPA0wUUFj8mFxlMaE3rqw/4yNDCCcXsL/ITVsHe1r9
qmqoKtKjBvQhe/2lnpC73CAeyk/dGBQWk7BZgKjMaBV+LJAqIjnOpJt7P/Ar1cvWQ5nX7YXI+Kvb
wZ7/GBiZc4jQehh4F1QtqLnDItyTwdjAo0ZAk/2g6eFW+C2VGrvN4fJtez3CPHagG6xs1wHepHXT
IxhufBMCDE3b5xgvAAwMchegFj/6xyhVDrqoqmbegMco5R20kiG/lxtkth0A6zGc173GLKhb60DP
qFBZ2QHEkRgxwCfv7+I4mCcCEktdI8ZZpre9Bpj1nrCVp/cSVw//u8uK2QcaMbbcTFVShGv0c/mF
qsryy9AHcbSSRwqX0hJClMc+LJjRhqoSXlX7cQCd44Qd6LdBKozfSVJlGxIbKlV/tTVh+898zSas
rnzw6f2BOgeGr31uTGvwY8XpsH4CHQnByA5fqIXi1pr7in2Bu1JVX/YAfvG6LLaegZWWqOZau2H/
XMAEb3uTiTSnZ9hYTrHTWdHXWGW2giCj2HJ+L5nHqvQQWYWLVkkp/1GdHCP0WhmEbnatawFObFOB
fGf5LIpu2kk/XaDSCPOJFI6uTziVl+dVUFyDilarf17w8+qrNGHp3yXiGt1rAn93PDquq/5x9j3K
2yDc8EkJ5rK/0LnCyVwCoyYPYA8RU7AA74VJw8rp9NeHMkXow6Yy0w1B5WBPgcP3d9MIYACKjSOA
kcLBHZbuCH6hyB9jhf1GQOnYG20Dvg/1JoMmESB1z+925GF+AonwkjQQ3WTxJE3sy8aBw1vudjAB
YJNrYdIzkTXx5yIpYMEe04kN9yVRNr0USFn+Vsl+PK4kTim/OAf+u9lM3n/O5QB5zo6p8wUsCa5t
1QCLAbALyQuaDfTHO8asKrLuJzDjUOMTZ0tcHzUua4jTTHqTkmyVvRK1E/OAbQ4hAztEPv+RC/qx
JqaaFp2vXVqecrcXgIloupawTQtyeihV5R5qPaEFjJbAlsnmRx4QhTgh7SVBPPt4JnGGYCQrVJ63
6VZA8YtbEtdqska0BaZHLa1nsLAXBe1xaASKHtMkjllyElLC9HrvUw5mG6APaAwItDBhU4P67Cap
y+nnrGzyS+baaWAOBjo86C5q0xhfVT/BEOdIrmKKvqE/gsdR1FOOo2/a9PgVpInwlyBB9dxNMrvt
ZZuE/0k7j+W4kWhNPxEiEiYB5LYcq+iqaCSK3CBIGXggkfB4+vtVz6a7pBHjzuzUJoSCycxzfndY
+1k5+dBW/sQxbTy/WTe5McynXIToaNxwgF9bseXwESwScNuRebastHfur0zvuDO6lcoODxUGgHlv
LXUGJVvGFGSWJ91zBdHSi2K/lmpTRcgmaAOLkDiifokZP6nb9ldZM8ku9rPM35ZwKw9L7YPWqL4S
2ICjYPnKzoHTqKEPfXAVZOhVE7XTl9FKMPirumofAfT1UYVNGtECtfNTSqDHeJU2lVl2Bc39gpqw
cX9WfE1yBcxDZZPa7uxBmS4+5KI/2qiLVNj9klY7e/vY721unsyPHHRoTsntCKT1DonSpajutP/Y
zjBt615lplxHVYeizMRiuCMjYyB9hQrF3tuzUmQVdvPMyMypS15EqpxXujN9P5RovFf9qES+HlAb
23sD7fbDcrxMIxz3S7MWTNeON/CuLZ7CIGvuCDmOMVYlGSKfGeLgS4AQsN4HMxqhDwPc3SMNDPhs
0Y+X6TUwhdeQfFkOYtVPdYiqLOab36IZGzsqQIcPLjeNAF1o/elnMBQLgwWZ7GrtunhAVTExWn65
QkkmbgdWT76plBwpYXkXME/SpXg1bepcEQCqkAZUYelsKxdsbdMj2eWc8dw53UeiNjXwQ95VV1Wd
kv3HcsVZHfhdBqQTJuKwuKHFuRm4xUBcQyhvhFDoFI1mEAlnAYcWCoMpiXd+n4XOenAoOlhgbaW3
nXCQI04+BC4t1lk/6Dv9hDWtRrcEqzDaM5M7Ij7waJhpeKiNxLRvy2y4T1CKV0BxVBCEYWUkYRig
5XFLaZztLaVsfQeFrp4V/H+xDbzeQifflr5c91axuIcMOep0DXPAarAWZNXbMh2pBUa3qdCxZsBC
az+NGwYH6mD6Evr0R2tQTmbTjn4Bh5+3yqRb45eevRbLIGD5yr55NBnjNFcyCKvX0ZcaSe08RP7e
6UN+s5nae7fLw5+yzqwnJDnBaYgMWgPdova75seAf02ZUxRr7Y8DavMmJMuJNmD+3gWNrL5NRgu9
CqrZaVe5n8XyBFnhJgTplVbpQLPEnu0cCjg6PjvIZRsVPlrjrRGtXL4kIfDtCgQqJZK6c0k5zT3d
F7vWX+S9zdtR61qatLk9a2negcTLYl0uTdqu3aqOH6PMUNGXfFnXECV8+66kp9xVads+JQzpYerL
DJl41XWxBdrZiugb+/0S7ihBl2hTRhpozrSs8HWwVLm4qwJ33rtLG6O1nbuKUjvtgJe589z6FgSL
ofPMU0wzw+h60VsHE7Q/D5GQCDX4hOcrKcoWjb/JpyfL8rp5PYRAHm9V5xr6Fd0QwEeOrWWTvs9O
DJSRzw9lNFdovHzD/IlA4yvZubZjpuuSLe4ZHib8biTqxkMRtv1bg4Yi2TTSY3U56IvHfWqCEot0
0M7DQ82YIkZLJXObvATemIw7nm3FNti51tehbQJ/m8Xsw+um6OR0PdZxZAK0HZ57O+LmGBBjGReL
YyoDtQJFWIZdkEfK3w1pXp9hmVy9BdoOP6remTQq4Mp9tkrTfvMai+mWDGGas23lR/287tMlfGh1
nnHestOYXeFntoWBPSZjCgGHhp6twtyN7hFkpu2mG0Kiyig7ZPMEm+KTsVdTiK6D0SdSXmgNot3N
pXjrvSE5ZW3iMj7LnYEai4J27d5RC2OldZxOqGFGqyFdvOpCZ3N2ejQgGJP56oyV06zRh0TPI4Ox
NALYNI05EtjItnTG5U0ZdCGHmheDQlNXYcAATi5eKqG7H9TP+XRX5wbMJhiHPtxaxqmTQ8pb+NlJ
nedvnsAOAibFzrMZ+hG0wjWGI1RpZg9vWhkn3dZP2jh/5wUmSLPpUPvNhAWe9FtO43Lju17+rjke
j2IU0xsa3Fyuw0WiX2rsQbbrpRX+ez+5jdx17JwpjaHfWF/s/OySg3rmlK7qSM0fLh6GY67Rmn0Y
k03WoUUVLTbo9dLmJiNXcHlaYqjMdepnoAqwvODBW0w0ZXEATY7aH5RBnth1oT851/k0Vfpo2caw
r03L6K4Gd4Qfkca4NkoHO8rdm26WbbRBINj75ON0g/co9eQR65GxCewXzgWGb8RjihZPO0NyZZZ2
zHeJ1zbFXrZxGVwPHNHWAYwYApSpsPDwvu119obTMRG72JHw4zHNGJhHGHePaavo1oX0mq9jov15
pf0QxtdGM/Xkqy61NxyGBaGpDrZ2pBUJdGhXhg2b++Lrez0zYp1yynjDDgm2za+OZmTxTOGYENgt
LpsGZPhQXTXGqr1bPscg3k4dffw6tgHCVw1OC++KfXDp1yX+WWuvhI2Kr0MVxuPNNaPTxWi9EeLQ
PBWmM/2DagvX29ajiD78FsVJWsgi2oxVlPyIJy9yV3HnpundFMwWgAyWrOTWIRL5A2RDfQx1QAuc
T0KGjwXdvkBqgqItv8qhy5AYwxT2TxH+J6QYSdlSfko5sRaXIBK7Nu3m5DBK5L/sUyIZN8K4zbwr
xjaMboWIHE6uMXT0ifEoCfPWTXvW72V+0IZvnkWvwEdazC9j3eX2lW0bBO9hpJV9O/gL7M9ULbN7
F3kIYHZ24CwUGrbtDIHeVpgsmh6FT4HADRSsmnRyJdNZagQNta3BAzwZkO6YLTNXshAZV6XyrDvb
BpaNWb22xIYMEa2fSyjHalcCCCzrpo0c9gZV5j9Svjf0lHCnAe2P3fXb0qpyi3PuPIQpE9novge5
22IGUu6Ie40Z7y35FW2ygD9Ti43jYD40PNhPNXsVJkKHYMNHa5qrOFlpKyyAMfRsnvOsE4oi3HKs
+qYTec4WVcT6xWB6gzwaRP266Gl4NmLu3Uc1xYyCqnVffXNM2XvroexGsZKMifW/MVlAoxxNUfOu
nGQq+QCXsQFKzCimnPU4yTncuSFBGHh1gqXeTXM73Tieof1BprYkxxGkyqZlTkFoelKI6++eXgCO
u7DuGKyOe8Mtt+0YLl/nRIWnErOSoV52suBOAFeWDHuOuvh2cJIs3KLiSvM7T5gqfpjcanEN5ZNK
S5QMlFczAsp6Ch9mJM7DF4hx+7UVMERbMjysYpt0aF3YppOAgxZ8YVzFVU9uSGXL5Jm0uXzYDzYq
a2ieaSqPbuSc/TZ47kYaQGZlbKPC4tSIiiT7DrEugPcQDfTq5BvC4p6KkMDINV8i5wvy6vC1a7Py
OQ/geHDSlCWwLP2rvWtz5fM1RUnnrBHCdrdQv3Svbe2V9+ifz9bqqXXGlWPP8tUEYilP8J9UTxNB
y/EmsNvyDdzK5RSDi0T708sa54QN8D74GVOR5ZL6eCaqs8BZpPYY3qJHgGor+qBFHUUTVqzjPM0V
57KG+48k//UX8G8cH3xQpHqX+kiVqDoQ2rOLdXazwfhpl3cRcy/tbUrFiwgmLAZEkYVwy/EYUzGm
hzHIlv5KiMq8ZbDXRK8u7jzQ99tDugqypPk5ycl/S0Sj2SYqO1tnQ5if6mgMv9lYQd4CKzMIEWPc
zhs7CFu5qfoae6ix6/zNjL1l36TSxieBlD0dtk6s2kM+dpJ5xWjl5K3bjWn/LTOyj1Ys4YCZHpCp
ZhP4KQrn3rNQ/2rlksifVYULF95M4QtlNQNEfUwJpDxFMb40FP/oIVU0T7yhoI+ms2djTlY8euqt
Ie9ks8b+3QmKdMn8Td2W9vjaty7wIFPvp3gfetrDM6rOzjvIJAr6tQWFlOB/nPGXOYi4H6QZ3DvQ
iq4HYy2679UUBvhtJEgocBM2muUn9dL0dYJs63ex1pSjuzhAP1ut6KXGjeMnBSlv9Hc0314+9esw
jRg/0TZ15WyixGCzqLykfKqVn2ikI6Vv1t2QNcT224NVo9eIqgd8m3xsyhnENYV6FG6E1SRPTDjw
rJvFKW2zyaY+mu9bPympfY1W3kYB8seUYD57FYsCcYcxdvfCKK3WX/cBjF9EVM0AQxdOL1HaJ+PL
Mi2A0cbx0x5p1/kzHePc+wlcw3vI8F9Ge8GEU2pvljVvaVpcZw15KHmT3sBUEQ9l1iZoPIusjfEM
cETLuVRqYhenbqtgNRHUp+JmThXWdqdMvecmbhrmN4YOQhw/jlvwtNiyegYS9f0zxG+FJqfAgwD+
n0bRJnDMeMN4mAxYlCd5pDvPj34XYSkCiarLtaz7sd8yOlsMq749u6SlJaB0U+ye3gpa07kBG+nf
htwextU0ZPNdSdOXcgBG0XRVDWfJJiy0eJgED+V+6GAsDtBqgyYksK2+I57XtOlSVvc8wGwCpUPb
Cg2SumZnq7yGZxg8G4MRskY8EvViTq3V62ITFzUdv6X4EVvpmfDddXvsBkChqNBLz+kpxWPCZ5nc
ueD5ZjmUDeqEs7RztEraRxFWAvsuIsE1sKZ68QPlf1Qiq/lnUO2XrhDiljY2XdY1rNPXOKJkXnvj
UmMd6KP8ocXEZq9CVIugvIBzK+Tk4CscSmh+NTDzd3bfJt6hpMcyyCuZ3N2URpO9km4xs95jRRQ4
1VIf3KWL6E5xas2nxLErsYGiLpsrv1TTr7LBkbLKZAd/GNKifoHH0F+wIHFMhW6Ry73dosK/MTCX
38s8wrWw5O4gt4mf5I/Eqg60/I3b30sNTX+WA3AMT21TPnmTKZwtKWkoJ+Nlyq4j5rThyKsEuS6+
lgHNv+1GVcUWnGp1xx5sIf6KpBOiJbCtVL956JFIwMHl02bvKYpIBIt8EeW17VnNuDFSKowjMfMW
HoSgDz95TRWaa/au4RepA15zS6PVJ1dNKauXiSloEn1XVrfPmfZqa5dWRXifgk9ytqaCF8uNIKob
BNAIUQIuUgSdeRB6tKmdd2PjiWywOxWTN27LCiTz61LK+DROEHu3QJ3iMRdhYW4y5YNqd6520/sx
aKW5iSr3LMzulZ1si4nqHSNSvnzHRgx/RJ9DYUMbCPEMURy/hi21E/9HJH+5AbgubzepGYvIZaB2
O0SHe7OMoVpXhRMdCZdK++0wqfZhtJiifJCwxfa3yETus9dl7fvi2WODTqnXycorNC0rggXVBQgo
ytxKVn2umEMYBJE/H4woxHKDG6YOH/BXz09ulSOImLIG2/25MOuuWx0kE6+xwOaH2wM2bSqy0Npk
2jQIKNPRjbaOKDksEFJFe6iC4UvnVO4L0EvG3KC+ywhWb/0wXMdJbN6WMHQReQ9iFitMH+m7WVT3
qqjkWICThx1lQnz6w6FCgkZswXHWyKOn4WW08h4qr2dX3MH8uN5ta0/0xXiKutsC8ysWORWzHdHE
5xs115O3isMSyfQAEFFzJixQhL3rCVwTpGP6O09Q5z+ocVTqFOAaQuUXjPGjBWo4HCd/VIQzuLQ2
Fai7heAWQ2dELJVVIaopMal2a9HUxt17boISLaenCDYzxJ5aN17cPle5HPDP9diEYH6DaDt4rvAO
TVtrKJskMK/aWG17NZQFXtak74uNbVLfZ/eOqgZ1PvMEKbfEqx4WAR9d6RrANXPLvQ3ee7axmXIL
MiFb1s+0lOshc+jjes9J9mPBZnGNHz5C357m1viNaqckdgmyK73PEdB0P2njKkI0iohwoBUYaRFw
rifzvcZF8HV0OsSzVUctsXIdZ2yeZk956PkWNKX83FAWX6lJ+/RAttfwI08wKK0QLDXsDzpwX2Vl
zfe5mPkI67TW+W5oev1lyqbyKUiLBUhibOa3nsP6x4BMxT8bpfpTlaSW3pDRPTuo+wWq3iCc5JOM
ZjSE0oTuS5Ho81YwB1G5xnRXFbwPSj10gGgrV2nTkaTTecjCNorfGaxm9qKvkqwJFFcmjb92UZKn
Ty56Lvh/9tXiqXGm5EtehtOMVrHrT6DDRvMpLphp+liEwx5CCCBexl0pd8LGrrvSAJA/g5k6c9O6
S3bfzREOXRxnLYoXrHHPBRl0ERpdh+gWRo3OmGzmtHjrFh1iuBwt5Kocje+C5W02iEirtwD8nfQp
vIjDBjMHOQbVKII1FPX4QkLc7OFFzLIjef2K4XuhsMRVR4l5hzYieUGNhKJe6iUjXpXojhcsXoPZ
EVEcN1cRqqcYoXibN+8L5zg1mMjdJ/rMMFmXboW2X6SteUB7MqXX6JZi/rU/TtXBJ1ymvl2Kst83
izF8JVBKKd+u5yOEhhh4IbmfVxC03XCfL7X3ZhxEp6uA2ceE6JoRqNtSGHoQFPmopoCG22ePJv07
To+yuyojY/8it6NxthOzn5gKBEfP1MwhPr+N3klR2BNqtvQwfGKRmEW0huBttFO76yDXM/Hp3IB1
H5il/gpABvUTR2P1wqZb3U/UBGINThtSLbVpfx5zn6Tf2QF6e4UpbFK3M6kVEMZOpq7Bi125Rwpb
5o8eqQADt1mDBpq+CykTVT7eBR7qLLY8TYpo2lBSrdK8YMMZCtn6XwZy2ZJ3bCtxclX5Q3aLfMpV
4IskG/HRos3QAJbTHnClafZt0hOrIDNElGvfyZipNXsicNaLDka8AbJSP84Kq7sBFkFcLW04Sgr2
ZjY3Zyz5PSWwIkeiELhfcukosPNpTMJjbY9t8whbhcesDM/RBlaa2+a+cKsu3/ZBJb91WTwTOkx1
doxgnqjlET590/aMqWVwqgXS3ErnihHHMy2yGvIBBqCOiwrk6KzdAIXnQ2ApNFgcxWCo94Nmtu+r
domPJPdkt73t48NescGZ/KnEtqfu/WCsbKq0LsP5vRaesGxxTwgLbcSuzhoZhUh7e9l+LCXz+MwG
9Ba57KoMvWCcdsx7Haz+ATm+3dincO7xV13ZiZOWeHrwA5bxo5pJWGhuQhdlMJ0i/ZYbb30c9TLA
oII7PD0wzS+0mNss7cKiTjVJ8+5rfxF0gKieNnk6aIzplR9EuzRifE61qY3jEEuahVTfJEANovql
27hBmQlrPY53Vq089YRGfQm3Tj2OVF4iJUbBrbsgWvWuPf90yW6pr5eIggOKwdPV85hGpb5O2Anl
pmf6xJsivEmcWvj8s1ubTT78YQ3lGJ+cYFYwN6GTKxIqp7ToD7lVBstV5Y7Mfz7niQC8jHEZvy+z
b8rDrMfE3XdgnvGdGgn/vCb1jz3TaZek3IwiC6anjjXNIOIq8H28GSQifG16J1tu2jCX0R0OI/xW
Dg0qLi44UcQQNqu/c1YI8rBlrSpWl6RuxUKyBfkw1iPgCdadKYfAvbaI2JxWggwYVs9CRgE5RgXi
nLhTM38tVPqwovMez0BfwzzMsayQxCnbPhHim6Os7yd7wUqsoAnQXWRf5GD8dwcTDeeFHtWjrZeK
gcYOkOcMwYhZqCgzKhvOnYpGXEVylQfRfPIi6Q1HCCrOMFak96V1Q0Zwxqzx+8EaBgIPeN3q2pJG
fZ+SJv7IeQDLNkEYLgAaQHa2vfHb72UyUj6OXgoQGpSwSJE78nem0TLinPOc5VUvsRXtnVxbZg+J
N30dqmDcVb7vtFddG03DfTUZoldCVAVPgwLoQzyBE3g/RRrXKek/I99KkJN+OvAF3i81J+xNEiAA
QjzJ7kBgUBZtobvNfimXrtnWXVM/zvM/551rT18aFypuY5wELhMDTeWvE64brJNR2RNIuczxmjS9
N+2jOk9eCB1J6Rr6Ut1iZyXxZPSKelt4tgxW6C3QqqYSMfoKALev92zvmj3LG0j/WZLkAbDLNiva
duC6VtCBnYEr2922ODGfIPIhqN2msI5zkgDcmrjEuh4Nqv81jn5He8oC0tsMVQWtOnhxDUiIL+0+
xiIaEfxQ2/1hAkO5CZcO6fTEjHYGqJLh49z0rg4RW8ctCgoBQduwoMop2yaubrm1OOqWWycADMWc
bqJhPbZg06SL2AsNSUv88Kkw7pRehW2YnG1aTSNunQF3AQSCBW6nzTRMG1HSca3pfwUKijlDkRXU
LYaSeCBoAV4uW8Wt49YbJ4/Hnwjo6f0iZKeEZCZB713VbRBjJOG8vqqJFl22pIPJx6QhM2FDcsfw
IMYQoruPIhonVHp8ZwWqty9d1HhQxqptN4EH4oyATpgHAmBS8CyMC+Y2IGjs61yPU3RfM3X2JRSz
2eSO0w+vswvxDZo+q4y6F9ae9Q1bi12WQFBUjmZQK8gdUa2JCSXgxc6AIrcoT1C6ukQMILugNbNx
bBr5os9tzyaS5ATzi31dHpS3RF+MCHA9Q9/Kp0CLeYO1fDg2gyl2C3LXGDW93/3AxI+CB38IKDw5
fTQbC+Cv2NLFiyNxM+rsV4YtXYFA5jjWsXDbWwuXE9EdqJFREqKcwFyqF+h2pzTFS16ORXQTFoU1
ofQuxKbMfOIClB3yZ6UlKWejHJe7hqb9e43ZAKu6NWaPyWKkg5UOc8wKHXLvwlaiMN5lNjw/35lq
b2phRw6TT5SpHrUXg6NUomp/VfagP2qgYX6BqUKadBCD+WOQpQm2oWqmYwm0Na7SKnLVT19YEEku
DP1VbOeK8U2z3T0RIuFrnONhSVfU6apEL9C415NnYFLaSibxofbbcNkoiCi9DXuHuToh2vsb+xw0
tJ3rZDiysQ75FroJLZrNdmBdnSe3ufe67OfxBj8AtomRBBL70KQ4xBRNNWpA0bYffhCo6RbfiPJP
4NfKwx2LsSOYFIFSg1Ww5PAaJla298seK1jqBck7voEMXXCrxu6YxJPf3rn9dFanDXZ65+GhSI55
X5benRiiCdoEQ0ua71AzhHy4Y44x0MYD/D0FA35XOC9OqIfQfFNQDAExQQrHI3926rsAg4N1oGsZ
HNzBXV1sG7iomkQIjDSAEilKtVVELWWtFTPG8p0paJxYWSnc4Do1ruVs/CIKo2t2OZI8pWudpUSE
65FGMyxjf0KWT5A5H74OiTSJF3R/3VqmXu8e4xbOIFnhJ05HDrUEh4ZZ22zW5SMY0IJDk9Fjcjd2
Kq73SubYE6Hcene3kM3p3cwj1NsZCXb4eDl+N7SmS7JOC7v7MfaNeyo9cq2LtepBee5mBg0SRVX5
ImLLjOeuuUFqU3rfbAIloIKlZY0PQFSJ+YpmMsFQHaAl8DYZohc0MQ4kIdgguSrV1zQY/O8FGw0a
EBeOIlgGD9Zn9Al/RNgWFJvRIEZHEw79uit13kWHYvSH4IqsHtNeqZGChQMRJYdai8zkGsWzr0jU
nEzWX9dViSc5GYx7N02xiBUodWK7H0vlmVunAt3/FiDrsk8dAkSxNsvchY+Z7proVmGVBL3QlkVO
+sJlrhpst9Y322uHmnm+/G1PRQDev1eNgdLHA+MgwsMknnvlxoni5qGzuso59GALIRFMjvOUOWlM
FLxwKK6bfETfY50NkRVkhLim5o2zwxSzYvcJb+WxMzZdpjIdUQNlECZvNJhTe0VsZn8anKBpt+no
9wNi5c6KDziLY7HWQz3j6cKKYFs3IeA9oV2RSqKHKNfO90xbcXPQYaND9OmKLgSDr//GltKRL9RB
2ZHmFIdDDtgQuCEUWoswpvlWLxyAGhddmeTXSZKJ7i0U1NtgA/jgt3U6N+69JJ0u2dcZegSC0UiP
WkmAPAYEF1mcvxDUMsZnpa4Uj3XT6vrIDGBGTBjXa9tTqxpEbwuvTBxwC8XU7I4l3ebZ67UPUd23
gB7DSOLbpmwTrzwBm0/Ttesj/rEG18cPEHh1hJmtHzwqxUmOd4ROLz+8cJAp4twu+/gkBPf3gGuH
CEO0JFI4HL/ORbhqPpR2iP6pu0M93KdPTlFuS5R4XBCJk1gtVvwcL8Wur+1DuO/Wa97UJ+nL9p/S
SUMHkZFgOAhTQi5+QuNXgZ4UP4GpdjNx1/GWIJEN6pC78sDAinW8+3S6wDnA9jI/lHHJ8hzp7WJZ
vAhEtbitoQji/m4smnk7GCagGIRYsMIj4wVxEyCtUOxq+dT0O8sPXiuMawcxJM4xxqgQfRJF/Nv4
CNtRaEqZdx8IIlQvk8xlT5pOUtf9HfTHdpj3WflTxd+I6frkZf8eNXy+DmHvPGyyf8KLJ72Mdu/g
UOrvwoepe67X83QI7qS17daB/ZxWd2bjxlclcQzrmmmOx/KzySx/eNP/uf5FrjAASOKQsYAD9Z2O
WndMNJVbTH3zD3k37hCY72FOEnuXqE8esP3HOwfEVEzHdrj3yzsPUkbxia5n/opeL/39QmoGzU4s
rkggUByUUuMr+EXbCey81WfhcXeY3V/OaO10nX/yyf/+HADghDi/7vOk6X8mwf8rO9h02DwHksvu
YHeOcbODQrvLmse/v+0/XsRmeAPfd+Dblx8VHK07FdgY7myvfEDRd+P2j5n39P9wEVpVaAAqM+dy
9HhexW7ne9FwR5jtV+XbP/GuP4SJ+0lI9uW9sCwoQTAFBgpcUYYX69W3VCtCqclSSl+M/egEX8Lm
k0tcfiFcwhZITEgTltSM9sXMNVsPisniTnZEjaq7rcFU6u9NsUdj8fdHdrnYLy908SlSQssupCo7
Zvqhyx/z6JejPkx//PtV/vDE/nM7F0stZWbBUhg7O7bmw0l/hOq4fDak67MndhH4LJO8gKvkiRXe
uu2PLofXvEUG7ptP9o3P7uXi7WtripIpdbNjkH6J5H3k/fDqT+Y8fPZSzj/hXyuSKLbJUwOPa4xO
Mr7npYjscW7/l6vl8tVfjHdJBherleAqJAmuC5uwjPCb5z/8/73582v7162kuAU8ZKDZ0cWAkls/
CRHEfvnJ53V+5P8+QP/PnVBYurZwWDkXd4I+QFta+NnxnEW2gji7Fh123L/fyR9fSggZLzkUfbRu
/70TGjlUzQxEOSb6GJIomxE5aqc/zKg/udBvx8P5dhzJBuMGACmue7FagqGyRTLnxTHtbkE30vY2
7IlzRkW46NdZgtrBc5GSuVucYxR8ywn4dstwPcHMJCgwFWFgf7/1yzD1yx90sbambvFmK+IHJYuz
LQhBS6UD1RtvjKUx1jFM5eXvF/zTs/73E7hYY4zAiPwWUOg4qCvnvSJfsgzhNT990ud3dvnh/Ps6
FwttCRpA0yYujjkppiXKZfx2qIMIfVNXhOopDJj5tAtwQPz9/v75Ii8vHLoBp55rI/a+/GL7MLcF
7pDiqCrriH0SXd2JiD38AMT3WU/5Y/BBpzjcltf+bUloEzD4Z3NG/vSMQy88TzOg2PP8i2ecuYns
ZxR8R71J+m1iMUsFf7+sPrvV8wny261K23fwGUgm+1w849kOI6SHXXFsukcg3xWZaQVNmv0arYIH
b0esFoK+Yv3JA76c6RE4TG6inPEFBZbv+BdbQo7EywAwzSeHOA9BH9uSDcGA5mx49Mdnu74BGMwA
bPrgKnQ+pqY4nd8FApiZkDC9B/XYyaH85Ff9dkZd/KiLzbBL03ki+G0+9dgv5+k5JQ5BETDWg17Y
9e7vj+C3TfF8MWprl3gd5TA747/7lSYDVJYRTyCIH0F+Vsb8/N9fwOfvP4+GIobpslMCskRiJPV8
GmHxXJegbuv171f4p8z5z7fDPfz7Ehf3YA2TDGnN5xP10MoPbxPvB/d87+XbkfBuaPEDQSBDoz55
T/+X69KJBYGkAFMXawPMlwTEaphPeXU/6FdCETfW2bynjlZIGNLH1BM6+dl0t98WJDfLYwyYEMig
E0rY/76wFkNLA6e/nCwipbsSgwRrEuXKnZd8sib/dCVGY9t0m4zIYHDIf68UNlFkxrgRJy8mgJ1g
qSg7kB6OUOqTCdafXejyOapqyr24EKeejIF70n4t4Eryc1m4xaGbVbj5+wfzx+sFDvj8P81MeHFG
z4ALdMSTODltviq6J0X9REZ+Ux7+fp3fDkTHP2MEnuMAjwaOc/GqZIw2Cd2LwAYfHDuZX3XNc9wY
gpU86BnnNNTi6e9XdH7fO7hkQG0DKkHTcbmhlTjcW2+cxSmoSVctPOujjfzwS7lA9ZSkft1Iz62v
W2i7a69d7B+gfc3eAwXdkBjb3pcZlNZi4xJeRXFW3kwdWncy3OQ1eSKrvtNvHb4XDNqy2w/EU6w6
qI+1NVr3ZSizA8meyStG8+STlfanB+nihSEWiy/ekRdfImKaGhuKI072+FS9Zjn74HoZNp251598
in9Y0/S2JEWCs7Ad2peDWKFjrLrViuVFdniu7Z32/W26XLvhtNZk7Ew4dcaFdKdl3v793f3+6s7b
CDPNQzbJgMLuv8utbnOHsR3Tcgp8a0cGAhkg1m4orxP0a6379veL/TMM8b975n+vdvFIMfvbnHzD
cjLfEaZ3r8sP+0lcq122izbewTkMMTmIK/Ve3sbP/bO+Nru//4B/xt389gMc2m/6Vin9fwbM/avk
9ywCfBCjLqfxOn6ETrhhWKR1Lx/9zXKlv96np5LZrurQ7rO7/yHtu3YbR7pun4gAc7hlEpUlW7Ld
fUM4MufMp/8X1QczUolQna+nL6aBMdqblXbea6EjiyL8ztvgsXpRUEEpLuE//KQhroRHAEdCh7Ay
HrwKEE6YsFr7suSIYfLGJaj9Au0ZCHH1B7goFpgcM2thfPubL9CQaMW95gUkCW6/oOcldMMDfeRQ
VQweV/mCvO3S7c0ulJYYV/+NYWn04stqpDfwax8Ln7tp8HhAvS1xEzYroZeawBvDClX/g5BWJ3VV
KYaWps/J+KPmi/8k6XILr/bZR9Ud4yvy5U5nuojJedTjV8kYL5kOc05q+vJY3r1mn9JG8NWR6JRg
HolzTQW0PWmRxx6wwlUjuzagoIEMkT+pLUXSrKJA+hdTvzDGMP6EKCSd/VFkE+ikfSFnGPz4DKsT
eOFCjLwxbq4XMWsVmULTT7MrvBJL3BsgDApJVEIso1R22S6CusQAS76NQ/fkujx6yi3fq7ZeXgIp
2gTWV8N0q0CLrBzZ+ZJGPz555eQjhrVBhlKRANEmEzep57M2A0ore0i7OFhobf8DuqHO6SPABDw+
2bk7iwhIYjUOREYSeZMSPpXQzYp1i6i/RSNgmh00TubdWcIM82NRl1QmuaprWUS2ayz7vBDjiD10
UoOpLzDLGCg/OyKTntFUset4gTFCsd+MRXlEUWudjOJzEo+bEJhWBnCmQ6tK0AwtAWRfVzRgdqWc
gJEudu8BLNof66MXcEAxZMrRzJBBBMIFCjMu9+Wr0oJHe6NR8K4ltx2asvmKovi5e4cfpVpgX6ga
yyP7qRGLU4owQPtpCaeEl4BrLNS7JmpeWWkMjSROcwP9kx8ARF5mhfgbtcFtoPqruMx4zBELDvqy
R4ptn/0eARYAyVKQCGuEMwbXExlwt2EPNXwJvZP40EBvrUiRMvNcVTgIEthvBIR7yFXe6tu80cC3
FTHcIdOB67rqFllnhXv0A4eFDei7xzfo/pHeCiOC2RKT/IwgePxBLTE/kfObRNmNoFhD5zbrPBY1
vzAQB8ioCwksrxEKQQAUpJBjoOeAuZBOtkNT+e3vAMeFgflz/1cLkwSN51k4zxpLLAwN0WPQICON
l4F4FJiKPvBT0WiAUZzHy7pXLNhBuLDQ5BoqXqTHB2iheJQHCBqbCqgtfDEuarBbLbxM8Che+qwo
mUXhXANsisxPzueVjWK4IckbBECHEvXvH4yMBYYXdOmnHMifjxd1r8OwqCkcQKsfr7EqeVSApZY0
D5JSNGSgZcOI2xXaKRIgaWUxpTTATQ7crRKDMA1YzZqscghECNUcxWJUgbaER9NEDkhgdN0pZ5BL
OaJyqpXfCZoIguAFU5AAXHUizHkKPoWe/f5ho2wuIwqBulZRIiTuSupjgrDoQBSiDmhlh4uToNqe
yH9xURDFKSJcGQ69m4QUQJxxKE13/AFOPYvOGBH9hHxq8E+Pj27uRV+LIay9WGIgH9TN/CGLoQRX
THAEqit6wR5L4e79UuzZ5MJgRbj3ZI03r8accQFJdwiF7wG9kUx0qgGomiZOFH+jYUkXE7Cro8f7
+Fjw3Bu4lkvs4pAj/y4oA3/wUMAVE3GtdA6X1/ZjKRw/cyevxRC7KMi50I0Jxx/SDMgGqiuYGbjI
rKpE9n/qCgWjR90uEQWVO4B5BysAUCbbSImCzQCIAsrXTMKIBwLKek0UYXtgFmTiNYp1irH/zlMO
Azp3kGtA5AuUHd0rFcECBHFjPV789N4IcZqC2FyD+cHJkuJclFHkSAQIYBv+FoAqjlyZ4fVHPseN
rTHZ4zVrv6gob/BeqMZi4F4SVRnpPYQZ+Kgr3YZRmhZjbJFyCArOYVJ9fI6FQzdwmyh8UuWVJlPk
zZwwECtEDa6ggEAWtK23AgU37NFT2WkHnmusAgggVXAsoiWA3AFJV+pFi7aT5iwKnKFg5hfKg7LL
M3EtmpRVjGROmg9+6XQFr1asYYRGDcXBPybNu6TtMbKqi+GCQ0tc1BsN2nt6oDBiy8FywCRH9C+O
w1bB1BQAoQqAhzVyAmLKL00qzMfHP7czioqoRBNAJIqYl7j7GSan0crDuYcIIzdopWIr+I8rNKa3
aIz3wayKxBCGjd9kO6DRNd91q0yGAKDg3BRpw58iydrbUajReet5x67hX/JymUdG3dhIMAIFf6s0
vaUBoLVkAEKljYss2UrBgWMcL6goT27GKKGBA048gjO4LAjCb08H0zcYkuIi74iZSVOQXtgRWZXy
Ofvk0buxRQMvm3kGsHbMLv+leBTze59FuhVOGPo8leoW2BneMUpVuxgAcw7QBU38DdB3I0fXH+fS
WH+n23775rHZANsXYJ9YII4TryEAmQnGyQTvCAgnDB4G6GoDnKTmADSFVqeZeemTc4Fnh85CUSHr
NODvGgdlULyjvAW4pBgs036ndJoey5GVFb8YlfLQaPKIpYkhuFRA1eYd82YqRgFdJt00IOrDNL8J
KNHHj+c+rSmg8QS9RkjWIN6Gl3t7b9DLx8vAQQmP47DznFhcDt5WDH9aHGAUnhoRVXbg4uf2IHu7
uEMK2eD6z9AENhNj8MxCY9YVQJFd4KgWOWMU3QKTgj4QzeMwoAUad2d++6kCEc+AUhH4/FETHrMX
/xcOXD0U38W5t5plvEI32tlFqzple+48LUIkoeU7kMeCvbALj1X3SwCld/P9ePvvLCXx+wmdCnA5
pZJd/H6xBeiIWhgYFC6C97b59b/LUXkZWV4Z9lEgXVa1Let0GIfwWHevYlnt1BwqKZGHY+B1DOWc
7nxxrEkV8V7gOMIus8QxpYXU1UzkYk1Kki7YPosBQVogBh7zzKmGpl1i7pPiZd3HagLageBtQB1A
GyNFf3uN2QGBKQDkxm1jgMvE6ha4nUvMPgTUtrW75wlJSK4KU0CNBA3pFicSBhWD1mO3yFib/ZLZ
BYZqs05AsWr3N+NWDGHUBk3xk5AB23Wz6s3IQfMqT4tv7y/3JEJDUQNdFZP/dLtnWqAkLCMG7LZe
IjttYnhJr8xP72CsADm1+fpfb+CNMLIyhHwlePNGbFvk+KZm8Btu+VjA/bW7FUA81Xjyjwb2ci6d
5RvqBu0DlDPh7zXQrQziuRasBoikzme3yjPmQhIMtWD+5qnfYPte3X1guFhZZwYHJL133ad2dPVu
iRkUW9k0lEd2Z3Evt/Cfs1OF27OrQf1bJF3IbitLQ11BM7RVYCqU9d4HTYSU6QZduXwdpmsqAI3i
hpidBdQ6WzXFT53XkcuirGf+Vf27HsLoAfgsadoQ68H82To0GUM58g5j0sTM6omrO68SzwoQxpg2
TnGClYVuHhMJQeiJ9L1d0K4jRzshQiMBFwNYwi0kuUfNaazpEWO+5Bid87W245eCUdj8K7i/NFOg
GC3aSyC8MRDYA0eNh2Te8I18LVgefR9pqyN0x1i0UYF5LnY72pqd9I7wAffbSNeizhmAKzXknXYA
YKvWmB51ffPXEhlNOGRoZoXXcnstizQUA8mPp2vZWO4qNvllYaKPxAb3E0Wr3AcX0xO4kkWoFZ53
QUQIwobtdIiDFTmK45qp4zuClZmx9ViHzeqXK2GEfkklVRinwant8smhWcjp3954zMRCCI1RImlV
CGgF2La4iYGV4N53Zm8ZiMvN4PXxOuafmSwr6B5BEgCVsNsTAh5OwjBpwaKHPHKA2GLl6+iQb10j
pOgNqiRCRYkMEOl9AZKmB1bprgn8r1W6cg3aq6JKIlQUB7BjtpjW1FntstIDC/6gKW7KRUZpcJ3V
hVebR+ioHNw0sTfkk47qTdGYzKWyqv/71pEaKm2GTJWwIKAjLvtlaNY692MA0OvpP94GQiEBD0Tj
QgELKm3gOOiVru0igzPALkW5DbSdI7RSA9L71I2wogZWMcbQCHxAoz6ylAXNKr9/D4gsrLg50wiy
hvX05mR8+SWK+AZN88xocXQFwmHnoORQyyZOB636KI9iwBlCfCOEkGGT/MUzvZFBHMwYiiAgUy9X
GjhDpl7rerZkljSrO7NfN2KIY8k1EGBh0GQ6FjD3GiyMHzgpKGd/X35Do93VhsmEVfCAgRCMARi8
Cx3j+0a9Ac+oGUJXB4AfxzBJbKg0kcK9Tr0RSRgHkHSJgJvCwoS9fJz0KmOkQJLXG5M1Vz80vTBn
91AO1hDdIOeBrjFiHzlgA4ZZq0x2r1/mv/J1j1ekvAcmWPsoS7vP9k27+a8sstu6A/eoktcXWcmu
BXLzUwdtVCEdAS6xDf/s7jkj++L1eMWu3Seqsp3UNmGtbsQTOwuKvhKzkRfxk1qPTbSPXl5zYYOb
wfAR51GU1PQb7ySi2RGdmthftAbj51e+Ls/JXAyIPmxuoGO+fJ1bot4boHw3gHFM0fCzdxXRKvpC
kUCURIkw9HWF9HtdRdw2STBk7aOsLx8lhGBvY3eUvFWVHHl0KAknUOTqHUa+FUamrXcmwJwC5n8+
YbrbV+vl/CKIgDXLwZzxRmxqu/QDA9bdL9dBXdVQd8zGNbIPlqXIvYwQkvt8LZcw2GMvMYDEgNzK
YvZAFi/NwFSNcdPtYFc3/EtgJIDQBnmd6e7rd2BSmRWtgDdjJlA402TEvSiF3mVDgP2CvUevJ2Jr
Cdy+pn8KnoKnScuCcclONuBuA/OY/5TuSj0yaYpq9mldiSfNB1PFSLiBenTrb6R9bW7LjbiqN4Fj
29xuAXLed7C6/Yy4eumCcsfnXpWkySJGPDHcgL+JM5e6jGeHCmd+bCzJqbY+bL7rTGqE1/k1PU64
5OTuTvtKIqGyWLkdPCGouS2w9cBTbHWG8twtJpcmdSpjsBBYImED1Kp1v+wWUyDrOqOhAdD9E8yK
sV7Y9PiIn3GF0eryzzZIhKUImQDDxSO2QXOkvXpEdf/YrEYbLDBwtkBTn35Un6CiX+QGeC0Q0BcI
LCgnMePp33wCod86NwiBjYZP6M3YBDeBmW3dA78cjdBJtyCmNpgTzaGYC2VuZBJKB+FaJTPgx8Yx
5LkeOcIl0MbMvIl2le5ZcyhrnLbxwdmTnQZKKUidoJbc9rew9uGX97hkuaGZVEG08yRUSg2u+CRm
sTABzynbVQZjABPWADhKZ4JLe0lZF+UVSUQgUAKMxR2ndXXWFNe7cDKSVYvlJQcX+sL7qyD05uSI
iABxllIm4XRyeCxTGNpvKkN5Sp3BRG86zYumXhTC9Zz4YUTGxeX0N62Z7EBodDm9zgQW0SqnGQTa
dhJKqa8n1HgFKqKBIWqXGFMDG5tZm8Cqsvil67hQAsxRgoudGwouDzjCkeuinuqsUbhSCoSmUj3A
GJQyThWMvJe8EFCmjHY/KSvRBPS1UR0mPaCZDDWZJ0y29sFLIV1XGcyF4H7C+apHd1XsoAotMG3u
vNfaRJs0dn2PNN8eLW+OBl5ZvV3FL3Jpjga46ltdWTVmvIt3IHD9yxzg9d2TCU0FmnRVk1pchsx6
qawKOc7DQjqyOs0sznq36BrWOBnzHnCriUuOKfsobKKO28rb8VO5aAywFVvgCHGoidw5Z+9aFnHD
S6bp5AroJ5c0IPfc292iXYJNF/o/dbxDrSuLeDeZxRAPGpAx+mMVMl3p+/P+d6nElQd2eAOmA4hv
VsDBNJA4htELaQ2ttEUSNzqUBTcA1Dv0lAHP3Uj3wXFSi6Ax2P9VJHS1oaRJha7ngDcPWai6I6/a
nlyznawnjo/Xxb8L9tBmiZEFtMiiuYy4lbEQI8E0cH9ea7hRt4CNh77A4S1bvAfV9q3HRzbrtcFl
lIHHIALTUibOLOkUL0lB7LgFeeJPb/IvQr08FSa3KDbMYAFuycm3me1vMwSazEKi+axzhwntBGgI
hQcwH7nBzQAYpAR8alsNL0PFDUXfqwGsLBNeOi06mTPc17KIzS0alY1rYE9thwUi9q1m9E+1nq7+
P+Kg6Z2RD+FaEuGSABSwr8QQq1L2AIt/b0+KE8Kgqpv6p3xPd4UtogjgGsPT48O8b9uYhvKudpMI
fqBnAJrbYoUgBz1muxY+qbR2zfJHWXmG8M3qNZBGKDJnTxB9dFNXFGg9SSXvui4XlVLDw84xervP
Vp6FU1xgTppd/42C0a5kESfIAUImKMYat8WZiqHBd7VEQzvFiZ2zmNdCiMNrJankIgASXt78pDrh
1i8kOHiPN44mhjgrqay6iRFm2rcIufd2BTR4HV3clAc+a3+ulzP5KVcBcTnkPArWLY/CbruvjsLa
szJkqtqF+BpQ5uVpSyI8yJrveGUEifelhgxq7coEXzJuO+2EqGsibGoAG6eiHM/Dpk7+vmdNark3
XJ3bFq+Pj2kuP44Zq3/vN2FTI3BlZpyHRZUmhm12geWjvOA7cN7+44UgNHGWjkBami434Po3U05q
0vtYFE0NTqdwp5yuFkTYzyzjKnlilISVnmxa5Ijvw24KUgGmaAJZ3xyzhfb133ZRIWJToXW5uvIh
dCq5skjMJMa4AoKf4VL00WUMjFgeoFpYAalqFbQAZM+0kgABORYHHmXCbhc5aGbYCOZnjS6AzsRs
+PsZD80qnp8983ikbe2MA3QjmzjCCsCaCQYj+O36LT/wVrQedWByG60BwZIB9ForseMFbW8nTfFo
xcSB1koh5HyPFY8blH2Bl4vkPWhwNsmh38lwMoUT5TBncmzXyyQzPRWA7XgpxjIVfcuZ3jq398uD
le+qw9n5ouzpjE65kUWo/HBE/7MYYnGNBc5YBGzRJtQbR6I8vjk/6EYOofW1vg+Ax4s1vQE8/Bdr
MGgLGJfLbzT66r9+8TbQNkHuh+tKa1UTZ06PuzT5yAo6/ck2zyqIal7rC2ym2OySojxHcbSgHNiM
jeY5dC+JmFbAtJs4fcOVDQjQ98MJQzU9+T9ll2ibr+vdVKWnNlfMr+dfWYQRAMK3AJjlSZZxScH6
OqCvJ89uSj2hJmtqDDXImruQ6FWdGqU19PuxxPqaYCibhiv5bShXGIG0GPaXkvzIChV0Yk4Qz6I1
Fl2TwgSrdruRTdJECReK/FZctIjkUcVEcm35hO5Yi7eRazRZmHDK4c0plWuZxOKkSAQDTAyZ3N49
Jk/NS7pkLcE8gTDJKK30Jd4lp3onWJ3zWPDcQV7LJQ4SoUjGgGmI3wJlFIQNdiV9PxYw565iLujf
3STMOBhjPEWMIIEBFuOEh6yYbr5mXVCzZFba7qp2UeYfTcosc+lVLcwSFMC0/vM5/XL9DYR5B4Am
l9aYMNiyhruK1h+R5VnsdrJPAO+EGu1MlDFAu4luE9rLn+uluVk/YS5avgGpXCvwWxDGWtGuXQob
DiPNrd7qsQ4M4cGUbcEqDai7E2XraZeKsBkil/MYIpgs1cf2A8C0+ulpsTigMNAvnjudVoWaq45c
r/Sifa8UUJLhIoFbBqGXIS9G86PQ979jcwlMFBhHGZa5nOLpdad//ddNvnzalWi/BjI1N2CTQeaE
Oi2jj8v9aXGYsiDv4E9C8vZISxtQ7tQlUX8lUix5pUf5dFK3HUSGNoBFkW2nRRD3gE7AIQXaxoQB
gFEjgUQ6VEomAE+UNN0fMEmEm9be2/tA//4urdICVdO7Z/xQ7s1kBklf41okYSaFGjjogYfdRK0W
7RXZqkCap16VT7KTG9SK1qwKulogoW5BiFY3foEF+j4y0vb25F2eBv/GfkorxszNx6ujiZt+fnVu
vMgoQRJAnBRl+sjuxCykSLhY80f7RyhVrQ3BOuH+v9soGqIVWJmB85peQOyUxg94iCgyZ586plg1
0K2JGC4gNByDFAtwA2R+m7554CVszfwVbbeFYIFC+PH+EZIwGoUGaUnipzI+pjAlQp/xPEBhtZRP
zzZA8c8cNOoezHHOYyGkp/ZHyoQyg5I2Bt/IhGrHxjkX5WJ6fkHbTbj3UUMHQhkIEYwVcDV1EHg4
nfNsdDqX0mILwo+6E01spcYonhcrQnpem3bz7Zsj2qVSe9TVdpkCZdowfuJt9tHllmdHlUE5RxIA
4046sb1y03VRWmPh5Wdl5QFGaRO9ORnCC7oytMYq7WOnH6dCjUOTLN6++j+S0fWGAjcGwAWZePWB
wPigiQ6Scyx8gq2qB/a8XPh6OAboE1bVl8oHmmQMcOMlAK3LiSOcBsV3Gaq9ejiXT4COA7KQzKPE
S6aZFDHuACZeJucefF7qogJZNUALLN4agJFuDN9JZA/gkIkWo7jUFtG23JcFKs2iLYPkfcN9j4nF
O1W9DgMnlQ6PryThFf75NkxgqqoEvBlNJK5FF3otyBPZ5KxxYApnMpXHtFAK0WFugGqQVtOZdMTd
VmA0HX485vJZErJnKDmxkDUpOSf9ADqGONXFEsw5Krd4vKwLeCopCCoDTxqyMF5K+GfCEGViK9fp
WUaJ6gMMdxlzwOgOsHTYF+CsFTr7XeXAxO9At7SKlqVvM6U9wh589v0CYz1KaMauNSYA1l95ARij
VtErvxGfMOILQnoXhdMfL7HGyPS74+NPJ+fGLkdy/enEkYBtJYLpaNKzKptdn2CCB6yZetxtWbhT
ayZcpoWeOd2elmS+AMHc7ZkyjeMKGNi4Q6kJIrBCeQp0oCsbCjgC9FOE5s3WPAAEzwDu1rCoQV2v
F1/BojpPjDvgwKyRHPgELHa1CcRlI1GOkewL+LMXV59E2Bx0/Pl+2+OTatscLNEavu2lfFiksKWf
+Y/owHInNsabFpg4e3p8DsKc5sBE2z/bQVwhn6sVv+DG9Bwu5WP0/ib+7IMnZS0vk01glGsvXNTW
DxKFxip5DmxpucOM6x49Ivj/Nm/SEpRk4vCyFdBfGmbpMcZ7B7DFMtlQD0WSnUUAYRZL0H0BsB/0
kMlb23LsSx2ArtMUAJGOSJ8P0udmTNgX4Mwnb5mgxR7FnszpDSSpJAGz7ohBSD9x8PEzMDBk56b2
R5utshTE9MlnVbPSc1uytGHx6c4TVxN4zEDxEQWkMzFmj59fuTdar4D2vFKyMybKxaUacLydswVn
Kgy4m4QCHI9xGYuU20cGOdOWA3Ud0TI6PkXAsBMJHH7gIi5v6uzMx6Ys6WVo4UmWmSM8lWjSWXDD
k2gW21JeC5yjoH+jRHGE5pCTnvKfj0B9SwSMqyIAx+h26cLgD7yUN9mZcWRuy4OdWNSLTQEwxkHH
rqOxcVmJVgoKpcYGHGj+qSwfP4S5mwclimkk4EaiokiCdYm+xyu+VGTnD4SYhZH8zk41ZiWCD4qc
mTsFOROQrAii3zvjkKe8MLI+VuqiTwQLrcZT4YOZHrepiMCFC9IMkNNxEoBeGb0pPWMcLeklAuhM
If2vo42XbUcnGgcwhwn26G7RoOqMPTHF2Zd2na3Oq2fGXIkbX4eT8vVCyRTO6XxMCAOkhhVYGWh9
ky66ut9l6we9Jw3ZOdLhmMAFWJcgPUkNaQcK2UZXUjtndJprRBQV/ywR6gSw34Agx7j0rVDwLzBc
AybQc8fmnckUg6LzDSc6OfgCdSZLB11pQQMW++qp0zx3MbYsrQTHzzxsPC4cNlwPlb1D1m+5InTx
8vENrsu+9oHHfKW9oAlmCupF4CSUGbDm4UB1J/BMoqSrZWql7NxI0sBT6rZRZEYYzQU1Xh97oDsf
mibcYLCtikx2iPjXNBfEV1ClYh6e9asO8/FKwMFmKBm38bqY1XSN7/wXN+ellzKtWvQaKox4Fto0
pw0Rz9kyzHmCHxNYjBiTJlv9YhChlq420cWir1G2wOemtABFinQw3BhM8cH/wucwK17Qs0NXgOSI
M+SP7q2wZddQOQNgabrM1pS4h+x7nS4BwBLwPRhQhxtIAsTzIL4sG5/zzhMHj4K+v4hH06OsLHpw
iK08TKR0IGOLe2sUdo/f+yV6u1XqmNeUgE2Ppk/AOl8039WlLxpPVCPwS5/Nt9+DlS7RMVAvGf13
pv/GRuj7CqNghZGhjKkuYe913Xg2f45HY4UhPnOzgRpE6SzWfxmGc8QfZ9Cfn1PjOTdAqo7OpNVq
ZTzT4ol7HYUHI6AnBj2q+HbS7gEVMikEzXVPXPEL3HF6VS8j/+D3FNNz/yxuxRDZA9/NJLUBwPQJ
aTbLi3cVIEQAIISJ3bUAKvfHB0EOUeIO3EojtI+XFTA8EaR5nTkY+VLR0Xjzk2+2260NForl9+eg
6f2qN/TN+BMdaJ0UMy/jVj6hiLi2LjvgVbknU16g13trf1QGiIf0pXg4vLJ2rstwqMB2ZADzn+LH
3Ackt6IJJ0/lI1WJJtGgLRTzHy7aRyBTfby/947krYzpsK/uOShtvARqxT358bloCj2oKS+JTM38
OUBJmOB0kCoBusqtBAasZt0oZMwpcdzD96JftasdAC2/UM1eS+ZAuS/3uRKsR4JnDHETJwOxZ2wh
e61QNswJ0Fl6Xy8n6rUBJKLFRy2/dhKlMj97QtBNk5lSQIPB367N5UtxZIYW0iRMHVSLRHkR0A7+
+IhmfByNBcQXlCAeNwu39lbKMKL+r6YMc8qsyEoW6kbVVz8eun5pSd05BYJ9EdHnDggLBFq3gmQ0
7ylV7zKn3kvsPl+FlaBX1bao/3eXGSu6EkTsm1CJGahhIUhLO8RuaKEQWfDIKnrAfsbxSNvAOY11
LY7QWFXViJVbasxpDQ5JTKbwR3SL6oivPznDSi1jJa8pgfLcs4JLCuAd+EsAGCN2shQKIR5FLDDW
WksGWZ6EuP3xtZi5e3AAuSk3iAoncL1vDyuPqxosuol3juXytQzKDVhrG90PEuuxnJkXhToqyFOw
HIQcl/bfKw2hKmEXtmPlndMqWwE4Z+9K0ZuWBh9CMehF0tocz1Ke1UxWSruRSRxYL/a+L6iZd97a
e2DtA2wAf/XIwC/1xVKHsTVWjruLEdM+U7zdy6QSYfhvRBPqiisluao7iH57Y40X2XrpDPA9OpJu
2vZSs/AJH0iXezryDSX439aiKWOAy6gXyBJWzjo3zR9KZnbm9t580XQRrg5AYQQtlOrCOweB5sgj
uMYldlP0nJmUtVFVPGXzZ8VByUxRFUilZOJehVyuunzieecIpMq8FTQSMLmcqF7nWUJ5mHPGFfVl
ThQwqoz058X4Xy2Nb6Oq7kXVOzerQjUqDxsq6KmqY7x0Xx9SU3KNytVrjGzrHmZBXV10T4Cvfe+K
Us9+uRXle8hW9slW3XwPYT3A1gt4bYb3zpgU5962IVojbNDm/YToGjJcimUkyll3wgjTC4ZdKWpB
a3+uxkXx1G5Ybv0uIZEkbYf/FXjqjyyAjWKGCzUEZB1v7xDT12xSRLF/Xif6dtQ5zhq+vtYvMXJT
X50j0OAp57w2FBL+lUfk1EPXl1oWfernLly29RqQh9Hab20FjMusHrgO8gPBCCz72Ix9wRTEdRvs
OfYt0ZZ8vUYnE6vnzEpJLTBkm326iVyF4vdcAkjynV9/IZG1Gfx4dNk29M+YmQbHoY2iB5BidbiX
X97K2HG/+WnCuba+T/u9/bRh0OFtPB/Nt+3aeRY/gn1gpobjWl+K2emd7tD64+afxr87SHbwpoKS
j6If+WdeWoe8Xr9WIIDFHLlshMoK2NTZagDIMV8ueTM+DvK2OFWc3r/XT0xqDMox9ynJ+JmEE97G
1QcRegG5kSDoKhypBLoD9xfHcJakOYKbm12tnaXMzoAaKyD3xJbA7F5VuQl+Xe27VLdgqtdjl1YV
m4kO8UGAKQBhCLISgNu/vdMA8ekLAFn6Z9ZQV6JVLcZX/hAY7FtnJqbrYhCTpbzYOVN4LZEwS0PK
a0ntZ/5ZKR25MIYKU+Pp8BupeZ+Ww5zfbhQiBBBaTGCFxAtqkOFtpQHbXYi2APiFxBSfy52PeUfN
6naxnpqKv69YFAMWI2ij9RhzcKfHln9eHUryxAMH8ju4hLc73EzM4+AAxZHXi1Eu0f8jrELvvfOM
gkd+Nw2XiRoteFcBW3xlSLSS5Jzjiyo1gAwB2SbAFBFaS2plUFSnkD8sJL34AUF9qIM5mjOMyKbY
fbJp5qIhsdnI9YBsAOCAxPVuRxDjFungnzFra3vVCxjDE9c3W/bIB+tQnviujQB8nvyvItc9xmQV
Q1JeKBs+59NdfwRxpcdcm4DqRv/cKM+Namiqw2FaodfVzByOkX8chsrksgDAbvaw5BHiyyVPsYGX
xg1SMaK/E5QVUN+AcyO+IcpHLh5rfANKoXYSm1yt/8Jw6S7dnc/nxI5MjC3oP1B5x79Z/JRJBn4y
6DzJGfK+ktTaY2VoPCOxFEBMMRh0WbSW9S4ZX9mHREkdz9ooODn/yCNOPKgUseglyGtWaGYtT+kh
suqN4mRb2fTfS0fYjStmsQPrA1izVr7efGCWzKAd+bSd5HajgQDoNIhXJYDj3r6x0isbPomrAByu
z+C9Do5KaYHcjfdWirZLoo33xawEGpPWrJd7LZWwfoEvATewhVRfMOy331v/s1lURqXbkx18Q2Se
LgdDQWePHFgHWZf1IUAxbXfegddLL/Xz8/C6big3b067qphvBx8ELt4dtqAGYmMtUVz/HOQLvz6V
zTrlfykYBu0znbbrk6Ymd31SKsjtKRyIJwifGtST+RgLLNJ7nRXo3mrYBroKhtodryvgifsb2wnF
MvHFYp4DSLC3h6yVaEAVIiY4Z41nSeKnp+gCb+U9sE00u5EPbGYEGHDPfmpgFG6S0ASBtyGLRlIu
Yo0WfE/CiLVjd8GMJ6qoH94BuaEMVhSBx4dnrV7IscOxx85dhBLFwZoJIzA0jkwMBExAo8QN64VQ
EMCXHZ7besUIRi2YkTX4B3X8eqw2pt9DrAbtKoqISwNPAP7t7dbyYqOqtcTE56jJTXQbA2VWF5tl
sC0FJ+A9HV3OlMB7Zv8EFBVFjJIBAAKh2a3EgGtlP+q1GHpqX68GmzpuNHM5bwQQGriswsFNGwjI
duM6NfnvfI3eD/h76CvWTt0HYz/ewvkFIdMNTwqtICSoZ5HCBahFyBMHva1eJWWXjqswfX8sZaac
gsS0LMjQ7cBRuGPp4pKk5KsiTM4YDM1KvTYVPTzVm3YDMNYNYupRf2r13DqkQJVJU6t+4ZAmf3Ye
f8UUvpPX5fojiIfvo8HJaxt8BBjjLRHTVJn38VjCzG6iRojuQRa+qQANc3s9Or5RuK4q0KjVw3CP
ywCIqF1x9Ci3cGYhMBoifBXAsIKwZfqMq9C5TN04HzIspGyTF4WtVZsry9x6vJY5D+xGCrEYIDGJ
vgjO83Os7dt2JWzcIDbAzhNz2yF7E8ZF1YOBkeaL3Rf/UPm5WhthE5sSVMpj7ifw7CPlWRp/qvEY
FrvUO3EV4qFl2FF8gRklAg9XhBIBxCWaS4gMa5kFWptGUXLuJL2pIz2Mnob+V1nbPY/GQf9Ii8fv
7ggUIgQBlBhJY0QuxOG1Cg9eQTlLz8EQAiE3zlE2XoAmKTDiiKdclDtFTMgijlBUy6Tnwig9c5Vi
hiDm81k7QQt4AJKjhv18fGHubiWEwYme0pKAocLibm9llipDpQToDwJXkua1H21ZfT2WcB/2TSKm
xgfMCSDXT5Yq8wl3h+Na9CmiscJHTah9e+MAFSfZ3oFfrxnaZbzzyTH3gOeFFgvQ0YFNljgrIQdR
C0gccpS/obAw9s0AkszTv2VMfY+A+4Az/HiF96E/IZE4MdTh5T5ihPy8zvv1B/ghFi26gb9Du9VB
dmYcG/3LMaJPM6O99pnTm5J+MGpAFWTREUicXuAGUegFxRnRjflbWwNKyLV1jzff64UWmtQm8rtn
h4WimQII8TCkEoKNW3lekMmq23fFWVxkKHZbvg0ujjHS8++ektS88y0JSZPJvdKWYaIhzahAUhN8
xbL53LD68zBQXhptOdP2XgmRwv8j7bqWY0eW4xchAt68Ntx4Dw7JFwQtvPf4eiV4Je0MBhrE1V0f
e3ZZaFddXZWVSbFxPRiJCN+pMb8QFWLJtjbzUJozM77CRCpgc5vJrEwfgMc+EtGKHriEeRMunmc8
34yP6I9h5sAVjyKDDIf1d6vfDApxogDxWzHD9hff5XcjeleKXbUEB+q5IWE9twUfYh+Y41Hvp9H0
zEPBYDQ4sXSLMgXu0gLuVSJr7yNLjILXrmJM0FooRrM9To+JlsHiINvMsggk4VjuV422+bQAr3Vu
obrWkR6vPWj2QFBnLyFrhSYD/oIWw0STbLUOzyV1Cn/6uYjyMdEy+obRzqk9KLEVUBCz0E1RDcTh
WhqR0lXB0bFatcLMPh3m8C4GGlkbzXEqSbWdKW1u5QY43NdztKRTHvpuRkceky5cmUvEIrcyb4lz
TbStIWeELt7aQFtwB+kyq2E4hNzPRjTymGiOC9jEqXIrVraCaNavFIvd40fHzF4pBWCzZC4VOLtt
RjGKL6VCUHLYNlyyZSitjwA/vfJ6Ghn+V4qmG7Tsg4Q/YoGWBjCQMFSgcm+AygizR+YhWsJyDh16
g4IiMqHC6M4tmwAIRCoqLMY5RSCIkmMiMaveVkvQJjbHXp+rsT8i5nELQq35Tz8JZ/8vl3bjExDD
d5UX2IXV5q8B4HBWeBWQkowGmLq/k4m0jdcQTetXssEhUfTcI03EMxCJgj+C/BwPfvrRWaHpmvND
RSmstHr1K7XWxPocpUTmZ+xMXBmQQhugBBIiGjR5jPyCW0Uyk0Sl5funnltIlpNvsZEa4rYzbB3c
cCBG2xeyMAzqMgqqM9A8vTeFnEgGdUCutGi9Qg7mEzgjyXBWnnXZ+jk6rD9WLLIvYJcB2Zjp7GNV
1U/n/GeNnlp0z801KE7FH/gc5KKgBAfKlDGGos86RbAbsbTCSnWh/mlEmR5vvLXU/mJlFyCsNHtl
HZRLoV+wLmmQb6c0fif/hq95MHMhPKYjsdduP2Z0tJ3e8+sml0tcqvU3GglB+weYKwGRNMIwVDwI
CYBLc3WJNGCkW8+lbobdNF4agcUeQKAJFRx6tDRMkYo1lXaVlYtQfbIVrlejFILWz/c0O3HtiUA6
4lU8IA0R4N3vgLyJOLsC25qV9zmBQhD7EubLQciRFJHug7Zz4YK6SSJOr/ONmQFMXUD/3Sf1h9xc
XXnt8+uqUhP37fl3/WW974fPANCMfv/hiYm/j64KPOb9SorY1soZIp5s6EGbda5zX6A5WkCtr3dM
lyddqjbZpme1JtEZbh/6JKIXUqw1wRpg8MrsGC0tvm0NctK8Al1O3e6/A7ZXn3/rxBzef+toDqMw
SALGoVurIFvsSiQY3lE1GJADA12Ap1/idboT1HOoIpL4njH+GJTdGx9tU2QZPTnJ+hZP1vdQ3XY6
cpYBJB8+h+TpZauQ96tH3j4Ek1EtdXf9mLH/iMQeZNcGZQY8jobn1ygpRSl8G8uZ0CJMg8pAoPeL
CPDDINdiCAo4mkAa9Njb6ozZR8d1b3V0OiJOKWVeUFqrbHedgPgsLKCkuYiYOWQS93gO7y2NojQW
SpS8V2B8RkSMvfbeqa1R6T1axUrAL3R1gyz1JygZSWSifRsd4zlR6bUKb03m8tSPvSijuR6+9eb6
U+KoFTPGbq3oJd5wVx404v3iFMKUC3+UqSU2nPOt+EQ7omwAVoyZm2nMnQIGtfvJGJ3KngHsiKnw
AU72zZTr2CUlvwkqnrDxW+CnA/ATlOBkZos/+ihYZZCXGYS/QSs8SpJQngM6UIbCsAnzZbjnw/uS
+iqXviGS9OODk4CGtff2jiOhSTtkYKWc+YDHGxkfAKFUpCNx7cMj3c+74HgK28tOZ8F8F5ItenIv
wcohpx/+2zwtw7OJXkF0Hn/yu+/FL6h454ryj51bw8QDmgS1YfSWAHp1/wUUFfq8HUWd9bJ+3W+9
9Sf0d3Z7lKo8ckrXpmnu9HNHVquPYrmzVqHuEoB+j4uX5xMxLO/YKd9+xWj5mbBkE5sNMQ9gQMyv
UhEQMMTNLPfUgcNyYsUHbgvgwu+HCuhBKuVF2ller9uFpIeMoj8fxtRy3loYHem8sBPRzbPOKiJQ
zgkh4Tgc3MB0GEkTAjw3u1mV5MfYcSjf/zOo0foxnd+CYznprFR72W5RLEjIuju+vm7fXXV/ybYX
XPFazKinlix7srSXDrlw62WkmoToupUwxHJBaQn46mFx9slKj3dojrV+Y/Vbez45U56VG9TZ0JKJ
9tBxhpCnhgJthMPWRIMY79Hv31N0NUfyzDJP2gHEGm8HwGWhj3a/zL7d9340nKkUufAh9SkjuKJF
ACjK3+cjmtq1Q2EdLTQAekHw8d5SanNp3SlBZ+E/aoggoGFQZBtSIwP6Hxl6oNFpMHfhcEiV6M1m
1yVtcczrcxOTs/bPWB60m5usgFSt30GGGszPzibCw4AJrk46V6ubmbQxwLiuBEfBbdpZFd/igRXj
HMaQI80Cd/l8RFPH/WZ1lNFhFMqkozoJhuwGbyoFdf6k/H+sC/QvEeLCdQ4dRfcboJJZPqHDvLPq
oNKYEOBRZyf4M+naMYX03914a2V0STQSNGizGFaQKtpEw+Pkdbun9b1xSBc1ObXr0wm8UbX+9sGz
5IMmGvoznk/lX71s7J9vP2HkOoGdqG0+xwZMtdd1QiQFbmZrGPsTriqz3x24Y0w2HxCEOS+AowjV
GdcxtZR/jTMc+gKBbxgd6Y5F5+Df/q9agMSTmMjB+/MRTu3KWwuDZ78JgIrUFx2/xQCLAJgFVxOd
l5SZQ+j9HyuJbpb/HsfYYQgRKxUhrHj+IiIv22RAJ+yXJwEZcevUHL540iD2qEHyAIIVdZhL9GDM
+MeZof6FYjdDlRofwq4yPqIc/KPyI1ihY/z7s4kiHt5+aKAEncToXDB1m1WS0+FcoHu7iAXDzuRl
pszhxSde0igWAtMDtiqkNdAodL9qYeDzXMXWPfAu4L3GnmyXaD7XlsGW6JA/c9R8JX2k6mKuuWwi
u3lneFxdg5hbLELys7c4krum+OEF6+KdPmQ1sdEoxy+UQ/L5fEqnQgsEiVDcxfWJmt5og9JM7pdc
UvRWBBBTF+s8QAF+dcI7+T3wZ7I3w7SNTzvsoJcfLag0Hsn30xp3UPkpGra35C4mVXiumFRLOUK/
Uv5R4dJVlM317Ew+9m5NjlbSL+MkiQqux2Nv3YHjG3Ah1Vm8g7zKcCwSVWoM3MMcZmjy1YGsG7hs
IaGKturhqNwchYaNA1+u5d7qA0MJjaylSRskWsRdPYo09KaqdHSrLp+v5ET9gUHI8I/V4Sq+sepU
Shsrmd1bNUQeRBLXOkDEEq/W1S+jKtEBCrmgAIhebXbx3PLkut4YHrnRPKwzmk1hmFUO3oqBdknw
RidvLmfmq2iOAW0qML0d5WgTJZItSEo8GHOODSThhZ80McP2OIctGXOH/12PA7KPhheQEEOO7vkA
jbVOxAm9td0W6tpAFmlRXzKL0k10MaqeQWsWo351hv5xjOAiqkVq/vp6tT7OXFKTAwY3MY8eZhzU
v5fWzbIymc15jaL0FjL1nGyUC85VoQE9V1mZXMQbM+N5LZKKVzqYidNtve8y0sARxGB4k5WXEgIm
z7fMZApKBO0zkEEIqMEGcL9Zi4qBrHHq0hZDlktKPzn6Zf/5LqBpdP+5XJ6WIFcxHGoWl/x440sA
s6Fkhhwdyqhj/bSsquKqKqnaonvWooRUFbg5L8c9XoSDDbSVglUBgSI92jhJ7rhZXvmNhYgGN7Go
Kp/MGjcxiffLn3jxdYWoOfBzq6Ik54VlE3fxsVqAOEfSnOvMLD9G3/efMpplIAxSKXSCxnrhCLcH
+QdhDDzgACGKzEGojl6a1zf0yO2K/fmYzeFUH3FMOIq3MzHygzIF3t8ugHnZeu1+0fuv7hliDMYR
34mbryu/B7flbleqHXHff1Gtfz7+6dX+ZyVGHrEP+EIMSqxE2l2jcp9JM7XyiV18P8CR5yubJpQc
HgNMNfCzG68Gr/ZD91XpkIMeo8yzWamLxbesz0pzDJvo/i69tzw6rnJFN1KehA0CywLUUzRepJri
aJESqCGIXKRioYSmy+xz4RDG6yid7Tae+4DRzdqXMt03AeaWI6/B7h3FGFe7cIvlkvCaqdPGKl2d
4RHnosyJ2Oxu4OMYUHL7NmAGu+saoRl4vkLj8nPyryDEX6muvqAOCzTLPt9HE8n9e6Ojp1JESX7E
JjDaqEJFQDz3vv2sz5fgeElWy6Up6NcQyeuY0MYbgkNSMUMJviGz/HATl9L9h4weTJ3QxIn351sy
fTjOjf7+Xl4UUg8Jmq2oXnztZMZrEm02b4mg7+DDyXlouwHp78ytP3e6/+KRm4uJVaosSWJsfmrx
8gq+iwyxlagaS/A4g0r/9CPpG11Clz9LGGt1VLTjzOme/YDh+N98QNXWXRS5WJWBDBBMZIjucH9g
EjwCYkczXRwoSb3q+gozEG6Prjnzgn68me8XY+Teuk4WopqCfRfthXazllOLAbWJHat+NvOOfOSc
u3elf73jN2P1ZaVqlcGVZnqEkt6W1/dLqLgcdGa1U1lcJNrcpp+d3pFz44o0raoUJoFKEAxGW7pn
h9RDXIB35Qlwp80m0uC4V+jov34fuW/xNNfXP5FGvp/ikZuTApuC5O5w2kFqsB6ACkAr0Kt8g4Ue
yK3bdaBK6uF6hTQFKCR0riM6dAJjYu9TAog6ln6xmFn2McE3IsP7jxq5viCOMievh4+CUtEeuUbc
7Uh/nswvAsfnHeDzwe39zS2fe6G/Z8MTn/+3R272QK+4VBQMdgPCbyOilZutIaHX1tZOp/a0IdQR
WwEoO7xLZ47azE7/c8o3lm0w69gBDctcli2RrzK6NFl7paP6QW8kNas/H+kEbOJuhsdwtzwvEjdK
YS/XXrOPLbdBPEjMxkCJ7oAhnh1Dm1nUiTfbvclx1Ka4LBWEMJlq9tY2BcNb2Qt+b6+7Ob85Ex/+
ba+byQyj/7nBhl6t7bbe9AnZ72MQ/jrE3pgHpNxikYBP+YxtNKtgMbeUI6dVKm2RKMOJEiOzLEwb
HfcRpBj7JRXM5lGG0/lsw47ir0C20zRXYKszNd8jr7iiMmKg/ISBLk8HSf2Sz28J/Jhm/R5Bb7Ce
2bbc5AdIICSCkM2g7jlaVLkLC9+PESXxIMSvkNrMVOMUbE/yxWtUCFAtg+PSNco1d0LVIsHR8Qw1
Pg6X1ULuB8zeLJBzAjKCfXbzSaNLK3M8OS99fFJ35AMQoWzhyslS6oEftY0vskOK7qziLTAzFZPL
fmN2tOxoDYyyiMNSgJ5KE9VUfou8VLUzM2LU54f3D0X1sOo3pkarnkiCEtYK7g3wHR/rr+FxTCP4
Z9XPGF2gWHr8yawvOXbBEqd6t2M1FH8TVADRpWvkL5srBxgvDbKgmvzkJTmxy2tlvPk7YaWDJEg7
ok0AjN0bsZubpGHun3356MZjQ5dteT5qrMpmd1VAWxTDzdXnJ2riwwYAmhcQJnqokd5HLZkdZ54i
D2ETMlLSELEgG2Xj9Et6vwMiDV0dOnpYFjGKZ2vnc5HNto897gWZZmlFlDjkUIeG1fsv6DO2qKUS
BcuKDjW/LJeVTeUqbUc7VpZITEuh9nxLMMOY7if2zuK40JTFNdP4btxZGsWS4Mf3oYbNr4+Uhs04
Y+rRu96bGk1vB56qoHcxuEalTWG/XsvqegsuLMQsrpbNnKrH9zWMoUgKDzPkv8YIO6ZOyrxuMS7b
Vb2MoN9VmzlNE+jJwYSIOhBWCzSGo5y3V6Dbr+tRiAW9xtB0//7uLEBL0JNrt5crslOPfWw8n8MJ
HwXkPEjEwIyP/kK0W95vEAU1u9YvnR5zCGVRAMY+96d+IWqFAZxvsiSq5esN+fVn1ZEnbmGg6Xk0
RoAmCG0L4z5mO8CLgqqEzvKrVdfoqSSCmmhXlIB0gfdVKr9A2EDidC6p+HhP3Jsdfv3mSq5Z1mW9
DGaROdXx0ykEmRvfUamZEO6RS0G4NzQ6en6WS7WLbnXrBUm2WNsjHxKsL+DJQ8+fsi7Uz8LcexAD
ZJBtHLSZ98uNzq4hP2iBbti0EkNc1OZqVZsQNTqXKv5YJcaZJjTp0Hs7B2SZ2t6gOEK6bOgyBvnI
/bSIpd+HqeD2FtOd43WWWYpnBI07s8UnHhqYlBszg1u+mX2GLzIlb7Dd2FV1zHh0cXyFxNT13VCo
+j2HuroojcV58RFoofl8q0+5QuQD4Yp5GeUeebTT2SyN0oiLe8uxHbVU9jYHPJq/prgI7ZDyjLGJ
h8MgEKyw4GhGSVwSRq93xfZRhUxQF4g31DoFSR62AIXHw0lSP1Gju8pYRYhSbpE9yc05LNSwtcY+
+Nb4aDFZu8jzKkSC1wkX4ksqItiRkOVlfwu4rTxDAFLOEk9M+f1bm6OVrRVXqZ0IA2Y2LVp404Uk
qR4F/uOcIx2qoddMOj5f0CkPggYkEXJ+QGngKTIKdJgmDmsuZGpLusLlg9I4MTJe45VtbdnREnf6
c3sTs3pnbhTsVDnUuZyWri1+5WvoiQPnJhOpVHFwXNMuZ1g1JnbrnbHh128OCh/2QhkWGBuvSpTR
xVqWv2b70pmp003OISKDAcmLki0ak+/tKHUpQiWgbKyWDsODKARbuUky4tqdoFdZTi0bP2IIDwbr
qHIVU+C7OSkyZtgZo92KgwIef/CrDYja0TUOhCpkpjmltrxWo31TSAcmS2oVXdlT8pl9cg2JPp+v
pDgROdyZHI068kQmrW2Y5Gkzzd+qT4r55D019dZ0TJhM8wLiMUu3faOxzK0mpNssPqbgsY3NVtmG
9kvU7UvAKQVw3v4ECrRO45UMWdBum9gnHv+3EuoiohIsnnDs3kFdILaG22tRohYQsZDNMDYrKMWf
+xWHqmT57YM1dxXTalZe3fBLFL7i5iRWKtcshaJQI3sjpnorLb1V5tfgOClVELuK3Zw+zcQlgGmB
s0JTE3r7hJHfqNsKNZIcJRM+XffnglEpo+L3QTe0VCXuqmpB5KxzMrjZDzFasK/tHBZt4nK++4CR
E0HioQu52EPao9H4jkS/nfuLEnVUm5U4s/Mn+gvAqwAx0KE5BEHX3x65OWEcnZZsicvIYjNDIClk
mlOItxn+vjZyIzbD5Vp2Vdfo15FlG32ItCKn2kaEJ+xZev9TxgYPBjVzb0zFgHdfNXIyYdpSUJDB
V4He8lWwyRaw2QE+S+mvFIj6Cm9duaaaWjO+dMLdgFOHlkXQlQvQuxgFK5GYiqATDlsr7kVsUVqN
IXAeI6WcoW3Pf31+/CYOPMdI6IZFUW4gCxiFYCjAymHSZK0llZT3UuN1SnixtWd280T5QOYYGRx9
ILwEi8i4V0VQEpe1ZcD0JQjWQMfACG1NaV0NVE1pTXLJ6lFeRZXeRoQbaR4HUESjho2k8t1ZzFdF
Ae66nFqkrs5wxvMZeOT/BLebBB1coP5wgQHkcu92fdlhuqCXWstHF1Rr5NGGF1JyzNwfFlwYKFaC
URhv6UKzKTXLTIcmzz9g4ml6/wHjox75HhwyoOPRCxi+jPdGf9Wcz4AcfxeorCzA65o5KvtW0yTq
1vg3czm4iZMOFoABMD1I8aLn+34C2KzGYyvHcyoHdh3ZIrvRIK9p7HtC78V9s/EOxdJfLWZGPXGF
31kd7byy6cHnxAK4tC6NEIgJEuwywkHJ6HKKzJ+SbBpj8yWpgLU2y1W7tdSZD5h6Hd99wOicYS4Q
nvLD6xj3AGOA0qfW2g/WAUTrrD0f7NQMo/DNgzQA7fQgxbyf4S6hKdHpaESg6D8TUKhoX+L+0keL
TllK8txhm7hROfTaAUgMJQzs6ZHnFhEqxEXL9JYbqdxr9REARoHk24GI2tf1uqt1tMeCOvHnnAcY
6dy0zlkffv3Gl0sulcmNBOtltgUHJ/wmh8Yfotg96Tg1QygDYpdgIbkqe3Gz3Zyw9QQeB8xMwFBD
skYCRewY4hAGgRikZQdolWRkW5chsvMLIMDaxUs2tDeOsO/rhQNZQlr/txf5zvB44Hkjga+pxXvK
X7DMyhEJK28kviYJq7rJzOttIjxAJw20RgBKRWe6MrqblCytKDnHs6LkNvUnr/zm7UWRZkYkTFxF
PDukBWRJAGXI+J2W4YXIlApuB468dJB1FF79b/G33TAG2O5VwcjIe2/UGq32G9lsPhgodZmANvRq
+oFbOtvU+uYNbQ4r3dxs9I9uyeg8ZJuW117dvK1Wv3M6rBPHjOclkPGzIHeAKxs5Uimu6cZP2M4K
0yPoKpVMUwJ02pQQnEHQ/Hy1J8pCkBK5MTY6ZTmaWmnJg7H1di9+hBro1i0incrFl2nq6IoGgSQF
znX22sw67AnXeWd6tNNqhasAwWQ6izUzhEUe+TTW3y/bAl1k4Ytirj6opTDjwaa85Z3N0YZrijS2
SwE2I5K9SOTVX26ZXfriz7iPqcc6DwS2JIJ6BCmC8cYO+bKg+hrTmiABFmuJKuLNAUppeokHbIH4
yzZKXX6NtGxPLaXDt3AB7cVlTs5nohSG1b35jNGdWNu+3bkNPgOE8Qx4fHclJpdd9a86v6es+hO9
li2a98D5ujwz6CcUZrbXsHtGDzFA0PG7iBYL0A2Mlpi3iwSzgJPXJT+Fvyvk0/Pt+wemfTSAxwWL
7uxHBGrv9yimtkVrAc7xDgVKrd/wL/IK2H0RcIIQqvWOmevBMss1ybTOKI0o2u8gEgByNepQo4Gx
hHoQtCrJ3CmeHvo/Xza6l/EEzuioLVvLk+hiHTiCvBPk8Px8/MP8PRn+H7b75pYqG6XkmDSHEZt9
Y1mnesliRJfoWoq3zy1NDgftboC6g4b9IbfqdGhcqDJMtOu750xGrz03d+HPmRj84s1gOKEQat+u
Wuul6tQIAhBY0n1q/GGCNtES7Ycip76tzqhRPx/b5GkVbgY3Xiu2pXrmz/Iru9oag6BoYp48E4G7
lmn6G4v9sfhVliGqKnOZtckl/Mf2OF0uxpxcZ1XdWrUoLBr6hVY+abHXn49w6p69GaA0itzokmrB
T4TN6CQ/pa1J7ZXxDN+NtP+HGbScDNQi6CAc0x+3BQh8aq5trTR1VLn8dDijTs8Fnt7P7Uw9dhAv
/GNotFWiPgCPCtu1lswUehSjW1uwc4IdlJAYjdsugMOBh2Saz/5yvqSmYN6ra5SnbIE3MqldOiz/
orTRzA4erD6cxpuvGm0jTgAYXqGxlD2KmBe2kAPDDXMAJUvgT1w3C45dzX/mlMzNQAmnAhxBQNUD
PYTo2xSGk3VzciJIg9gCha7oIi2PDevpWXbs+hchZte0Mpdxn4DFo7qDVgMWL2C0h44T0W1M4dWf
IS9rFwDLeJqYk1gBYpwUENHrv/kSrX2r8FqCyQV0He2vGKk9B+bDmXzm5F2OdAt6Af4UFccnRxBq
BcI1QAFnv5HzajO8FnJ6Um997kPiDb+FiA5UdXrldWbzDWn98TIPJGZDUU3mUb+7n23XZWuIPDs0
wB60miBNvKV2KYkO9tWdyaFM5VJBY4m8mQiJA2AQRuFK3LW1E7NRb2nMlQGpyadZodgdk+JazfjA
iWAMNyiEeFAkFBAnjyxxgdjndoxahr8sK7XVCiDgoOEcnuZeNiCOfpw/oKfR8SqAhYFHov1+/qqg
4MsgRdCvQLFkq7S9LepFiWSwAXpjRiZhVrKumvU23xohK1GfWcvbr13S1pRJy3ErEmd4GJLAxZFQ
E84VQCNbi1Ty03JuGVyqGMKG6JGQeYfQDsDvKmTAg/gkiU4B0FGeIQ/hhUkabuRS8kRdTHkl0ZMI
2dtvqNfbtAE1OUpGglVOPFXmBbrTcr6m433rRsIgOYaOZX1oKY2NuAKSlbAQFqZ0BaIQHHGCrvO0
tnF8cdn0jXLkojrk9omUtOGa7xLW2eaul1Oa6FI2R6DdndJmn6COsgaxAuvvo7gU8lcpkerkUPte
rizbEmhJMy9CLsXVLnrAiPZNyBtKG3LMOkm7Ll+xkWgPNQTWFrcsQ2doTmlsjjHisHAu8IFue446
Lyy2riC4kpqD8xtqdkIGwtkk93y88hQepOeKyHvlIYia1Dd6IMYqM0oUOdf4Pu3QmtFFUL/zbCoA
Ew8b0pUu2CznLphcbj3QOmV0YCV8WMdfghAByU7cHlmyz4hNWWiZBXZCuTvUB/j0KEaNwi+kFsT8
RymrXPSUdTlHEbZks0QPCynsMPV56/Wq3ERJ9B6DsUrUPSQMiq9SZp38iy+qyAF7VV9Q8aJKeKVZ
ORQl+C9gtHF93UUXbHhJAp8NMpIX6KSDokHki7u6lgTPgvyCgzY21IDQRK8EbYp6T14rSMo7TiVB
17sQY+bkJE3VayH+OStJJlT4a6rEsRUo0PDVm9SpnXWRIzHyGzqMFzarog4Fd0dVlSi84cekgEdE
UlO/l1xZlpCvi5VL2IddR1qIGbJ6VkVhotkZCJl1FjONL1J8qd2VOQXN6KrzWdF0ktDzNxWruNAJ
Y3k7EDZI0FDe2s5tOt5SIRJiJhyIjB+KDvM11/MVRaK6Tlq985IYgvCJXWSRWuSJEKhyhn5g0F8V
cZdfHKgbcj6UU5QmPqdpKvWbWMogOBKybUipPIX2qAUXByzkliVMEkNSJCsaDd9SOssS+qox2Lrj
mNErKueidZbQMSbPbUoBaqmIahi0vpWB3BI0SyoUqYsmypZR1DDZAQwEoQR4b5d13cL2qII+C3IL
yEyviLn87jSS5H/2SZ4KptNRYoHCh+jVem2HSqeyrFe7BiM6AYel4lp+14tgScLZqLIV43YiSCtS
CNSbYZGHMRhbMkb5ouIIggi0UzmC1kPv7UdBisc1oGLpuHs3T11qx+QxE+hh5GSlTslemxiMx9Jp
TmqaCnvNQTOK/NvEMaWDrqW/tqD2caB61LQ/M5fMxJUOumRUfMGVhl6QMfcT39cBbuGkt7wSGtu+
sq59i6aXkmehRkkUYdvG77V8yYJP4HFI5nq/bZtqiv3jReB5VX5nPmfizvsX8xUHBjcUvEfXQx71
MYAmQ6nbMaiSQLSOMZFOlgkjaHJmPrc2/LDRBYuqOpJ/qBlh9OMm6VhhbAq8q7QVi3JkcJT8Isie
EdOVr/l0FxnPrU08O3DlQcYKUQsYPYRRbMzlQwBeo4mx84VMi0vP0YGbeXtuZKokCTotlA8AiAFV
yx/Y8CZE48pK9mkX7YshhQZzPMerdMdUmL4SyXnhIvRoxCgJHl6lHjqg1FByLZFlTZztTx1d9Egn
gYHvRk99FDoHVdIoXAY9dY4hUa+KAt7IHqvRX9W3N4eMGS3kg61RQEyLeZ6zscxuEYv7m1OTAln9
fF5HIffYwjgGLAqn50UPo0kRtOCZBnDzt6yArZGkc9i7mYkbv6EEzwkFyZXYrbj1IgR9PcRTOsI5
ardAtv35sMaB37/GNRRNkQFExnLMgMJBKbJIBJ/bRr5t1O6GyzVQ5xp2n8D3fiveTqZLjQML3ozd
Ibd4c/Qe7A6x2802FYsmViIZdlFM6DciavQQofDQmiLjd2Zb7JvrHNB33Lf8L5uAp6GoBhK0hxqx
QDdhygQut206PVo0IoG6raIWX7iywB3AbJW3OZOTS8lDfAJPJfDBjan8CiCp+MoPuC1yq3JIaF6L
BeJ9dxffav25pRz8x8OU4lUItlcEvewDV69XyGEFEdJt9QviwEW9oHbcrn0JLoEBONrz9Zsc2P/a
Ao/a/fI1ddULjRJjKgUCiABzERGQXpzvRJM/n1sa3U//WrQbSyOvSTlQipEaWJJlVagNkD/+phnC
hrkNOXosPNhh70cU8LnIBoMditBb7132B3ESsHbWanDoFrlVfErLRiKi9Xx4cxM5ysEXOW3LPRdx
2zpSfS/WM+4ngjQpCAPcDeUjzrn+Z/ZGL3gXYJbUDjFMMLYjk0GnhpST4OCf8hV1+M9MjY447Slh
1vrYj9Q5OIHXSbfBBH/paDLHczw3h8PtcONLbKqmGadM/sYkvzBX0Bx7HvpMGEdluJmN/3gPQJsA
VNh/qg+IlkYb3236IATZsrJtSxl9JTQJw1Rn030IYC0FtXonm9uYj54SNL1IAoCNYHiZ/2UnbkYX
ZH4qA8JrbwUX0sN5qWe2vIwZ8CN2lRbj3AHAE+Q1ofwAEsaHClo2HcXP0Uc9Ho/7rxgdj5TyKyfp
I3srsT9dYCYx+lRnorE5E6OjQLEg36G60N5WPGv44RLvrIaf69WaNIL8FYi/EYuBieB+rzCK0iG+
rO1t4RSkTg9ltqmUGYTA434EGA2/gemSRwJi7Bx5oaMgudO7OzlYCa/MPuV02v8ulH2Ijpkin0kG
jsJKOK57ayMH2SUQuQNMyN05nKOoVRQzhCr4XH1+mMfoHpiRUR8XIVAAQn2kwh42vhv5qeT5u7KP
l1Fy9niUh9UkJHhWaX76gmc4gY6GrvQk75cNByCelBIwre/9OtV9sdbtbo5Bblis+xvv/ptGQ8/Y
lCoDJEB2Pq+ssvjMNcrSCY91PLf7x1Xyv9FDcRTkBmDNBvJntG3CaiCPQyPxTvZKLZOuaQypaASZ
jqspR5q4O9Yj7Y8izLjQMWfOYBdCtIAmgKIPyPqHN0PvQd4lqcJdBaZOFCt0lExjzTcc09EZjdIL
TdYA6CK5GaFyC7CsKULRqTQs5lueSYOOUWcP3zJyAb3il+ALqcNdyJLaPaAfzCvRUMzVJK7WNfPJ
BLEaf3OC6cuSKkORoCsJFS4AAmSp1xJK8+9epMnVmqL0JiOCfw3jc+RqjO8TZ59nmp/tO4GE71y+
DJA+oK/KrHLs41mBxgAiwP8i7ct2I0eWJb+IANcI8jW45CZRqdRSUr0QkkrFfQ3uX3+NujOnM5mc
JE4PCt3VaAFyxubh4W5uBjlMCKNftSlEYzzIZUUSt0zyP2ADRmDUP90+KNcO5tLEbE8GBchW6oQm
rg88Zt7uemIha3bbxtJ2vBjHbClU2vqg5oQRNI9A6WmsmRjZfbZV7kfb0MymZnJhD2tB39rQZg5a
aUNtkAdYhYhjLB54aMvyyjNrnmufNhlknCaeYoAFkLSduRmx833N4zx3hap0OD1K1ZMaN2YHYGo2
WIm2M8Cg3PF4EzQrpq8DzUvLs4Xzur5RxrzO3VR/+q3kla0n5rR9uzVFtoU316Wl2epxQyZZ4Te5
W8QOlSxft8sI6AfW6Zv6fmBdsBJCLI4M2q+6jhadyZVc3nmFkqaRUecYmfou1EgxUeQ/i3fkCFko
rwVICz4ZZBr/GJt5SrFX01BKCwyuac0oelCaD5pvKvC2rZyBaZZmzh+GgPiFcBNKF3OXTKNyrOIG
6xV0pcmlHQn2CNop2gOE6F7ynnpyBGArmA7hiidcXkAdSRYZ6rJAz8xSG8aYNVIulLnrjbsqECzI
6YisytGp+kLFY+Xd9dHKRTCvhU3nAsgGcEqjugqhmXleDJygRacHpHDDj9HJjp+C2R1VyBfaOvy+
fDCbbfJC1xVErsPdS7PT1joLPkUe6kgO08Idmg/1O20BzfISxBc2F9AQvCWd7X3J0UbV77uHITZe
Wt3s+3cKjWzi27cXfF48v5qC2azXvY+EPlEKV9iKpuJETvwig1O7P0AtIzHrCJoqowmiGrsCnUTH
BhRloCRq57/UVV3h6wjvclqmn59NyzgUgCcWWI1oN4IxFigQ5LjMbIuG0DfjvryLtn/RGSkcdVva
3Z6FxQVB8XVi8EY/uzibhEgudZFmWeHmRW4OGl6ng2/GvRPJSA5ByBLUAv/CIJlU9UAogG6gmcFu
qP0AaePC5dobiPVNsbuPPN9CfYPngBqtoXsX3Ac4r/HWgQo60tLzHv6SjoI3NHLhpkPgxl62EbyS
5XgbN8ZaRDtdJTMHoqlwiJPMAnI0Vw2miphKYRWWEy2MZ8UbJGfYi/8grwBalmK4czvzyNknSiCN
Eey0TvJcP49g+ZdY9CDYpdVCblywEczdozpgeU5vfgzMfwpsfZsCyA+Fyidjt6ausRAE4XsMKKNq
ik6BX7jcvCLJIjivtHSrIjLzPDI7vjK1Sxbw8IHwEFykcqUMJxdN1GtKVro8TKVDT/XAjijKrrd3
5rwB9MchAMs5abJNSk5zbRkjL1qpKuvSLXayOYGh461oq7Z26Nmdb5LtaCenwnzpJkRWYq7l9pYH
+Y/12UWXGwKq/nID6zqvgA0ppKMchMOK1/upv8x36fkgZ6ulal1aNRUGKe+zZ+Et3OJ5J7LIAvG8
eqc7IRR031fer4sjk2XML8UOAdL/coNUWQsBUxRZ3XgEY1R6QNVyxanMqxT/u3RnJmYhieZrpV7H
fekaW3kffYHIzXsnVmXzO8n2DgTKrGuNU4s3KDgd/zOq2XqNXFLDnGNUwU77Ut4woa+RVX1mh3CH
2rSxj066E9iTIuPtbboULSD9CwgH8r9kyj5fTmfoRyEPDJx/LcuZwk0kizxLhALXJvPvJbwS9Khc
OYD/D5vgmdbQsapL85BPy6DZEyP97NaQQ5dt55iAUnW/RnO1PKcEUTrGZxiooF0OLenRk68MXQmS
eLKJt4kj2IiEAs/kdwrkTZqD8mdi7P8brQnSL72ANLjt/2v5ZwLObuAKlG2pNMKy9tBbFYiUtBNQ
Dw+j+WFYzYGurOG0HS8OoQpWQ6gYQ5cHERjyf5fj1Iq8KTgIdVz0BuVmRYNmSyDmbVd4iVm3t8uc
rQ0Ktpe2Zhdu4ElGlPlx6ab9cxr9+R5+B9DmtoT6MBg+09UHjlJJ8eiBiqVmWv0Q/cbfw2fV79sX
f8cHJ/Hlte20Nv7ZOndV40uljm8iyhtIiCW6C6QnIXgvx8AUAxbv2ngTgRkQPaXDZuxMKq34+ut3
4cWsIHl3uQKKofRUVvAFdffX23re3xSKbOXDqHQWHx0od+fjq1SuUdpP63qx7lPWBWVRdJgiFAFK
fma1EOuwJU3jAhtiF+SxlfYyzcwECsa1/+f2wl/NMdTRKK5lGU4Cegxz0seQKk1ZElK5ZZq8FbHv
ZAX0L5rm9baZyc3NhoSyOsg9oOWLx+C83p/1WqclEH93+eDbufIUomm1y1ESW2u5WBrPuaGZv405
pjZtYAhYoecoL0w9Ne5HNV+ZtoXxoKFjSo5N3BaQZL5cIqryAhCgEOMp3ALipXrwQgsnN9ZKzAtb
ARsBcQaCXKSP515cClXwLXdD5Q6vasJUszqWqt0Yzu3VWZi0Cyuzw1+QrtVzdaxcKmYmj46hPSJn
fNvG9VnSsKdBZ4p0oghB+LkGEnh9CqATIu5KREDbb1sq4PqUqtbCu8bKI42YMfdis2jj0jRkv2Q9
F2K7reO1KvDSnBIcMPTLTP8iM7cipm3VFZpSuiJtWaKpGzH8itXM9GiIXvi1JO61Z8W4cWWA1wjN
TgAgzrZKlEWdnOh+5Y7F++h/5aWMGrelyCi0oQatdPlWKI5JHrz0hWP87mp/U4M6TnIDcavJrYla
BKENsJ6gXHowetAS3F6XOXsechnT9yE9CeZgFJnmWzmu4jYTO710m8rY1llmkq9AmWQ0fkv7iJvx
c0FZoGwFcZ/EoaMru6K/5wHd6J49qPcVlGCT19ufpF47C3RUIFUK4guQU+ny5eFqmjGue50ixh3K
X6URmnWsrgSbCzueygBloVaiGFBGm+0BdFMFfdaVtVtIoyWH+x6NYDFZcRILGw290jrIMyCmNJ3h
y3GEDaflGPPazeO9NP4tDcOKIsOUg5FRJVnJzi54pAtjszOc5L5EMlLVrlbpptw8BMVXW3yH5Pft
tZl+zcyRY01wLSkq6ju4oS7HhApL31ZB3rik/hSAZtMNtN74EJaT72XxRUMp5ra96+cWHgPgIEEa
UUFFAhvi0qDS+YWikq5xA32j1BHqD35qafytrmWmGC7fAS8WUnv4yp/FQ7zLn0FSYMR77FSXHLi6
vf051/tGRfINgSdUTiRgY6etexYAJmkyCIkaNm6aHWvyrad3Ec1XTuSSDaQXocOF3kHU8mbbP1Dz
RADvSuNWwHSGEOrLkWdq/9u8M4Yw5TuwiFM3/7wBs8hEwqOmaNzRqfE+AHkguBrBR7r2XL7eL5d2
psGeTRjazTXgoWFHH5A9E2092kTpph2hELNypK+9xmQJZxpvc8BQfjbSmaVA6dQCxaLGbRQSmLXU
P8jgg11Zm4XhIJUtiQiXwVAGhu7L4fDS90c0DrRuZjmxiVQzU1fSvNN+vjxgENs4szBb/YaURgQQ
c+sC4gJKPkjO7XTncS1fPm9nh9eHRvPEJiDKk1Dg3AGG1MirRolaN1HT++6ZdIjg651RoVUxfEmD
x7Ep3sQ+3Q3c2ycQ/wTvY686nKgmFO/95wDwYPT/J/d5ZirlUx7md2RMHPQ0Cd7p9pFbWFd8KUWA
KkPz56q9VR8aCY+TsnU9nQu7OmlDu+XD920j85ab/zMf/1iZLWxRVX1VDLx10/G+8SG7bCYB7mf1
IziqaW9qD36H7lQjP/Zi9lr8JYETjbYvJyv+ZWGwPwpKkPAASkD6IVs+28RtTrxCz/jgAhrNjLYB
hf/tgc5JHqaBwgJ8KiJK0InN8VptpnRikbYDEhLoc1fe4lP03Lz2d/URtCkbYiWgEQ2PemAFo813
MvtD7NtfMJ342QbXRATNgP0iDESb0+UREoK4iwUuDy6HvgRJA1PKDwmvrdtWrq9DDBNtmSo6hnD1
/kRlZxNJkjzNx94bXCnrtwSkERp4KrLsl7yWkLuGKGBCZYxlgnVA/FmdlvTMUldnRKx5NbqDOVr9
TjkUTz7Yh3uzszJ7OKDD+Oibf6PN+HR7hEvzeG53+vmZ3TANm0wUytF9s45rL+9pt8/X6Px3T7N7
9rtVOapldJKMrsHUzWd7qMFtp5mPsbOGOl2Iji9nbxYjDRUVQMcAS4P5mW4iK7/Xd+ou244b/sat
D74dNoJDXGSloT1ZWZ6dr5y4hQOBsBwNtqg2oO0LDuZyrKM+0qzsctnthy42ge9nnvArEkOmfmui
DRkUFC9N6oEm+5TLrxV38ipw4qx7CD1wySNJWZBx2+Z342DLa7pq19cNMFiTTiCqE3hm/rypztah
CkC8JPsS4P+A55v5iCawUSbBNukLELKoKXEEIjYowytkc3t3LVtGjAz2AtCxzXMQVM+RoUXy0q2A
MemAvcj0lIn9xt/l/C2EAvVtc9d+DwAXBQJ1wPog9p97JZ2KkTBGkeqGFbnXhMIB0c1KxLMQSYJl
Q0Q6DQG5rmnKbKtJA01RUzRUtw7s4hh5qNruRp3pm/Q7cdO7wpUFFsusu6tSS1GdGuKB0lFyQksy
29VM4rV/uvyY2a6LPOh/xp6uusOjCFICcpBAfYUoLDTDfsebrQ655OfxFXJtQ72VHaPZ3Z7w6yQq
RJwAq0IVSpx6A+bp9lwvuwGcEqpbqgIAn6YiPaLnhmYvRSQz0uyT4F5u9rG+1yRGR93UEyfSPsEt
1X3e/pLrStXPl+DqhY4L0tXzrLGglbQkIxoo6ZeeAPXN1PoU+w+CGR618CEFF4mwScv78iDvg73q
Ro/kodonp/Fb8myZyb8kugX0ytgqugkaoHHlIrmOx8C4pOkoghu4lEH9eeke4orLeRHh64b6qwH9
ZW08psrfvyr0o0sBz/Jft2fjukaB2Ti3N3vvCGCO60gKe327ofvuzjUgE/Dy4T79WRmYMl20l04e
lsAnhDkHBP8K5eWnySTGFGuu8gCxXx0dGsd+dPwTWt00B12vyabTWdefgO+rcuYfyldDcuT79n38
Tdt7wRlVW66dkT5qZJsJvVlAVrp0hE2orglqXF91l186CxnquKpbSlINIJmWkRKa8ONeU9fADteX
HqwgGwJoN9wEWl8vV1oOpN6nvNNcbzDjamSGilfEKUQ3WR9UTA2YqqKFJY6dtYjoukVgWnPEuOD3
kqaW45llA43dQyq0mhuWX9pBmMRDrYxbLYg2h20dPgwAhTfiaQxXhrw4r2d2Z6GLNnhSo/Fag+d7
rcLnDCte/Ku106eeHKpPQecsYVDVnTDE+ai5TVi7I423rV5vFK1fef1NzvtqM5+ZmcXvKBYGxOh7
zdUSbaN1CTHpUHxVSMomRpvaYdIUK1fWwg05XVTImWPtZCS2L7eLlJYe1GxFzU2K97gC47/DY+2E
VnXWCeE26AX7tmdYGiHUmdCyOXGyQr740l5OYqqMPtHcrs+Y6v/S5G4TeU8Z2ib7Kl0Z3NJ9PAFu
kYJD8AyR2EtjaYjeVNC1ai54JgkTRrAW5VlGV1zQQvQHUOsP2TfKhXjdza7koBE0tDPLqktALpbp
YHGOT2nyqmroyVFtgo3S2wYE4uwOvP8U3FSfceaUxtTDjZY5Q3mPALaqwTnZpPZqQmExYCC6BL45
PJLRTTObBK0Jx0aOiepmUbKvS51BtNkSsL5o0AiIzNB1bGrgm/M8LzfHD4gXoO90Io1XlGff2Bba
LwOq3k+Q8G6buyRcS41dF+nhNtD4OlGVT/19cyRCNYy10um4wsF/yDTFlKHxW/GtZ4Ep88OzAI1u
tFN4hJKtNYgvfK2La3FDnpmfTU+vImGH7Y7gtEdTZh2AkzqMytLiPhrIMJvARhiDsnIKljYmkOcQ
naMAzwAXfbkxwUFJOzrg0vJkzjdIcEXgvYSO4MpZm7597k6gjYV7H69IwOpn7oQWChqCOwWx4jMi
fNtW2ckw704+c34bzPnahOxeNKHr7FBXsEzbvtv/sr/Zx93Hy1NzANf0nwAs9U9g1Hrfbh+327fn
v49P4A20Dpbvvh32nnl4XINMLS3H+SfPLslC79qaD9it9VibffRCh0NHS6eVHiTANW7Pz2KUcm5s
dmN5qT9yfVBVVwHEvqj2ADzK9EXNHOlTKB1VtdMXZa/fRcXBAxH7beNLt9a57dmtNeld8yjD2ijJ
u4rkZVdZ6GK/beNH2/PWBph5d98Ti6LuqeoewLXYOxNjDwjUQMMkg+iUTnpOdmz3TLegsOOjr3/P
7/A8huS4tfZEXgpAdQoOM4DxkRGen/JYbRQliXHP+MPvvN+20z3ts3p8CPlB1JwqS1fmd+mIoSYC
Xit4fwREs71f1nopTJwJbumJTEMLVbBSQ/h5W8wnF0la+C4JLwy8QS4PMRAFGWBcCXEd6Buau+eR
fRNLZV/Upua3Z30fQ7O0CLMjoDietnSXvL2mDIoZpz9rjXBL5/z8S2Y+TB96VR7baazaYXA9pcML
7DeAECvb6WeRbo14dtGBnyEYMooRp2zYg7/zzYBuwCdnBqvu3j6d551uff9o3FiGefzq3iDSxAqG
BDNY8ZyPicYrdh4POSQ0XxtzjTZu6UCB8FKC+AjIpJFovVyOsQz0LCwacEeAsaMZ9q2yzdN2ZVct
zvSZkdkMCFpdQUaIE7eHr9CBsAQVSgNG0fzj9sld3L1ndmYXBKfIFtc1BtP4PcS3KEejSBkPK/HR
8pSh1326iNAxMH3FWWJGrPTMGNueuOARwkPhrh22Evg9bg9lKcI0sCTAXVPkRVT50giIQVo/yDLi
Djogk6/oSSheaI9OUSQn8s/bthaX58zWzKHLIrijqiglrm8cxi8xsoqyMiW+FjQvOTMQtv6UnHF7
/2hAnM2b1DZdRYKSuAXIvCNlx7loDkFp9f0jgqkexUTDON0e2cK9iHXC8xbXuAH8wWx362Bl9otE
Ia6hDcNBl4LSrkNpMxbkniNLBCaecMXiwhaEWCz0sVVQIkx44st1MwYVghwCnIpSgdcoQoan5c+3
B7WwXBcmZlkCGuYyCCPgT6RYZQpgvSrSJqOTpmuaMQsbnaLfAI8AcfrHmG30ZAz9OpZgqCz/ABkS
oFt+6Fd6CddsTD8/2xRjLVKfVrBRx78xloZupX4FDr04X0hmqhoSHRqCt0sTBhnapB6wvfuEZOD3
GJ4JwRNfFcDxFaON4/bqLG05NHsBuKeBDwNPh0trsp+lkA3viCvIeWC3QQ7O6lGPmccDtE6lYbBp
8mDlAP/on8+uGKSJKQVtHHolsVyXRpvCCxopFTFEEETfU3A1v0ab18rqIP1YQkijNB98BuHJzel4
fD/q1okN0Iy7k6AZZ3ZMBgNgx9Zil8WJOPum2USkAkCF4HrA7jHq5zrsdTPWG0gzoBADQWXWaoXK
bk/90l46nwX5chaiCiwo6IYjUIt6UqpTJO+ScKVCu2gC7gRUQDgXWONLE13Wp2AUkoirjg+d/zSi
jarTV873kgsBwOw/NmZOy/BBpB7WKvzk2H31Uv0l5Ny+PVNkmoqrDXNmY3YmakWsGmTy0VKxH/av
3Mab2qyxd/Caxp+YVW/Qh2r2bwqrHATBz9+5KUwbC1SuDM0LuXn63p1wfHYEDUGhCW0ayE16Aevx
nxMpKaiqEMP8ak1II4lsq1mP/2Z7EQUJEdBPAIwyP9UtV4d+yCkWW/NVR/YT0Eml+VsxkJ3cyOkD
Qc+UtTJrC5OGnCnEnwD8AwnabNIQp8dSRxPqavRlSHZ4AeVQ7JLz+L8PMNDuTyd1dfT1g+T8cpOl
QzN0lRRShDFoYRAzJbeSFtX3juvdypFZOqT/mEKx9NJUkmlVqWkC9jOvniK1fVV7+RcNpZqBDl0z
A2jJOrcnca5qhCL01AICJA0QXj85z0uTfqLDZphS962GYHCFB9Ur0jlWYkZ4Z6Hby0weOAOfllNb
ut2Zb7INbWxSbVEMuP0lS2cZwRV01pH1vW5syjSt7BO1oq4h7AXyKIrfBmKf2zYW5xewFIIWbkRy
c6kIgcba0Po5dctgjEzUwI7Qk0dqRkNOWTmO0ea2ucUhQeUHNe9Jm2rOrw3g0iiHXk1d0MExDf1o
uf5Rjy+3jchLFyqqpsiToxEGAMKZZ6dDoArh0FC3gqpP0B06sGbh3h7+9vVRTFirO4aO5kjxWBJk
6NQNGPsS75CNnGXbUDj1bcxQ52C94LPB6+79AORJEPVqjuIa9Pi6K2HabDhEgJ0C8IeuscvN1vV1
xat6oK4XpICKK05QHzo89PydXFuaZBK0Z5hcNv7FOlAsgjr1eqHeOHPhVafoYO1QqCt1UKCmtH4U
wNC28ZBsXKls/lQm5p783NS0A88CqKpDn4AQwVRjtk6PPxqK5QP4/JGuQIsSUGSnbNdDBtpAJPCA
MKBnsemD+H1E72LCjv7m27fZXYhZYIFhBvvHx8Y0/kWURwH7AKIT2CNxfm0igZ5pCRhE3HAkzwiC
nklFS9PrZXHlvP2EV1fTgWAfsixAj0Ii8HI6AgizgcrRgI/GTZXsYtZakjPYnD2gjLWVrIeQfbfs
K2F3+a4AyRtIIlD1lWz4OoaB3z4pP++LW18ze1lJE2V14eNrEjIwtbEMcH3+EbqNVm+87EBSNwq4
qRDk7Az050BYCfB7yK/w3ZDbaieDZbZ3QLIElSXAsoWDoeyAW7YKchj4VokOeoTndGzWdQyC4Dcp
2Kd9yJr4gTcOF0ANjNevSXQmuiFUzdSUWx2B2IO/04rBJO3aYDGzt8Y6hTVnG1GIwAg+9hReoUWz
IYh60bp5ezqX/A5KxahXT2865GcvLfA4LnDGfd2l/bEewdkZPusKGBCblStqKWODpi2Quk/gIQAw
ZmcKRQs/DDIsW4Vzk7M3cDJZFLERanIMtxJoMQz0/hETm+kEwQr7+0tnX18qIz+KCrVtil9T+DMw
3X6MLWQimBWZawWUhQwBtGCgojGp9RCFzF6abSnXVAki3VX8D3H4yHoORrOPMvswtNJW9XTltrwm
44ArPbc3i0qisi+VuoA9qn+K/r2nOCUE83jn0gC3dlEysTTTjqmJZRzCqDON3vGyXYCgkAyPtRyD
h6Y3E8lWBgUbEKLwQN0ja5o+8dJKpPdBMkdoDaYCK8pT0r7q7VPsMW2Mt7Gw1lmxeC1M8zY1cQAT
Mody9k2X+6WW6m6y0/t3D5x6AYpNO3XbQjxddfuVWutSypye25t7JRoTIyhhrwVV6pinvzTjl9gE
JnnQctM3HgsdnhrkCGNok/gR9IWeNq5EenPBhJ+46/wb5r4oAFHB1I3g9t6DGJhe9gSacRZCZ0ay
DGOD7g9ZfUQEYyrUGVMQnfY2FT/EsDpVAXSdPCatdu1OW2buMlC3BTUSykUAIs+uyVoMxCqMsaU6
rL+rlMgA5V9FYRKyT/xtGa34j4U2lKnOjhIqonfIIMqzLVxCIkPI/UJ3oQahcFs7asCeuX7/Xpp1
ytkI/o98d9tnLRUSz23Oa+DIshce8XNMOxDQoPBxArPfCjbIe9hRZ78y+AnQoVkQuHTRiG2lK7Xx
67ZFHNuzMc/zEQMpecAn+1rv1Jwc2qIH8rKFWp5F+CYYuFnzBxDlptlBlS2erzWGTr7yeo3/M+c/
SJSza6Hp/ajWOtgvjWKvCG+6YlJxJyronwyClT2+uJ8Q+UIiDPVBVBcuL4hIDbRB9yoc60FiYI8y
DW4liEgjehDIUVZKM14rFi27kjObs2sPxNWgWQVw11UUW910FHrVmFwUgoF8YKT+VbxI3t/be2op
ykftHc9DMAqhL2I2TF2LSjDHdrobaqJVZ28i0Dh5/HzbyOK6IVcLrmKwVwLkcDmXQ9VIal7p1I2i
1AzlrdclFvXsWuWmsCas+fNyvtok2CNgTEeGDq/eS2NEaIFX53AE6P62ol20EyGLjgPJfKaiSuSz
ZwP3cAAWKFThRktgn6iCbcndMb/rrPcJI+WxdHf30rE/iZkhlAM5CqoosvPy5/asLO4wvOWQeMDE
XL2XA4HIPOvgyLUgc3UPO3iID3Fj4RXixEP/O65KULi/3Ta6dNNDlgQoY8BBgciYhSOilDeoh8Oo
zhWWxYhG7tJNY4B6LUdMIq087xZ315m12VqUdRVHpYYNTeASC/lTlf8MeK3dHtLiGxLxBNoboWaK
fTzbw4ORxpksBHD9wmvacJaQz5bvmu7Z99+SepvUrAGwTwxxG91HmZtK216jIP/IgQX5jIz7YSIK
aEBDNRR2pRS/ar/eVOGm0DdFt739rQsnARECWH/ANg4OlJ/k65kHi1VlDDrQw7s+H8Cc/656J3QO
srg7VtEa4dVCLwLgeICTA5yH0pIxfynFBh1yI5lcGAJ9xCXlNgg2I90OlcoiSL1mlI11bMVI0rWs
H/E/ZVACP2vdyvFf9GsTNhCcZRKSbHO9YF8a67IQWt2VfDvQ7DzfpKemMjUkFgJAo6UTX7uel7b5
ucVZNEBT1Y+iYHJrId7q/ii8+1ls516NHq+vKu7eOoQkt5d2zeTsZDVe3kTJAJNDHNujiri+fu6T
hxxdyn7S2aqgrXTqrRmcfn62l1IMb+RtPxnce/uUh3ex96f0TxBrsLKw3d4e3pK3miQS4VhxJ15V
KrVGVniFDI6bQqhEqA6Svu0ERoBiBIGu/tYIKwHWYm4PHdgTi9rUtPcTB58Nr6u6DOgJ4NRkQGT0
fY9Xk78tjooD5kD2W7VLRvZTTUJizzHIk1r2zM2R4ulrZ8nK0k67ZXal6EhRGRg2+ltB2HI505Lf
DhAcR34YG9mm/qdc8G1NdZZ3a9xMS/7h3NJsTROhSMC1AUuJ97sWKza9hSS9sZIY2TFhZUkXh6VC
pxXde7j85zPst4EPVeOAuig+IYKKHFWGTAvJTUlcyw3/AJ2upvCnRQP4E5Q0p5vibDXjoh39sgzp
hD4Jox0aAUa6I/nXaLXCe9zbcVBY8QsUGerPQboL+WCCBwJwmGan9M8D2cjxWkVyyStBTxHQN+SS
4JTn2KwyNqpMSJE8Tjto7Y4vlXRSdTsgvwsh3dH8qPj5q6L8un2MFhf4zOjs9RajtkD6DEZb+Fyh
/wZy0arz7wZ9IqhfrtyMU1x1Nem4EFFwxY2PzPHlpIuCQrIQyhquGKaymSRAEApJucb5sbiNzqzM
TkczhonYjgUSctJ+SFGJQzWoRRd8By3vYQ0wsfTuAi8M7rVJfhNIz9ll3ykgA8TVjTTYWy1anyNU
vD2Q7kR3+sl/TVYQRotDw9ThjOCFD02AywkcpTJKsogjrR+96zWcuPrJ+S9ZWAO1LC0UQUQG4MzU
C30VINMwUdp0oG6vP4ejq9croebSrpsQtj/xMBTnZ+OoaOvV6I6gLriYmVa+9yCBMLLXEtI/nfZx
e4dPLmq+6dBnM00XWnGuWuJLpYuiCG1u6Ai1R7liufyUjKjBPHKkr9c881J6DdDR/1gjs6IT6iGJ
DPw0dTOu75T8XszBLBW9V8JOyj4CkGp5ZqXBswXJIUoCq6gkcPyM+z6pbAiyszH+1XPoxfOdHrzS
PmWe8eB1j0EOARVTANt9jyR3eIihliLupjbgke/BO7ED17ne4uCe0CIMdhCWCegcye5AYt0MTEhP
1A+ZPFi3Z3bhCr4Y6yxnCepnLwT5BXW5HJy6eqMTwQQkHp1UB7T8dLtaWis5Le1LSHOizxOpS/iR
2ex2iB4heYW1TGlkRpl4rwvF7vaglo4YhBvQMIdTjUTKNOizi8HwmmYATSV141xVWZvIhkkVEAGI
KTJKhe/TlUtPmRzE1f40UHiF0gCIPudoKCoGcdrUHnXv3zRmAesCKObrlOF/+33/GVmfUOVmb/i3
z1CSNqe8voo/G5KY7cvtoS+0fCJAR88UHmMoPIPX+3LsQdCh21zGp6i9rTQspVZKDnGwJc1OHHdt
H5udW3Mwfe9FgN3GAO8WB7E7WBLrNfqOJRD4xWNh9i2GHiq+pJe6K5RbUodbobQJHifDKQe7q7FB
viOL/nqKWeF99Q0ykWGtUr2UXbr4gtk9Uko9hLoGPFeC5HdOHc6bXRuCL05zqMba7nHq/Ri/iyRm
ab7r19AYS69IdOLr6I9E+hAbchah6E3SCnlb6yDDRj9zJTtNOj6pwN3UyVOkPMjePRTi/eirTv9q
ynPU7YavESzsGqqN0bsYDmZfMEnhrJIhFYvAUJL/1O/pU7+m07z0rEPtCyVvlKZEArDl5a5pVAF6
WiXXXc94wzvWTz2rRauhnlX32pCauhozIzqktRkcFSMzC287jBb6Zyxpbc4W3IMBjgGKGjHCJxQO
Lr+k9aU0LDoJD+8RVCTZPlnTe1i67WEBvxlkCAYYgGe7MvCVvCAcorC1vmmgSrsV6kdJu5/4ZMrH
gqis5IdwjQFiWumZh7gwOtuIXRPy0stU3TWyZ834nApdteKsnP0FN2RMyTAQWUFNCajMy7nDLmkL
PReQCRAjgJRTMM+rqVoCnZC/ZHBPZhv0kdMDdIyabx9tQdNY3YtRoz8SKhAmFca/yK7CGQG+iwWl
4MCYvT24XGapVGM1a+FeKjfeUdAOCVL46en20BcCBOQBAWmkyAaAzmg2vbwuI7WMMb0xkkIi4n45
PjR8i5KFj2guWMs+LK3mubnZsAYpHzwO9SqQ39/X8kcR3mug4/7/G9LsSBpCXDTjgCFFDbL/EPwq
HKlSmFza9C76F/E2GsyxTJIy8SyJs52jy3USN2puuCnaiWPpWWlQIBTeGnltQyz1E15YmrlEFfRW
eZxlYMeRi18JeoAGKJlW6oZ7Du34ITcYLT94g6ecVa+BlhfdHJSHKNwxMjnAyF0eEClXuNGEpeHK
G3XcxPExgXiA15iK/BBLBip7O6051ca+UJ4FMPpGLwoardf0Pif/MncFk4ND3loWQSY6W1h1UJWQ
a9xwW/T01yD0GDWUySvf5PpKNmchRAfQAGBPDVEzGH1nlrJcDutoFAw0JGWW5t8NacPqaCeFj3r3
enu3Lp2If0xdsRFmUELojdb33FTccw8EBWgZBzDgtpGF4AZ+TUbWEf2a6A2fg+pyL4wGIcLmCZOn
UrOyxNSaN4njQRDe+90uARIh3HXpbyoAslPaBngRmw3wb7WwpSuQketVRIpDQpSFv3CRzBMdCYB2
dUtwYpJCfM+l8g0gF6jR0M5JFL726F7IK6DDG/2/SHZOOsM/ia2ziFYsJSAuOwkrKWkm2KWKakq6
agjR9bAwh8QRmVrYt2f7eklhE602eEFC31j+wWie2exi5Pr7OvLcGpGhXzsNpGG7/+HsPHccx5Jt
/UQE6M1fUi6VKSkry2b9IcrSe8+nvx9z7pkjMXlEdAPdaMwUUCFuEzvMirVW4EHLH3ZlZPbcV7U8
iIHpu+cq/huGL9YuTW0IM3XkjH8JirhJx7W8+P1TgZYCqjYwR9C0MOdLySD9ILq0UM6+AgTXfc0C
/Vx66r71f8fpE7iUf76K065B/wSc8B0FS6vmPqQPoXUWmdMcxmPxIBbhWhN1ypluXQrfdGVk5lQr
BRaEUvGts6o1W0l5ylBpMCxGv+R9Gn7ora+6+3sQ8pU7vxBJYZb3QkchmWLmvEmS8h5X0cgd6NJz
JodHF1E3NDHs8qGZYELGrvPbfekFm1UM8kJqcWt69mBZSVZbplBa55I2Zh99/tCjV3foNyhCueE+
3Zi/rRrigHZnZFtB+3R/T/+PD6eMDDCA7577IUNFBCD2p/WW0sZOuz8hiKaTIh/SkddspNjpKJ73
uRrVldO0QIxAlUoCEqrCDMhLPau66Fpel0HK44F8zMsnCIrAOv8yHB3VG8Hp6Ugicrf17O+jzf+k
hL0vXzbDo7UBa4VaIhD33f2lWLpN179ndn/DIlHQyeb36J+1DvpPz5H1bUvxU5Jf1VU+nOnr5udc
hbEajnoAGcS5t++3FwA/082ay2SisxCQEAXavhC/da61K0sf2eKdq+KsJNMpXfpR6PIqJ6MfSe+0
ykEcWmx+i+XOiKkdQXdZ7Y012oLp3L3/hVAiM5eLKIU4PRtXTtOUlMjT/dE6o4T97As+0sal93J/
zd8/65wBBe8LVz/Q4LlCZSbFddUNPAYW1NIVTB9h/1JlSNGS264SHS9uMJ3FqUfDNKQxC5kY+M9M
FGi4aJXiRNIDGaEHoNY0M7uSUztknlsRLmK0D4TeFuTeMfV9lo+MTEXbyjRs1fzkIbp8fwUWHl+m
zhQLWiSGQYGx3q6yGpe+agQuzyEwN+3RpbAmoXxR1SvXbc3OLK1o5LIaC5EASmjUUxWkB8YEjyqp
W7gyt7FmaJZQBKUP/WyJoaHfapZdJ3vfd9awNotn82rVZuFgIGVJblW8tXob/TD9CIwP+iz3d2bx
Qb/aGm1W3lNJWSDJ50tG13FB2al7j3Pz+ZcRbrzmeTB29+0t0DRwGUyGEPgPIeEcP6QZoRhLQ+Ke
I1v4KAJ89D/1mwmc8QkK9Joqm7HXYQh7Mo7nFqKa+9aXbiKMddNUkwo7yhu46uq2x2qvTjg992xo
vp0S+zE1qqRfxQqscrsyJrYUjl3bmnla5ucloU1SwrFub6jfi+RDoa2YWLrrE/+dQbwHnmAOnA8q
N3bphLhnJOsNqIBDyW76R1d5kJSjvrZz02mbe0qGVbBE5wWx7tlp1IuUYaixAlaWiE8EJw6TKxvB
F/7oFMJLU36Su19lt5IRrRidU8TWSHrn+pC752ZIQS1TFrUeS5HMD3bseoyZgDbAmMv+WtC5aBfh
Q+rD0JkzD3TrsFyuRBaVpQuASD3WORfcHgfHlTbVUVvLLxcPypWt2SPZqGmehCIL66V/8+iTqf4u
hH8TcNLf/e/3zBxw4laeoIZ8j6YD6z3KD+UW7aV++B5GJ8gnM09b8fgLdQPSviuLM1esKDW0oDIW
dbe/tPVJBdsimh7dlJOXveTUlKHY1aWnvkt2pewf7l/0hULyZB4GMHjAJ7jJ7LRmiZ6PQ4J5k06U
LenbIfmZSz8U74OVf5SSg1UrtqjYcXSMBmWT/osX/8r6m9O98jPjOKFA8toFjSTZBSAjrTcORrdJ
0ADWV968pVcCtn3+gayCOGt2VMNSTSPJI+2jtYWCgb+/v5KLN4EZeCYIkZgHs3R7EwYcgdZouLGA
aM4x6mrTB5rhZK27b9tt/63OHGSeVowuFH7YvumvZsSDJZkHDFVXWGaeSJyeoHYyuETBRwmHftzE
iEapxbfa3OW+E3jfAybLdmHmFMXXRlqVDF1c26ufMTvEIj3mSO/4GVGjoOFkN/rHMd9622Gn7fsN
THcu2BOo/gpWRVg5Q0vO3WCyjWKFak6R3O3CV2bg9VmAcx/CQx29om0FxtjO49KuJCfT1pg6Fm/M
mwqRMcXC1Pxu7YW+Abu8yEYD3XB6Pfncqg+F5aiu7mTpU10HjghLbylG25xejAixZvMvnrNpyF1m
/BLS5Tm0Oc2HUBRGnD1Dk44U7qx8z2iKW2xk+cnMV16WJa97bWwWJ5ty23SaNBkbP08TXOUJmbB/
4wSvjci3a2rG4+AlAq6dcMMty00kf48VyLilr4GbOFLnHRIGjO2mG3d5ukn7eO0eTZs2f7Q5PKyn
iCwL3Ju3P8BtlCr2E8M9h9QuY9UBgLNhBgLUEgW35LFud03808xPaYCMUbAzhC//3Htc2Z+/33CJ
MikZ6y5imNu4Itns45fCGcRdrrUfRZL/YHUWY+nOAm/g6oDVArM929hBDEOhlS3uTafvk+isyb/G
8mvpPopZvHfVDtdlbJDbk+qfhRduoeY86dZq5XqyMl94YlxCB6gpqADMHly5FusczmsBt8kkyPDR
bx7MAtIxSAe9GmrJvrUN+AIKJTxnmfTx/qovzGZMPQEIcRBbhOhHn70JstkVFT5dOIdPk9piv4NL
m3ILG4Aexjnamw/BVki2crdLneKwlrcs5RQmoQYFbMYRyHtnW+A3XVVGsipMx16Po40f7BL1pd1G
F4sBuq0rP69870I9DYOQyzINaCG8N/OVvWskcRTLwrkyRKcuhC0Ql2ZAkb6yTXdv5H9Fq3OU1du1
sMk3ZmdZoJRIas7uCecs/thLz3IDqbFhgoy0YbnYQWNJ3FptSn+NOX55gQGugR+W4CGZF7MlP/CV
MW9482HUlQKbOalk3NYm6HG7fmxUWFfXWPymAzs70EgIIboCPGmSHpm5soCr1pslJgcB7nK0sXx0
PTztEfaJh/u7ufDwmcRskCFAJq/D1n7rs+qs6fRQ4NFtM/PBpEphBo9JYh5MPXAk5asBk+h9g4vX
ZaLGgZuEgQFl3vXMw74qBlXGTQu0QWgsQT/HgFKvPwRmwhjZB/TWHcQatlIGD54BhTO4NpUKDlH1
JpS/pd5H2fusrEUASzE0JJ4ToS7I9olA7nYlfE8LZCUNhXMbo1QlbLWUf59CBcdFzieldjU0e6/a
y0m3LbI1OMh0aeY7fm19tg+a5HlN1fjC2XDHxK4q4EXaWc/totUgSluDYi7uOgwSKv0S0OrzLn8Q
lzLCMTnWkAL1Q4510hwGJSDMYEIhztFFklbr8AtvBSNsEAfQWZgKZrPUK60boWE/BfAeKOjJcrNJ
L1a9y9xL6uY2YxJQ2VI382FQzR7l4pImj1m/8kQufrg+kWPqDICgaHW7yUrUxY0QpMK51/dmUe+M
ItgYtIy5zaXyG7GuldO+EPhAxIGsJVSciPSos5Cg0uH/7qn4oN2sixsrp4ETCFK6aY1sjUBl0U9J
LC5i5dxjyky331b3outFXoUtahUOZ/kg+GL/0AK/2phxdvIsZvajONOOXeYPji/paw/x4urS6yB1
oYFLg+z2FwiDHw+NLwpnl5NrxVQNfFpWjw2MMWH96sdfV1zJ0kuENQmlIaZbaXve2hutbujdhN2s
kkc3jDbVX1V3tFq7oPhgaJFN+i2udRuXLuq1zdmORtBHNYqEzaS09TG3823DLEf803Xuf9zSWiIV
PRFY0zBW59/WlW1bC5olnEvdfU2LbJfHUGZCfRR/Z3hDrb2Vlu2SPZrhdN7JPXnsZqlnFklyk0Ts
XWM4YR3shUu1lxrZEYtPfXK4/21LnuDa1uycREEgutl0Trp+tIMGxP2aO116QK8tzO55kdZGWueD
cP7i1/JWd6pA2AqARe9/x7TXc6cNWILXggInlbrZjdNLvZYSi9BLL/RTbx68/pPpPuQF/PNSwQOy
9T/cN7j4WaDQJv53GmxvUMurUoemZmE1gRbO6YgklWA5tYsQjCLuxTX5nyXHRUOd0QvKHAoKaLdX
q2ikXE4Tgrxc+9LpT6nxzV+bhFx8ca9tzK5SEXMaSwq3Zxf+andbfRnNgxE5LGFqG5tA+WP9Mdda
civfZcyOeW/WsTu22LTkv3Hz17Queft6f5MWHfHVd83doK4IFFJ0jreCDxLjRwkCZOUsugfqxeUf
7+tYrjGrLl0oRmYBDoMnY6Z0FpJbRVcHjSl6FyPuxM2oaIM9pukaI8ZSX5n4F0y7RsEArdjZC54E
ruyVeQ44Z1PYvkOHEXoyY5tvXz/n8FyKhzWLS+f92uD051fnvajc3JUUIC1FasHPvG2tn20pwe5u
rVysxU+D7wVcMFV3MEGzFTRzvzbNQKdVazWbiCmrYPxRHJl6SDtA9PkxKk++tRt5ZAaJCrz7pIev
yfiycnKWHpfrXzG7dVrmW6PgG0Cwkj8NNA3H+ltpfSb9APPe29Chi+iGbPrs3AeOKz/xS4TmaYzW
EK9Lyz6RIKLyo8sAFGcXMxbhFe/k3j3DImTnETDQ8FSMlt1G9YoHXSqEUYT6r6n5s6N7o5nE5gjE
BX1REyoycAnHVA8PjLFeOqulHPUSpTCJm9JJU1/KZgVjs3RzEIiYuH4m3aZ5MluFeaWlKflPJZ4G
wYdKYsUbLGwpF3NCmU0YMx7Y2yPc6kZmmGPqXSoLurHAwyHw5kXf/YKUrloNAhe2ziKNY9gVDngC
+5m5OJcqr1Fi/5L8VY8MW18gyTgm2+jUvzBM4X70IKwNmQze3T+504m4eQmROJ10NgAOiVBlzTsA
3hCHStEa/gU6+F7ZTKgDtUIPxNaCp9zYFd1KtLJi780FXzuGYUy7OsOeFKRIWX735dgWhotVfUEB
cVOmxzJ8vv+F7/ZxEnGluMf3WRpw9dnVbKTayzpX9S5tFW+LVD2U3T6OPhSW+tkVNvdtvdvEyRa4
IVBRExvYfDopKfL/bwsUFlCZfQHtWG0I+1XMyJqhmUM3+6Txwsj0Lo37XHQKPJcoFSeyXawREiwa
It3iQE445DlxtEmFqiRj8C59q2xCZoRM9TkcrYdM/nl/6d47lGntuAIq7xMyf9p04a9ORhyKUO92
vn+BoKnskJ0Mhw1Fjo2aZMdeCR7jGGwbXASM8nBGxOz76rcunc3rXzBb1IkFIGv6yL+Av+jd6EFo
j5WOGKCabKIK7cE42Ujen/ufvbS+k+qkRIpJ92LeODKUvIoVK/EvIsklrBJqB3mU+7Da21y2Y0Cu
D2CPuzD9+dXqthVD11qf+xc1Pojen4l4BfIK/x9T/7KJpOf/NTPzYmHBqKxeY6b1hm0eoKYXwYwW
VU5VwMOydjjfB2yTuQluDFSBUvb8vuUFmtBkYZirB0fCh72GQWe7/tkz2632eRC+RaG0csffw+Qm
o6jokTuQwr5DkKbDUNTxgKeGLWwvHLoP4ZP/4FdnZa+vtdYm3zT3zqZuUqKfhEGokN/uWpHXbe9L
nQ/bMEMqTx4X4eQGnwV5768dRGvKed7Zms4GHCcTJHe2dZ6gme1Qt/7l8dt3w662l4tkXyz79253
edgx+3XZXeyX7QsSDPbLS7jZ/fkE0aFDOLn59Gf7/On78/nrHygJ7ScYdY5n5/W8fR6ds7/9/ffD
F+vhw+PgHAy7sY/w374ePn74Dcv8B+fjB2d7XNmgJYc/1VH+50NmDj/OGPwzpg/xzupzbZcH1R7X
CibTwt9brMmVXF2nSBkDpc16bHghsY/e6AR63lpQ8BZEvTfD00zcDkB8PsILRaJeRtCRXiQttPXs
R6sGth+Bvht+oQ49qoEjJ/2+zbfU5YruUI+lA4OoI0afSv0lRYCnEzIGwpQNmK/9fcc1OcN7P212
NBmBAW8llDiuI9JJP1agGIvrC3cn6bKKZ5yX+3Shj4NQGv1LBGFfFDPdvxKxLxlgbBVR2SnA48W+
3cCmi9S2yyxuVqzh2gtclT+Uxeb+Ii143Unyk0gA0R1i1FnSqmcR8HbXJKh7sZ81R14JwpfOx83f
P6/HuAH1vHr6+5k6Hf0Emn9pa9QXGga2cfiTG59MaaMHX4Qkhurb7tVNPthR/iBKf/04Jmr4F1BR
OmbXnyzfLmxbN1phDixs2ybqxcw16UFxu5Vp8yXHTw+CTgTfB0eANbPit2kb0OTiqY58hoegCDwg
HhsqHxDIjmyyrrVp+vcQ5em7rizOSkadoRix5GJx/AUc2f5kbj79vDxHTuRUzjeBGVjSPLs+fn16
3fbO9rfpHO0fB6VfuXXvZy9nP2N27SAyqSNfcf2LEj2JJloVjGCOFDKnflMR62DDT+oQbmKjsY3G
fJQUf98jZSE9CubvWsocbfiZy6++96nrGdTct+Gm0aDq8gMHL4EHWgm+Fx6wm1WbXbMw6brW0wUO
aAH3oLgJgRI2sHVY8dcsLpghz7b3b9yC878xOItzosSrxERlfWjxPfuWu6nER8v1N0K2cgQXgkUM
oUdOxwlmjDmrndJVcuA3EVJx4mvRAslMN4oEn1y1SRSk0LRXbfx2/9Pe+pUzlztFHEzmkPIy+jTz
JqpepmGZxcFFKb9JJp5dqtHD9uW9LEAU7loP0JNtLaF/0IPPqiA4Tf08ygCDujVupgXnyZiXxKDX
1BQCeHR7x6ugFKvM49t7Q/KhkRygjEzyf8zwMh31Kyuzs1On4pDWSFtd2vC7ug+1feN/qdMtlNn3
13VpJ6GSwBpzLNDWzOKFoCEnqZshvNQjU17nzDu6bQpxZvszTXzbYt7UIe+5b3PpXlzbnMUPru4G
QiJg0yJ+ZOh1q2695pT5moMowz83BcKW2TwEARmFnm7MVaiiF0NAhpiFF6l22klzfAtSs1Cf3fok
rJaFFt2kJlPHgEWLrqw++7C2bSWICmqsJeJWQMKxDafeYPdJyPeuJ52CFu1VlHT1D4K/K8BYlExG
WcGnPmTJu+5ctH86QfmV/FSfqsop+x8o/BbB14ZGY0/wE1YPvn4w4L2pH0L5e6iu0e8s+Q9AgqwX
UTepw8x/BPrYjEJYhJdgrPc0wgCy6clTIsFVudbBX7pFUOpIHDnm6EEe3W6MWwdRLFhxeJGD3xSY
w7Uy/dK51mnZghB8K5PN/v6qCAbNitgKi8BUaMeHcDwV8RPaQzaYxK5GgqL+x9qT3CLKSQzb058m
4Jm9y6FRwe6FvNMl1RkZUlo7DI8URlduz+LKXVmZvcUqGRE9oY6V00PLTmrzN5X6NbG/xeW7MjJz
cixaqktWE17E7G+fnDRrI6VfRPPg65FtZq/h2vT1UqwI9fEbnAPY/1t+dnVPpU4ZCOdYOsnb+NFT
LIa2ocJ8lK5x0i4d8WtDsw+re61CaBJDsvFR1KqtZPD+XwKj2qXq5r7vWTRFG4q4aSqhzrGKTAn3
gTBW3Ka63Mjti9XQ6BUcq/wSCn/um1pKy+EDA7ynTJrilL9vr5MIiR+KneRKsqc9J0N6MEvRnrSA
3GjYRu64UTSIjR1T+BwEazjuhb3DtkGORkwwUYTe2lZjtYsFGdut8pLnhxShAVz6mkL4wmreWJn5
Jt3rBYtKvn9pTCmzc5CnevikIFjdj/pLpD6sLOj0o2fhBkQ2oPrpZTOcNhcpG+RAjamsB5cmlMVH
N4qLjRgbkNznabP1xDjeal037nupgEw3N9xHowrCk68b7o7RqpQ2Z5Z9GToyz9pogpWTtXA7EUmi
+I+PnvKrmaNB3k1yCYUJvyxvX0F0QVn9d60mdp8wCq64G6mqvyOn/uP+oiytyRtVE4/3BCOfb4GA
nrna85h2ff4pipKPKYRwirIWxS7lNxChT4xzE7RLmZfJNbny6tCI4gvkPMMeav3CbsYQzVHvLAAi
kGuPgC+zUT1qiDzzNeXbhc9E9pA79B+qrfkr2CqykhRJG19KuO6j3tFfRwSr7y/l+y6yPmkr/q+R
2fsUjYYh1FYTX7rBLgZo3lXBhnO0sMMf2QbusJ2/vW9x4f5gkAlbZi2hZ5xXU0IxDVyXeZhLWZrR
lsMinipTsoDMpf43Q6qKZ09N1rhF50YpT4I+nKi2AZ/wOM7ckq+LbhJAe3Hp5BYc797wzhogtEI3
9qGyUjV5V0OfjDG+AmETw/QTtPTWDymCr4+1gjFPfM0buK8lwZZzFO1htzEvlrFppdcGgapEtF1D
ciJ9pSk3PzeTfQ3lDx1SIFWmeHNrv9ddq09LN74obmxTze6BiUTavzEysa+wjZDJz8EbCc0PKwIx
fim1yta1r31Z28Kq4Orip1xZmb2S3oichRgFyWWgf9OxftnE3QFx9/0z+S6pm5aMf4GeT8kH2zdb
MrWrwq6W4ksUSbvKRGzQTz8z4KS6B+loSHtRSx+kxNypQo1SSAXjHVLUa1dxno68/QhYD8EVTgyi
czS4JJVC25gsKQhGc1O7G1i2nNoB/W4Lx4+/f/9NLh3IjvufvnQzJiUFwtOJcmLeQaat6iVmzGHJ
av8FpjkKnZxPdyfF20xcQ/wsXo1JPYe8meI9z9ntOhuR7ItKOX3iiFJHvmkJryj6TU3ymKJEFfUP
gdXbBTnJiMRC7v9N4Dn+F18skzZPzCVAtWa/ATEWtyjRxLmIvCGO2fGseoRH28Fg9tjNK9eOsz44
3Df6bkqIzUVNg8SPqj6TxfMmCUwQo9uZWNVgYxHc79l4kPvsNZYdq4PbA9b/bgOjp2L9FLVkYw81
qhm0uBVtpWLybr+nNjrgp0kS0iTHmv78KsAVm8yNfbCqH0xFELeiKzo6iqHOOIweBSoNIswsqfb3
P366pdcxDGTOhGSgV3mtKdW8zdle2RQ0X+gjxQo+ZPXgbypflsDVy+PKw/L+cE1m4N7jvVSg/ZjD
eNRyIuRSMQNxS939qfPCUQZpl9bBTs+hKei+FvWjH7SwY56D4lzH9YpPfFcJfvvQq18w97wg2rSu
NoMPegxTTbwRhsc2etLU/JVuWNNKNu3FuE/QG/rVM9TAXO+xySE70+1aPgnugfEaZe03TWnYzeK/
lR14aYnPDNDZs+OejxDMJw0b3iVS9hBkYbePYkk6Ki4D2oVXKvYYVhKgVqmG11vTT1Ge1Zu6CuSd
iDLqs+qb06xuXXfHsZZG24rc2BFyRDFFHu9NntRffE39KTSowxdWEG59n2LY/QM0j+wnghp+P/1F
nIYmz3cWMdgiHvS4PjWS22xTVdQ3LS/QPuxDZCPQkH24b+/dbX0zCCAMN8woEufm9pZoo+8LQl3U
J5/2VZq8mPWLTHTUli9t2dtG+73spAch7fbu1+qh8x8b7Sfua/SNlYfprS50vXvTD4EHBDIOiV4a
vuP2h3hWm5pdVtUnpD0ePOlYd1+R/UH5u/Adzwu2agGln/totWhzC+irtM+ev3Wf4+anp7W73Dul
qn7IyldmD33+D485nra6DF90Qdp3a4Sf7wbm334t2p/8GDIVuIRuf20fULOr474+UdI59pltNSrU
yYY9xIgs1p+8qEFb94/O0Anl4aOSjtuq1jZobyT6Q5cfk3IiWT/7leaksMpq1kdt6CdO0xX4y1vG
O19VZhXeAFoE9nMNHLEsaxhf4+YUG0k+2mWn5R9SaRLllUe/AUPliYG6iUs9tuzGM/xHeYgD1y56
RN3FgE63ycgstIVqKQefihwYta03qnkMC7dPt01SSucwapjxLNwwBRUlmMmvMfSAr+deE/4qCq3z
4Mku81NPQvHdj0qR4q1chv1GTWtz3KVKpIAQGJM1MrZ5jDHtkEq9i9eemRxmKG93SFUDaKc0qo4V
7KW5G2y09m8qfa/9ATKRJ3NtUmL+2ryZg0tFZUaTudw3l33l+aVxaHTPwBxwLbfgpG52Nnt9/7a+
+yY4znkIGc8D1YujmAWJutRDRe1nwskL3FMSu5y+8mho42MknNSoJndypa/3Tb5zSJikoygRfUIL
gVDW7TL6o6eUdHSFkx4e6fU+dPWpJ0UM1M/37cxfTt5qhQ2ZvswA6TAX05Mar20jTs45cmxzxbe8
/wbqQcyEEY/hVMngb7+h6a3C0AcyIWEs7dgsD2VxRBdq2+bDSvAzj+KnZ/na0qxBmuRdWlax7p1H
c3RkYRRtoat/C7W50ud6d9pmdmbuJ66K1qNThB21eSLQ3OSp96h5CaPA4a+4XGsfTC/njRfBwRFE
TmR/RHewVd0u4JCrkeHlLGD+RDBz6t0N3CraZ3KDVtrdPwfvj/itqenPr+5Rq2RK4zeY8mP32L0o
xdZtTlHynQiP6GHlcK8Zm0UMgpQZKm1LljENjiZiI3Dh23miMVQNFqwabUhM73/ewsZdr+S8Qql7
zQgZGxbV5GMQ0SEx3c0I/QHDt773976thWN/Y2t2GFu9EdQot7yzCDAj6By1fUrJNAZ9JbFaOPQ3
dmaHsQ8qo1Vj7IzZK+gAmK/lnZSvnIt35Ruu1o2VmSMilu7hVMBKJ3wNdPNr6yZfUld+lD/FHwp1
I3jBi5wyA6eNDQqIK3Pp773TrfGZ4x2z3FJKyeVUGp+t7s+Q/MNc5e3jJuAvo31Erm+UjVenXs9c
t0tGwTvHFtQNvaQFHxtd7hxPKvNdW+TZuWj6tSry0r5BKgCqAbglvKUzt9gmwjh0Qe2fu1js7BBk
+zExhpQnWVwzteRAKJ9MwR0VFLpdt7da18uApKDyz7VahMIWbgqi2axKwP2STD3HVeKV8EsWWb8v
xqLZuqLXrnEILlyHKVtCwJnBN5XR+9vfkMS4Fm8IorPXdcE3JbDA6zdut5X6WnCGvKxWGqHviqps
KvK8FvA9pn7oPcw+OjNia+ytOjr3LbJ7sgv3I6VN9BG9sttGY7QPXddp9OAsQ7p2/+ov2wZUx5QH
kQKoo9uPLapB1UZNis7wG8dfQisT94NSoP5mKZHTg/6GK0IStoUlfKulrtsUReatvIULzpUwnmok
VXOUTOa9udrIQ1noleicWW2R7Ppx1D5WbQkOyLT8rNj5uirGjpIWabBxg8hfm+BZss8ziYYIP4PJ
ytl+14abCno6hmdxUNBsC4t4rzVV+1mUPYZQyM8fRV+o94aeyGtjNgtHjeEXerpTxA2h1uxmFaM4
SFHTJHDES94lg8Ftb9Wlu0kzc9eWhbq/v9tL5sh6uVxwG0BAPjtoQ9jIlVEW6dkbU9jISGezpHEK
XDHzRWv6rDOvgZQXjBXAzckZ2VYCttuTRbGli6y6VSBrhpvMJdIXumDXWl5u3/+qeZXjP5ag0SaZ
R6SV+O3WUlqOXhwmhnzKGZ87aW39va1z8Dypnu+SzHtmzt/aFIIkOK2BP4kkqBwomPj2OBaXIqjX
kr7ZI/D2e6ZZewo8dHeord/+HqZzCYRdUTnlUWqXyR/F/bLyxUtra6IFMo2pIg4/L1Eicl+iHCUp
5CwQZtgSRCFMH7vhIVMHQC9iJZdfgiLo4CE2lcC3Fa2M5U1TxV49TS42/bZr6l6Ae4sJISdGmwB1
xKZOXld+53R+r+LBaSWYIJsOHDnBVPq/XQmr6H3G83VYIXMmUyB5MPZNVLaPmQd36WApiqONJeq5
CqzQUmH+ZKB7WAmkZmf+7Sfg2qissiNUSmahW6dFRtOVEAqG5g+lOXqFBU95sktceaWsNHu63gyR
chH0UtNjmG329A8uj0bYVOqpyYd0qzLVYccTz3uZx9leE/Nwm6MwvxPi2t+3vbIWes8L9v+xT6rH
rAywDUizbtfaE/KwlNpePWWB9qgymxOK4fNQV4deDB49RrZb5UENfgQQThSgtj1NolL13BIF3d/0
hbOpTlzNDHtJBqsxc6eGq/UN7S71ZFjxjrHPxDas4BGyk0/37Sxt7PQ6T3NJGpCYmTOzxKguQznX
ThaSlFY17gcx3oLqoxyxYmnxi64szSJKOSjNzDMz7QSn3CauvwZJcKzElQ7utCzzq0J7jJXBdZAa
zpwGU5Cu5oGBYCitogbR9Z1D/vw5MlqT8EPXnUGiQ3Z/CZc+bOJPYJgMlUGQUbdHRk3dit9oaqe+
K9RDNxhwOZqxusvrIt7dN7WwW9p/Wm+A5whdZ69B7Cs6XEaKevLy/Fm34OXwxSet/F0Ya02j2XM+
3QONDi7V/AkvhUTB7UcNeeBbGfWkU6zpR8E45kqw8cXULqSfSvknXRtUe2uEzTaOQgvhEQpkFLrn
6EcYfNq8qQftlGijSKfI0wYEHyxpYNp97EunL3zr0cus6JuZpLCT1HRk94aQhjCJq0VWHTpp0M6F
ZAUiQ0TUNpxYU0oIM9zRS2HSrf3fqpz40QYO9A4mIG+EwNEwct1WQiP4eX+b5tnTf1aPgTs+aZq1
mIMrFFeCjSCQtZM4OHLBMK472LEQ7XPvtTdFJ5TKTS5emkiCZQVkcb4WEc3hMm8/YKrwUjGliyqJ
s8umKoVUmqWunQwPQEHmvnQx44XVV8TNz/VXQzwmTWfX9S7219USFp4rJsQnJTm4w9+3S/oiIs0f
De0k9z+CEVx86X6PqmcIz5w8oMithI4uIxJjrLWDFt4OSKYB0ZJzKIhsqrdnNokqBEI0Zv7dFji8
23vt1k+g0U9bazyQcWZbszQlOFfz3rNjq1e297d9wRHQHWeiR2YWkaxn+vOrtLJQxpH4qpVPTVMq
G5jr4o0WWrlTBMpaY/ntW2b3hbeBnAcyZfKe+TyP64+aMvhEa+EYbhVB3YTWaxG4lyinras4g19t
I9AjndeipPLJY+RTaA/ApnLtnHt/4mFvwcgkuT1EerywgAYVaWfUjhUqD/cXZZ4bTUcRxCAKdbxn
kwrrzD26BqMvih4rJ1V6deF1KSrrd5lGG9hSKynZNHm7K3vlUEXVirOcN1uwjO+CsIketAYfxNtb
f7Uf7oisTEjgRETrHWTF27t0wlTtm5nDShXbuvkk0gtWI21vKPXGbQ5+UB/ctN+Vmn+Iff3l/kq8
f5umn0OkyavOj3qbdb/6OQGQygQmFv0UBtsO6vPzWR6+ZmsKCItWuEuTeAbZwfwQlkY0an4p6ifq
lZlDly44RvBjbsESiTtPlVWnasx//LTTfZ0a/ROkCB8+e5YGJTRz1w2MU1aNtK6gB4ARSk7spIW3
8f4ivr/jlKtlYnWgUapC+eb2jpViTnWjVukmlpaTx8qHEkbOLsnOY6/sTK9xylgnuqif75t9//Bi
FoIFRgPRVwZjcGs29zV/Ii/ST0L6aSif/f5X7J0q3Mh9M4tfd2Vm9urKQhoPomfqJyXMdlmV/5FG
CXLm5hJ26tklEvU9fdMJK+W2tY+b3VAubpo0hAAn3tXo0Bsn42j6K62xhWM5saOQydCzQa9i5ptb
vynpCsTGqSg7Yy/7uvfo92jXxHEKDZKQ11szr9bqMu8d8rRr/2t0tmu1P+oGA3XGqaVqsAGkjbZU
m33zCrfe3t+4BS+HKaCK5M0AYglBbw8ISlWDxtSZfkqtH+DQXgyAZ6LpyLF4SOXH/0famS23rSRb
+4kQgXm4BUBS1ADJlmzLvkF4xDzPePrzQSf+v0WQQYT67O7e7Zu9k1XIqsph5VpJfduHN2G55S8X
F/jO6ip6r8pey8blNHCZwyJLrAu14ryR+y2f5vSpWZZGZZCCKaDFdXGrhJAqDDIa+DoT0vMN41jX
9+7yIv7z7185vV6qejP1/PtJ8eyUbq70Vffj/6ORlY/Lad3kQrecrBEiAkNHcUO7L7cQ0ReXQucG
BmI6a6ALT70gsGJdQF+Hy9cKgh2EepLTZfkf2EH7/fVNu/hRFiyeiV4xHfzVeoK+HCu03hFy19Lk
RpfiyikTYas9dMkKNWvQlIuu8xm7glmJdcL8qvEw5GA8zEEqXao1HxQpX95pnio6+yRui670sqvv
HsZEnzU99FvzIRezZldnleikFrpIAKKbW1j0Z5j2ql9paGzRUZ0nOVxGCxifAWyihHVVI6NNOQni
aD74wzwB6s70vQRMyUW1dN6NsZHeSK3cHLQk34IAr3WglzXDH4ZyGSEBodEaS6koQ049dDAftPJl
FqHDCvdZNNzMGYMV0Y/RineJdKNqwq7XbvulrgMS2dRrO1Yn22qKm9BsbuntHiIxujUaCLbVdKOo
ffEnLuMehGxwN1BbPf0sQZbGpREJnPs2jf8OQVG+dILoE7j51aMqqGDcKiVhLk5XD6U+31ezThhq
AiDpfUlwzVDp9pU0aMxxcDXVsWp+ia1BdwJdr9xOEn6N2Zx8jkRh2DgbF15R9ADQWiH5IS9fl8LL
rlTNdOJWNGaJWVHNFXO36L+F4nEufrfVk6R9//BhJCIhBAIZiyzAus04RZNVTn5uPEyagJZRavzw
20xzrxt5G3FY3cPgdADrgPbjnJire9Ko+qJAkFF/SKfqobB2mXEXyQ9txmBwMtuBFe7n6Zfu/83j
0IZyIui9yW/vAt1T/NKT8mEfmcNdQzpUg8dCreClM28q+b5o3NxCdzyKSJzrjbjJuHDE2BTQExou
BD5kdbYFtWwan1vxQZylAt+mW/4s6bX1AhVXmznA98SD3Bl95saZygFX5dAKoK/Np3+dGvWdXSm6
NO8lcYwyOwyr4rtfW9D1GLIvonxvpPlRVxeG+RAMaOvKmVB5oZa1v8dZgxcgH5JIcaVkVn/HnaWF
rqxEueg0xOGN2wMrgo+6aLsUvaUkG9wyjLvMUeo4Ed0wn6wfWtWgb68JWfXgmxbQnDrw5cqWUy3t
mLST59QNrQlBBBORWLNMpVc1THxKEI1M/aLQEqnjLvMFuBFSKYmdPMmsQ2oO6rdgVurBtkat/tKG
GeNAdd/k31KjJVULmL8kadGszk6loEzccqiVL4UvC0A8rYjHscmmpnOnYUiDW703yC9rwEbJTkNr
KDrQ3tPLY9M23Q+xFyR5J7RRoR4YNqhQlDWM73qAKgc9Is0PHKPL5+EmKEwDKYBZ1spdqpT5s9gp
tbHxCEvrKJCBE6pycMCINJe5uVfRu1DPiiBwsXj1GIO/1ZOgXubUTa2kYxdLo510VFKVVoBWSxB0
IFyhlT4ZgmwmNgJF012BIKkjzqa8V/ohRmi2l4Y/Vp0GXzManB+MWWHChe4fFgZedEoW6w4EjXar
nRuBwl4klgdwjNZRKsfYtSD+v4sGud35ofjRQPl/jVrgAxegPwj401tXrKVILPpIf5iSm+6rWaju
XOykZt9GHy1XLJYs0EYi8GG+xvo+qcUQbKBSktNYUAyF+ler6o7UhT6YXdDv5mokb5LgE1vGqU8X
hDKuWoqZSDmIIXY+qQyZvjkcFKXZuCDPil6LJa4YnhNyUWTeV9FwmpdwCPat9jDFf8ameVTi6jD0
91Ge2W2vPY6mchDzT21i/Uxgj7t+O6/fnKWrT60eZiN8hZWubGsVDHGzT+TnT+0hlON9rdR2nmu3
BnM9UsT/4CX9IA8fDNGnRle+omgB7BnwbDwo4c8w/cIkphZ9NIdabLxB+2R1iQHVlY3U0psk5uV7
6KrYDlu4ToXGCdRxY//Oog3soDUIB8NCC6JD/HbqJl0X+hJkVOaDVOTmIW1M0RuYZXCEQJb2ctfK
bgDSC/L8qjnGoTm/NnpT7s3eek0MububskF6mHwipbTWyv2ktcqDoOuxLbRJfFT7rL7ztVzf+1IY
bvjdGp29fAY0GYnEqZkrBEyrWDyau0JRm9h/iNLAVhK6wqGAdEQg7kX/3jcPlXpn1YYjGo0d+ML9
MNU7dB7sXOycMnM14dkYgl0dSHYdpk5sbv2+s2o05V/KhOi/8NMAk5y15iGZEamn+w+S9DfkI8bV
Xmo+JTu1CtxcnHc101861Bq11NwXwJCvn4x1DrFYB1tg0FSjcMOw4emHlVsGbVFgAEHZoxJWRIJo
h76+EYFdXCNESvQOljMIPO3UiiCFRlkHGnHGUP1TjHJnxfKN/1fwHcCUkd+8aMGw1wJpH/eZE8Ti
y/VFrhM/FgkcQIHKhsoUYkmrMCcsZJo/hLIPpprbgZjtxTB2EQBw/m9mViGgovsh3FeT8ABXt91q
B6H8I0Vb2PCzWsayGBmCewgwgIbSADrdSxCVapD4lvDAIN1BHnoYLm19AH6gfa/7MrdTeKzNsnWg
ydp4cd8S5Pcx7mJaoe1EIshwIjjiU9NZ3KJbkYNL9aUDU6euoBo3WNf0Jx+Cg8mvbVhUf6VK/yzA
f9Fl6m8Az22rEqKNt3KuU8B+ilLHnD5f3/iz4PvthzEwSwGfzWGW6/SHhZTIE73KAq9vdsrgGTDG
KWCJIIBOtaMBEl3o3SD/nMmlraX71optufisos/e96aL1pJUo5wTf4mLnWV97uq9HOe7cryJ4546
dO1E5a3ZqBuQqPM3iXSBJJNXcSEff4vG3uXVRd/Gii+X/GZhP4kAsHQg/3YXFbsiNhxTZOtK0xb8
ektMYHHD9VdkVgL9GsIK2tfrzQpj4FBMsXpWJHuDMaBQVnmM2+6SbItm4dzUW58XMgrmaLnfltvn
3RpTyQikNOwTr/JNZtuMeN+o0rwL8h9TPe+vO8EFW6xo4YxfyL+pWKxsUbmQMnVOvQpaP5v+3k2Q
+7f0+hxV2xKHP/924Kff2VrVEw05LSuEAlJvnlKGAEx/cItpci21Mfd5aL7GgjrvQ0YYj4EYNzf/
xUItgjU4RWjPrAPfysedqFykTCPfi8FeL+7TOnKtbquLdSFi0zhQ3DIMJ0LUte4yU82uMyuLM4/c
zOkgsijqL6X6j8LDbqbTm/b2EB6qXHC1wtgIS8+fJc0iaYfg720ARlw9S4o5LrqBQebxy9rntFKl
u0xLlE/Xd3Kd/i4T9oS8PExMrkCxuToJ1ez7pjEmmaf1fnQ70qFzwt4oARSNqJYMYMm/ZNQR4ZdC
aG/DXS/ZJhgmn1s4E+iFrdzVL8R8FJrM8xkIg3JTVKvEgVrD6ZG6TWTlU6mUrx9fLpwnlLXwnYX8
5NRkBTO9YHVK5gXgaqMZn1UORvzKPu8ThE6T/ut1exfySUboTUb1SSpBy6+WaMpTkSsjoz15Hysi
ZY8hRI2kLMYhf6oZ5JcPVmLO9Q1oo8T8c932JQeCmoyxbz4uqhWr26CdoLhqmjnz5mwCBDe1dE8V
eKI+boW+GkeDdJ/YYrkn3t1vspAUYJLEzGPeJONuE6VHq5Sm3XUrF8InsCuMwQGeZQqOt+LUTJAN
Ypa0fubRWbQRBnUQ7JzS/gbWDycMx72gBbtWt8PMfBaYEEjNrcjmQhCNTBQU+gSpi/jJ2ltFgxaD
pU0ZYlFyYYt63O4rI/NEI/spax1o3nEO7aQwuI7G1ndydf5pVO1NXIvT3m8a/cCA2MvIUXMSkjF7
wSg6QSt3O0PJ1H1E6/V4fc8uvQbmMg5Pos4wjbjasmqu8yhJ+MGtJez1hS6LF76pnxgB3jjIl94C
OJc4xqgZAM1c+UAlWolVqcvW1Htdum0OwS4abuP8kDNKvRGtX1oVeB+SBPh9IElaBbKQsMudKPaZ
J3d+8tXs4FgrUm18GlJLxfM0ecPzLp1gsmXOMLrTQNZXuZPRKVauZ5wiMf1roYwF9ge9smq4zYMt
KK1ycW06IHEK7hT7z+a5UPer1FlgHyOh/JT04XAnB5J4owVWdh9CUeX2bVE4YoZQm5UJ3NJpl7ug
5+NDrNfFXlEy655IP3YGhkoRQIp6Nw1q4VOGSpCdSI15M1mt4TZNqN0FGrPmtG8fAwR9dmqcl4Ci
leBWVAYdaiaYsFST4TihLVKnEOvKLikIHie5IdGFmnxPVc+/CRha2XjbL70KlOAQZ+E+IZRdfeA+
Bc9KSTH3OmH+S/D/EjIiKEnJnjPkqKijTSKY3o8fFXTQkDViUm/h6j69XTLB9OV6rHMvsqS7Gh69
WbhXw/zBaL9fN3TuTdxg3MfkmpBM47+nhhIUGhme5T0oCJrEdp9JqdtyecBG8pj188t1a+fnkkdd
AmhEmY6yhbm8EO/uZn8mp7T0MvcU/Xdv3FSVk6A+Uw//1CC9Y7Dws6p+uW5xPQi7aILRNJJALSPw
RmS2WmAwttEgMqWCqlxf8N26qS1QBY2sP21Y0AUoJNzG8RWrLuBhMmABG5pUeFTCsfgmJoX2RTbg
72TQuJyhkCx0BY4EMVGOc5vL3wt42J6tUKt+BqBIelfMsmC0J63UfjT66O9VAJwbC7r0wZjWAHXz
hldZP299wAC2kAy5t8wY5yWCAloNTm16SczB0bp4i3Xw0icji6PXxxby1+q6GcOgSUi9CsAU+nF6
qPWHIIc1DyXl0BdvmNbYd/z5+kc7P3ELWzw6IEC13uTqTt1k6hktMqcg93QmgEtrn+s/KrO4BZbQ
hOHOIpm+bu9CVI1BuAA1xqUX8OZyD77zSzOTIwOENgPPotDSi0Cv4zUDoH8bDKX/RUdVpncyJTGf
Q9DmOjFaSjl07IuwckMNvdX/Zv36gpphB5gIWgVp85xa1PmZl0AbMHHUmC5hmMM3P/YJvDWVVXyC
mCcDjCZYG5aXu+w0D2UjoP9lAIk5yrM8tKNLIooJB9SEG3ehlk+SgxKKH06z2WYCfRpRbB3vyul2
+9LYjY0/5d4g3QwiEIb4c0+rZyhmxxCHA4isHWWND4IylouAsB66I0Y1Flc+NSpbSZ+KyC14yqBR
JXkkO96IPC9tHlwxi+4U5PXUNk8tVHlg+YFV5F6d7IeC2C95SDdb/5fOv7KgtQEY0Gdep9ShgY4M
MRuzNBU8nMxYVMLn0X/2QSIFWzIu588/YzQ8fOwbbk3MfrqgNhgrZRoVtkxJd3OvEuB2DETNO7lv
NgYML5TQqJ5RdoE7lgoa5/DUFuSMdRsy5eUlQnHnB89i+UVUofaJbCK3/Odk/misenf93C8fZO3t
oNMWz1h4YN5+07tjn/VyAxqywGY2+PuGQXU3HsRqf93K5aVBgseR0rG0rudO/dgwQdQUnhQy2AW4
uX8K88rxp5f8xhBLtzQ1G9rm61YvOSN8jBxhhk94bldXWq+0iTHLZuGpxl2ZvaTaLSS1G/fmpXv6
vY3V20AdJ+/D3iq8Jp5sMTzO5SGf7KC3QTI43VZF8ZLnv7e2/Jp3X6uZ9dqAsaj0LC3ddYns5EZp
K+VXlMRuNKX4cLWDT0WsokjQt/I2rA6zOHSLIjD5naYBFokh3nXMwNzqwF04YZKhM3LKWBy55Lp6
m45S1c55UnqBnkPlOxsKgn9+Jx+mMYtu8lRVPl93iwsuz5rIjmXKDVTL1k+LFadlnnalJxRluA/o
e9sRcqEbznfBCg8XKCjyBvj61od5RIEqRrS49tRR9h/7Tl/AisIWYdaF5rhOk1kWl8icRtuaQkMA
1J4U1Vh7eUJVdngpx/A+EV/UeiDBLZ9SOs+tMh2X/w/jeafoS6OxPQRqjSx7v6eU7/qhuuE4b0Cy
k1uFKiPVHOp9/CgkCFd+St7Zaw1r9nqjG7+nUxLFThn39OOGCeGbtlIi0eloC8SuEiUCzFuaflAV
RuhcqcsqzR593/iZgI342U6+fNsHVSvbeGHdOFM8qZ/iOaqZUagt+GXEoTB2ahsOo1PVDXDNSata
BiQ0Wf0jdLIa7AU/bhGTDPThb9yZ47hHWHvoPhe53g43dVknig3JV9PYxmDJ0S4w+qVymfsJfwwm
HTxFuTl/el49WfaIEhvl7kVGZw1rkBOrHKwy1IliK+WoZ+XRF5EjnppBPOagGh1jbo3JjsKwke2m
DhQGOMXZQSgzghqlSjc05M8DQF7tZRoJyA3AOsomp3dLXIXkoqBuPD5Taxepciyy1lWsg5QqriEH
t+ks7WeGvYIk/jQP/kZAdHZZv5mn2EV6CSJWW7lMlKeS2aF47g1NsM8rHXqqLnJCv4g+emMvhqga
4JpL521NR11VcRf3c6l7hZkDhsngA6rJIDK7bvfS1N4Pvnv9vjl7Ik4NrhUfrMpSgHkVusekh91J
NHPKB6MpXfSObCP5K1hfr9u7+CWpGy+pA1UmZoFPv2RkGmE7iJw+gOH9jvSwuFMi9d8Mf8ueYQK4
AqNiVl+aiomFPleQIx0G/SBoYvVffFNQ23xUevPYWblUloVqnxQTYLJacjvroEo7inUb3/OS41Ag
oJhGt5qMQT5dLQFaprcj29sCbGzocNIT597fuM63rKz2NLMo2QR+jpXmtqWoaeQHdYsN79xRcH0K
4TQKqXfwx9OVqEYaAtdTFc9nZJRZQFm6QXKqrJnAT79Kkbnhl28dmdNbmpPGeAldlOU0rAsfodhG
ea3FqkcIlTnggOeSwThN3GXRJzl5mtTvovxVpEQtqrnTUreqIYvXZ/EhUBkfSrdezEvLf/dz1ilR
C5mxEjT8HEW5V/3KLfT71vrKqPwY3w35Ro/lPCIFpkTQAYwAD6XVsXIbfD+JDU0wvKwV9fsxyQ07
KIFD+kRze9CmNbqNUJoFPCmfeq2cnMrw4/31k3oWI/AboHNDopcuIJRUq8KMrIQJyFDD8FC2ceh0
uUn2+nELdAB4g8GiqXSVTl3KjFUjtubG9EoRhfaEww5hcyluHMELX44OAPBS6jGLXvRqHU3RdMXM
XnuIs+0F5S8A4HshelCPcpS6pOkfvlaoiNBBAbgB1E0xVzF3HwmJ3AsJ22aKt5pMCT3XRgYW9S2x
pfNDD3KWnIy/g5wFQ3u6e7mclJIcNgb0FP1d3rQonRfRJyRfNk7iWQi8dBPf2VkffLmhUSFiJxlm
20xDktqvgJF35fDxR36xBOSE5gN/egtK3iUQES5u9tKEFCqXwt7sGsUWgyC1O7DIrp/6wrFvZ2hm
pUhzB38U9l2Xa1w/ubm77phrkVa+HS1cgOx8Q2UJwlfJrhi3AFwDX0csVEAOrnWy7Gso7/JMffEZ
N60OxuxW5fgYa/lzOY4v9AcXwGuaVBu/5Ky6t0yG8VguoQeX4HooQg8qELHIannkKPSTpbw5Vqkx
3ExKnuwIvHuGT31pX7WBcfQnWTpe34hL5hkEXwhQgMtTZjj1sVCvytjKMS8MluZSanRLgzAwj417
5CuPsyjYem7Lgrax7LNU8g1XxRVIYXNBoK3uv6YuRC1WNMvrfqJxDQLFvxtVO9uoOF1cHXv6/6ys
ns2Iwx8FixXxk+j0T92XPnbok/yttvo0y1FcvWWLaPf/N7Rcte8cWxpl+D9nDCmFTanwa/r3+mc6
3y6aA6TBFDCA2J4p/MU8zIx7aJ2nTo9+9KpRlIzmv2Z+9LWN5Ol8y+Dh4daHxB5AE8wqpyvxJyHR
urkevdkqHEno7A62dcH/Rom1GlRqn4Kji1sl7vMbCKMLcgulRmiX10Mt06CEgxbIoydpn8GLEX08
GOlTrm9pZl3YRnLhxRatnYXj+XRxTSc2kxgao1cxfdlWULmaOWP6QPOlZymqNipqb5fIqVeo1LYo
dFLwpD+9brdbY+gntComRK65Tb+blT2a3OFOpdqdaie6Ay+Nffj+5bn7Vh+E2/QHKPz2EO3D0S7/
jn/LT+Vt7mzN2Z+7Kj8KR4IWhTrfWVmlDMSu8Yd48hhQuh9AdJTCdICOc+NRvrTV1C6Z51HplJzl
c6MZw+DdFpPXNEyvD09hCHY/t9vaKT9OHbDksu+NrV6wzmQAQx/zyTPmEPd0xKJ2LTF4UNLsX67+
rJv7Xijvi/Im2qIMu7SbBB0Lh8YC/1uPEYuCqPY+VFFeqB8jQziiGaSDQPrw6QdL8R8jq8tyzgtm
iMVq8qjeHgxEh9JhuuvuYbedha3vduEogr7mv9TDlrnvVcg2MtdoGUk9e0oM6DX6rjSyI4q/DGUj
6LgQAcObQRSALhNoLWAip2exNjh3ud7NnlAzHmEczFcRInlaO8T4bpvu8nQjbrtQ8ji1uHrrkkFO
4AjBotHNe1MtPndPcwWVKPWoQnLH4n40UUoZbbnfsPyWBK4uAnAJMJ0xaaieJ4nM4nSRKA+z9/r6
ENn7h093hf3jMVrUTCGKtiP7YXQJ8e3QqZxgd0x2yfIHO9z/+lXZjS3ZzErtnj5/u38pXh3Eknbf
fftLaE+2bNcHEuhDuKOubUeubH+64bi5hvu8sz8f7u9v/326C+1/f/5d98i3+cZrK1q9rLVljkaD
2Iqn2QVCrHd3/V7eTTsAxI61bx7mO2Auj9YOcXvX+tHctwdNc6LH9pNzM9i3QN/tG8XeeOwvf993
u7x6hOOkHnU9WH7To59nu7o8ZJSy9tT29eRn/QlYXjN/3goxln/paiPQEULx0eT487fVk5LEwjBV
Uip6cUxNPBJ2SZlsPMlvZ25tAzYK5pgXXghmWk+PCmOmYuJrhehJ6Nv+ymyL/8Ru5KT2ty8/Q1u0
PfXzxve9cA0wGfgfk8u99y6gydB9mgc4AT1V+a47yQ387U5rZ87L6+KwP+DhsJt99qqwxZ7zz/SU
I3g9W991tuyKCCagDWvztsj778OWZsGFCOXkp60ue2mKk8iQ+Gliquw0oSTtQ4s2qtuGOCXaNVPk
KQ28Kaq4cQ1f3BNgyQppH2Mfa/SURNdfmpRa9Iy+e+qLmzw7NuavRO2+X9/88wUyZstsORRaXI/Q
b57uPbDLeqrjQPLE3m3ae6vs7az0FMGd5N7JJWVnNH+uW7xwGTPLjFSVztQ8Le81RUU2q2krJbrk
wc6mzhmqdpIjx/+GFA4v9G6726QfjkGUPW3YXZZy6tnLDDUzOlShSd7XUGhF60zyZk3y8nvBvJlV
iYL8tBun371tMQHb5s+VnqMHtrtu9zw4WcwS/wAYozm3bs3Facdd3ZkwkzdkHgnk2D9aFDOjx0jY
qICc1yZOLa2uh76UWylGlNIT29juforBiyx+zavEDW99WPKvL+vyZ4TgkWgI1BITbKeeI/ZGG2kx
62qm3fxoESnAGeNrA5zPkl3msLZLfwKe2etmL62R/aJBTesYzZjVGiML7jVNzWXPNJjptPZh+4SU
Dzx3XfRTEDc29NIacVF67wj7wNS0pqSpxQgScLOQvYwJTHhJo8ZWGaqszB1CTVH1IPSJnU5bVJPn
Z3+Z919YiyiMIr2w2tmyDfVpjlPZq8QHcKZd0uzy6SXoho2w+cJeYmdZHhERXePV5Vb5qRJVei17
Y9k4ZvEzlNDCi0rQd1z4lnabahsG1/q9SxXrxOLq66X52M+a0fD1CpSKEbYuUPHqXwHWCIpTjdWh
F1y1sRw5NGwqfbYQWsyKuAV/bMffjVbd+dahzeyhahy07e0mMg55oB/QOnA0hSGXLWjpRQ8A5cl1
sRBL4nWnXl7E0LHqXSV7pbCPfaoHce3mewDpUrUPJjR8Dcb8/Q0nv9DWWIgX0G6hmLB0FVaPcDhJ
JaiWHr8LtT9+kDqjFe0WXnVyZPEPyattMTLZGe0t8wE310/YeZCxMC/g7bTHGHBYz6NKWj3MXd3J
BOWmBoVQU+xnP032161ceHdQpSFAhQMNvpu1EsRQV7OZhT6eEOfP/jh71aw4RdS5kORCjSDyORWq
4c3GZXxpZ+FiYgxuGbrlc66+px7WQy1QKfeK/jfUpAMWJsFNNVshKjaRKLOVv40gu9dXe9Hswjf1
dsxADMmnbhT2lVw2tUD/gRntqd43wuSOOorlyBVLr2VSftGFvRzdQze5Eale+pzvLa+C54IRisRI
As0rxgoVymwgcmnFLVXNS5+TZwCmEPQm0E1ZbauSRkoe+6HmxT4d+ITB/fbfVB2FQnVQUtgNn6rY
OGzs6ZK0rd5z4C4LeyBatYxTrZI6cdboEnNkvaCxxV07PcvwzlbxYSi+oNS4H+bEljZiiPPNJHkk
mFsusoVvdrWZEywIwmwms5fKsbLrukg/NoJRH6+v7JIVsCiERgvZ49kJnEJ1VoqwnD15Jr6fIkkm
g9T1jRN40QpaxZRNuNo4EqcuWftikidVNXu6MGd7E7UXvFGJNm6T87dsGSD6j5WV4xeZpQN2IU/q
+3S8N6Ig3k2RT3Qvm8LR8tVhY+8u2OPdpOQESoRZyTVgdrRmOfURk/P8WNF/FJo17SVUDZxO88Pa
BlUUu9c/1nlRhjj2jdn0fyPa1TbCzGPVpGUEXQDPGLLw25CBS3gchaJq+42HYTlGpy5vcGGqjICT
3jPPs3o/w3wEKYqulFejYWhMZO0jeXn8WQv+zuadEm8csfPNPDW3OtVjJQyIDc6YA6+ppZPDgXMa
7Uv98V7NqaHlenmXAcp0ntQ2EA3ga8XvtEzvwyie7U62ZSO0BeNOELSFOrp7VP3vg7LF5LPs2tmu
Lv0QqCxItdZEPoZZ6lZCnOtlzM//mYKj/r1M/yaQRl53lfMTR2VtGf5i/JpZrLVvpk0UVoKfmN5c
B78y5mN46Pxs44U790eMMOr5xou+oLFOtxINkXE0i8z0rDSLHIC9rIleM6NB7fDfrOedqZU36llu
6iVEVLSPzdw21DLfRSNc1P/Frr2zsnLCIZjjvphYkOln+7ad7bnYoom75ADv92zlfnltNnkf8GEy
w82FMncykACd8WLqKbxM8ZfrC7p0qt5ZW7cDFzqgQvfZNklLm73V+Z0bzO0zUr73ST1tqfNdaAzg
EPSs4amgLHiuzjc3ddQrlelNU+7K8COiP/fQWNJOjE137m+ttjskfX1U5c4Rb5MptaNOOkhF98OK
/dfyc9Ibf9Ges5X5oEgkP7QKw0R6zBTdnnzXgPIMLzhMDOMUqt0nPSHp5+sbdv55Fj9Gkt4gsOBF
XL0hcx3BNw+aDg7LRVE15G2X3RbJLv+Yq+bWHXuhtGcavIn0KIlLSdhXbq2iR2FpDH0QfH+LrRsm
0LPiuaE5GdaQ40bd5Phj+08RnsJMtrtM+DAhBFPFCzkwQQ2hBg2d0xPcCAvkXCgVr4dt1qVHrthq
LG5hwy5kNkxcIHBFiY+hIMLwUzNBJQjM6EW6VymlnTeuKuzI+Yyv8r6pX4bHPKw3sr9zv6cPBpuc
CYsJdOpv42fvLnmrYOIr8GsgUr0kUoKpvpXIrDVi8l2orH4j7D1HiwLLJ7WAdYLOO7u4ujbULoFQ
K9LBHCbyrspnOvtyfgD4RX5ryb8ATy4SqGhG6X16zHzORdsmB41emB8dFblUIEpJ61tV6qfbqdZ+
XXfpC4AkpgYWmWC44/jO6+jL7CSG6vzQ8AJTuhsE/b5u/WcYFOzC+iqTBunm7OpNd+M36R6e4ky9
15TbRjJ3Uv8ob6HH3+LW0xdw+TXLoDAI+AUldOoLgzAOlu8DM5G/jgQWJlQI3y3I0x1GTbXuV/Rb
Ghzryehuru/C2cGGOhFYFvvN6wpFzOre7fREbuASs7y5z3dT+Fpk8NkUT8b8Av31dVPn7n5qa33r
VsA4acdgS4Fc76v/r34c0dl2kcysTHtrxGhxrpP9XIwxtkW7H+QJqI/T/WSIQs3yuMWYou+a4hkV
DFvIIdWmt1K8bhXQzw7WytrqyVekPii5vS0v1/+h0Wwz4QkjwveZWtz1TTyLLTCkLHwSMKaDntVX
biLV+iSkVuh7qY5oOc+wHP6wui0WtEvLWapeWGDnMHO6efoQxGhPRL5nyG5iuUDxs/DOLDeCl4sO
AToWVNUbB/Ya8l+zvCE1MDODNvg037S1HWROTEurT53g+eM7R0UP4BMIcVAVK08X406NSyH2SUtq
6HVcKf+lZBt3yrL7K6djSJ31gLFeRrpW+bDM/IculoHgaXrWuINWCLYyyNnx+krOFECWcc6Fow60
P5aYSjr9PG2cqkkXpoLnf6mfpBdVounldH+Rqpum/a3+Wet3DATDa79h9yzdR7oJjl5Y+xc085ls
IsNRtYAWmOCJ9X1Mh3/SNHSrf+iZ0yM1qfquXALAkzZc/vyKIoc0uahJsBmkWLOz11YlRFqpBI9M
udv9/MdqG7vvfhnSq4a06/Ulnt8a9F+o+XJhsLn4yunOVnEfJ0I+h49D/neMpBezexCTzgWNB52j
6g7qxvX7Bvw89RhsUQ3jnwYIzwTgqcGuDpt6LrroUeV+ypqfnZOIj1W/DGFBrDLft9rvAVLKrvvM
tJSdWUyPCO0dXGOHaGkTvSK7ZKA+nFkcmJouyhZBz4XNB/ZIgWeJxsh3V66GNrbuW9EQPZr+fVIG
FMi0vdD8Lf1XoUs37oNzgjUQyQunIB620AGtx996jRazj4zHY94/x/l3f/gyT/cThNG+3uwGCY/+
Uwl2RP7BQHr+O68fZeg41W99qUA1hbamgghNu8xXBFuI7POTTTSI3y9UvLwY6soxxJaJqylT4kcp
Ai7d5FTO09G3Nk7YmWYCMScuzumm0wHEfF3rniefQi8kKI+azGFuWzcVk+OSRZaQ8wXCU1tUx64U
XeObj8YwlRQ5BIECzjYLaN2l35iHdgTyi6ncTfG+fQNzj/ApaW4WbZ3L5cJcuS7I8UW6A2YEOKdW
ZRdQm74RTmLy2IVOkz+rRb2vFj0H/VcnDzd+htzTxsV3wRnB35KI0niiH7uebQhzWUpnw0wea+s2
rF+k7ikKbtvmHlD+xj1wnoHQ91n+AqxoLvw/q9cCNvEKkmc/fwyLfg9s2o4SZIJZ6SBrKBnXjxQR
cEPfTaavkp8/VGP/4cWyt5Af0IICtc0UyepmiBKjHPxK8wTBcqIJsEUDnRldDzk9mBuIlfONhbZ3
6XcxR7XkBatPGehTUstmxLuVa+0+ygTAJqMm3/uFxCSX2qiParcpEHLZKKybRAALM+FyF79LRuY0
nLPITAQvKiXkQNRwMJ3cCqTdnIL8F6emcVrGmb5+9IYHBEetFWgFx/nshEmF3kulPApUgMx6dvIy
0nSH9N2sueGL/yHtPHccx5Yt/UQE6M1fUjadpMrM6qr6Q5Sl955PPx/rAnNTFCGiZk4foIFOQMHt
YseOWLFW5drV4FpUTwOxErfgvRJ55YwvbC2qO/Q8kUQEBYyg0PW4yU8lqtSNfIHr+ZndxzDAAPz1
n1JKA06bclDbOEk3AnS+dppE8Mbq5YFQVt5rNWxo9+fjNqBEEZJwknzmRKE+f6R1fpCmiEbGJ1/s
pW0qoEiJTSABebMWPyyYImlKeyygA3Le856vtCPDXfpWdKp6RdlEE7a0L2l1K/phjSDwlquHMcFq
BdAaPQCc6rT5PmyuTABkGjRhcspNksH0lJlFBYNs6bSPOrEKfkPu3znHTziRdtikpXGo42SfVzsD
ydiy7HdDUvyo6BqWV87a7Utv0sQhtoD1jtD3ZsYlpY19v06Sk+haW5RH7UDat0OycXP6YL5JZeMY
2k5BubDe18ZjnAj/vOKw3plTOyr6WfiX2WHHu6q1nBnJyRUf1FTlzMWbZK00dHO4aTCBLBUOGxPs
DGDY6/n31IYzgPgVcY364Kuy01QXC1qaRjtRgd7d38O3D4mZtdmQNFVoGm/wstNotkez6GzRPeb9
5j2E7xQCG+1FVtYixdsgfLJJGD49kFhEY2aTcKxqrb7MThVsNbYvtdk2lNMLfabfS3WodlxWwWPY
BjDMN8mwUYYqfIAAAkZm0co2uRsK3/1UWKtbL807WXRYuOC/g7Zkdm95rTLUQztkJypn7KLAoEm8
bg16HsJvfhcX21Fdp8SUWcyrSICp4DkCiSoJM4L0mdHSDPWqq/TslHYINGmVKh89lV7xoks8UlmV
dzA9j9tLEISNHiXuo54KXzPJKI5dUZt/VjbDFJLefA1plAm0BaXr/PEqml1Hw6OcnbRX46A8hjlp
Jbu1+z8KXO52cMxqm97LNSDtbX15mgQGr5POozT5Nxv2wePkIkTxRqFmp37MDoWk296lHPJN1Va2
hRRjpD80FmJmGwTr7g94ccmn9xF8MSKKW7P7xAoGiE1GLz+JTf1eNUO4dQtYMGRtVPdhKhoQo47p
j/s2b1w5g4V9kRNOItS86Z/VBDBzwjhmp4DMME1YIRKjeSM4JR1g2/umbiLvyRQFZmB4xH48Qq49
iT4OFbGWlJ8M95siv+vW+/3fv3nyzX5/do4lwdf0NFTzk2xs3M9hjY6FXRZOGu/ZKPdNTedgtjPp
jpsagHhlUm6brVQ8lmPoxkZ+iv7kx/wcRba5KRqnefPV/09L0/p92IydhD5YbCn5SbNOhnnM2k2N
ynP1aXgVtI1Ur/jfhR14Na7pRH6wFsij3sXTuNT4VQu2knbxv3vJ22oCYmGppsY/IiRu9Onf13YK
hOQizRxYKn0zwLnb/SmImETvFSpSJ+qLzf3lWth5V+amYX8YlmkJA0Eg5kYUZcO3Zg3KsLQdQO0B
o4G2gCBMuf59SzDNNCD1f4rl0haqN314iNw/bnGUCkfXRqeFi+X+iG5jD9IaPOd5YZLeM5BguzYJ
U2NbexGbndblMX8OkOSBV+mJZPMv9w0qkcw8hjAQrDX8LM0kCFcYN0n1oeE6MyuTtKThkA1ipo++
4G1VxOzuj2zNwvT3D2tV+SKEcSYW6CgUtknkwTk2kMS/b2VpA/4PERB4CqK3ma8gWgLWAnX3Ca5J
6S1Wj0pFj+AhHPZNs3Kmpr089xWUwnUI24mfSEldD0gP48GKgqw4efrOh3I+vsgJWt7GCsh5ad4+
mpmtTAvrXVZVkxk2Qp0++PLh/pQtGaD1is4SOJTQsZ6m9MPC9LU+5Dx4ipNpVo6UPKfrsf40FbOp
4gSBxjB5RYI2mrmFGLFVjTxVeTKaB6RQ6LXSj90mIsRXjJ0YnCX50A5Ov+0PVvUe+OpWtsPI7pyy
2WjSjrJKstZ0tbB4V1809xxpWCRVb1DgEOqDGInTXrRT/08r/nM9gDwZtAsMH24J+jpn+94TMgI9
yahO/S403+PuKV+rGS449ysLs6skTJoaGRMsKN3giO0f3XwMiGel0EO65nJ/s0y/NVtJmlN5llOi
hBtxLjnVi3pc5ElenxoEVhxyjT7vhjA+xCEYin83xaakixOyIcqhs7Ci01siR7+qT2MnOar8LIUk
Hob9fSML+wAqiikSp+rPIZ5tfuwO5mjU9SmBHDtKYMOJou9GNjwUXb4SBd6mFaaMqTXJGJGtIo86
801hV+FiUaE4IdT1KFX7wWDzq6+K8WrQepio4S6CBtwV1EMl6Hs/XuNyvh0r/AJk52kCBNQJx+X1
QVehpkZMpKhOfAh43N+x/OYKmx7B+vtzertHeDeDzP1LycqWn+1HVDiCEMXn6iQJSFGkGYTc8l7I
1jKAt64ezBwDIvs3Ka3PyX5rlBrktB3rU6qGdie9ZeFRH51BQR9iSGnpPN4f1YI5MmC0jYKn53/z
OmxfK0rdRUpNQK1/FpodIL22csTmrXTGQlwrxd6eaXj5/tfaTSW2B+7rh1J9Kv54F0j9DX/33sbx
WrQxLfn1cb42M9uSEgTUaIYM9UlPfw4hXbHGY1l8lRC7dDdBQKjhqnYd/ro/kwv7UEFmg1wW/+JM
TGP/cOF0WdVbQqLWJ3UPk9Cn5mkNPHQbtjGqDwZmhxrGTquJQgxAGubojmTrG2WfbYLd/XEs7PMr
M9NnfBiHG8VlUqKKfAoQyVXbxykX5eYrh2lhI0wYbF7KELLQBT4bixQneT5kbn2Kc+gzIJvpSIC6
Kej+i2vkK959YWUmkRU0J8GgkP6ZGatb8rxm0DWnIUx/jfAthYDiylHaaN3am3gh0IUM7S+sFgTR
lJ24nr16EPVO9eTm5B+9l/zY/hQf0Jje1w/RU/3H/dKuzONCBura3swriYkr9KEoNad6Vx+JPN7U
Y76lX+0Iv+0/74urkU2z/GFfSJ0Y5rUiYkl9t7zix2hF33rv3/EoZI/AeZEjJ8FFrnZmptH0OCOM
aU5d+OyGJ03xXkttKwgPevlH76Du8Sg5WtIhHBNI5bNPqXe4P86/nT0z70HqdqKA5v5Ej232BaPo
woHdZM3JMmOIgO1OVGzfe5Sznaudx3EzxqlTGvbgQ4J9rsnB5dbTGi512pL3vmHmTGQ5c4exbxtu
AVK19VOjxE9mXR2qsqA7Zvw6imv6MgvHHiYGnWQaqBwugpnPzBq56kBrNyd5OPjD7zT37TzbrUzt
gmO+MjJ7XLQp/Plm1DenuHtsDRCWktNrkMGIn5R+H3vHUv8veL1vc1qtm5kEdMueAhB2E6Rncpjo
CTy0bNvAUVDnRNwv/c/V1sori3bg1IVHkmwkUN/r4zHqlp/EutKcgtD63iGhaPrCjyT8b1DXGKQW
fQyAiP9rauZjmtGIO1DTzSnfERbUm9q083KXZbums/14Q3tQWW/6r2vSJwuRHkdTV6aWHYCqKLrM
htiG0ijmDNEKs6cgeq6bdFtA2EEpZwOeZtuNlMP5Bql1IVvr38W0Ot1fzGlkN4v54Qtm+0eo+lIP
EE89xW15DuX6XfPX1nHxHHwwMVvHJjStLgVSdUJrYVtJvm21T6q+Mo6/Afi9gcyWMGmKAUZIrCiH
4FsFw/2vH75kB1sZovnCTgAiPbaHmPQxWdQvlOSrQ/47+5H2jk7/BBqX1IB7J/y9ikNZm+DZdaK4
fpB5DVtrkNNNK22Nbm1+l3cvtJm0uAHoRbfhehdJ8AMaiMIh3C7bakSLee9vyuNPud81rR1+j47y
p/ubZvFkfjA4/f3DxRUosB0F+jSmh/jY70SnU1bedLdVv+nS+mBi5q6bLhDRRLamK0N9i4vnwIPy
xUFwMK8fSN0ftVh/SANHpS+KXqmXyNSePN2ztb46ijl1fbW1VWGwNYQfzW4l07IQNl592yz6iQvi
uc5k+MU2rwvSExf9IkXv9E/avX4eSnnlRbHoJkD7knJBHxmu5dne9quoqRTBa09N/UkcAMZYwbMb
TAgt+XnsP6Uk7kdygIlY7UtNPPR+vkb6sbTixA/AWunrIGiZPQl1uN8GXR67k9CVtuLtK7mzlfKn
uqbMsuQrJqlW5GFoONLmOMK0ggIosqSOKIU0C6n1H2MxrIRdS5EAYo4wv8CUNPH4Xe9eBR2VUjbC
/lSMxTYUnwx529fnvnc3eb9dE1Je2iu0BdN2yiONktrMvyZWI7iynvQnIWqdzg/3Gv25ePSiTh/b
0LALWOLFYXP/fC69BT4anXncUqAMHydRz2vttx/tDANM1Rc9O/Jwu2/ob51j5nUJKhEpm9CEQD9n
O7NrYdTPdCwZmeeUQeWkZnloxPqN9vmNG/1Q069pbRdBdQpofUWVe69LX/Pgeya03/TA3I+QuOll
uu2l2MkVd1cgsNu81gXCOmKyFtkvbGIw4iQDQOIYxs1LQtJ8H00f1iIRD0220b8gEen1W2uInST+
UW+TnwE98L/hrOvdn35htyuJnWky5pP10f7MT8OB3VeAztgLoXwsDOHV7LO1UHvavDc24BsRcZ8U
qOYZVKMMpFgriv40cgmgUPrNVF50rX5OspM/mnZFv1fW/AEuvzVGbW2Cp808Nw4p/FSwBq5NNu76
ZMWN1qiK2w2nuLE6RzaHg4iCKp3kivsmBO0PUYG8yquFfVDIxdYX0cNujHDTj1K3Mg8LZ1yD1Am4
OFl38vyzG6oVePXUSciXqOLXIvstWs0ZZWKnE+h8+yZaaw0SC34LtCNVemojpH3mr28IkDW1q9uB
0mPuSF5/UPNta3RO78f26EOM6j0A7Rvy74n6X1lYp/J747kPcbjGXHbbCsGQgXsjbzBVJW80R8y0
MmOvGodTnZ5CuOAa35aVR6Pdm8Z2qHetYe1zOKhgID9OPb1isBPhppV+p5q3stuXbi2aR8GNUENH
uUqcub7WlA2vEYfhVGWPTU5slW+s1h4BXr7I7dZ4Hs0vhrfGuLO0BanbUD0gngcyMDtjrjAOkEIm
4ylHlrVHOdhv0MpB6WmkVAC40iTBKNuRN9o5YvCuYa0l5BZWgAaMiacNkVZWYJ7H14OsLw1NGU9F
+B+8pk/Vd6bosQitwik6mKLc3BFEJx9s2mVK4eA10ER5v9o0/eVHP+6751uHA+sg+WNYT1kHWmav
z6OpDCicy+J4anrgtHoxHmEWWasI3nrVayOzSE2KUs1H/mE8xfVDBnNTToVru0qGvWQFrDrEEXDN
cGnPrjS/7TSlrEvxpIWekxmyDcHNn7h9+/cJo9WZdQMjzH09uZUPga0Zoh+qCYV40ofhsZONwFYS
83LfxkKCibZ3bk3em/RtWfNzIZRAKOmJFE9+8+D2B0TWAuG5Dl9it6KSq2wUy3N8da0teGkvoKdH
hRog3ZQPvx6anIcI9bhYRQZzsOGkjLYGQPGVuH1pmSCJheyCbrGJr/Haih8ZWoxnEk8Zv19G7h74
3iuC3t9zP9jen8fFAX0wNRvQaKWxWMeaeJLUcdsOz8gZrAxmzcL094+7Af1jpShULIgD0MIisy0l
Xontby8Ocih/gfJUrthzs8DaDwPZKLVEnDAxEWJ+YvGcSePKQBYQTZOV/2ljphtyHhUEWZs0ucHp
SVuo6izeRI2tPMib9KF+Tr/lK+Zu542UlEpKA04qED9znI/hV63EoOSThy5DXe5jVInvr/3trPHT
xBlkNEFbAEO9XhmrEoQqrGLlJI5g9eJy29Hhl4DPum/mdjcTSfHgmgre3GDzAkRfkqLN6lE9DTkM
O+Kxprtp1B6CaA1Pu2AIX0C/0cQfwbNk5kMNIZHbLpLUU1oXu1APzrlr/lEqeknq5L/7Y1pYHB5x
CMJBEUujyrxayvstTZBNMU7clLYvfstxpPctLOw2AGxgoikfUvtFTOB6depB1dKxzsyTAU4veaqL
4VK5El67s+wqbFKaQITvWtCBuOifLfSDVj7gdjZBp+CBaHeZfNG8AhfQBtmPamCd/Oq5aUTUPZ71
khResIL/XbEzr731Q+tVfutbJ8EPHTcI7Rasr2wd2/jH/Rm9jWanAaH9yWxSTp9Hl/0gyuXQRtYp
t54H+YFEge1CuNuk3yVPOtKQ/um+vdt+32l7TA9wmjToETNmK5jpWhpBsCOcNL+G71Y+VNKDmHXn
0hRp0m4diHDgC6Nn/NkaL8D/7Ur4lXcKgQzsMUBog38P664/aFqKD67YMmvZiEVTOMmXIraFL1pt
H93a8d7Sh/a5fBZ29ydgYcJBc8HAQxUejav5hCvwi0/Fcf9sZMJmFL5HjXIohWIbuAirdEDwVqHc
N3sJQ3Q0EhIQOqK/OuURPgzQ1DrPlb1iEvt4tQYEVASPlHNrCH86lNPvj27Z1uTTeBqxoeRrW3XZ
lIlvdvpLY2rDQ1BV72aFWmBZlMYu1JR4ZTIn53X1KpwoXWgSACtPXMxr4NpcmaOJW5cabPjtJm+Q
FND3bdm+qrr7WW+jNWs3CZepV3jqCaE0CZxVnLlSL8/VuoKl5qUxvujGf23hPWqlXRsF1OikrlTT
UZu1Cb0dITaJrTih1NdYx+sRxqWbkY6B8qJsR3hwi/pMbLkvW5fEczxojmbRZHZ/DW+P6DRODsXU
YEZtae7HuyiV8iaqzZeihAIam4fM0Kt95onSAWzHo9K44ZMfCfU+ytKvGSkHBxq63Nb8UX/NrAJZ
yOoMGsk9ufoYb4p2lR7s5pJWKfVxl03rDq/hHDJjdIIVwL5jvoRCTTcwlGRek0BTkLyuTIVys8Ew
BAs5kS3uCjqJ6+lPBKlFBNWDif+Z8X4e6z181S2KuvU7LTF28Kr8GY7kFNV6LeNxc5kyxIl3jQcu
ncIwMlxbrkpL9dsmh4Q/jLudVNK4SNefuRIj3jYoYIanNOEh7wamcxbuaJaXu2WsWi+GWOrfBq/h
rpF81fpiyGP1o6gTnPTQedaXEYaKwm7cIPJsAV+T7/qhg5mkCXwjPvhj1u6T0uzWdDyWpgEBHeS8
0QohHTj9/aPz8ioxaSZpp3L0xie0rzLbl4duv7LOC2Z0bkD6EgANU+iYTYOewUNRyS5N5kadP44E
/5YtlRG4GrRkbX3Us31kDOZWjTrtRVKASqd67jl1lzRbwQyNbd7IMWLL0Rr3443PAdg5EWFP2cWJ
r23m4aqizyMxjJJTIsvxRQ18ae+5cX1xPaly/IBeRzqD4PA0i4G+LJgx7k/MzUH7ax6100lnEvjx
fPp9OKqb3KcNyUisTdqKwTYa3YCkZvHPcEgdb2MSOWoUf2WkYa5XeiiCGCow0z8jDtP9ihMC/DaQ
ysNQxSLtM37z/f7Qbh/LGJwmd2obmJ6tsxd5pKdaEwdecNarn2r/1qGxDMHmLnjPZQTb/GLnCo6g
rvGQ3dyQSB7jsthkdGPgYWc7zfMRcisiMziniloe5EL2duVYq9tIr3I7GNI1FYqbeGNmb3YjdyjK
5TzbGaXxWHSf0CWNaALRyNE6CaJq9+f071P/6kLG2qTciZAASkbwDlwvYlXXflyRiT53DuJwB2sb
b9oNBL4bcxNv4AmFxFxwdh1F0a/yz+TcSI6WOt0aLHqyMvuKiRpTJJylKxcR+OuvECTEJxsapM+J
RlIuRZ43bKFJUbUfcKn+iHzPXIlDFhaVkM6YOnumRsL5MZEbVRWKJo7PSvAkjUh2j+f3oVojHFra
sVdmZs5AKioVpaEkRjjB29MVZqTeo+QF+yzaZp7rxFS/G8U85JK58uy+8UKEcx/HN4tCUAaLeyMS
orOIuLzWP4bxqehh0jtTg7Ih5dfDfHt/Jy0t4UeLs43UCVGtcjjjczm8CFa5QUzUexbyXYnW/H1L
C2tHRhsleVL6Bo/X2aQaAiqQciAnZ7Ukod4G+yT4rCTdyyhXm/uWFtaPSwZq0YlIiBhrTlJhlqFV
j3KUnYfMgLtMc5jHoHeQ+AqT8CBJTko3kRbSFLdieNrw1wcCFDM4LWoWNLvhfq4PRFdmgdwZI5Q9
Vf2t6J1htCvS9tZO9rd1cpTiwi7FvRTEB32VTe92fq9tz1bSimvYwEQJ2/2rD01gnB6SxnOG/1bG
eANXouOHB+y0UTUqhnOe6zTMajOMiuwsSOdKg6S28va9+xRaj2SMyYnClHDWhJ/3rf59iN/O7P9a
nU7Oh/hkGILeSLMsO7c4uOi9fNV+RJfw1D6qG1hqnWwPqvop24mPtO6ehqf8JdzG+/EsfpI/Dft6
px3Xjuqtv7+ahr978MMHJVPqoG6q7CzVwkaAl0frVScpj5KI0MpYOqiMfr0/B7fO4dri7EYr/T70
xJGJb6uLJ+Lmx+e02hXBJuhe0Cek1WJ/3+BNUEKUBhaFQzQl7KEBuZ7zOsnTloglO8MN5LSSsPFM
+ZCkK0o9S1a4PPiHO41M4PQ0+DCRVlWYVpGN+VlxbaIs4dsqfuc2mzWFm+xXRCJJZwFhvDbhen3K
c90vzoILexJFiHbTIahqK0qlbOuC/1b1kbjJeqRXY6VP/qPfJ3Eqz8iP92d04YxS0YTEgl7vv4+q
6w9JBzcgatHyc6B2vNcmtdMHekmgiF8jrFiYVbID1I8hzqZObs7WLssp1JKWy89ZM9ip2J9LcGgh
jSP3BzTN3OxY8naaNDhJsUJXMYvtLDWJtLFNirOZxu2u8EWIqptxTUN8YefTcEpRFt46coJzK5U/
FlEZDMWZsvVOc7sHqCou4aMQDF8lwfw+xOO+8FZO223tkyDjo9Hpoz7sS7/zhiYzq+I8CNkxCj8X
JVmx8iERWjste9vQGoDgxz53UkF498rgfH9mlxaQJlu2LDUFMO6zY9HKRu8nrVSc3VrbNX3ttG2z
rYVs5a5cNDPlWEiNTwoqs33ijuS0rFwtzr5AQbcAZyfU5m7I9V/3h7PgLkEu/6+d2e1k+oHWgXco
zppxlIuSZvg3KYWy/SmLT/Tlr8C7pl+bb0tzopqbmlPpd5utndc0SeRrZXnuq7S+qFmof26yyHKo
GiJHlcn5NpTCNZK7JTcDaIIHx9QpeEsfZcSkWgs1Kc9a6B/EmsNd2Jr0k9xqpHyCnYv3VTOmeyFe
465cmFz4vimrAlCi8qnNJlcComDmsCKdRy1DR9F8awsz2/RpdNFoaA1q03AsgUro/SW9PftTcUDG
KO8QcijT1vpwQCJACEksVNV5MEoQE1Lsf650Pbzct7IQzE0yqQR0GtkJUrmzHZoWiSgEicrgkiE6
VP6gP2iFFWwUQfOg4hGrT1nR9Z9DoaF/W2+EXcT797DyEdPder2h+AjyQwjXoQFAZex6rHpk1lEs
WdVZKQvZRvucnFtpfZegEz6OA8hGo534Q1wtcbK4ybaxV1pkY8N/buCcUkhkJ3lNU5sBsnX9HVkF
VT1Jk+rckInYAh6pD2OYFCsX/9LKfrQyizRas6RoFZBchIK22/JmgXRtqOrt/Um9PaTTWLh4J80z
iBpmVly6uasgYU6lpnhUajeEykn/Gcr+3vM8zfH1ZgXic+vrMAghBiZBbHNeridPLoJEESwMauKA
trkv/ZQlN6NlvTRWvOr0S7PtAnMYbwAZ4NKERri2RIbToIWxrM9V+avtPysIbSbvpbviUxcm8MrK
9Br5cABTMr+9UmT1mdQdCiUwFNo+UsWwHELEm6oRbSGpsUZYM98bhCMUhSktcR/DKD/P4A0lHX9W
o5VncDOdk+dFSYLcV1cewje+dG5mNja5ztOxL0wA7WYFFxRkSOhid79dRETl6mL4v4ehOtLpkv3j
HpnbnV27Y5f3Mani8mzpn7twXw/vffj5/r6ffMXHzfHXxDSHRKKUGuYOzVOpDMeVV52N6JtcIT4P
nBQt9i3tLHB5012jaja6zSve+q+i9NwsngOwysRxQMr7ercUY1LmuTvgrtVdeAre5a/6W/DcPrhP
6R/D8R4yMkao0jvVMfYewn7Fpcz3qkxjBm6LCjnJoqmsc219QG3QdV3KKkFsaz/Tzj+Gpr4pJG2j
q9ZK6HSDPJ8bm3nrPPZlP/Gk+mzFJJF2IkwBSPmlA21nLWJb9ihEw0Pf450Oatob+laQ08p36qaE
I1QzNDfYu5LVTt3ruRwf3KIyTCeOArrj9ADB7k3eVuJ4kPUYnI+S61XsFGM7/rm/T+ZOhFEAAGWl
QDVSFZmzZvGu9PQ6HtuzMrThXqD8s48G/5EmpPDgDmW6dsctLNF0sLlqSeaBYJgduSDPOiWJ4+5M
Z6D8HCS18F4NiXHUg87fukJb4V7ykcSiWLWOEuXCJs8VeHz1sHV43slONsqHMM/JNQqCfAwxRuiV
rHbczBMQzMtEyKjTZU+UhSu/3kqeMKg91MXdOWxcy9bl7FGzyuprPErlU6yEit2TJtwWehYcadqR
HkoESlaAkbdHeEJ/TeV14F/csjP/nnapkmeZ3J2DTu0eSPu8CFApfFHLvN4GQp+dmsB9NzzlRcrb
NT72v6XI64M8lZDw/GTTedXOwe+xPMTU0ZX+HHpycSpjt99psjJQPvJHhxhF3EUKLYGNJLRP1ojY
rp60/gGYd75NvLz7HsZh+hLViuyEnQA9Z6x1JDBQfFP6yrCjDvnG2C/ws3lpPCCSV8Da1EYv0B92
Tm2prs2DCJLZzNUcXRw+6cFo7Vqx9Q5Cq7+WWdE6NHxuBeJDu0tqVKjSNFt5di5cD1Rjoe+FunmK
8ecAvNSLytgXg/7sWz+aTN54A2Ks/mdktA5mJJ97FzSWvCMQfOUL7x/LhWNyZXp2Q1AkRo9mQFU3
lbUXLXJfS1360lvRS9U+RAIp9/vmbuLfabtTep/63qmIw01/vd2rHO67Xoz7sxSGqJKpmxBSXxCy
TiwrdibUjlJnRyEHtuKpuxXbt5f9te3ZPlfTtjFKI+3PrTGgLlbQmDPKmzbeN8L3xDUc2XI3Qwp/
h1pF+y7YGaLpAJlW4jXo49Kk/33dwEZLZ8k8dLNCcWyLvmS9w8amC1UkDmjp6RuqPyAuVoKPpVFz
RfGxZAAoSs9m3BisSqnakQMWCtQeXU06aKVV/vs+guZxytEovJ/olbleV1PxE8sMzf6sJ9ql9VHe
VWkQ/KVaUL+8r6zjwvRRhFMBdeKv8J3T3z9Eipnh1RSR9OEc1MUh8DW7ND8Xw1GlMWfoBFuyxget
sk4pGoI+dWfGOli+nRmHyviZAvxOy3h//5PmsTi+m4cqSQeKWCTm5nM89KWr5UUwnj1X5XXa9BWs
ucCPg4GL+L6p2+Wc8JL0UzB4Lu/569hCzlNJx2Q8o+Pa2QHB/9bNlHRz38pC0MFVhDuC+wagPEmA
2Ry3Wip4QSmdI6+tt3Ec1MdcVDM7N9Vu3w2CfBko3EMK7Xk7r1CMDT3xxgZ2XXOjtWO7l2LXeIqs
LN15flI811ks7Q2xMxy/bFCP9KVGuVgQ+a4EvAtxIYkSXItGqpcuizm3RpvHg9maoXIevGRDxkLd
+pvG+qM2tp7vNOjXBie00RiEBiPYQLCYfhmnc1fa+VoyccHVXX/KtJIftil1cUPQEj5Ff9CddOdv
zuV31GV3xVqoM4Uy11coWh/E0YAyJs37OT2KYnVRJympcub6s5Nt8SBtwt1P5cF9TJ3o9f7GWNjp
2OLFhyuF6nbezjA2mejpErZq4vs0/4ygammtwZduY8W/4iUTpJbtBzjoeuagSG39KkyUcxm9w9+3
C4dqG3cISvprUze5pZupI5zT0A6figIzS4GiFGatZ8o5/qoLB2Nb7Idwn5Y7cmrCw5g53UGT7GSN
bHrhDJMHlWlIAhM2pUOvxxd2AZs0GLVzqekPQzGojqZF1vafVwo/PKl/Tigdc854rshdoPZRaZ5r
qS03RlTH9lCWT2MdrInKL+wJ9t1fRRsoj4hkr4ejym0s955snkNNCDaaEdQbtVGTjZVBa3N/UAsz
R8epCGAfqjfayWaXmahUdeKHhnkWClVHykQ2Uevs15TRFgc0+XIoKEHQza0YQqXUeS+Y56RSymNL
FBpwizThfzWSJpf7I7qxRdw7abOANyCNQnnjevIMwcvjPIitcyWL2SVyvUzZCTKa6HZJc94qleit
OcAy1HQV6IunTTGLgQLa38zcMARi/di2kMux3G+G0iHtu++axFai8TwUO5U+bb0sbK909/ynbStQ
lvRW0Mo3a8n+59xxX9IRBIp4tpZSZ2lB1cbeZcigvUDI6k80emsiAwtGYB2HlJgXIP0G87ScWaCq
LlimfzltV3zH2i/Pdr0oWBLXPr9MxOGsXWM3HnCCwXz47Mlvfbg7jLrJEvoa/csQ/IcnOWrqSfgS
wZ9dwSkXjztFPWrRW+6/pN7gyOWzJ4uPve6UprUSNC99CK0GbBdeJqCPZ9tTlJKqCnHGl1oND34Q
00RT1jmtsUZqR8Fal/2CNfJw/J+HIOX4eVOV4EpCDDNDeCna0eZgAipsN6IPbfv2/qlbNIRUC1E4
FwgYtev5xefmUVO64cU0hcdx7A5WMv4IzcgxvFU2hGmKru4Y5a/YDXUFBRQFL91rW1oSqyZNtuEl
CP1zn39Nxr3Yvjbxvu1/aASKom6HErJPtHKM5MxAi1IisEtU4cPfuhCf74/8hpwBb0MChrXkFqcY
bs2GniaNNFRiG10Ggr99UIWpYltWl9t55z9YoZV+6ntUxmWLrHUoZfQea5F/7Fqte2QqfcfTqtVG
6JtrmGtDAq88tSdO3L+T1/q43a0cUeRejS5uF78h63mKzGY7iK0tv2Wl4ijZPqWsTPTYmqIP1/po
x2vPpNtwbWLRI0ElUnOi9CvNIl5ECWK/RhXskumPPGFfwuhSRHtfPWbGsZLZhgI4FzGy7y/Hgj/m
DUiGiv5kcpl/67YfRg4Tl2eSVYkuxM92MCkF5H8afw0XteCruKEJN6iDEAzMx9b6nlhqQCUvgWT2
TpGKPDtbU9jcH8sNBJytZUyU5VDbov4M9Pl6GfPQUF3N7OKLKyeofO9KjfS9Xx9Tba8IKWRDgxO3
MGZkvS3VwaY0H9v4F2jLTQkgTBWeEzdaOec3de+/nwTnHbHdlHVUZ6uq+1quuTUg2NiPXy3XPLZZ
+VPrdlpq/Szy1hlc1xaGw6D8RrCzjobd/SlZmnjC2InIeipJzzvPBKFL9Tbzk0vagwOWekSUNA8O
3vtWFrwZ/BQTPAxVQ5KIsyMdhmraSUmdXBLErZQiOA7j25iEr0Ly/zQesCc0sQOAJXN3vcIttcvW
V3WmM82QuT7WXr+yiZYOBDlI6DYopjGW2bUaSGOnyEGQXEo6B5yq03+6fQPvuJCu9ewtnXjAl/S4
MXncBPO4NYqBHzVFnl6GvQiRS6fvouHQ6xc3+NTIZ2F4K8R/P+3Q4QFiYXigkeZkxYBfxyQBHn+J
WllDbLIVbEtQjqL8fn9D3GR0OeVIZnNlI0MiyfMNkVuZN2RqmF5U5a3+P5x9aY/bOLP1LxKgffmq
zXZviTrtpJMvQiaLNkoiKYlafv09yvveZ2xa10IezAAzQAMucSsWq845BSXhQEVC0Tv3UCzkr1xn
O8PauOGuzElBZcpLZyFz0ySq1ULdYzZEOND+VzFDFJ8Ijz8Ybqb8/Z6HTSRBUIMxsIaSTVt0Wqot
sFlqv5aBxJZJA2tJir+GQq/ROTrj4VwhWEALKdmppWmtmKRrkqwI+tKLtTmazqCbNcgiqHgE31+5
P9pIUrQAc/gXnWvwnnelt2HauCXa1dRtUpIlezIKs4jSvhIf9a6ZQnVxu8OYqVPYZ6gicqqbMeO6
HjiKjU4jWTXFJpLXQWuhXRpXjC5G6yoDRHvTC6aS2ic2TeraJSIP9dG2/DIv20e17rSjl46QvMvQ
76ux+yHm8Fdx4U1zROlcnXhJy6eOFZYvwB44E21xghSTAvznCCee5c1rxTRy4DX6jIsBxUaF9WGm
6PkDUtv0QUd6+0O3cDRkcYbhcH/KVhcuz5iBojsav6hIF3irD764QrmO2wZ/bJPZrOuDkWpNjJh/
CiwHKeapJlosuMPPHhn29v1t4h57w1RR0kKAjHhKjo7zxTO62sS7bYBsg6kFQtMP7nIai2SyDhUv
Q6au1x2NQXc+3R/1hs/HjQJyC2Qv8ZS7uWsVd3FZX7bJ6LqgT30WBU2c1SfvnLMtV3JpR7pAdWvQ
W3RXb5OUxUZ1bj6opuI76bu7SoaLf/o91fAtX3JpT9r/PfjtGcA3bcKLb654HSFU7z1UBJlH7J77
U7hx1SD1AzDl2jRhhWxeb5zWqTKgibwmYXphnoRboPLiopPySPpf9y1tTiIUY5FjgpT2Tfe5VNQt
aWoMyhRP7WQFLgrldplDXu8H0txfgBrr9jKh+tbokI4HAwoxH2TSpYVTPIHAUyhwkHmo0VNW5L7L
vxfm26gPvkXKKKuPrlXFbhu0aR6OCLhL3zriVepXykM2BIiy9SLsvadZJQ+2QK83C/AS9+3+1Nxo
ca7+FWkWhP9YC1QCJUfe566Xlx4cHg1Xsm4AAGnLAwTaWaSeunfwW9D5Lec+iL6f7pveWpVLy/r1
+jvD4hapVbVJ07sBXey4o1W4oPajuGNMUxapLP8MGtzOidra4aCkrcqxKGKA73pt1mW1lhslbRMX
tIhO1EHe/C68HzZ5K73X+yPcco0XpuTwc6Btw7mOubW4wXE1QJ9OI+OzawPoaSw6j6COgR7hpN5T
kt0Zo5x2mVBzapSuhU+emk+LPfiz9kQZDafinVQ/7w9ycxkNOP711bY2/7qez8pohsUWvE3ytPAp
+9CCAV59UN0y0r3iZSTPKt9Lz2yZtLF2QPAB4Izeldcm8dLSqT1UNFmgjw/pNHZsrLr2NYOZAcmn
+dETVuajUq8c8mmZjn2etzHz0AVjNBaok9rFz2X0hrBjZn90NUGOTUrFUccVn2p5Hd6foK2rAhJM
KOMApIB70rj+WuGpKRKKuKXSyRMg4dX1ySXgBWetkkGake8BnLc8z/rcgsYPCJigwUr23IWSRalp
MsWnKfhb5v3qLy5/XTq1CyGTUaT4dcPtYm38VNVfiXVKUwjxQG/yMLTfhZuF1AVTJbk/j38IWXKk
gQYnaGcH5D1aaUvvrIE23oxDRJN+oVFaPUKs6VNveIFZuBHTh09D9RNyOfb0MPFXRgbf+7iQx9ki
AZ7KiPbHx1w9KBW6wY0PkESH5PZDVvq1sqd5c3PqUVEGHGtN+gMRcsNBUJfSbvNSoYntzJDrZ8GU
PrviqVPVI2vLNyTXm52bdOuZjTEg3Y46Coopsj5Bbk6d56kTZkZk4pDzCY9+AmoS2pYtQcl18pDj
3vMnfWLH3rLmF72c60NhDF6IcqC+t0fWHXazUHAG4Eyt2XUZVGMOTBsqhdLEpFnEtGPH/DQ7Nc5D
owTLq+HM6ID4Uv3Y2R7r8t9YBS1DRwUSgiaGtDORIZv7xW1oohZaDGB9C5GK7CfJqe9m1i9Opzpg
k/utauKqmXzFzZ7HcQxGuuD2V94zyLKZLDtS5XdnoH3TrnjMltMCGR2YC7x2IcomfR5FZy1bnQaa
jHT8hkjVC5QO8hGmW/cnnUIKxahcwMOEYkbK0HY7mZA/8YY8O1gJ1G4g/LVqf197hd4dGsVtGIUy
6QLJUDbVyDmWbjZ89fDeeRqZna5slgXdKXGejkIwiKV5wuhOfVnq1J+djD6qZpd9oc2AMj82lHia
dJOOa/UM+uG1UX29v6Kb8f0fEDqcJ+gaso6CXaoZo6aKfaTPD601nWyW+mWDsHfMovqTYT/mabBw
M4B81U6UsJWdwOMCqlyIACE3L0t/aVDNa6tJx3y9V4/Ed/GPgdr1Xkri/xjjv3ak67OvpsopPdix
699O+py7ayePV0K/LtwNgF+IPNvX3O7F24v0b68JnJJVhn2VxsH0St6UkY41To3jUgCOCM0dJ/9Z
77IY9oxId5E7EQ/5a9wWepItrS/euvQ5G11fcBqW5bEmZ+OrYz1ViDcBJAtbBKHKTrSwBgPXGx+v
Q8B8gI8B/+VmIZnFUrOfR1yHJomNWrwJdU+0a2Oz4CWIvgfIAQIDgMN9fbggJK6Kidcs0eY8qMB7
Ia3pg0pyKuqnPIPAnzMHTP3cpjtju43zru2uf794e6t5NQJfCbu2/bjwh0k7mN6hdAJjDzi2tY7I
Cq4gUgOEVBkiV7eGqzRZw5LO8vB2yoc0UCyDgQ+b7aK1b/04BoVrHu4QKR+007seFJ+UARK5nCUN
mrgWvflM0RbeWdl8Ga4rRo+0VB71FPK1XvNxx+OssZi8WSDZCZEj6COuKKZr2yxdZjaBHJZ4gMtC
WQCBhqPmNrCHpe+BkzmxuQ07G0K9ZdeRqJkKHrjz2J3ajkOdGE28d672m2ACdxm63domyiNA1cgp
jhTezppHlSVGo38COvbVFg3m3/nRWvOpMZujM+15vvUikudgzejBKHR8cXiu58DSBbQqxpYloisj
J0cTCJue5jFBGl1nczgitEYhJqig6NvMaAWaLjtj3tpsoJCtadqVs2ZKH2AM4Iug+oTNZg+ILIkN
zX0bkQMaA+6N9TY2h4zEhan1Uy4OUNnX7VJp6Iki2uXbNJUIFX5nI/mdUe1hcXjAjfGpsL1ANWd/
qurHTphBljuIX9TDbB0nuof82ho7CkUaamGovNzIMg4V81jlEJZAOsVXieqjEivoXsC4NWxowq7Z
W3TpxpvketiVSdAiArmexE7FoaO636neL2rSI9QKop0jtXGckaMDhG1dUBOk3GtbJlONYho8nrip
EjGVBqpwE9Jzf6qRnVuE8ta2CoSiWfVs5/F94xu+H9hzT8XxAUcHiKlr26g6tA6EITmwbm+t/WN2
diKUjXlEjgdELh1gQFyh698vtg/V1WZSl4EnYFArOhAdy7NOnrM9wNLGprgyI3nE3BwGamkww9+N
0Pw4vN2fpc2fBwYeSAak4lCfvh4F72ZjWIaFJwQkHJVEM6TJ0eDrvzCC0BPZfFSYoWt4baRTnYJQ
oG6TxeQBy9EiCCX48W8pbSsJBvCa/1iRNhsbMlebB1jhoenvuKXNxf73t+WqjlqIHj0OsAplLWKH
KIFq/Gb6dzf/bzbVhR05ZsrUgpERdpb+5KYQbsq475UHWu352Q0swjpbQPmhfQF8vZy6V5qhHMtW
x9EkQD9APMcQqB/UfqEAguR7UGqGrm5zQPSZn4VwD/d3xPZ8/mtd2nakaKqRoUFqgj48gWEgxWhD
BFlAGQBC1PdNrcsuXWmgWOBeB2UIKSP58dNMZpG2Hemw+Ww1NphCDoouoMoNuAkZNQotSF1d+9bX
zzYAbdF961vny4AWExAouE7RlOt66wPv1WotSEHJzF/BtYmJKP1lbnesbCQBVpolIF1/2ioBEXht
RtGabtBt2iWs0EB/ZCJuDT1G365HSx9iL1OeaH2ERNLJs4ewXIzYspTj/ZH+ednfTDS0PtHhEURp
1M+uv0F3IGelubxLoB/+lbrPFnD9qqJGs0d8tJcckHChjRJao+7rTtf4TGNPymIcc57FwnrT8r1k
zObc44GDkBVCYQDeXH9QntpuO0FTOwFVbLEKX4BAnS87CY91VDejvjAizXzWzuCCaqJLFGU5zDbz
3fnF4N/d7FVTodOys9B7Q1pj2ItLx81LXSHA7CVKT0HPHCp/tpNab/cOzdb5XN+G/zt1chhGVKVE
LN4lfeqbzZvnLn6vvze7bmi9vW5nD9RWtMaCSqwc7wuVmvkA6nWCVxK6G+lRlp8g+eR3mhnN1s7k
bQ/qX2PSBi3q1qqtDMYa+7fnfc3cM6rWBpLH9w/ClsNZi9XQ5wBW1pa33cRaBA3T3CcM7yO1+SGs
dwGo4Dgd1OpNzx6r9v2+wdvTvwIs8c4E1gaJZld+zheGWHQLTWMRtbOgGJuws5jPQLwAwN5Tj9VT
ObCDVRW+BaTN35KhoRy8AlJWth/QY7pMUXbnLCuqFrkt4p0R0JW89zuh/+2cIq8K4XrQ7BBOQuhS
Wrqsny11sW0kLIbX6ZSdBjt20oOmPBpEhPkecvXmlEnWpEiCVMpQzapFgdNLtHQIRrPwmb4HqL4t
v61m8AJZORNYPU/yT07jpWXquTRhCvIwzmizgDjsYcpUxccbzPw4GiVIFHhoHmu3aQ+6oiuRSwYj
5nP/iNuS+UjxjGG+Vtvvb6nNGQCabH31A48nR2weBEGrXKQ0yQOz+smXN3tPee7m5K+Dv7AgzfFM
SnR5K2GhK/CepE1swF8Sy0ef2Wcj2xnObabt2pocvw3MyvjQwRqhoKBCvtss+wDNyIKqdZ/VVvgc
2cW+zH14B+Zox/uzefMUkaxLC63040L6xaGJpaSQw7SXNCgcugcXWM/AlS+FFUC3UPyB67EgrCXd
DQhyXJFijG59WOixtI5CAXPyVKP05+ycx80JxTWPBlA2wo4bErhB53LwpoolFmQ0QDz/6fBPbNQi
WqH/Z8gdLermsV9rbhHEK5L783mbc1uHijZDuDWgfAsYxvVQmxnCYjXHhOYmepq0v8F5CFuzf8ut
NplK5Vk45gN0d17tZU/e8+YO+WN55TmBM4zEohTPLW1ba1aVsaRn6qGHbJbynXfeAYJ0p/tj3DqB
ANVo6LCFVm6QfL0eYplzqBFxJEJUgo7mGXONIHc5YBKoJu6cjtvtibMFMgyU7tZmJXJ1QgyzMN1W
YwlZyBJMDrMRVfR7vZD3rEihS9solugLmyWTHqaKz1h4f8I2tiTSk38kCPEERJ1S2v8KITbuN4cl
+Vs3lH47uf5IDpB+n3MjsNN4YrFbvxDl8327N90GUXNC+0vE3KsqGLQ6JE829aZTal2BtwzXgZXJ
EfZaEwKmQqXKAWIvOqrRdgnafzWGI+RLwLVFNyQQIxAdCHIGcBeSjBmnr4aZTxFv1LcF8tTHGV1S
g1Ed67hWWMxSFVGRqb62ZpY/V7NjQGSJjFCKMUVccBdSnY7CdzbG+uXXHmUdGQ44Cq7QVJN5TMvC
hGuQHCkUg0clzyOQW+IWUuQfkf8b0Nna1wcR3Z/OWy92adOWSZZoGYUeXEvGE+VLfa6+eZ8Hv8ab
Ycd/bW1GFOQ9G4KuKJzKbxULJIfKrSnSHuiXGAgVagT9orKdt8GNuuq6NaDiDoYR8CZ4F62fcRGu
Kw1vIWzU8kS3HrOcfJnmLgAae5XGR/Lo0NMytBUPcmpjqKIfdJYtL/kCkiRaU7nFD8OusVdAgmsD
imxvRT7QEUoEKGRT9n5/1m/d2vqhoLei4wRicfl+rIyaorRf86SuPi3TY3ZOwcvTdsj2t1c+jCAi
WZVmIaYpE9ABV5gWz0VGTk8/sn55KgsRDLn5gIxz6OU7ygq3/hPGVhVASOdoNhp3XE99k3rQfak4
0nMOgE0VO6plitBqr7/EphmUCUG/Xos/cnEk73FA9U7lSQ+Zo3Bp3QIFH0M9QlthT9p5c/rwjkVt
HVhLJOyuR8QNCEVNpsaTTn8oPBWyXMccTDKSfcn6ncnbOvio+EA1BOR1FGIkV1oUjGUl1LiSoVB+
1msfB7ycR1/lgHZoyJSr9IvK9sCkm0ZR/AEJCchpMMaux9cubQaKA3JCznBIU2jWisKHuFsbGIhh
audQDT/vb/pbxjKOJ27W/2/Rlt9N6qK2utLY2JAH7USU8IsRmPEcV6Hw07ANpgDNAiJ+MD65Qbrj
5rYW89K0tD3T0e5pvShYTCVVPlke+55rfUg5q32nHhsIbBjuToFr0yTaWCBLBFeEUPF6frnDsqZc
8zOsOpkRgQvvNXAyDlm9S3W8yftjYqExCklnSN+sm/XaFPqtaCgbIikyT98KBNtBacZ6ZYeadcpd
K2bqq8f3+ubcKOOvzhZ9F1ZtU/gXhDTXRmnWIeNZ5F1iaWH7jZ3b83wuP6QnJXAiKOi+60ro7Klj
bt0jAE/i9YvAGz1ZJJturveG1rIuAeoCYJs+1P5WrPXPqOAyoVCD1DkIUtejqnnWNqY2dQh1X8vm
29QdCbgRXh6BCR7lWROY+V6SaesKhoQjUEywishm3UgXt5arVKU5cwN5s8x6cN7LdjhorwSazhCi
+Ywn406UsWdu/fuFuS4jg5OmZpeo3eyn6BwjGKSWquY7N541/ZEij3H/3G8aRGkV5T+QNG4QUyRr
HWWgWoeqlLXEmVuhwzcapx+qpqmP3jj1UdujLpaiM+COX926LRAhroka1FbxuL4eqsuNEsqGNma2
G9aANO/izCnrsM16Et4f5NbOXElXq+wISrmyGq7I2TTztOgTMrcs6ke98Z0Mt8Z9K1txw6WV9Ssu
1s7QFq1SvbJPbJL6RWlFZv6aZWeT8Z012zSES3bFdkGGVq622b2wvD4d+oSrLNCVPDTEudC+9N6e
oY15QwtbbyWMAQsPhbHrERXU41Xv5CLR63KJ1GpoXpw0q3bAGxsbAUEWXutoFLqikSUHKUg65plA
Wwj4+TMwQMmSo/umlR/uL8+GGSTlVhIcxH/Ap5feXDVpPG5Qp09E0fgoq/uYNUPbE5LauFiAAQa1
FU3YsBlkCqlQzXT2inpIchsN45WhKQM6dr8F4JVxDRLiEx3tbsdpbI4MiTNEb2t6SubuV2Wta0zJ
YbP4p88/GPWLUuw87Da2HC4R1HYhKwk1E1dyg5Cu7SYXgLekU1EII6OlhwoFfnRAY8OwAyRtZ4tv
7DwDIA8891GNhcSttCcAH/JmPbeGpOk8Fs+9vUAlCTKs97fE1mLhDEH+GPVS1K2lLWGli5Pa1Tgg
SwSRr5Q/tYsVGK8ao7FLmtf7xrbe5CCJwaXhICE1LF8lHRVqnhXWmHi1Nr3kfW2FnsL1BGxM66jg
PRvkzIMyKFP0mKiF/iB0W8S8ghLX/S/ZGjZqUmA4I/hZtZ+ujzUzS9S5nXJMtN5uDqYCXDzXptDu
mzfdrj7M2N47O3QjKw+IHXJxoHqDUwZR3WuTXke7zjMVkdhLgbsTCNWQa0URe7TqUeuk7cvQN2qI
2EJ5wX1DH+vMQ8pCBWlEdZS9buob0fXV10hXj4Jk0iRGWyRTr9LQaNM+EranBBCPasKpMoqHgRrg
8Q3d8KCJbA9ZtHHnAlWEYAJY5VXwUzLvsb5o67oekwYXrcPdb0733Nd2sPS/F7Yc81Tda1O/OeAL
i5IjBxHTQ5NtWCQ5WmGJr+xcpfy4Mqkg7Oc8zfmX+ztsw10g7Qr2NbKCqPTKF24LxkGT2u2ULJDz
bZLRm/x0Ru5nr6H7huczkaMDrRmk/VvOneEIy0JfiikpIY8+oAMeqnIPjfZ+fzQbVlDKNcFdskA7
gtbn9eZ1gbvjRB/nhFvOk6GAa5yZJFL6bk8rZ8Pr4bZFe11gKEEIlhOq6thnC9ThlqQUtvKAPhtd
yKjOdgKvWysr0MHD7sOti/9KZ5HZ48wgNisSpWgB0OS+uQcnu50wWACeFo9XUFOQy7ieMJZnSpal
2G7dzCKPgRnhOGWA/sF7bmV9GV4n5VZDiIEAK0Bsp0qGKoSlQpv6MVHnZ8XIn1gLYcalfF0LfbpP
l69N/isdfwzjnkz37QZHlWp9h7joO4YLUXrrmAXRzZR0UzL9KLxIAPU0hJqxcwluTePKJrKR+saC
WdKpNTKRa6DVTgmfGTp09yAxt0Hv/r6/uze2A4D4KJKgpRP0m+XWVZ1Q0I8crdETNftAaekPyz/3
Ddy6O2wFMFXw62hRg2fG9W7QhCi53WRqwp12jGipmsih2NNHoPvCpl6bH6IRWDSNVr1z424ZdpHV
xOsNqDtcPNeGnc7SSLUUKqD+rs/n2J7QDE0JJjUoBLAJZE97e2O9UP/FSoEPi0ynzAAr3LQaTZEv
CZsGXx2PdiX8aT7cn831dEpbHmwm5AzhKFaumXR6K6So4BPqJWnnY939kxtmUKEvN15QVrtjamOT
r/2nEPZBex2C5FJeZqbNNBoeX8DUcOOJiNdltMMRzQIdZTndH9XGJjTRCBPpZ0wgtLClkAT5YO4W
qlATURMvcAY1Dzlnew2YNxYI9TnQpHFm8aiXc/ipQ9CYxZvUJKvHoCHJkrHA2VPtWreztEBAwEPx
F3seImRy5+qq4EqfKoaasDqalw9K5QZoBYXO5QfDgIprnUa6+v3+7G0sFIQGoV8PUTLoFckLBSx4
WlWWoibDZKEdU1dDT7gcF7+y2amvPHVnsTa2IEqq0HODNhn6ociCFanGTJPZTEvqF44OaMxx4lR7
dIFnmpo9pY8tWxDj0S24QOQKZFBMO+ge7VJbS5CJL4op7KYiKKr8A9Ufx0/3Z/FWNwaCHxA7QDMC
00MxV9bDM2ZtKDnp9IQq5iGdnnMlg94f920IdVL1n7nzoaEPgRgtNpv2mYg0UvMmWkZ6GnLthWYi
VlPvy/2P2vBhl98kS3oOFsiz7UT1pKJFtBThlMaK/dCbh9o9D2a/d6HeJivX9Bqya0gaYnVljuaU
uwvKupWaKPaRZLWfGm8FJyG02Jz6pVLOKPKCqRnfH+PG4cf1gKZia+fW277YRcvNsXcaLenrOfdH
R0ygzKbGjjfb2ElXVtZDdJGecWpTOEtXask6rtYCc0vr0XRmCTJ99o1yR1VuyxoS6phHHS8fcEWv
rdVIeeUVE1rSaRCjp4GePoMWPPVh3e3skI3Dv76rjPVZtYq6rE7vYly6VVE1zUwtKbgTWaWo0K+g
FFBZB4S1IXvp7I39iNSJDm/jrWBvuZTErLEZrTnVEm/swtTOXqDXUVpvmvimKehxNyb3t8bGwxHx
IzhFkCVEzRUR1/XoRu5UpCFATehIqDHxtrS/jaYPGm0+WVY0tUrsphCrrp68ynsS6Z7C/kZZZI1f
kcjFZYuIWb4ySqcntpsxnL/651xmX2ZIPaJ5yknp7QfqGP4MGFLFjQMip7jU1O/dNAeZLU6sTSBv
eC7i/Im+gnF+f1pudXHhdjEnq5oWeglh/a+nZSBoD8UcJA/anocGgU3zI3cTbYyJ+7Us8wipfxeF
qurX4PkZqBMcMG1yFlC07tRfEFh/KsExS729D9tAo6wfBpAvoIUeBJqk9SJANmSAjGG+8HiZ0d2p
zOawLKjvOEOUDa4/mxB4IfOh2+2stuFGHIQqyPOiSA9QihSuaGwkZu+OejIMaIArFMGATFf2qhxb
xw2ELIhCQexlJZFez/w4WloD+JKemOzzNJah1S1IZRhx2uyppW24kPX3AQwHNuzWF3dlYeSuUetJ
sxhhVWch0C6Q+sn8AuI71I3ub6lta4iSXR0hMx671+Oqs8mA3gkWri5dJ2YWnjUZqLDxBAFSf0LK
4rcy5s3fRxLoJgshLxSq/iDvr40Wtl3ljjPrAFV8thonBDw6GpTnsR8OdrOX9dnAGOJ2wZMU4fP6
3pGlSEyeDz062OuJpixRizaSAzRk7MyIFnUOIaQQpDY92sVLVnz3aPkwjD+pdhwNSJDM484B3tpF
SIxAmgDvb5BPpdme7FFji77oiTufvO7LKN5K59O8131i04qJlIUDEj5uHMlLaGL2nKmHSLZako+a
mJ4NXrcHy+3/ST17D6xyi3mHT1qZTZDcQ13ihrI122XdVvBYSd0h880PXhUDER5bXfUwqd2nrHht
xA/qRf1g+ounRjrpQ1I7+H8ndNgeU3Nj7DihUKMGcRmpAbm93dKMU1M2xEza+uBNI0SCat+a3qBj
df/c3JJHgBO7NCRNcpZaRkOmCobMR2UEQiWrwnlAa3dvejKa6tPsvkLXhGunRkczq4V8rjtlpzPb
xrsGFG0EGriX8bqRH56lIxYKOQUzWZo0i4q+Fce05GrQmqAT3B/uhpO9NCWDY9BWvFBZOZlJ3apP
ykTeKqgo3jextXIrNwV4P8A38e6UnAIE9GldmGaiNr312uko8dZjq5wm9GyPzf0qwJY9LCEySXgV
gl8q2WvQb80acXoSMTcRt/rQds7UMsOs3yl0bc3dpaH1Qy4iNW1QqxL+AHPHoBDTFP7oJvenbmsj
4KgDKwkPBxLB+gUXFtyBEzHpnZWgGMTQjNwBbHoHuLR1zFEA+NeGNF1oEUUdteYWDEzRTIO8O3lK
9ailXTyrJ6oDS7zQF4+Ew/TRs8TDwD/Q4TyqMQfp5f5wt1bu8lOkCVVX+fIa6AnckCRq9S5YJ7VA
SxZv79bfnFhcUgjk0V0BOLnriZ2tbsabERNLCLTAGghBnfVyJy+7FesikY2oDpXqVZtCMuLZjEEA
wLGStO4J8SutQ5xJLaQ2HS7CNjWyJ10Tr8KsHQK0e3EyUlBS2sGhT66Z79EMNicXFzOYsVAovhHo
tbzGaBuRWsk0HJrhUXRP1nl3w+4Zke5BKNelM4PcYdLqaJO1PKb5R5KWwX+3fheDkVKBxQCMnSo8
K+EV9evymwnFRKHsRDObm+TCiJTEQiatLiq04ICExUGf0BLkFR1+7u/4LReCEux/FkU64O2QNVnO
MQ7MVWf+GN2/ZkTjNsOKo5uZB6ERTb5KUg8QG9XjdpJ7P7i2AA76dTEGvFp/3x/IxsKjkPLHvUM4
80bSJIVYlijMBnZySFd16GYUof8jj9qqYM+gju2Nayu5s2ZLUYsC1RNIPmkHOLTreakWdjKqX/UO
zXWcF2d8bLrmheRZYEMMt5rtj4V9KG2/tpyj25/E2ayglxQ1eyLPm4NHfmmNTtB9V04RDma7lA00
35IUr7e6fVV4Gjr8xZv3uB4b2wXde/81JB2vgQ8uBcAD28XOfFReIef996EHNgqSNsAQIdMul9Ar
FPDVJV3XUZ98WiKtDsxZ+vpfbJYLI9Kut1Y8aZ4xO+H60+w8OfUjpFPGv2aXQ0wYmBpkbFEVByJF
sgKF5N5N6WCvxxdleh/nF9rlO1fWBgoAVtZXiIqKCyDd6zvs4ooWtM+tGbmOhJFyfhqt9KxAvywU
DGAvhzQqNPQ9yAzitURPmnDdQ7VUEBsHJquK78/qhrvCu1IHXAVXzQo0vf4SA2jduRXESTTv7Fho
3G3HbLdQtmlkbX8H2RkA9uTgai7GaWRO7yDlfoLek6E/pt3H++PYOk0gHPzHhDyOIaOV1sKEZyDD
lmvfB/o+EHBftB0I+54haelyLZ9ApmFOYvCvVe6GizhnQyKGvTLwnh05DlBSW3WHAXa60zJan+ps
fqFF8UuoOwHp3uJITxercYngaetgx4PaOvld7qK5ze/7y7NjRH4xFONIUq2lTlKqKDWDfiyKhzoN
7xtZp+S66ILcJwrAeAChhIPtfL2XnaFPbTJ7SEuiv2oEv6cHdjUbEW8XLyjA2siLLD/mbr+XD/1T
6b20jFgQFQM8MFGPQ5JQrlwR9L9tpz5dztaHZfDTNHLRsMcnn8iTOC7vCjt0n90T0L6PtRvYz91z
aR6mKXQsKMFBUOChh8QajT7ncQ0Z5GQ4/t20/Pk4IAlWiLODTKG0k7J2Uh1SCPWcMpsHo0BFrdUq
26c0V3x9SqlfLYPqF5PCovuWb3TWVtPA66LaBiYQ8qfSfeuhuzzU4Ef1nJe+nizu6wQRhe/zP84D
rw6eFhcQEfo9IZEVGGgS+lK85cVOrCRvvD9fAIQNEoJQJAFr53pPmOiIXlWFo56JRUYc1nr2daY5
AU1FvhP53eCtV1twpEg8AsUIlyrdHarFhnzqWvUctv435n97H6Jv3Tv1H+jh/rzeMKxkS9JO7wYQ
gw21Vs+1L0LLr/zWX/9viIBKOdoHzweTKmC+EcaF8B8a/6N1GAp/eJvDnXO9ucKXY5bmtyAONLot
fMl7++cjnjX/dPjoL0EXPj2UQbPbjWZ1R/JRuzQo+V/aZ6xvjP9nsA8dPxTCD1mwjk9EWRAE4JTt
Xddbm+jSpnSCyi7TjQzdxs6Pz/E//3gvh4csDFT/03HHFd+kkeR1lXxxMTrDsNLlz48iDpdHGpun
oA7Fc7iTItjcqigpAoK4cpssWfzfKmvqCtRaz60PKflvOY/4l+W1an079YPZz4fwZ/nr/qaVvfM6
tlWvFG4ANWqkI69PIilTiKt0k3qOLSXQXpUleEj0PRWXPSPSStm6wCkkMEJOnj89QZ5NQHHA93Zu
mpuHhDwYaaEI2nJNeIarZ2bG7Rfy1Ty5nwFazj9AZsCJyGPb+k4RQNi6d6Pc8c3/ZqPY6HwHUbCV
vyJfdWMLGHM9j9o5rH08/yvTZ6Y/k9h9fzkH1V5QvDou+cxBK9BBGRNgXBQGrpcOKQnXBa9yPiut
BnG3R61W4/ub40YhfJ3QSxOSR2MOenUuijGfl09p5X+uvn+LNT8+8UfhL68APfneM1R4Gv8lOh4B
UvJ/7thfb6J7Q5T8WFspYNCC5XGGBgaPaj/89lZE7cENi0M1PtiwDOdyVOBb0sj6uaf+vjfB0tlQ
tWmsiWvNZ0qmF9duj4PS7XVzWEdwb4TS0YCwma2jkjqf9SzOuz5S1ZNLWdyl7O3+XG4a+sNnBAgK
2BDpbFg8t8zFKJezlp/RM9rrf7dLbO6xp/8o2MrjQaUB6hcroREd0K83JbqFT3XrpvP5s+HjHtDe
5+Cdv4fvHzT/bfLrQMv81/FrEUQR9YPcnx8/nbuPwZ7L3roaLr9CWjnI09UlL5X5vHLvrWfFfhz3
pCe25vPShLRwpNBqVjdYODR38CuIZxrj7PPh6X9Iu7LlxnEl+0WM4L68Aty0WZJlenth2K4y933n
18+hY+5tiWaIMT1dLx1d0UoCSACJzJPnjPya5Nmvd+m0CydWXih+iPLEd3g7p3Ug8FmfBqMTbqTX
xOZ24C4JP5NNkpMYklCf9x1lMWy+MjdnpJOKTvWjCJPXNqShu0Pv671upvomo5ZC90anG86be3z5
QsBmGB+XM3i4Vpz1V616NuQ5O3yXBF4ijv7o8MOhUFoIsZ9ZFXTkI+kajkjVB3I/TBSsYWwWFhV0
Dbh+cZxqU7fc7UyD4teLIk4dneRBfgYCjTObrVLuMjMcN5CkfQgJA3W9fQRBWG8lnPlFHY4hQ+EM
ijwgxwIR4By3qsQgBgiLhnVa76PnL1n8AmJR7FMijh9JUFtjd/JRr/Mj8VIH7SZkXKtAjlF5bSRS
JTU6se3C1ZP6o/AzXfK+pXEk7Pt93/h5Gsy2N8IEFKyQf5z6CGeuOI5yzEfoj3bEw+GVQ0C9w73Q
f/Um3isxYpWs1NMHj/KEXjz9/Hzf+pJXXFv/+furBM3ggYulSofR6att89gpJFFeWMbsBTSq6dh9
zMqa/Er7T2uCyxWFLnZ6Rc7zMGmmtm3LyaPj9mCXhlaMpxlu4IJ+8AHkN63oQyhB3rJPCW/wwhpB
06+i+I91DhV4RIRQhJqTsoUyGzR+zYxOs62M197Us8GKGQMUz/Sitx1Zo2dbXF3hyuDs2BwH9KKr
oJ5y+kIiOeAMdUezNgMxhN5/NmDVUmNapuBHa788D7iaB4Y7MhOdve7JVidaZWBoDbIVGghIV7bm
ZHrueEh8Q0oBlO3oYZ9FIjJ4OWomqfFpHHlXwdT2UUUr+dJFE8DuTmuuIPM6M1HWbqiVLTZgQkB2
MNqa0z/Hzn0XXnojyrh8/2tkdj9GwHHUMg8j0CTXeZpRZFwsHKwy1c3RzPfpRtqbnQzkmw6Hqi0c
AcXF37K79BCYazmIZf9GOxzS7wAVomPx9rwTuLzlPSVnHU8Rv8ImMPhqU3aRwcTfovskd2bI/G0g
c891JJX0+1Ox9KxCqhUs8ohKAKSZ9+MpWdqHwliwTtczpG9eA8I2LIXWZRRvmx7qnnFH/JQzM8jM
MPlzHK4kJ5eeC2iCmEgPAdAFPmnm7k08gq/Kx1q44aWRX/P8LFvNs+pR3zfFJ/Ei9OC+r1hQnFsV
SMqg/tcc0WOycshMR+bcs9HrPimU4Vj9Rc2AQyCXg1hmHcjaCOypeC41PdhUvi6Wejms5EkXAiPA
kJFvAt84+nrnnb2KWo1iF3ucw6mon2AfCSJpqpV30NItem1kdkkMRcH3YQsjWmX18nNYEjBjJ+3r
iv/MAbHT8XhlZn5hRm1R8SLDwH8GhSraW90+J+HO98+qdIh7o+0ywm3u21ycPoARQEuPEFqYEwVn
vQL52dHnHIE3tIfWW/n5X9JuP0P65/fnQ6oBS+0bNuMdwfPANFqxYnAGIjjnTY+V4xQKyyMUYgCe
GT+4rkzAto38J/Fa0J7rIZ6KPRG1FjeT6AWBZnZDHhuh5PYx6TS8v420ARKzF7IKNxi4gEAfUTd4
0UCiBlqDrFpA5zV3a6hMJB0T/YEwWvPuo+IJhE454kZASgmMz2hWUz/qYRgV0AENEfTqq45LLU5q
u5oCnIEU68jgIUzTPJGObIvYxEiEWHzOuFQV9QHA9QplPEBhrHwYgYmXRymGunTBvJZd2ffm/SVb
DBomAMn/rpkwO+OqNku0BChwR68BhyCKnVgJslIjBaA5te4bW3owI8n4jzH+9kBlO2EomDbknHLP
6WZFWz3ejGZgq39NntbH8ZEn9cOwV01W93fNU0jiFaTCL/jp3IVmle4GNOCyVEwuyp5UxmBAz10d
JWFfxEY+njzW6HNbhVJmXJps8YoeQb2VU110z4NvRnVrpOpJi9d4OqfH0K8z7mpappf2VeDmQ22w
yGScCHFl4OBhRxq7Lzwp7PvTv3SDX8/+7AYfKqjuDDnMeAMJhb3iG61mCcg0JdXKTl2M1tFnBq5w
hMOgJJpNswY9KcjXYKElIrU0QFZ3Fzy3m8ZKcKCGpNize9EG6Zsdb8Nz95nTuJgyzqtJ0Ml7f8/s
P98xm9ko99OMdRPOSVq9PtXQz9qp+3QkBlXLl/uzuxiPTsCDqe+bA2f5zBbrx30zZCnnsIMhW15s
c9CR5HTt7L1u3a/qmI80uaws6WKIcm10tqbuWCTDIGec428QlYGQSp6mGOjlSlePrVPmJhTH7w90
8f4CohxtFlMjjTaL0XjPh0ZxnXPIevHbDFSklcH/X8k9frbplY1Z7OF5eZXkHGwwAmXPcmqwqZPp
GUDYw0pYu3hnAauH2wrvNTQH3e49rFkqVWjnd9TYcuNPSd6x2UpUMV3ov5wQtGEsetLQEjmfsDqD
Im+P56KTZQY6fVFWCr19LhP2BEGcQFrZe2vWZlM3+F4TCxmsla7VK4Q/ulMaJKrpZa0pbfE8uRrX
dKxdHVvsWEce38KSGus1QmD/VIRG234CS3Hf45bORzSkTcQ5IFpFg/GtIb4cPL9G2OQE35FHTLkO
CBe+ZSxUsOV/cx9e25oNKkNmrEubknfGI4tgQgsIw30JUE7XIPN4LLf5WlZlyQGvDU7reTWLchNI
yqDBYCS2kEayBek1/nt//pZc4srEPGWljlybgXeMdxoqJsa4f2936bPK6f5K/mPxNLo2NAsm8q5v
B3C08o5UjBvGUyGB+ezywBB/jFizwnvoxUtzKfyG9IG84veLkcy18VlwofYZuFiylHd8bTu6UDYB
OAsOQtJzSoN8ZU+vDnV2w7laX4EgGUOtQAdf0yzeePmJqbb5PsgeR7ancW0GjV2t9VYsXjOookCV
emqbQtfprb+IlVgkPHr9nATaG1N2R1cVtPXbZX7snyDjnG762jPUXAfJiWyOa/j/pSocuqGBMxLA
5AxF1tkG4auMcbFHkYiraVlf0pwOOrSCDSHbcqHFyvtK3PSirp20YOXhtJQ9vzE92yoMP5R1jQer
I32ZkS2Z4wbbs9wzZNRj02Soi5ZOsBBTd6OcRTvzSbzldzxLePxhLMYS9yOoCpE2uL+9li7Ef2YE
aKHbFQmlKumQnGYd1A0I0q9nZSUXsLR/J6AadNbRqQBYwK0Bjyny3u1KzkFL52Dl0JrNARei3hOS
risB8mLaAbJJ6IdAFgYNZLPlHTKpjj2xRyyqc5+u/lDTLSpIZ5euKYstDQqXB6pzoFaBnt5sA4HX
Ko68juMcIE+6CLh/LdOBADe6Npo6qElQn+J8lc5lmqr5XQx0OYiAgKSESvgseMldhW2HXMXj204g
mAHkolGdpGeXJCcjuuyy3Vpsv1SegGYZ6B4RMWmo+MwstuidHodI45yI7Mr9obNihRQm9XTx8b4b
Lp4MKEdKUMvB4NB5eOsmkGaJfL9wOScY3jvmL6NsOu+PXG1SI7fKkPJgpGGNsqTBW9jtCm7lkl5c
zyvrs3EyYjVobjZZl3dNZokfhfcSqZvSO0rICq+p7i29MJSpgRChGx7x4Fe+HWwfVPirIeCdAThD
ygPOr5FifBVSA1zvpIqQJzLKQxrZyVdVGBfQnmRImGW5LW04tHt736kHoMf4dn8NFtwLkJ0JiIxi
CHigZhdgNUJ8LVO5wYGuORkL0ARBxfS+iaUdemNjds81Q9LKPNpIHTAvmR2TmCIj7uXK6Rq7Lw+h
d+gZ3Yf0YJ51ZlYcufL//QWzrZuWA9+MEere2WAEVWuVYLuNK9HoEZ2Bzb92vV1bCATsRKTqelPU
kk1RrWCkFmea45GJBqAAb5GZu6Epu+qbnh2cQWjfe7A1M2G4spi/iH/xClGRgf2vjVncqSoA/xUj
ZnqwBivc+xt/UxnvR4/gj1WT/hHJpY14lMnb9gJJcP3+Qi/VG2AeOmIAL/zs61sXDxuJ6+MeBfbX
w/unRzLK0MSq7YhaKOw7uHdJRyrbt85rAtvT3M0OyWvD8zrfUAOnAa2hwWlGq5IflOajS19jeeXl
tWZltldUUMV2bQkvglgcJOqK5lQlqj2GSLmxDWP+q8nUkNEGix4O4tmuyf3/TGZDa/1wOKZmZYGX
gDwSzOabSppNYV7Of9baipfcFA8/oJI0XN+/tMrDnpUG6P8BVyBvI++Rl9faA34OuvliXVmYB/ec
0KNhToSFhHQDVQ+yhY4bcnyCc8YkfNYO2qGnNflKaA+/DUiq80a/8ekTyip/XwizrS2JchTZdcoI
pFvL3/8kfe9932yZmbiWvDTA9wFsh/wisn6xGZqZlR3ck7tJqGU8OKERmaWVmFAuIyntCGOmFEHH
fRdYuonxevzvWszZPxK10wB7GEcHeEORAnL9Dr3Sw/gwhP/G2a4tzQ5IWSm5qtBQB04w5GqadAxZ
3figJAYo581DjfKCKBFdHFZM74/yJxi8N9+TR169JyOcJokm/9h+fwJ/PSkAs/Q3YCTGv2HRe3L6
aszcaElt/92/QDmLXJDqpVC906vdKkpo8bpCAQfoZhTu0Zsz+x5RrATB9ccBc1E+ZZGdnVW9Kx9E
4ZJwnB6YKVrro4Eqm/vzsPQcBOvZP3Zn0VAqS41ax7DLWxCWf63+uhqhiWmvnNKrdqZj7mq+26AT
Og+KzIjvapPd6uhHoE5H/qwMZ+m0BIkDqPBQh8S7azac1hUCHgRoLMxIX8fjU2FtIC8Z6uNzluIe
sN2HldfW4na5tjgb2OihZsB1sFjkp1SqAdajXYx04kbS271/0KQH9LutjHKhaAWqCiSpUfScmlpn
Ny7DijJUqwGFPLQ6Un/vQWR5UDsjTUTXaAMWF+7a1uylEyAvrPLRgGdbQw6vnQqucGU86Ia01l/+
U0OZb8mJ+AqUFwgJEa3cuojqD65WdBww1qxKG6tQ9qAVPHHbZGORR7Q3EbMy6Xd6UD0SW+ed8PQs
PjxrelbhKFxb1Wm7/f4W5CEhEQBSkvndHlbjmHIiRn0IX72zQrktrS1w15BvbP4Vp/2h9LpnbHb2
dwoYcr1yWs7daH6+m++N1Vnq1oTrPj5qtCXx7vT013gxPgr6Ulq9E1M7NjTdu6y/N38RokzRHBKw
LJpg0SotzTESXa9GscagFlC3YrobokQvtRiKTUDtGBWQ9VuI7Pm6NvbZkWU8XFbuoOyiVM6eAzll
NxJKc1bIjspDmwUx/re8s4RRVI4V/kGznaetnGCL8d8ktom3MZSb8dm3bsOMgZ+P0KlFXkF3LYUl
YkddVg9tHXejtjlnn9+Mbu+kTUNUuoZ2mXbafOnAiA7+tCn+/QW2LtJc9bsMGfhqNEbuU+CeBsb0
CZp6V/b8mqHJYa/OTzUEubCLZL/TKs672OSguDvnmNCcWzG0GM5fD2k2n6EsZBgS0ihKSvTXHeKR
BqVfo3xD85BkIKcioSvhpO6g9s2QP/bzytm2tPOmztGpZgIV7vlyJmWreXEC83npQSLsIAl/xTAi
TRBQkfl2ofvCMlRsC1QcSZVvOc+IxPHp/kcs+hTyA2ieQ9Ua4NnZoV6nuRurUc05qWdFu5FoHy+V
adUeOVmG4b09bLdn5Q2nDhQ171vmFi4wbdp7KGCDZho+NVvnhBGUsQR4sNlG5IC0S2eMA+a7RILp
LJwashLuLS23hqQL0i7TpP9i5+4jNRYhhsI5O8GHjhB5Kb9T9Hjk5IGgFJJSTS92KRU2z7Z9f6jT
SGZbZ2LQxkMD8DawQcyO+6LH+SOUPOuknaml74X3VXd7CEE3wNcLod7ya/WRyXHvGZxtIYlPJbVH
os0Jv7jsoHClLqtrYL+FbYqHNppioSQnyjiQbpcv4VlGzgrYSNrD0BojDUY9rdcoGtaszNxTlLMq
9wNYGSvqbY/BObJZQyDcF6+Bv06XbdyJdtI9s7mx4i5Lee0pk4AUHbiL0Eo7u6sC2YfgRYvTVgUV
g6deNG6fJUYSGQCWFH2jlxDq6/8qUNViaFw52ed9p1mAW+Fw4H4ok6aodU49G+Qil7RjzQM7yp+V
rwmKERkWpzywr+Bfs4FCqAzXGE/3zS4AIm7NztZ1FH0mVTOYhaKPPHg6nwJUd9BMtbPLlqjoeswV
U9PxCYn/IT2yyHNIurhvn7VIL8qV6OT3GYGP4ScKCVAZIuUx2zmt11UR3rI8wr9NQPzdWtFm+v9v
N8rt7882ClLoQhc3IwYLlhtZ2YiBT5FapNK4S8uLCIl6tjpooV4Mm2w81O2aj/3eqLf2Z5ONJATI
fKbxgbgve+lPlfTkRrqbPEbux/gRyUelo8qfjAwE+NX7C70Q7t7anm2tXBlaoZAw9jimqFm1VU6Y
7NS/FJVdAidtiNVaKWEKoH/NNuhwQOyPBlMoq9weGQ1fD5FUINcuRHUMtCbbgjNJaWI0UCqdLF4i
l2cvTRW0OoS8wF/fpb4kkLiMZJlAdB7QwjaRhAEKG2qwG5Moz8ngd/1nNHbDR8Ym459M8cBVen+i
fh9BmKerr549C8YBDMmaDIRQCVVCtpJtAbjtyN9JfQWtyTWVlgWPQNPChNudsJ6/5G44rs7VDM1S
TiC9iMVGDZ+Sxrw/oN/XEZryJ+0yYDlBRTDHpTSx2gnp0E4YmARoxpgORbVh/EhX8mch1rs4oVm2
lgL5Hewg3QXwKng4pB/Z5tu1V7RGaxowkztjVIaWn8QffeuvaWUuxBSwAmm7iaMZciJzSuG0ExPP
DXzekSvA++NtVZJAPDRglIli12xbcHNV5airjRkkr+BCbZJzkhZECr/WsFULxRd8igA+EFwh0B2Z
c0V7VdSANTnhHfeQPxW00CVjE2zzXaUbKhmNVCTCSiy3UIKGSXgO7mMo96LscDvHjK8ODSuhVDec
M1IhN5xQUeceevoQ6dK/iN+QhUZDNiqQaFjHwt5aw6NJUYIuBoggxk0EGGP+h/3gaUIDqnLE9Unz
KuM/PnYva7zECy83VCMxs0Ac8egbnM9tMMiQ10Lw4fgZQR1rIIHtbuqd8lAjeburje3fYgPYvYOn
48obbOEIu7b8c3tePU7QlpnEHp8LDteCmTi32A6MXoBuGmOsu/7KybM2Tn4WgjD8CLYwBuNkv3O9
eBD0jbdNKLpB3WNpiGgPc5FArK3IJ8VaPW1xK13N8c/D4WqktTqKiRvBdn7qawLiJN3bCei5o6xv
UCjQNjvML01e/kXK52Zx59FyjQgeWiwwrOR69CHS+Cj1e4myTwgw4nAlwFi6BZFXAnMhUoNoFpsL
A6U1kmuq1gOh0u/6lrYa+eNJZq7pwEZ3/sdYrUFilg74K4Nzxhx+5LTRb1tcuwDwD6TnCY84do8W
d2nb7T/cl22MN8ja633N6syTkOju66KH1T7ZsymtGquR/9XIQBsBSg8c8r8IbpmOb+ooFIC34Z9r
RtxARkqvuZBIvFMIRGU2Cau+c+l35Zoxb/Khzbh2t6YgtHC5SeAOBtQUtyg4BKe/v3Lb2I+ynA1S
welov4k/m41nYj7XYicevzKLZK6tzBcxz/oY/YewIh4SIr73OrTU3ovXbIMy/loCf+HdivseD9ep
zR0sm/Mn+lDjmonlnyHpiS3WCMlp/6g+fXVf6pfDE40j8o4/jEc0/PqmkBPxMV177S2cezffMAvd
+mqUokzCN0RovwEPSXASthC97j79NdnihXfX7XBn90oQs6HSTMM9jkT+Y3kWeSHC9jszNLtaK0Yt
bAt0kAA0NU3tlI699RamHNywn2wdJOPPqpcs/zrecBBFBVDxB7Jw5YsNL3uZJmSCU5rQI6JmYj8G
VqWzppG9wU30+2Edt/CYwWD+MTd9zpW5MlKgfKdOa0RKs/ruLACrcR2yx2Z/aex2jbJwKdzAoTnh
uYGfAcXatEmu7EkqV+RR2giOm4Sk27aCwauH8DM4g8KFiKe2fGTHfZVma+Nc9EUN2WocNIBWiDNf
bEIk07qo4x39ld+OeKqE9MEnvdNdkDg6r+F1FkBmU44KtwBIeUD8JE6R7dUwazVqBr/OASxJjJzV
I426TaDHbIwexsjwYlVP3RhzsM9z8GDmUIIXzpyCAMzvjHZwuHjnj9s442mV2TVAIPk+4nXFv3Qc
FUsqvws+npc62/6JUUeJrRWnWJqsiUkIDNZIYoAS//br/Ryo6U5qeOdZH3nS2puItjaLwxEvvALd
p4/8Tq8U5ItBqHPf9ELvHibuyvRsI4ddIYHrGXfOcAaTLvr3at09t7pGpIAIL2xpGG/IvVExIG9v
1kN7sNPVxvZFH8VDAGRKk7Y7nga3w+89NHVpPK53gYTI4mTU5UhN0Q96XuV3X9rt16ZmMy27AXDC
I0w96/qruC08EjGEO7AI0GxbXEG7/JD+zm8gMBNAhg3Ug2g7mVlD9k3xyghXq/RafbDPyq7X2yfh
ITKeFGrtOVDIgGntXDqXi+A4JSHGS2rvCfK5l7NnruzIhSwNiK//+ZbZQiv9IKQCowKOjUZTUDKZ
kojlFtcyFkuuDCV2dPYDO8f+UrptpUKJBnUUnFp6DDWSpJZn9AgNUyOInPu+uxR5S9e2ZhfDwPS8
O2Qsjm4dzTHaRaTjZ+AwxmDu0w+VbLd2Tr/pitWl3NuN1dmJ2qLaUYUdLzhTCWAg3N7dytv2icj6
ydjvS8KbH+NIfVui1Z/7A15yXvDZICsgg4oFaN7bfRK4dTo2kYyXhkrb1iPdJeze7ptY8hLhp3WV
B/RF+nkwX52j5RhwAV9hcPEAUC4UPoVmHyZbfyWiX+gpm54tINOYdDiQZZp5I197qpIwGEqHdrLh
2XtB6/CpAiFDaxOS7L/goHgSf7XkL2N8ChXxB4tbmU15aTqvv2EWhVaS6HtcoApOJmUM2pqiKpas
VBi1F63wC6eOsuHJg+bGXxn05Y2eNS66xUXGVw69N6IXUCvaOoG865By6BApBoFIEUIMIucR+8kn
IoA5WYuiEikKpoLQo8f42O6hm6Lvlgtj5Kk8Kf2KZTGJTdlNFKNkms8RLScPg9/kLenKsXkDHr/Z
jFzfQJJLYyRH4Sv5KcvT+MRnJSQHiprPC5oO4HKiQioLnlEB0eTh3/3hLcyUErlSLs9tRkwQmNWK
BsC5H6qHSBJiO48V6P/lsveHl1DzpY0oZTRO65QjY9LWWzXlmU2cp0pAYi5XWprzcQM9hTRmOyMt
0YZJQCUA6HTqlx8stGtYIndd41I06kafCaaqIpPo5prq6eKN8c/S/VIP74IWjZ2g+nfCpwIC4VS6
aAPo1jLCbPyda2ie6fkrCbnFkPfa5vy0UeVqSFFydfy9TP3LMdS9M2dx4IWIjdiSVjbiQs0POwQV
ZDRQY7f/6hhQOwjIhqkL7zT8vd6ah0NkFwAmZeRVOoIB7SPLqVjockwpk1n6ym2xPFoZuU3UVCb6
jtnmkMTAHeQ+ER2x1VvmPGbn6FlEo1BJ2A18ShFAWFQdmv5hWMPGTb88vzQhDPcfy/N+YS/jk3yU
AtHRXvmcRkQoLT7bZ61Vtafz/dNu8QRAbAHucpypEPO4PVDREwqN7z4V8eB+1YZD0wI0sFK9WD7p
rmyItzaSfOADiYWN0jzsQC4CziBff/zrmt6+pcTY2pdvW9k8q6vv38XBATIpcsBU4+00/f3VUc4I
IzNw3ig6uwBm7k/cFLj8WqOr355FbI2MHkNh+u3BMbaODwDg/d9f3uBXBmaRkyL1oazlMKCGtmv5
ABa+Zi1KeiLKeUpORuGcNTLRsn1XrwRtP9HmvbHNrqZCSeCABUxnxuHwfjSB1iJdAbwP2Ab3+2Lz
8LDliX5RQuLpa9fiUvQ0wVz/s2azXdd7YR56PitObQeH4fsd7xEiGmgQ2jzGOyv/fnlLnh62DhAk
Zxs5hH+16f8xP0elMlzOCl2Iobev3P44PQBc/VGhw/FSA/1ohStetHjI4MGGuB/PU4DsZ1Pdj1nF
cQGO1Ahox8NAIVFcG8PTFjw7f9w1Pselub02NptbiHKE3jhISCOIRrRVaPxoc28rbjvdAXPfwdrh
RJnIqcF2eLvn0jbyoJQei0hVmPmONal9/mM3a2+2pRwCnvTIV0A6DjTv8wgU+0KVFJyQQUndb/Oz
ICl4+cmntjtu3lrDf1RL/YEKEXFaJ9Iv98e4FCFO0vaQJIJEKL7gdoix0iRC0fKiE8qfxfAxZE8J
8zGsSWUvAGLxhrgyMxsjI0DlRK4EnF6v06np0/YUAjFVkM8nj/jYDyIhe+YMXu49rUG+C/LKwBwI
o2s6uLsaVBzuD3vRe4ANATqVmxR0Zt6T+3zB8oMiOuw7c4w7S242EMpGB4W8UttfNjTpC2t4NmJ5
b+dX4QtOy1RfcmpdlU3hk3XtNDXayM617/tDEhb9CHUvULJPOo5zVCFEc5k8SWAqMypDIcxlNEeB
xpv3gwnBkAuadv96U3IK6g/n+NtISfQEKs3khK7kQAe1n3P/e5aqGag3gwdp0hkDEmf63qsby00Y
jfN8uJZ+6OgB8ugEZX1avsS7ZC9tfZk2dG3H8ks32bXN2fWsSq7P1FDXxREkIPsB+q2JULe/mHAz
Yn2RvVEX1LAnCtaz/rwy4KUFQNMR4CtAOwE+OzsuqlqcmA5w3jKXPNZMIX5V/UcBNEF9aoD3LOxz
qhYWwi8G3r2WhF+8Y6+tz+5YMWjHTFSHaegHvTxpLwok4cGHFdJvsN/ZK2P9DRLGcYF04IQTRn58
nqEbVbfnmEAWnQTtMPWmsLySpr6iR2GLvnBV70O99r/uG128y6+NzmKgJhjSKkd4i5j9+dU9AMpF
DseKbP52p9PpJdvvBfpAbZs+rx0XC24FzgDgAxC/g2dNnu3iqAjdUK4SyeG/QVLSIc2rg6umZ6z7
A1yI8W7MzHZMJnpxVPc5DgtpzK0xVDGnTBDSwUUF4r6ppWwLoN2IZEEjCHLd+ZPdk6NcGttCcpCL
JBNj6qN1smhJfHIBnnVla0zb7uYixeUGa9gXE8k6MpS3R0E0spDXk7zOAWe8p/sNBtZ0fmOsjOnX
YTuZgUgHJOim63Tej9YhEy+Vnto6/TF64HTBTg5Ii/8FXZcVUOnwUhuiXulae14Z3g8L/a/xXRme
7T0pkMIUjDad48kPbrljLvVGSDaBbwLV2tYfCv8nGahP5T2abjIz8s1P7SMWjQTPcw16IhWBsudj
oQeHwhmaTRS8gJ8i5mm8963SJVWL7oxKrxA2G95Tdsxi2u41hwtf1IT6euKRMj72uSUVtApAB2bn
F7k4lRAohXTowJDQTj8KcKBUmunxeOeKdo42320AEGi4Tzi94/WERqhRkhQIP0k1OgFwFL4m0UM/
de8fCikhaAxCsb1mXsBmgryAaPgH8TOsVlvbp610byqnNb66NTQ3QDFaVVpHQkP/c1VQoQYd8p4D
mR8+RjlLjFH5hvp433WWPQc1KQ6FcEh1zu+NyB9aZVpAzvSPCnJVrkfWqOzWbMxOrzZDcb/MYWMn
Wuh+y3f82p7+dSj/+P8/o5hdQH2fD2rhYZuBrF5PjzWgCs8RXIQUO/fj/oT9xtrMbM1cvhuKVGq5
yRZBs6CU2UJsSOcHl+SEo4XZ7Th60ZKVdsXFKQQEBm9gBG/gzL91jmSQi6pmIxitq8ZsXOhcDVzU
G1m3KRMgjvq6f059do2x6jcudBosihmTFP2kvjKb2CQLEyVtsXRh+M6O6Ffj0Q3zkAbchCeuWCKA
cbK35D8Bv8//ssdS1SErQMRmJZicotJfe+PqM2ZzDtzkkLJp2E3V/tRkUAYvMWTXCFDPKY6JIpj3
F/mnWnrP4GwzhlI2in2N+RYLs/aJpEExIAg3pajXX5kEyS0ICGSgfKPySQ2MZBMpdvbF/W073ccT
22D/cEARZi/3v2p1NWbBe+UHTaYE8eR6WWxHzaPEUf/Ty580mmRE3DSvXbCPMCUpqWQ9YnbBsHJc
/K6zTdcL2BkQ6kG4A8XVW0dM+aRqklzqnEreBTJyxKf0pAm0znDkvkluSnpbSkm8KSRoK6BlJCTa
Ixe89II5qDjZjR7NLxJyuR20oy2hO8jiRlrF2SwdpdM9OBFYIgifZ/8HVMdEPpXxkVAh34Y9FlA+
p+JGri2vt+JgG0nvlXaShMvKAi1d96BAmJgyBIXFy+d2dgS8KitGrnuod+y54LEaezpC2VgoglMo
vPcyC0qfbcmbnBsaDHSlZO29bFaQr/OnAJocoU+golePw+MLz9uZ70aMq1RSgyarV9F6hYeoIVHf
8LC0MgsKTQ0FUm2wITKKpkv3EcgqXT6kgJJIP3/uT8h0PFxto1+fMpsPBpAyoPlH1mEBaxeijkTs
A8DcbrIy5vkbYG6Im52PAigY2oiBoRIMhwH3p3dPapFDr5w3pFIy64QmO6GpQZbzPjTpymkxO51+
GZ8FeV4wtmJWsaxTZ0/Zh5tcRnYbtHbA6VxtysxKcm12FfyyNjn/VZzAsYxaMwOWN0IxR36CUBBk
cyA1Vx6TaK23Y3VeZ9vdjTW2zyS0YaYb1vAqs2DttKE9CHdCtHULqQ0x8VV6jZ/VmrsN8BYgVuBk
cKX8PPivhxiUgwKZX1DfAouuWpBnMUPQaUMtAuhL7nON4WZxlBOlEY4KCO8A5nk7pU3IghQVUHwn
FA0pplJthxtNsIvhhCDSj78rzSpx43Lu1/3tMdeC+VlLXK8s0oZgowF+99bwGBVK6A5oPxMa332W
m6Gzeh4VtSz1eCIk/vA+BG3yzKhCuOFYZbATZkAbXpy9JWP5HXFJZ1WKmJ1jYOGOY8YDt8RKH/kQ
Zvb9L13ayCiEo5NJ4GUR4su3H9onrJ/FLj40qMxJJtznrEwX1FVZqNkB+jMhU6QBBIk8YaVm4Wjb
ulWHcgYIQUsddSIansDSeUrOshH++R/yvqu5UmTd8q909Dt98WbinhMxidveaEvakl4I2SSxCSQk
8OtnUdX3TJXqTGnmvk70Q7daVSQmzWeWkbGAzL0SWuHOidjaimVQrtWoQasM4qbnPPDWMC1AvM4i
5asAc1nCn2fkj/f1eYbUmp4YBu7L0d/tslgNkehYOKKsQ+mTI5HGGJVvfR/1P17H/0Hf69P363f/
/E/8/FrzqYWXlvj04z//Zw+DxeeCPVd/kL59f+7/qD/+uIhnwTrBXrv/XC72r7/8z59/xLX+Hit4
Fs8//RBWgonp3L+308171xfi213grpY/+X/7yz/ev13lduLv//jzte4rsVyNsrr68+9frd/+8Sck
ciAjDfdN29Pgk25YLibPf/w43t9/+PBc4jqHuv2oi/yPdVc8V29fXuj9uRP/+BPJ718e5DX0xfVh
qVlj05Tv//oNqAeowi7COPAp/vOPqm5F+o8/Fd3FX0JHEsxckBJBlcNs6+r++++8v+CQgdKthzoB
tiH3z/+645++2//+jn9UfXmqWSU6PPLn2YNqEa60iFoZ8Dz77FBbuNQ1ZdKk134ztRDG6B7mr1oQ
nzIgsCp/HuLTSSs0Q8B3FEME7h19Hh6K4+BgJBlAb/SHz/H3w/34MMtU/2kp/DzSZ/RG4Th17rkY
qQ7b1ekrAOqve/9yeW/pZaKUi4rJpy2RVn2Vm6lMr9JvYcB1mK9JpN7yA/vi0P5W6f7lOX4YCB//
x3PU1EY34/qYXivIcUBWeYY8SKsR7wVV+QEgUGsjwKBITj2q4/16CtqDEUKW2A7cKIczXR2VXqQ5
4e9f7ufs8vt3/OGuPm00RTZSey6m9NpCjUb4+Sqq372wjwSsPdrn8X54Gk1if8VO/vUg+vTWlxn8
w4mbtoluNg6GVTda0N6O63mXwVDj2t0NW22DSsypG/zMItVm49z+Nx4ZzI6lTQC/K8Djfx5baZTM
NjORXrXXCqS/ltRPtd8/uikxb1sQL495xBDGIXh8+f3Iy4U/z4AfB14irR8e2oOAYqtqy1SbQgfi
US2Z71+/Ojl/DS7wan8c5dPK7IwhhSnVkF5t2JOiH/GoNkQrCdI0DGiCBp4SpvjDV4Dgz1DSbzMJ
BSM02HQLNhXf7uuHpxtYjZhJ89IrVDfbqhMRpdMcStfjhFs6DO+kofpI+8+llYGWNa4N6IGTsrXB
bYGSut8zp4F8eQ9meDrW+0IzD57I8yAfnUumtE9gbqLG4mZhmcAGk2ljDJTNRz056cqpYQCrDQqD
QKQe5FV3nae5C7WZ0+D3n/Bz6/WXp/y0XVRa6kyjqqdXPVaO4gT9sRvmawdKhvvpRXsEdOmL8Psz
8vmXET/tG1VGJzAq5vRqXEzXh88KJN3DMoT4+lFJfffB/cpR/HMP8ZcRP+0JyVS0Q9to6bUJy+dm
BYF4CHmEY1TsVN8BR8YLh9NMiqAMoUmLbBMUKRp6wNblMNNeRJUkdLqKdbcqYvycH5UAdrJfbFzL
WvllLYGXhYYfdm7923f6YbbN7qCmlcA9trt56x3KIHv6/Zf+JlX4eQRXW1q1KrwxgQX/ebVOAhws
s2XsWpLJt2Pwg/f5TX3TvgngKEiDwPBVQtz7zn2ct2kwHcUVflZKyJ7Edur3wo3s9XTSL5CwICgO
X2mQhGMGO1HirJVIu4ynZqU6JHmHjTo0CKw31HpyLTyrQXPq3/JTQoA7306o8pU6oadn+WVr9psG
yO+e8NNcLtJGU0WqpAAR9mG6HlDJhLpo1EDfFSKjaihvVGgpb9KLuwYYb4pmPyGoYEfmi01aP31S
SYJ/w5IkRN8r+Kpd/7lx8m0a/vgBPk38CbYClakl6XWRo5s2aup39/mqj4eVqAMHhqwiHjfaRt2l
G+Pk7b6Uz/xGQv/d+/m0DqqBS3VIMANywnfmJn0sgnlV++1WnnL/1llli8B6kEPMZYNmh79MimbT
+GLT7dOo3Y7n6uX0/Dqei5CBp5P5Dz1Am8ajC52sIB1Jtq+v+k23lSrhe7n9SrjwMxLu+/sDexdx
6IIY/UyFTfWcAembsqsAOL1at3qAxPbVirRgEehyQuzJPLQvc9gf2ZvwxR390nt0mUG/vEGEtRDB
QKSMW/l5DekpVSbXztiV3ev3+rtyY77ZkKTdVGWYzwGA1KBAyy+9kn5JnnACwkr3X6N+Ci7mjgKl
WZXsmkX8aK0Ucup2kP3ZyO1X7cpv/bTfPeCnWKLlDvcSBUOhSC1IuceOkCBXrMLkgI3zK6Lb5zLx
90/6w5N9iiAaw6tzeOWwqxknmzEAm/6QQOFv3I0wWFUO4wtA3I/qGgZYQUvkuruA9xyw6+93xn+/
MH+4i08RhjOVxeyUeGgsSkgc8dUcFy/pMYXvKt2gVBPyPQg52T45qNg749+P/pkx9v0dWAsPGIiH
ReHm5zlVFdWolQneQR9CCTnIjkXAtkWQBgrIufxDPjZBH6A7AjVkGrSQP3R9uFH+/ibQifh3M9tG
3VMHngeGQZ8KgFPvUY4+E7s+rF9K6M49XPYv9xE7AFMUYMbB7QPwm5f1/sUh2w7wUw2dv1AHoDDm
6Pye1ia4xEfdV/1yU5IHO37qSBaV8S32kDS6CXN/tUuDaMF3wWzvhHbqIqf3ck+jS0mOyRqnsB9t
oevSoqlskD3FEB15Ou+daFvHTyAKgWCG5UUiB1KdZqyS8xgUuzHaH4dAhh3ItX5B/HgKTu/R6fHm
NZyOqNvqIQxK0OqHSASBIRXZDoG9OQL49XSbAmj5gaYE2d8/BdDWu4doMXltg8k/7gHvhuTeqia3
BcH4RIsM8hAlayUsv70ALQLyN8BVO1x1Ju/HpwUvcq5hjXo5TORt/zTjEYKtEoQ3R0j07aA4Rax1
EJ039+DhkT2e5w1s9+hu9UYjFzdX+JysoPCe+G8PSXj/lEBBo/ZPFo6vwr+gWQI3rSPe5TI7xu0L
vgeFFmGJZ0ZFh6wtct7DNi3YrwW5jUfyNMVPW/9tDAz8LzAeJ7xe8DsDnOUe7ryLj8Cfeoi5PBDd
/HjGE+Z7QW5sfNXpZOMqCxsd6y7C9QUBfRk93eU/XlE9CmOX+OPGADMn3ByWHvn6FI3kcQWK8cXw
48Ffd+SEfjLm7e56uGwL/0BOUO9m/m618SCE2gThZrcJb3YgZ3jBQ0O2q55c2nCN0hQG8RFpET/B
9Pp4BrrYR0S6KP/EjyYxMeNONAQknWB73/fkADXVFTzM8XF14IIOF52swpS8zZGFF2psXtMglpGy
MTYLIYMc7qYgB6QHQLIytvHiwhv8C4bZdPl2GbmHckuAdjZan5zs3mECCWOTZBtuNH+5s/fajwJ1
YXL79vGww0C4T5/7+yMLwo8w2MTvS6ATHt72vb/pQ4/cYUNTiTyFVRi/z362asJ9vzlPPjTyhmgI
tEgEq5ys9gbuX9/cY3VPmFb74+0QRJM/hW1wd78/WuRh5WBFDIEbq3G4Wnyo7/fbM+48DxCRhdBE
Qu1u24fH+zwgdfBhkMvDG2bysowc8lEG4eru3g9Pm0V49hA/4vWV5ON+9SAJ3u4UZIdnkFZccoDA
5SNkO8JNKM5TsMgfDKGCamVKsm1CcLbjH6iuIoiLVnjZfJMCAIurLtfroctkQeAMN3QX3uHuQO9P
/Mv54QWqVCOUB/B6CVZe1JF2fXuv4ovZ8QLch55mcacSUBEO7abyN93q9xuc+W9P7h/2t089Bl1x
bQbtfXZ1sL08KNuHOXjZd5g19/hSWLDQVN2b/oKzrf2X21igJ/mKskGzvrpkt8SuQ9hEhn/570WF
nmsgxdXBG/5MkORZolmK0jJUDr71CJifxHxNczQlskigACWP9sqtSRXCdQoT7vfv5XNL9Pvp88Pw
n05gL/VS26y6JSbUz0/1YVw72AchrmsckpV9tCO+yY9f6W38u2QHhXTIQRgLRezzM6tpDuKGIdm1
axkPUys5eXqGZENrniv040g189qnY+t8VeX7d7MAfpNQ9kI+b9nupxyoLN1aagoGhnzZWv1wP8xH
+aA/ICPhe+ek3P6txfz/WQV6gdP9nwvOaJWzgT3/WGle/sL3wrJiOX8BuwrD2YVbCm2eJTn/XllW
bO8vCDrbUCWByAwavkul4L9Ky/gVLBPAbkNHA9IAAFH8UFrW/0IlGoQ/RMTo0C5/7/+htoz0+uf4
GlVv8NtUwwAxE11nC041P0dgLoSsdYl+dIhizUjDxJ7r0vYzve2HfUWZLm+VRWp04xQSXC50cuw5
aGvNnF6sSZgv8DtKnCehiQykK09RhA8jgWmBBJvU6H0YweUWEbVS3YjaS1mkcp6jaCUyz6JknEe0
12vYk2rHpnAF0q6RSxhEtoYFoy0VyEzul4aTyttK4xYCctlUq2RordoAGtiaR7AdYa/ThWJopvy+
qJsmX5tN3SKvbR35IUsunjLYujiRK6qCsMmxw0rmWZB47DCqxnjb9mXlJ2nthCyrj0pvdmFe9hJ/
lKGn1tevUIuwgm5okabS6UUFV247j8qGqjTxU2dQSYr+GUwk0T/ljFeEl5oJFKKyhVIC3+a51fkw
HxaRZvNkPQ3e1uqs4mjkFbWD1DHAIjLP3TSzIG85wGyTpOFQiOEAmXrIiQMvG9ROek5KaQOV2h6s
fkzXIp3aSz9wO3QH6q6hIqj72mSJyLDEe1VqY6A1zpHaVrtuBmUDoaYPTZnOhgXDAaumStSO7K7o
B4iaDnSOHPT8zlqhv3hZZvrQFjXhG8ebO16yNsz1sgozNX8BC++pGmuDYF7Wsa3Or4adKkfV6Hmo
M1gnme2MNMZFuqDXbLjkXv8wYRHccI5HbV2lJ0VFk7tcn/InhhmwYtzmodLZUPluXQkL8RJmaq4j
+/EWJcFUfZNzk9/rg8pQm5HQWrg00ONe216ZGJtuGITxlgwFTGTaGuozfmeUltQPGYNPa8SZJUSc
Kba64zq4AqFX0CbdAEXpXJQR7L5CQA9vKLJAMxumycAYNKgS7V3gke2TMwnPrUO30yBQ+MFVCl/E
HQVAw9NPqUkVSVEYE6rGINxkcdjszc7QxED8oRlg0rm/oSqvp61bq5A0pEqrXSTqps/O7Li+IuZx
1WdpcwaT3zsPsmtXDFwDXxtt6EoOIgHmkQn7AdPWgFEOVKZrJHDoE6qlWKV52+zbJOMfBjUEnBqr
uvFtHHUbCdfGQ09zp+vCGmKZSnffgcAGXbYsT/x8qHT0GyU7aKNxok5tBI0NxKJwlYERr4SIYJAn
GWaxK0G83JbYL9yNrhUTd+KuUcZ51U0O6HZ0VLZSK9SV6wnYUiaWARFQZQq9VEc2xJKm23W8oS0M
hNpMBf5yTICrqPPJe/Hg8bEqrIH3vkwTAQdsSpNVn8B6Fcped2lbW0+KhPuNWw4QTOJSkdHU8/Rk
1vYUO4qihZ6ieVHtVmpkNnBLl8jcfDdxbQKuKQzKavYwc0uB/2XVrDVpKUGbNTPJ0aMgXsXyM4OK
+qYzS9fMCTWNzD12TGfbNuHVmtMWC9ZqR+KqrYxcarYPdTkp21pII5C1cPfuLLNnShloACOmPYri
eBkGRUHcWv7InELRWppF7ObSjbtOS8Gtbx22dVtAEdS6dWNXV7p1AX8kHy4JM+kYh+347LmHujKN
oPYydQVz0EXSRypbtCRBcLFU4Xc07UjXtYDfzBlMZMfmomKdkG9D5mJqLuaUuET1vt2Vd09R9UW2
NXjMDvA5MC4T7cO3LwihSnVVjzPsl/TlCoot39uxBRwDOol5rbDtKE1l00Jydk3Tarx1J7wS7L3J
UQij8zUHSmxpy1EZGYSIOtPG8zVSRlKtvdha7KRRSDHWrGUQ9h8n/Qijdxm6BWYP48Bv8dF+dJMp
e/42fg3Juqt07CLOO/wJtaHe4ds7rGk93qpjKdYuBO3GPS0stJiw9N5oZ7n7ykiNtzET6rkrnOy5
cwroTMLP4znvjfahqpL5ZYRuXFA6tNeJO0zY+sbOfsw1ZVwLqni3TjcOl3aulHvGgbwrcngyZXDe
IU1RuTupLYQa3ZUfTCp0n3eus/W02fO1tvK4ewVv1YNRDYcui5ov7xjanFjqc10MG2O0eZb6OXg0
kGNG7KuniGl5LzbQ0gOujDtWvlaqOr/tmGVsRrQhYiHtY1KrF9HkN5NdrUawsOEbKBEiyhi2WevK
6SO9n1a9Ybxw1619NaNm4NKu2qjO4s7H3aM0Gkx0Vzu5dL4ODM5vRt60PrfNPJpLrYtnuG0H5tBj
Mk3zFLFWtMSDBFxk9hYPk9o10M2ZXYggMRpS5qmkdFNz28FbNkaRHinLwAzfrhyNONSiq9bGFO+k
XWpwUwZmu9F0f+xRX0/kdA+JZob3X9/mevLUt8mr1cAqSauUi9bK5oCzxAOifapWmqaXYdZLzG4H
W3E/p2hLzG6xQtPIvgOIaAz0dO4eFnmT0BkcZduyQYm7Ok1BwUb3yO7SteYBc+NMpvsxql00T85K
1QZSToXEkcXmmw6stK3SjnGXGHBZt42AAwZ71HPF2XNrTANXguHXOczdTkWl+nmORKi0UVjl6V1S
UbQ0ZYIEsuk2jciujZhjbusjsYvBjoVroGSs5a9AlU4EKnuwJaj19kOo4L7DYUgNPCh1k5Zp6Kxr
02rulSbsLacMVW+sAogf+oop3Yia9dqcBj2YMrvY0YJbDYqqY1BX0g2rAhIA8L5SNoM6j0RtgXqv
lSxWxskOe42vhbfs1XXqCzpVz9nERhyKwjhLiCnEVA4giSeNdyot0dxonS3RwivUAPQC91K3jh7T
ajJWeZmMaEwVDO7vZceCDqBOFOccs1oNUA88J9RYIxp0s4B5Ul/nhQkUWQrx28PclcXRK7Qywl49
pOgnKeq5dZP22k6QxyftwPq1yxwvQECKChWtcYzYky42jpe8IS2aDomuyb1aicKvc1MLXM7LM1PB
65+bhq41HNJhUrZJgSPPhkqL2Rtx6+SYr+aQHhK1aqJWzdrbkudA+UqlroPebuanyquU2OmtNhit
tvPnmcr1MJT2ZjKyIWJjA7hr6cIgoOq0rWFnzkpiv3ob+5pjSmbKMYPQAKYpzXea185g1lfaerDN
pac/ytHnqeKVwQwzEz+1PWMKoCAKseSUOfpMMsGngDJFjkS3U2/HZodCwtLpESvWfF+zug2yPC+i
etIVUo1qe6kky/3JQMRouxP1ee5MT4MO6des0AEcpq0DRxbVkIFjDZBoHGX6DtgxpMCrPoubJi1s
iPtYmBQT+sQCmFvoLFAeJLOcTlzq3pkn3RJCj1Fn58pB1jJ5xYXzkydFAbYX9v9BFfPdME6xDR4N
sZmSrWfpbQw5QQUun6Z3qpf2m8sdNVZsB6o8NA9YbpgrliUdsZIEcDQtkzgQbYcF6WKpxBnOJDdL
PjwUnEMbaBCCM/kBUOlur7WsPpt55UFMtb5vWJuHPFXHTdXm6a2HkDFAq5qt7Roy7oZAACqmHsCu
CRdyneoDJ/rNrEMONsFRRqDJdBi8/iZRoYQq9WzCIoLo26ptcZokXlqezckF1FkZsas1o3MtPHGb
IbTfUKt7gwToq1rYiL0sxQiqnEPaT2o4zKg+2wLbZQURWj17sWWGThnNnp1ixuk3A0at9c2xxRoj
OazcyGT1OGm5CcM7EwcndW2d2Lla+GqiorIknH1ZVfoOuUgZV+Oc+aNapPcAtmlo9UPhf0shx+3X
nAqEyrrvIfpGxx/mWGOFfbRFbkeoUvGIqfqzmxV4vkytnsUyIxDEbyYOrQ0lrb1VYjJ+Hito9PZa
0WzLNK/wmfQkaAtv2PTqiPqkOl2myrVXZtOohIGsDH9pCa3IwjxA8eHZLbq7rDL1SHXyOZxED+ud
3Fairkls2HlARSCCscCN4iCmBGRp+ajvBlgphDV2f6K1HEO4oL/LTkGg27SQ3eFVTgBwqC566vTn
QamAA9eZDaUsBZoHkN/NMNn6BGwWrvAAAZYdSURLZOJzA7ZPa8aek7b+WHivQ6/nPiCtlW9COB3K
qXqyHnDUrQpDuc1rYw3Rn2aTmFJdCYPZxyFv9oqpzbGSlnQDdgvE8OrKwy6SovROPVR+lBZMor6b
Y5itA0yiavBnA/6LrilkIeBSloCqx2b1JkkN5SoFqAxDMp6nqn8GUqGAgDrwGcLkN51iZLfU1PV4
MFvjEXlVF42u+tagE7HxDIm90GmO6qgcZ7U+gDARSxeRVgVaqs95Vq1zu5zWWm20BBP3JR/ZTsV7
vSbArRGE6/iOGsy0CuZtchsYjDbpNB/GRVNgFV0RDnqRx5bQdaDHC27upCmqG2m6IgJypgFHbkGT
6LkaDd4Mg65iTkKzot52SCjCM+UJqib93vEGVNNLZXhPwK67N5hWBm4JI3pTkdYK+xfFYcmTe+DX
qkPBVBnPtpXsUW3CEZa4aiBHGO0aDDFPgpdpq5KepGNUwTx11pHVKZwv7RoC6UDIyb0lIBNawVkC
PgM6eDhlLw4ZNmc/VYyRzFPZHJg+lXHLR5CvNGTxfqrOb5XpzWCLpsN5nAolHpc8FMEKVM9NYSHx
bvoXMzVHhG/6FBSaPaGTU0JUYVTESwrAywJnYf4EqF9sM6vf1VjYMufaozXL0rfcTNswqzEx/yfE
OsJ8mGRB/SYbczJhz75WitPGskmc2wKuzGc6CHOXeRzFhVEqCMy92R/oRLesys9DMyuECtuIKr24
uixFldPkVsAHF5x80QxrObgdcdMGspPUZk1kT0Cl4+lY2HT1wVw0pUlvSOsyZ+Zja5ugy9o53Gl7
bnqnqqrmkHl691LbpelXGeBQiNASGPBAmzroeygJJ9LuySxh9m0JRd1WdpZAbRg5FKIN72waxXDp
XJ0iZ88yPeC1Md2kNdUgLEfhhFRZKeK/rN8hRRUhxKyd9ZBqXdC3Mr+tvbK+gXAzjgET++y+MYp5
VRai3cLdOT/0iTu8TSOck4yy0VdOXtAL1LJRAJ/dKhxrU3kQhj2uaq9fNLUrfiyVvAHyyeRg3ykp
JzTPxkhrsLkI00rvuzQ7p2q9N5H8QzjiqbB4d+einOXnulNEXCJ2rbykiefRumNNYYW5NZUPjV40
u5xylxgaqqINd4odJPvytabNz60+8DArkinuW2vemVb1rnqDtqUynXeJ1CXRzH5cGfkoEE30KOy7
WHJeRruVWcEAw4LWEOEJfa1HA+r3WfIyNNAyLdpy3yL96uauPrbOWJ1hBWl/JLZbEIPSficQ8Z2V
NmGxw/oZwqsD5U9VZRU7vDoWOIVrxs6ke4Gqpt3ZQTB+6pFsoUieqFuOooMPpG0BK9emtwPFxmJZ
3lFCIP2sa7ihuXKwIDwtUFPbCua0mRiZsia7kWk3rgZWObFENc/3LMDDvcpRfK9tlAePJ6avWnMa
1M3CUZDF6NOUAklhpc2GIxyKOo4aI8l0CeChZemYhMZoES1vBuAjJ32IayMDuEQkzSHP+uQwejkM
1dKpDCqozzzVE26qG2gGWqfa2CsoOpU3M8LqsEo15c4WSE/SdhRBrzt5XC1VApX2aqRkOG2nXF17
jSpWuK907Y0oJqHWUOzNoWhjagr2UcwMkGGHa5GEpDtAZmUXD3Cgf+w4Nh+Vem1BsPGZr7beGDCg
nN1n16rzMONVv5ot4a5sCERGE8o2D4XaT2HGTArwXS+0N69Xq3vhcjD6NNaDssRd9djMmfpaeeCZ
WQOIu0I45nuPclJAc3gVAF43kn7KqsgDbt/XE0xKLx35PUpQyUtfZTUsqoTwofpb7ygH/Z7KSr4y
r78a1MwPkrJm1YsOgY3ljfXTNI7mjT6qkphjNj66jAtsIab7MrA53XJFHVY5Dm446cnJvuksJbsM
XYJNuG64L8sl0a4mZVOPUMLtmhSibhyHUJ0iaya0rFTIZNYaBLNy6NnzrGcv4OMU7XLsUJsMepmd
RDujjTUYGSeQNAeBt2udg2Er+bSVs8d4nNoGvHFKO1R0kQcmdzq4Y6QMh06mDdte8Zq1mcC3Geug
8Y7VmDk3qLble43n9LnQG2hWFgBnkFbOrT+k7nAtNaoGALh5ry1qbrcmtZMtRMqUoJgUyPZ6VG5q
xrjfQwcMsZ6ivPe8LomuslPX0OGkl864qZMS9bO8ZnGiNdgb83kPfgGNB9Qbd5mTJ2cFnw1B6eSd
9BG83xxEB3/qC77niZpssLeWhzTXjLC0mvGI5SGIM1Hx5iEQ4jV9MXTvRbHUi4ni6k6pqqvQkgsz
ZsRDgzoEkEEfAwfTxE3Bdy773ocH5JPdZ2FRgO0EP0u6RXGxuBUQkUMUpAdq7tzZEm7u0OlwfHWi
EbT4Ab0xVSPQsBpCY9IDC4EsUXhK/bTQ0a4cs2gBH4LtPGCL5xIB5sQ3Q03FpVVcTJsu3w8p1bHd
FXM0ZJX0Uxi6bRpDB4lCQJ2u6h/qxgOiwerDrhqiGtkoWC3qsNc0VBCTpFxhgcO2T1MgJC+EHswo
cm8dtXJWo1ZwvHiJcM1waUC91PH1TGRrCOSL1TR2sCltpyJQvXxTt4nYI01CT0wbzZfBybIgpTj5
Wa+fjbqRq8ZTInMwmK8zAwTndjbfbZW3FzvvlHDOTZRmDSRS81RkvtFq9kqmo0sUkeW+nYLUhdwK
QACnz/ey8lB7LQX8dRurQhaZZQ+9Cn8tJzXVU5YJZc8aBcrQ2dybIY4U7wggSxp6bLgtWQGOVuck
BLSakjRCgMELQbmosZP0PAhUD1TpKEFndPsZGntYLCjf9n0LW7jOrvcVakmR00rkUQaS7LbGu3dV
y29tDR37b0+G6XA7VtONVyFUZkNuEsSdiPqapiVLZqV7KTqz0Nn3mTVukl5Hl9mp+EFm9Vqvsyvv
6H7gyhsfMiVQmD6E6uSwg0q7szoBRzM4YvKpmjirGV4IgUpdRH+W++LaXYtspXpAiafxB2izIYly
0/VkUNfnyRK3l3pUgzdM5r4MFXA9zwM3MAFkiZK0AWwI0gk/m5XGL5RBITnEhV0ySveYYnH7ps5Z
OGR5uXZLZydEF3V6/SAn1SJT4SANhp5dbqJDmrE6RPqQEBvtoagx5y6ycrtBd2NWAzQn9mZW345W
hvOtRU22Muxd5eUQbGzRMahS6No2hjOGczmyMHN5ZBcmqnspR6M7GXWit7lx6yjdIwBAyD3Qpvap
4ow4MdVtUue9n02uDMrU7bamC0Lo5DEUt2o1Krn6kLkGxAKNfFjZvXdb2wi5GmGMe4D0utxHLhp7
Bjc23OpvHJujOzIWw6FAZRxgB1vhoVePDJ73U+Tpw9OQehcrQUkkq7MYO30f5EJPsPdyd92POSTl
vTmLmfc6g9+N+l2FArTq3SKOvFI2HpFo1ITCJOzC+uptQj/n8L+YO6/lRpIki/7K/kCOpRavqaAI
6lJ8SSvVqbXOr9+TnLYdAsQQVv20M9ZVLIKEIyIjPDzc772eSobo96JRHFVB+mUEBommyhVj4C5N
V22seim2I8yxvWJOG05MUNw9S8KQ4nEzr9cAKyv8TK1+oe+4i0q6Q9SB6pap+LgEarlPwjy5gT3u
hJaUuLJVfNfNiPxWzr1HigdKW4Ha7lIFBd054PgA8F3cLEmy55YU7kdDrDayIP1EUfE5TOPvQxxL
+7ASpG06Jtk2tzIqSQSsh7ALtY1CqHYj6mkDAJnuPm1pDd6sL9bdrMi/lHzInlJRnnalUM+OhpDw
g2LWkAGKqHTDqI8cLu/NQ7jI86Yo+m/xxDFyM4ajG0fPuPRxl+VjZStZP2/knMLOoJfhSzVVktuX
BUtcbBOHuGvXjdAa5kBI3FYbNoASd9m4fMt76aYNe1SDpmltt7TP0v6u7FmAsRakvpQl3+ZSfWC+
d5MCRbBYl2fKMTfXokfWddOm8dPUBoi/UPqr+yK4jyN+aOjzQ1O3syu01SOVNjRxGr+Xo12lmW4u
y+Ci6sCj8xKfsK66gxoADO2j+96SPgshW72admmqRLwKBDmbwBcK0o82px8gu2FgaWzGPjlWormD
7PQEmRKBDDXfTy24P/Si4R3Yi5XK91NSSjb1NXDBZChdhCgRiW4t7pO1/jlqiq9a0hH+FtW3ehLu
tTRyVKl9UusILM8i7UYqkRG3RY86b/VVXJLbKJhsIe9cjih3yqpPYtRD1qksH+nOW0WqAPvPs7zr
aWN4GwbltuziwGnMWPXifGULzNS6ZCF2x3D6sdB6Yy80ZrofhJEGyV3wVVsjC00ggtIzSK59OdpV
H7ZeNk/f8gjRzmkJjjLXFm1Yu8rXAb6BfZRZUBaq0roLKSD4Zm3sQzOyDnUrxdzwlML4QkJMs7kW
0hQ36MY7Otkf6oU4Tueq6eV6F/ukGqqvajN395OhJnshieOjJSwVmQQDCZEcFkem6BvyLPEuguzt
d3I2sHONvvqs1sn4A5RObbcTeRcWeZF9j3WN2zpxtRrg8ytlFjyxbSr6lec09Uh/6foA+BBuIAUZ
sXcnawkH4i9qurnYUs8j9RTR/sRTeDIQJxOvsBROb0ITNZBco208DSVoOySbEQ/GU2yK6XYwpoGe
Sv1PNU3JPFCkImdh931MZymOi7woSar3hVvTkRCnoWl7ecwfpVwfKGnQabGfP6tBsUcDmW4coniv
03Hdk42KHhxB/TmL+vtxkD9RCk1RAKD+L0DgcWspbHbF0sxurZk/m7CWuJiL4MMTvXzuy8HYm2ry
2C36zgwsxe9rJXCUSZrtXl0e5GqpPLoUlvtmWFADnYG8F9K3oTPpQ1pXiaORnG9VMX3QeKKGkep2
HmsErqGxmSmM2iYJWiWy6EST0dVqMoNb9MAfjYKkRWsMVPijtYnssh0iVFyCMPDLHhEAU3rphylz
1s7M3lCha9Ek3eew7H9aYufWgUUpRde8QQ1j1rFyH/Vj5ZdZSykoE3/qaZxvBR0AuWpQnzPSyCB0
kL3BXAC9Ztmh6QY37Ed9VxrJN6GkGJFm6LF33W0jjMpGBfHvL239aAYSV27tsdON5i6cjMltgkm/
aUoV6GxHenvIOZVxn8reLAwaWIWlSw062ndDrPqLVJdbKyVsp3xOMj3gEmroZe4gCfRZspL2tqhS
7Rh18aEt2t4zinArBdNdorIMxfWgCbhgNEmKLk/rUbmM7SFFrnTRqeCmcnI3ihCXYLjLdmLMtMiO
49TvKdh7kUqgkJoyaMNyjneZSdIaESnDFbgW2EE23GiZ+jQsg+5N2vhQKyBGREP83LaJaGthpfJH
Ge3iQf6uTKQxyvzYhYDRZ7nIjmKoAvBXrMyRVC4qxqxwu8kFoyCLy8VupbYk5D2Vz4NSTRnkzLCS
lN+LXAW1G9RU722YdOWwU8reSA/TtOizXdVtphypyUqNI2lD2uxaU5Ckm7pqIqEiVVFTiWpCQUh8
rbVGZORrtfmeVFFGnr5rF/SJpHF6aEklVXR7GsmT8eKoHTvun6WXmfoc3XO+B81dI5TzX0s6mY1H
qb0iX58j1rDNc62B0BYUAxTviVJJ6eRhXUJL0RpBugH9QUCoz0b0ra7GULntNNWoHmWKYkTTrPs0
vpm0uOwfhyawCFxDuU7cHoxSsS/CyOp9i3I3yXvN6nWnQuJQ3JS62FBrTpcSSZCQ3Ot8O04BgwuC
kpQWAtdt5yZmwm3BthBCjie76cZJ/VrUI1IG1iwtCmHNpEqdR9yjm3cx4AnW8Yj0tS0J5uyOUkJT
GSk3rXvQFOYt7bl+TLV2bzaogajDoDs0FYk3XdqOjzDhwYIkVb1tg4AuziPta1/yZKzuhVQY6CdR
dAtYUpGz1BELydwB9HhcBkN7zsP0a9gYvp5EJMClwJHzfvDDVLk3x/yXEvSuAAInt5O5UR8onJf7
UDAruuxOQ798VuPeNP8amkZe7Q/6wSraT2PV6TiYyBfC4Gek9tImz4wNrdo31UAM3GQ3s4aQQ5Ag
KpUnJU0X9GihCBOTdTRkn+IFxKqBF4ukW3ZSXmZuU1vAfgwUeepF21bNVB6CTubyRth7GHOEhnN6
AB1yLYpcY52kgl4npL6bTSMo5a6drHkzKtWPQjBvI9nKuSPV+7EixuN2NOHglnpiW2qRJ4T4UV2u
VooeO2Skv9CnoDXwx5OsHzOaxLtkL2egDAng76FRv8xTD05xXL5UXfqrJOhwu6nZ0Jc52BpVDZu9
swqaa2rJl6Kyfsmzmez6sr9FfzvdlMP4HE3xdBjIfD3UNe3otNFo/CQWX9Dajpw4ajllFIF8dAPV
z0+4oBV2NCTld8PkQmsti69O1MmnqN0FXTR5Bdg1LlU1hYh63lO0U7aGxSFozXLl0Xhj3mRhphMl
GF/7KOGmXLTTQygFCM9oOeI7MtLSXGBDKH+GdTSN5lEtzOoZ9ZrUTvpFfwDTZ23HOjRciiv1z2DM
UnuMLehxNT2YQqWVtoiMVYemablLJFRqo0YOEbagSME5K8DJrwsa40nkXU3zEAOm+VVTOCC5v3hK
MY7LnSnPolOklmYHmiDbY5B+S3Xun23M0VbKyRPKgJOTm5PpUYZ9WqY8P1ppQFnXqokGjb4Dc5wn
0+dSVXKCGTBSewre/QzSgrm3SYvOKA6Z1vIdeJj8I7MyrXzoLC6HMll9yS8yaQItMJdJ63diJO61
JK9+LINFPtAeGOiNmuULOPtM/ZKii0+Fsaw+gWzTDoAee0dQKHD2S7NfVpdld22QHlWzKiiHFXSO
pelOLZJzqayqdcc1uJFaYdkScySfk7SKwDxF415ug2mPAyOwNoMsdZqKdeAVQTNGTtNLRF1tMVaw
ixF9SGyl6yfzF5e+AmJGr1meOQXFTUPTrVKtx/0UluqjoOnt3uxz2Z0iQb+38gnGm64lt90cFY9R
VfyUm1A+sokLJ80z4aFM8wfZMKtd0wjqE2WRDanj31qDKKPQJDf6oOEKF1V9qHqpH9xYCgR30cMk
AAMULd3B1MMXJSs/UXns3TmGh1WLwi4JuCLLcfw4pRTy1JncFOfw1qwV4XdRgzEoLcNp53KTyEXp
TPUy7vAQvqaBIzLZJF4uJHPPIk9pj6cFEieznh5DQ3waLGp7YiZtqHxVNOYaD5XayTtZEaCDiJbs
DPHoL2bK3I9jG98bojoQzhfUI7vIgACYI9oDQOCTXHXGbajnBnqGTYt6XNJADDXlbidF6UxvGLn5
tCTpZ8WkmdPY17+4AHWPQPBAOZTjU4TbXcBdTdNvun88kyCK/Z56C5X6xxDhDydoLIP4e3wmBE3s
XMRP1H06+mlffVms3CI9m437oBV5NFJHTXzUi/V2MTajCBRnnqwuuQk1TYPoPBqflFRXj9moZT5A
hngzWbKXgAOarXzx1lQ+tslvmclCHrzXSy8HX9vdGFFdqL4sCT960dQ98kTmTp5i8dbsZ5VdxwoL
6ITzPDYm0DQlFO020eifCTpgtPVu7hxpSaXbpexe6As6HvtUSjdZ0s5e1ofqgWJke6tMtWoPYvGr
YD26VR+nh7oBtkr7j/C3HsUghWpv7CafjP7NLLPTrPppHErgbBQttnk93BiC4UrWEG1zBUCH0i0S
wXgRO6Uixix1uSX+sYBm6KVfU2hoQf5Qet9bvbTtKcnJcwePt4WY2ICIaBPpyQq7WyOvbnKElMmM
lYNf5SEAW7XRaFGnGr0XLlYFW78RgO8kSF2BVHKboqaaGo6Sq0e0zqpjM9i2jVptexJvjBfgV2zN
n3OpQ4nRiEjnM0tpG9NaIUngQUzJo9AKn4UunalvQRm3tCmw6RGxcNRr92U+pIes0KhpUTGPg7w9
COlY+IBBt5TqJjeSCMnLkkSlkor0W0jNb1kkJmRQhJ+KND8tVS87Hel3L22Gm3FMBF8YNPo6zgvX
Q/ow/V6Tz7txMX5LSbfyrPWh81JCBXuUlmVXMFnHAK0IbiCv4O8/grwf459N2ZZ/dad6Kq8o7f+I
rdwNv5sOTZb/OX6v2v/xycqgylIW57+zWv6/X/r/IcmyagV8AIhvvlNJeYuHX3/+bzw8mik0waIP
9yrFL9JtALLh33h4Q/kXRAza174KphjW+tLfeHjtX2t/G1q+oOlkUWfX4WVSaX9VWlGUf6G5hBKr
CEIKWrdl/AkcfmWw/ocAqgFeUpBsgY1orJ0XqIKdYuEVISwSOWxmksFdBvwj6rpmQ7WUfFdIWNP5
b2bm/t9v/N/FUFZzCM5Q0QBSqKhA3M74ppVgBH3aqfDu03bWfk1IFy0ZuYWYEyhUgRn9/NjeKc3x
1R5t0DjsDYlNoK3z+FaygmaDKUl24r9aEMHjG4r+XMf6tZ6nBIKn02iANhcNav0K57Gu05Ty1A7f
krjCSQ+H3Z1/t3V934ZIePR91/WPDv8+uvzpug7EL9dxjwd/Z+/4meORf+5dl9e27p7X6Aux/orr
73Z37pZXj/zyjh91nB3v5m9s3pK3X3/ERyf7uHv273Y73s3m7Wxvfdnf+c4LP8JHsJ31O3zNPzy4
a1tni11+lne839zx9gfX5a1e+M7Osz2Pd/zqHu3d7tneebSp4Fue49Gwav0xj9/n/dY3c2744shI
+ESPq/nN1tl/hkPGj3r7HZy+W8fla0a9hUvGL/LpfG974zj+7uivH5TPtuE3H53vvOuWH93fPm23
T+s0MVHrb6N9SnsAzD45fPvjhXFGRdbOn9irUu8bAYY8aciOJNLD0b972fnPDMpzvjvbPe3HPrZ0
Jm/+3tLZFuu4FMkda8N34cXdhfad7X27dcRrXRxeNU3fbOV3IzojO7V1W0XGaodH9HX3+Mhzdphv
Hsn2cHQPjnNN2eOUR/N+YCv76s0UBlJXJwsGj+7LM6uF53Rl5hRYP2+907shrdvujYVWroxgiLHw
cPAP64L2j6//5++7F5+9ccdaPb4c/ZfjXW2zcY4vLzxL+2bDwkKoerfZbLzN5sa+ZYXtncOW5fzt
5uZ1Od7Yzu2W583OY1u4zsPBsdmf3v7BORxYffvtFU7i1YVwpiagisi1kTR4cL+6z+wbZuzaqtbO
3Pm7CVsn9M2ELXhycCr4If/lLvTYlmz3u3XDM22P/G9nb/hq3dWhzQj3f9EqbbT/crfb7V+j/fB0
bYm8tjD8aFGeOeAcNENC6uEBL/V85zt/bSE6+xt/nfSjj49zn46rm+TB8CA8Gx/orP907/xn93n3
eHS/lvi2jf318MPnDRjK3cbePN8PTJ+LF3ncbVh33p51Xtne7ffE3j/xqF2XXi0PLIgXKLneLZ7E
d+2t6z3gh/bH1cF8vFRflQc/GucZrxJM8qRIrFQc9hHuuOsPNp/728a3H//tmRkeTvTguAefD+Hh
dz/+BMqZrMH77Xh2Bi3GPM7jOtVfce9HZuG4+jV44neuc9jt8NbbF3YLzhqPzymx8bwa9+r7zDlH
z3Y9BdyvPBz/xd3d3eGwWTd3j/RD+MIq8nkmnBLenl34Fa+9t1992W6zu9s9/t6F9u/H9U1/PN+9
xPbzYv8I7R3ODj9098g/f/9mNeLzt1C28bH8/bB98p62fzm4/O2T/cwpMtk2fSfYql9ubm+/3O63
3qfdfvvr6YGTwnngOHA878m1v99wEG0fDu4TWxR++P4Gn013UU4oZvV1mhn5X0w3hysWOVu2R87l
48HZesj+r0fZwf38xLdXp/DkHh6+fmUhOr+uPJGPvRc93083o0khRzA4YjglD/zH2t0cXY48tr7t
uPt/H3LOlXUgvYrm/veliFL5qdl0MIyhxCw2mY7jHfufrbZaXU/v2mYX2T/Wsx53yb7Y2fwg3sF/
XE9lHjQPnq8e+YWdfUtA4PPV+ru73eaWv7dPTJq7dx5eAxumlW43fMPlxGeIr+HCdr9nQ65L3V/X
4J2/utPI3rKEmH68tQ873Tmsj9Hdfj0S6bjbO5ff+fgBrKfDfyZiVUJV4Y1KJAhow4no/vr6G2c4
LIsVin0BqFAW6DbYVcPKPOy8j62cPuW/razKwSphn0wf11MrZdBWgankrR0UieUFvUBLw2LKXsKJ
ogawC+FKo6r3o4JCI4oiDdpUU+WCcGovkxYD/BOyb0AzVD82x8mPskH697WOu9VlCcZLVmjIAlkX
jSqI22ejknozJisSALpQI/mLGNf5rqumxf3TuYOIa9H4lksI4fl52NzUpMvoTYg4ORqGhhOB6+ph
j2lab5fWXJKfqcfo+WObp0fk+rzoGAwaz0Qwl7v9eRclq1DqKh/QlSzrQt6LAsrbQ5smR7GHd/rH
prj5cc+xIBpzRTibRLnKSQT2gDMgSFWkFosFjmZfOW2SZ1eo7u9XIaRqLlewmREM5WZ4uiq0Si9M
ocipocctOeg40bfk/robFcLR3diUxvbjoV1YH2/tGWe+DXWxpdQH7JHvWaptLgWV4CWDHl+xc+Fp
6cijoWJG+xhuz2dTGOTmMscleWZK7xGSismSzKDQ++VFCYdrOgWXJlEzIKKL3MtNZANOJ5H8sm62
K3MinOXU7YdGvo10HQYR7XJcfTLVKw7q4uCQgqDCt5Liz8XhBxVccBdDmpGyntKelche3MmGjUL2
NcWfS6YQgQPPgxQCscLZoSAJmpYKE1KKcyNmLjV4/bZN6E5g5WFzZYOtId2p2117qv/H1Nk9ZFiM
qmklRkV+6i6KjJB6ylx/NiRlxeKn9Wcyjl//fDW+NXnmEwcVpbAxlZjISKTOD2LMRw/4mnjipTWv
o9tkoriqiO+a17ZWFTWLEAFKAJR6n5ZU2QVaut/9g7GsvZJoIaRqxrlebKAF4EhWYEbZAv1UplL3
46HUNx9bubTUdSqHJKXoDo1Sw+lSJ0MNV7WGoCY0lqI7JiLS+0zPg7/yqoV8hL/q/sFOZupwh/RN
QQDizGIiUHKj598Kzjb0TTb031AK+SHX8jVN2EuPidw+/YNY6+hbrVvhzbFPX6YoHLW1NBVAvBnz
1nTVjIrjxxMond5+13OEpA4tRhSUmteD5MzjRoIZ99kKbaqVRqFao4wOYPHEq+D+r2Btxa50bRME
abqhSA0foh4K6AfQs654kffj1dk6yH+ja/EajpyOFyYVF0tK87YEDJ6+Da1KuTBS+vyaqM4q0HG2
s7GEYiWyHqamIf9+agmYlBlJU0nvpzhK92ImD35dV8pzOTTHUBcoaLUVKscp4CkF+840g4ziGYCu
t3b9LNRXQqH3nsbicGVHIjSiippy9nnGmfhIGCYwTKIJ43UM4fTbcgcMwB3FEG5+3AxAv/sun648
/fdzjmXZ5HRHteR9eDTLygQIjpNiAuXpNCU420WBi/XxGrs4vjdWzpbYPFSAm2qcNte6AdodnZ5g
2wibHLzvbH0r0QZxP7Z4cVw8YCZON2j2dea7EaIoFCLKGqgeCH7BQm1kgD51ZfbeOx9mjx7xFJ4U
iaz42TlblHIA8b2DMgjv7LE0ZwDcaZtsxD5LfnQxZNOPR3VpHlmywPSwJb7zCEFaksDXOJH0ZFQr
d6hN4SAHYgicPG+P8jBbaBCGRIFXxnnN7tk49T6c6poKrZ3lRXNIxrLcVVG/HJNeaA49vYkdESaA
9/FgL03uGm2KikgAT5OEs01amXkNhYjJjSXtayf0U49U5rBibC0wPlEhdF8+tvg+trDWgoSicAXi
WDyPBXslHAutDWvogG3h6kC1XSWnvZ9QTH8edhJKE8HQBYXueoByTgeXqsuSjrpa2fPYZx4Qnd6f
KH/+cTCNSpVEQEIgKK9Fm1MrxdyWpUqLFFswqnGjpPCa0sR4EGuEfbJGvLI6L+y5E2vrKnpzXo2h
rLcTqBRbjLNAcpQYsJ4TyM0yX1kZa6x8GpjR8VIzxHV10PPmvO0u+zjOomgBtjWI7T4yBVrcFLkI
SIxWbpWhD8/Q9gQ0G0kjjX++FSxxrVYRX3MhV84GaYDrWtKO0x+KqvUEgkW+k0QZtSRZq3dloy+o
DEeBdmXEF1amRd6FE4JqL+vm7IDgTqJ3MN0IRaUA6jnYOLuSqPnG4iD8ua9GZOI1uqZzA8fj6VM0
q3Zu1RDQO+zj4aD3db/LlU7bx4j3b7vAoCtWBh3uyrReeKSkOMg7EIiYGr1ET602US0vXYdVpdfl
0M7i2HTHuGz3yEX1t5NawgkwAXnWSHpdMf1u2a6Hrq4qMiQcOie9Zn7fLFstGIsK3jTURGgGMIwK
BbSBMVzpVPTuCWKF7IO13skIt859C7BOBfYTa3aJO7TD2z5ZXK64GW2wjeJK07hLI8K7EH6a9G6x
pLMIFfqFGmsV8tgptPPKrntheRkEOTOuLJWLY1JXvQeTzAC9Nk4fWrwklTmKfcWqTGdkVGb1IGZ9
vgNJ317xLZdMGax/UdHXg9Y4M9WNQVGWeY4p0BM2aQ/BBc74LSrF+Up4f2nyiIXYAoirWdJ5z44a
zZR4kqvKblQx9hqBWJeuFLX38VFzwcp6zHA0Mnk06zq7xrahEQG3iXFhKKEBnW1huZX53zJ+/zX5
dWHWCKjXfB426Hx6ZmWWwkpOWnAgozYQXOKovJLuFw+gZJdvHw/ooinchcqJQw35ta7wZhcZcl5H
QgieSa37wIdB1TqpMiQOKZErtZhLU0c+9P8sra+/sVRAMQqWGdCzpQ+f0Y+AZSoH1ZX1tp6MJ0eM
RdDBjRL/h9+lxH9qROqmOi8lAVUIvRRvYIrXT7kyljsLCYHFRhFh2nw8f69tGd5ZhJZnKWhEYPVs
hS91lmRjjUU1tJhAZP/dCe6YE1joANhoTUbbYhpCb441a1OItfyXAOuz1dCQiJQxffz441yaZB4k
SoUS+VkgFafjD4ss701gwpCPgeULlUDfOrP4/edGaN4tqwYy4aybs1NNB2Uct5VW2lPcyPD3xwRd
mBauk37FUV16mgZ9vHDyFv7DWhfvmyUToE0iKjOLs0iKyQF0Blp9RPxfG7YFPdWuWLs0dyZICRo3
r9rY5yFCP6GKlw9lBRRYCw7pMNe7Ci/q/vnkmSQ8VGIg4sjzxLaRGY0yh3jEpM2bm7KP6AKhKfGV
CPLCWJg2LlF4RB7U+cylRSkgrQVvfx5Bi2WjpTpSrEV/mioC/4McIrkohbuN+Vo+f/N8zGVA2mpd
+2ms5Md8nlAtCArT+3jG3mc6VjPggxAtJ7GsSutg35jJ0cfURDStgAgH8Q2K+ApKBNm+HDXL1sXh
1hy1R/jWgVdHRnAg373Xraq6cr6sAeLZPmd/S3Tc1ci2QDQ6/RBLLfZWhziUveiDLHkdmOjiXp00
Ec5EP44KNG8ri3fNQA/yKwvzwjbgNgAWi/6doJbPQzuhjDSxz0EhznmioMkh6gD4q/hGUUPV6duA
Pz+e8UurZ0VI8UgVkEvnp3YvG1O+iHgRNYpA0LdK4xs54nUfW3l/9CAoYpAhYwVpNBtbY8s3j5Wc
8yq5y2MFqUlzS9Mod3OxGFDSrejKEno/g5gyUW7l7m2AWF5ff2uKfmJiozGDZarFgjuXWW3aItiR
T1araL+iMR+DK6Nb/f7peiFVJatrphH3RSuxU5NRCmA9rBUkFYsc+Tdg3Z/rflx+1L2RuZJUyLDU
xelQRUq5zRu5ffl4ct8vV1ojEhhw0yGSxKudms+LWgyHkaa/YtagtKMbv7LGeNEKElS1BSOnV69F
le8XzWqRSyvVNLKsq/Du2zluR3hIMswmuxBkLq11j4iDPhRXnuS7CwdN6ehnuHaogJRP4ePUCgx2
UHDl2r6WnkaLYxZx/LVGoEZ1G/Qy7ut0QMEjNSNyRkaWtdfOiAtrlmY2hLPEgGSPzvGD0CSMtKC8
jVZbUPsawhLodgRS9Fy2DS02P36GFxwfpRKuymjXkUfhTnA6WBj1qYrkKRtfb+/xi+mzFIC5H9QG
HrzaRtpTStPJ0YYcRL8oGXaOYQttWyPrqRbVlfvWhZmnHgtG0yS8XkGjpx9Gzlr0JiAg2mmNxAH5
8+7HqBPPF+Jk2dkMCaGFvVaH0R8fZUwCZXQyZ+A1qTKe2hUhJms1zApbm9WM7gDQ+pYNPIq4vTLd
l54tFy8wqArXSUldX3/jJNAFSwKQp3BD2z74NMyJYnizZAWHLlZ740rceMkYrQq5sJPk4b+z2exQ
p4pAa9P9lsz6vpIg7YxIv7gQocfnj5fRBeenryZotkFYQx7idFxSoGqzUTAuIzGCX0knzZ/Mzhg2
aZFlWwqa0ZeP7V0YGjl6UMcaGQETqMCpvUwV4ryfS/x6aUDliChgNg2qRiW/8+ePbG2YxpHI0MgW
n62NWM+rsO2S0rZmtaH13NQjXKAthbKTZHgm7scDu+BTkZBjYHg5cU04ng4smQo9C3sBBlOeJ05Q
Ri36lDWFPycwW/lXNzeQ92rOmis3p0t2STdiUnkFk5ytlb5D+xelBOyO0EHtqY/VW0hM8EWLOPo0
lmp5Yw7IQn882guPEYACIYBB8MUXZ9thMGCmdwIiDSupwA0KdnmVogppGK1+xbVcWKEmfk4DmE3W
GFD66cQuaM4ZA5I4dtAuC8TtRd7M+mBu0S9NXDSWhSuJlktD41q9lk/IF3NZPLWHrnVYT6YF4wEl
3Z0sLHTlCrXycTHja/0x1xV4FgasDZGpNRjA6TkgT00hwSkjDEqfdTGMs1sV3rKbIODkf/ysLlrh
3KXFwWvf1jMrItqbua7hTWpYc14diOaBvmTjH+fCJIqOZCQQuaGbgiGfjgUFZBKlM7IX6HlNqMmI
0L63akJdzZ01U6yvuMhLq4IM1XqPIahQzfNBiYve9DF+S+i6p6FbHnKUaOCvE70YNUJ6H0/hJWvk
+FYIFWli7nWng6uKNtGVis3dzHW4L+KGpiEpGmviNFWHZVz6K6O78MjwyGSiLQhElE7PvGRqyNUI
3R6tzqGqqMtGIqo/YUmn+SsDu7DYMbEmxsjRquJ5G7OpUiWY5OzjaRgMtJnBDtD9rTRjO46D5umP
Z5FJpDRJpZ0eDOfGgkmaig4ZG1u3Ig2NdtGqfxbNqoYWCCRyyfyr0Z97R05ssqXEJITc58f2Upr5
FE1yYScDmhWpELqqjIpT22uCpyJNak8T+sYfD/PSnBJU0y1CVtc807qY3oQKUZcIVS6oxJhttpep
JnpZrqA7rsrXEuzXLK1nwxtLegUsDFQQPQ76Lh52uGrEYgsUFBD2Tise5ccDu3DUWMZaGF1jE86U
s4HlNAXIIiTT7G5aus0ya8L9ogcWChFt7QkwnfdGHQdf/oFRfXUrbAduS2dGm9xCLcZUCkStmcQY
KMinfNY/RTqir6JeK/7YRuoVmxeuZzh+omrwqcAWzlvCtOZStomCeC03JclGTG9vIUrwZQ6i5GeZ
K/mLlouNqwlis5PHKb+yJ9/H0mtVCBdKRA3v6nzzi2ppTEqGfFJvTNJDLxeznUVN+F0I6v64mELg
tYj6H4WqvXLyvfc663JlpxBHk1A4P46KTrXijvykHcgAhyhphF6iJPLDxw/0vS/l1mmQhwRWRh7t
/HyFQNnHsYwYBQF19BIu0RC5HQS+wlfRuX5ByDb8/rHF9xO63nNJqRmg9SjLruN+s02iLhcisSGC
yLs4R1ksLrR7CxGU0G4oq/i0M4SSXYQiIumox19DLVyy/hrFS5oK311bX39jfRBKMZbQxbJFdMsz
1xDYmOTuUfN3rDFDpCRGGn90EU+tUtjtgvT749G/dxLIurOQOSXJNZApPbWvU5EgTMZJyFOq7Pjv
e1qpKNhHpun/sSVSpGSGKOW8JthPLXF3kK0l45QsAssoaFZujrNtpdT0ffjac3TFHb3fpQrrCMDs
CnfDMZxNbJsIyI52LccJwqG/OEBctKpSV0oDMnBdUW7CfK6/VaNRbZJZUT9/PNj3mwXrpNJNgm9D
IiF2Ntge5ncP49cGOZYcpEpHAyVBPPqfWDEp9FPtAWJ6FgiwQ0xQ2kjLkdq29sms3g7mJOz+gRGT
FlQAtlFZOMfVtGD9BFBpTOS4VPeA0lHVj0VxuIYFu7DzSW7LpCoNC+jgeTmJ+ikiptB87ZA+S65V
Q3W0pDzcgfeb9qaJuN/H47qw8qnDrcUOAybpO0RYG8pzWa+PCAUYxcsGM7vVyHt5eTip9x+burQW
QV6K/05Ygks/XQ05shnct1ADMYyx3YlJrTokE1YK+JjtqrYREW7stAf0C6pv8OCqK1vhgo8hjGNK
yToBiD/HBmtZirCqSPCNmBuyFTUZxXsVwXzymJPRPMuyoA02Otn1sxqHc3Nl8O/jAiIsKKwUe8iA
6+eIqRJBLVkj/WJLSyl+42Eg8lzIbEanj8KsBeqYpo+hMGn/wOFgGHwBDxm3c5777+J41Q3lEjBL
desIfMIdak3RVwktySux69l2Z+fR4QtUIRcAfDiR3ekDDoaoyC11jl1xbDVXQn19I5VDcsWDnif1
/jZj4s9EBBy41J+aKTigxFhBfzKhRtFZ6KXRD0rwSjGhUaWOKAP1xGKfKsJ9MAWTX1PtfAj67g+X
87uPcebc1EocO4Lb2I1R6LcnDSVtAsNxUxq54qbW4pU6vY7YzSTeADN6H2+ms337ah2AH4gViUwq
GZzTSWgQMI8To4/ppRL2e63WZw9pYRRO4//l7Dx260a6NfpEBTCHKclzjqIVLMuSJ4SDzJyLZFU9
/V2nR23ZaOO/gwYasGWKZLFqh29/a/tbm+FPr/Xflzp/1/86nAPjhtrvtipb47g6SLeNMkctw19e
67uN758bis+F4YhojsTn/Of/ugrojcYvq7rM8goK2hXGN16eLnrEscrVdWx9DEeZ/4/R3PmiKOn5
Gpkxx808On+1/7qoq70JLltcZHteFpi4u1N2rlz9JVj9w62F1PMcxiCYx/mNGLkyLJILCkxZrHTU
XYMzcBs8/bvQuWBcf2EGKBzZ8f97gbzbcP65NVqXZ6UW1yYZ+fXWhjzMy0pj+98pC6/Rvsbdw6Sh
WXZ7BgQVqhiMVrntp2Kd6Lb/98V/WzL081n7qBUQ27PXvjuSZzARnsh7L/UnWVxYcw7AHuHrX67y
bkf3AqrolkMYRZvWpRf87iprWzHAMjh2WlS62FKNl81dPan4IAIlDovmtO56bH2w+yn+sp3/9vlx
6YjmM3o4h3aK926ri+vBypu6c1PbGkr73vHHbXquMBAWHiyGcJF/6Ub96Xp8F5z5xHLI1d99g6Xx
WicX8DR0gycOFp5Rhu1Dm+KEOGf//e7+cClq9zElfAROfIfvbm1komtukNQAGMQFPZ96kynOZbY0
oEz/fal3EcH5BaKCoMXOfyFu+e/WaI0/mK3WnbtarOG6zPvxJHKD/5cAFSM3evw5dp9p3Sn3Znf9
/S8v8bfv8nx5WiMEdSh3WKm/fiKOiGNi4NJJWaTRSRjpJF4wU5i2oEZO3mA9/Pft/v5VuERYPFYW
D/HiP/O//9ptxkIBq8vZ1uBbeHAreoyQq1L+5aH+fle/XMV591VgWxyLqcFqko5+eOa3YHijUN7Z
Zfywba7/l33mT5ejOnsWZzNIwf39+hD9ntpphZNUxiZm9QDvsRKtcPD0W8xp8bP1sDYEvdJi2/i/
P02XSUBksAgoKWD9euGSUiMafkfgzj0ErxBqX6Zh+R/lQLwk3E4QRVPRoQPEF//rRdpBt2UQWV6q
uZ3X2Bp6cB39+JcK3O8LgwEIK6ACR75ELP7uGdbYChRwefAkduj6+BEO0gJz4cv/9YFxlXONiJYo
han3pallcHdwazgBj55DZMbIKxCe5W/r4fftI2BLJMVlRJOOa3D+838tckr1uXbh4GRi00NSlhbH
G2aJFyqnWf/fN/TbEXdWNBFTuSQvDAu9P+IguvLWsObMJkbFvptm7Z58v5iOU40h0xINAE8pov5l
vf/p/lBCuPRvkQUw+vrr/c2YWQcFHJqsrsqJljFS9sUBUKGEvf/lS/7TpfiiOF/IV6iLvFsWfgvi
hdEvOjjGlXdjicHpsEX2q4fA8H/+mM7Te2iQqKify3rv1rllpkqPa9RkoGyHU7y0P2c3+Jv04Pf3
xXqgHYHu/3xsvt9vF9fGOYjJVhZgqD+tgzGZEV55w9zrcmuVY3vbGzH/rTf2+8f161Xf7RN5oAdG
tvIqc+0NN9yxkqdh2ZyL/16Lv8ciNDWpoHFsMoJOf/PXZeErXTWTICkR0Vrdd81qEg0qJe280bm2
yzrvkmrP3QuvlPnX/770n26QQ4zM1iEGQmj966WVWUYhlCIfCgKFd7TT3DTYImb/j6tQ1Ka7T7WX
MbJfr+LXK3Lb3Afn4mzb0R0HbMIn+2913d+XPDkNG6F7ds6iF/cuqRpCq+ttWdaZtZp8PQ37uDhH
U89NdzF1jpR/2RLPy/pfzUVug8sxkIKBFlkU2eSvN7UVvTdNBivn3EzeqWgm89D7VZvV87lWFa9b
/Jdl8odPgKofEpxz3Zzw+N27KqXniS3c6ywKiTaktOlZhWKILkhUJAiLMbrZwmXpDv/98v7wWNmP
Ed1w1YAz893Lk+IcfE0bdt4cPhj41+Yyx3UfZ3CS+b8Nzf/hoRL8Qw49b/9kVe8eKn6NOowLTHoX
KYuB8TNCvxT1QRSkVRAv5UXjDQDP/uc7JI2jjMUBh01Y9C6W80IcI5d1BcxDMzSltpQ/Bbt0L4w7
bN//+1J/+N5oXPGZUyimnfteQSXXkC5ACaUVHX2Ybvbmp62Jf/x/LkIlmjoHo2Dv02HLHgv0fLLL
EECDU+0tkJd7bP5ygv62LiifcIzR96Nmcxa6/rr+FckbzcV6yJgtnx5ayu4ZVu37qdR28Pm/b+i3
DZL17p8bYkSJjPO8V7f1cz+fxdVTVg+++5SjzMovK6MZcs2GfLawhC2mPcKHfx+n5ku9r7H7lyVC
C/W3V0f+hFSSAPmsBGHC/df7JZ1rGPpspoP2LfjKiTBu67T3W2uWAtBK5y2dARvZmRZkXzQvNTTz
qMP+FM/XWOOFGVeW3eFpi9ll+bVq0GJ4l3sbjeK5DCE1yc+5buq+vgjFtogffVeLHHh2ZQFgSCpc
25v6AEjOysG/6X6D3SM32r31SWLA7D5taozFAPCl3M9/vzST+zqFZSd/2tIa988GlqP7Ye7Cufsx
NZ6Eu7Pqyj7UYqgmDKsh2ndX61hXV1ZYBzXNsXrTL6rsJQ3yfi3mOjw6XgURF4jstscJHbZovrXa
s1tC7ZZt9Ex5x/GuA2YprR/xwuzTp4aEEDfsgbEoALE8mS7MtlbUuOnLbVD5FUbqnYSPsvb7R+ip
AeOSg6zzPOtokjfwSGQ8f1KeO9d3wLKFe9HGcU6BkHsZ/Nep1SvQYHfaVehfzJMpjAtlqAZxl7ZW
G3vhxQx2YD/JDqkVhu+KbjWwhSpimLaLp7hLtIZqlA1lDu9tWI3d/2jHPnBw38Yp8PO0kM7CA5qH
UXxALzvkH2QVAwuZVnupSFSASmVdgLLkxV4Li6FW18Ci+zgG4KSyuMA64qAWa5LpGvptDfceH5ou
E65Y489+rsPlywiAqFxTikz9+nEZaoquydbX7VySyuaxfVG6jlSPQaVkQxZRmHWiX1lbAmfg1plX
8zlQYVtAzY62SRxxENi39vLMui8fwnIdty1hbCbC4hv4Fdwf2Ra7rrEIJY7CjVQHavg8h0zsk3dh
5CyfjXZ3gBUVDqPiIVrcov0ObaVxirQTAvpyZva5diI6/pa/fhyC0vLfHGO8oqEoDUvLSssCiBEO
19E22wvEhGmYgV/EAwiSBMf6Nn6qc42xc7eOQWROuvD7/jXyG6tuEvQSJQ7OAwCJHaNsb3OsRK5e
Y+6nNUIGeRJLrOFdOHU/+2AYC+muc1JFxsnflrl3fJZyHiyMLQitbeslAlG7MLPuKTNvaVGDTHkd
y9jYV7szeuaT189r8dGNAag/Md2q2syPc7GnjEWYMIksmffZNlTauu2wdGLgn2K8eW4F6hGZDWvA
xUE7hzcafrH3LOtoNccoH9iBAAqsSwkQPh/sQlxMuqXzmvSTp/Vr78GfL2FWaGwakrCxDBKRvhb9
bF27s9ONcXpugcdWVkpRLsBNyogyYGKchl4A8DAmOQFzb91qfviloIuV5eWCCiixB20N3hGJUB8x
MWcLo+2ktky/v6KwFNjiM1WOfbTjnEmqCT4/yJITPURF89WfZgVmKywsOJ9BOWKewNSOzuM6MRKJ
zJqwwfrr964GC4dvugNFbk3PeohluQoBrXryQzNYfjtfzrItx/U0K0aDca0mKQiDbHSD3L/p3Tro
VryLoL6Ul5LdukYjbccSJA0eNn7qeALUR1qtezQ6l8bt2L4+AYzT6/rYN+7UxBA94nC3P835QO5D
dAdEoD73JCFbK2mUuoZbbxbnMBbG25M91qt9WBaNLVAWi72e77t60tPFhJ8H3Bq7k0NT49rr7PGP
qHPoeRxlDaZQjtUeXttWs1hfwspZhqcuZCIf1R9iJYSHDJIOPxzsk/PE2YgW0l1V23ZtBTgXPmkS
5PXZksPcntq2CJzrJcKPKmX7sr6FEnoEhC+NAXdu2tOO2TUmEZiv20lQ7MVtkDvlHe7u3dFp4+aO
vtpIv6cL48V/iiq/aw6Um2aYTjS9h/IuGLed4d3RhWT84rjUvr9zT5X7IoN6oSywChGf+LVoOWBz
jV06OoTWPSG3ttrrRfe5n0H3Xb20qWNnenFXJxIW0JpuGm+E38Tto9NU4CNtTuD8fvIqpW/Y78YX
49m6BJYWT/n30FRR91A3Igof5GSZ+AUt0DQcl0FUIS7H46ZPxKpaJhtAX+0dJtHlb0O82PM9stWq
OyrgTvE3luzAmsOheqoe5sDp+x9x7tUBg4UzzwGwzja7b5W3UZ1OxDA7rGrWiKUefLejPSV6LYOP
vTaTuSpFDeoNcSo+6895EUmrv/D2JVjCo+XPhbIvFIkCBvMGE+35J0ju3XqDPDb1ML5B0K0iXSTA
r2/OrNTqMkHfq8BkTGhsCwgpORSFSuK4rAA/wWg8q1Ln0p0gDwQax/O3cO0sq02GaFqYlgU4J+Ov
k1db43NYeR10qmBgoZfwWWITOGkzaBcIBJ7rnezZSCM1n6Joa5lBp+8x3VbC312YTCWWQdGg2M+R
HizrK3bmAXjCQOH57GDAb6cNOhA0lvYARNtXQ4WsyGoqL3pWBY3T53wX3Y+iH+uIamW7NVSDR/vZ
FlTMUpe16KbhVMzd92U10SMCL07sGHtz9RD0u7oo+L7ym6Z04cmy+0wvkU3j90w3bl4XRD2PLQb7
P8DKyu5ihAj6MO578MDgaSH/ORZei8gGV+rAZL/qAUqsH4kUQHL5pR93p8lgbnHC0CQHKRfmMGzd
IZ79C7Pgr58g9+2eBzvkZWkj8K/X1hk5kZcWUHYcD1KEeNgR+FPb1scaLu8N2Y3Gkr9rzddKcH5f
jtKZPHDby44EW8ruMEOyP0Iet72jZ/XFieQD15BRNyPEFnRBZTaCAbJSKHdwqOlerKed4+3VRYvZ
plPOGZP6zcZLqXSLM9CGqlWmet7X5nIBNKTBekRox3CLiwschNSOpT7kEXVVYHuhk7oGGth0s1RY
1uwRtFLBMYRBPZdK18Fp0HzYK0jS2R4CkbnKUTYiu6J8ZLtzPi/u0G+Jo+Plk1eHxSe/UPnPks7O
A+yzTvFEhLCOZTXQR7LC2eJ7GOp4T+JoIVjFOGYMbsa8U83DMJh+OTneUo+XamBG57i60lGfGibN
p8ybQlEltb8APWsGlmawxJ13yHVkDWnNz9yd3wOVcI31eirz3IEp7eA/lnmGWARdou44ROqwA9rU
r87XePc7wBKDAQkZ8qASpnKke6qEmZgqN1X9ZeDVVGm1t+LoMvnt89v2SIp8f+yR/XWNk5LsdMfa
a/lfyrDE4EUDCS1xa7t4nrFqzy+8AoBtEhKpIMGoo3hIY/iMd00Lwu0YOqDuk3hZA3l0wfbQ0o9N
EycD3A4NTAplbyJ8u4RFiF2CfwAAOD7u4dL5H7umqCFlBgIeWKdCcB5NOSl164eQ3bKxcOMi7Ys9
tLOB9zl+AOLnXMDT6vzLwW2xiO+U8IguQ5APictk0JbIULKZLaby2mPfbeLOQVo1fLMH0AQiYs9M
pgAqCYDIiX/WbcK4OWxgaNpLoPN+gVK8D6/jtg69EzFuBMOsjfvmrQHWtr8FGK+8dO3IeVKXVQXq
fYnj+ShNYXEvNmgIoiWIyP2O3OMqV7P/7Ph6ia76nDmAtHS34tGERW8lI8r7a7XlBJfbvhPkbWaM
nSwYvEKlGE/FZ5azqu715DhfFi8ub6p26LxEWm4h2Qzjukr7fGNj3I3tfZodS38RQ5PHicDOy350
VlhNiY/EoXtp5gn2ZdYscu0/8FlCaEUPz8kX5JUl7kvi2iezCqxdrMGprgfbX+N0wPmbgL8ZGuib
RRm5F7wqfzuatYQwXRM/PG6Mm9SHXFUyTwp61OVFtYspODZIdRqYThF8qlzmlIONyLvyzHywX7xd
nAVRTHPWR4qQyyF2N9SguSrzk3E2wH+7XxTdSRBPj/CPXFhsUdhUKcQ89i46G0BpQT7EY3cxM+96
T+3NaTP6R5t9OYXSZkJMkLPwfQWV2E6eb6n6oveiebwmViFra3gtNfZ+Mf+OVa8g5RblMQ7PAEv5
mbZ+9+bYpvhRjsP+A/uX8uteNO1N76PNO7pk6femXpunPhcQBy0W1Au0WGs5WY3bP82NsNgzOxBG
x1AFLUGBlcci8wko3FNgK7u5dNtueaLP7hcmJd8nezOydx9nZuz0gQmkERJiHXAWCE6tFBkv/lh5
60UVwWBPgroBhLunK485hWGYKT6i0bfmowjnUH2q+xgetfQawmG5WeHBtBvnULJUPfy6Eb+6KgmE
KF/rgsn5BNGa1T3VEIWXbOum3D2xFQ+3iChyRnxdEzB2s8ZB4pkarwCEFPFPa3bUT0uK+Ofi+WS2
GwBZna7W6tO0jBbOMwR2bUUe0jmH3Cc9R/dyNoxUdjd93fedSZeidDuQoLFxv9MsIQeSMcgbI8X8
KcrD4VsHWti9cplOP9lWEAEXDqJ5wouDKvCRyRUAzLWfoz0pQZo9b0O+8bkMpvgS9OP+ITBe/jWW
WjysrrM+xCLeG/hKs4t8UkJ7TMIz4+NQ1fV03L1uqQ6xDcEtASqob/epVRYYy119C7EkBcQjtPxe
u/gk4PQCLzSDAxqeWmveLAo3hfm6WECjOTmjHhx2s7jf9t0D7x1rPXwd2TzMIVyj+tapHeuns3b7
h01QBz+60xJ83Yq2fioB+bSMNLbL1RoUhEg+zZQt0Wh8tosWES6Iu73qfqrJEt9AEtUO+5vWH6tB
YsuyDKYt7+pq8mibdlv/ZrfLrNNdx01z0MJrW5Sb7XotOjUCkuz19LMIvPyLdsfiYeUIvw/aUr6W
0gcst/HUvoeTnK9VN9nE+j3vPMGDRdlp2wjiwLYtz2O73oJswfJ0C4ugLNcP8UwaDrSrkWRVujyn
CZFf3dtOp+B0WJVPRd7G0ei4LXpbAdJWfniic2m/BrLxA/xJFnHnzT6fu8PYZUihihw+U4y1z4kX
qpCsFCVBRLdJ6Piwg84M+ZLVcGXo+XrHHXizOTiTpO0pPSlPYc2zTmLZAdwaVgcO1bqELLJ887y7
fIrKZ5QX7dPurNSBSPxWUFJjPAHrw4EB2l8QqUc48/4bvJX2FiAOkEvIQPA444gg5jirLoJbDuSQ
cnluF5f2FLbyqFQcP3GmD1W2+VV/XTPhLS/noQ2+DJsrblUtjH+0o7IEwxqb9Sos5vixBFwJ4XJp
mDGgxuLnqS6n6RDZKmwuJtvrQWV5o/cDDBAkTtnn7bVnZhhj+zrKdPaXoMfySIs90byZU0crcj9u
W2le8gIC1g27hd+BjW0c8DaR3MEOjxBTrLEgucu5eZ6OjvULSbf75Ddu8bGZGfRNKjn5oKAFMUDm
NNr62VZ1d82433kLp3oVHOetGsOUKRp5Dxp4w7wXbwcegNmD1DCWdYevm6vScjRBn2yRCKZDQdju
n/FQcEW3nduMGYLAC7LbwzDhe/a+0+HLP1mjt3z2kNN/oU2gr4t2rVUqyzb+DMVr+EElsL2f17H7
VvvGvRy4zTmlS076q+gS4ZaB5h8d3B7nl26/tBHXXTUrSkDiPACY3ZzEhpHJk2XPoA7i+Mtji7kH
yb6DKoLdM5zuYSE3e4KRb21fj1r4Xza9+LdhUM9f26rxPrshLTRAka38Bs4GOoxqqX+mSzcE4Db9
unWSeV2ir3SYCZLXMi5uDNDvOdE8xFtgHlbFaJVab8a1IEix7NXOdB620JhxJgiAGQ3Vq0CaBaA9
8Pi9oa+BD53s4eSNdQ5mdJsVKRBjpST/phqmU96J/RYsOmCQgFYsGMrSCYt0KYdoPRA1QVT0FlO/
INPP75012LekIz8ycAHPUdvkbcNFH+BJmGxjEA5p4TKwfxXNev7qbNp7gqLrsXcL0z8MvYw++4Vr
68u4KZqnUdbDd4nE+hb7iEEfq6CKVTLggvFiKQqpicMJzPB/NdmP7dZzBOQl1plssUH4oHor/Ly6
I6kcKmLvudwgpaX7oJn6CeZGtVfSqt3rdiFJJvZ1hzVze1u8VNGANR05Q05CGnmYOS1ELTed6eWS
jF4L15dPPPgmxN4Wh3LaMT8CnsUxVTTNXe+ST1AHoqd8aqccQrHBKOGUi9i+jJYmfCs6r79Cv04U
026EGLaM1BOV5RDkZp/ne6oiEZVZ5I8I6FsKYthlMjd/W9Fs+r63MgbZKgfn6AcbEX0vawOFfJ6X
V2va4/sAcR9a+x5LkqTxu3ZOY/wfr2llDlC7Zzi/RdfIMR1l77SYsm7EXnBzJzeRbtF9BK8U7iks
Ytek0rPVjRcVOuYolNVjhBNvmHSjrMKjG632kXc8GiI3Rp07ZxGviIsYd2fo3Vkyv/WXm5bpuP2i
oUv0FIp9Lq9wjuRwLAmry4S9SFzEpaW2k1WMYZjNfsSUul+wyXgUy65yuzV3i2yn+GBU2VzrXs8+
CZiv3SQWeoHiGHCq9RDCq6xd5/6iCmkUAZnyyxc/H83XKVbWlPEOm5tVScfO4n1hcbdN3n2Wohm/
xV3rgeEjQvlOk0Hf1uEuy4ycuf8glRbtvYUVgywe45EicKYGV0LmyddqfrVd8GUYA6/e+sHLnSLI
oj6a9LfGCGtJ+kbyFYhI8hYsQnUyw8Vt3NNZAMCIczXH3wO/mvvDNC9mf93z1f4Y0Ti80JtV8uGY
DdJ9t8ffu3Voy2Nk9/0z5une53UQ9ZzuruherYpTN7HIuD8ZUccYLwXxcLTngFUaB+veHsSyxtFB
rflYXczUupfE6T3b3BRtTMwCm378GHgL5UVbOTgDuBSw26yCdaUS7EoHdYiiemgoc7jdx0ZhnIB9
uulFouZSvUqvJgx1QrsPD13LL5MN28SlVTSFS2YZrW4JnidyWd3qKe2o6FUHpvM7OPX0hL4KvQVR
8b0155KCtqbpIapFFB0c7HoINvZJ76mp/J7KFIhBKxVagdeiOjeP6UBP+6ejQ+sfHnFXORd+vI9f
pnzF6TQP1+kMujOkNTp0Vyo90MrGq8VzRItNp+tSHcJcjyrxPJZd2hvj36/13txsltj7TMHYrtLC
INtLSzVjJF/OctyPjkOMgQKmQAbcjd0MoZHhvsd6Xh2Lv74NH2y3Jm7TtbE6mLaD9lKYocFD16Ia
SJReRypuTRd+wJbODRM5BusPBuLVmlAMscYs4DWPWTeLkoLVGBf3m8YYJ6FQ0linDdXunvkKh07q
0DFQ1olKxG2b58sjTZWO3F4PvX3evkE2K29lm8bDjR+viKYTkdvbk2O8+G7slFQn5Pr1/dIXtpP5
eEQ8yBgDRzy9AfOlfbA7tKvsciUSsBaQdcc1pmT03JV1gcajLjY7HYa+MreN15Cq+RyDXRLJ1VeH
0QjMO0Vr9va6miP7Yh5HuSUj/f+nklUlUda0ERB1prQLNuOKD6pCK1MkCrkXiWjgF6e1cCOTYU48
0srMa1kkEcbjeRqsufrq9a20TiVZ6iU1VfduCPfgZ+nGkCC7vZAQv1lAYeK3rbGOjSkaA4zY2Z52
X3Qise1KL3hjeG1IE6YKu3TsRgTfGm8sFSG6cM1OmRc9bPNhx0PNT+nT7hPR/h7d0iSaP+VI5Cwa
/pRC8LPdDVU/W9IIqPbJgLDLF/SjdsXZ1IL9/SbKylCU9OLmKadDDyM6FLFOBfnBfaxqIiemi+Yy
sSxA5Umg2+Yydx3meqWiLZP4ODP0WUjkOqcrPb6ON2kGEgDl+XPq16P3MZ5t8mqboctHWj42JYzJ
XgmE1rVJZAOymq9AjvdrRcgL0H5qLrumJMbYCrFN2baX2zcn11ZLvLfD4QNFaV86MhdPM2DzB7S/
pkt8mcdUWK1+ng8d3b5bM/gUwMrCl5/+aTLA3Y3HN2ed1Z2ATP4s8mFqD/E81W+A3DlOx02Zb7sW
852r+/JtGrDwIDlw87tR9wFbUD44z1vr4dm7UX26CJ3B+Z5D+vvMrbLG6IuaNVtVP38Je0Fh3pgN
x601KltGkrFywa+t9g+cc94dHbTlkVQV6Llb+PoFkbT40tOZ4CCLS7Uk7WqL+hbHUvpJhZy2j6OO
So3e34A+GJ1wfpstPFuI1oM3gZGjlZKMRh8cZ6+p9M5q+SRUR2RdytW6bevzTqPKMn/oOT5lukt7
u6Y5wvQtQuZQJHm12MGt8o0X0Jrp2gdla+JdLtnfOUoEWBtunHdRuLFZzWFgPU5RX0/XSx46igZT
t/lZEbaUKbHRjpyLdfKwyvJxWPEzaff6J0/ovFkRajbpSDn12d5LiqXNSraV+B5ljwJrEv+CQ9Cm
rt3lNMId0w0Pzdlp4Bj3jr5h23MBkeJBpJMgEsPPXHSel/aqnEiFN3d4rFW87Cn98mo5xl6P6Qv8
SvsB3HFtpQEqn/uF8H9mO4hKmk+Mj6xMxitrJsguFA7weTduScNex3jSVoX60mMi8C3y69pLOnv1
upRFol+2tRZPhV3PFa3gef7aNznV2g2YXAPYcRvvA+xJv8+cPHdUmu17PHsH535CC59Tsusa8Bvn
DrGqe3v+nFP5s061q9f7zrKX7joPpDHJxOcVHBlGpP9Xi7Pp8dlv+NAtC7G8G1VxhZpnESAvN7f8
1jfUZhminEloxdw0tInGprx3mIZdD7Pc5kORL7T4FVI+nq92CCrm1goeYHQ2E4+6IFYYUIN+sxoa
04d+YStOda1YsdFghT+la+lH2Kzbcj1GAUeOZubGTsPNV1+pg4deuiBCPgVY30Ib95DHn485PDHH
cXAJ/4aCuh02NE6eUtY1L7Xa7FfdtJGdbA7QbIbeh7cA3rVKMXrGcBWk6/R5bcMtTFqro4fvF+F0
2S2CfxmK/URI64Wtn05N5P+k7+HT7UBFcG4Wd8xc9d5CmoVxvPWd2gll8Z5NbUsb2ofOjZ4761Mr
vMkB8Gz8CkB2G53ryDnN+LCk/pvhJTc8NrurvymUXK/cEJQWko22P4RMhwSpN22LPO34p19R8LH2
ZGAJfSRa6tuscHMBtjYywj3Ba3VfLb+vnlGpll9WarOv2Hna5Yk+dfc81ZX/NpuhVAlBj0XNn97c
t3GYvFsVR9M+H/wttr8jHB9N4uQ1JgDQKLzm0mra/XMPvsu/ckoowJlEDcJCZrDzJ9+jmqgeTvSJ
q63VhHgob6ZD0IhyPCxz5V0vuE3QblK995a7HZUAe4jyrJz3YD+GlUFNWK2+JcgYBrEUtwXEY+6Z
zoBIFetVH4d1ddu0491d9fZg0UtmIPOtGXf5MPaGoFbkS+6nmnK1e/B7X9XpaLWudW3yds7BV0/+
q3AUHaG+AKR7rElgH8NG2GMa+0Loy2ounSfksDgDWHZJbBAOeLgM0qY6U5zjgKTI8/Gu7d2xZXPf
+49ipj3GKQ3xIzH2GD5YS7AVx13I7ks4Eh2lVU+xOmlF4XOeOe34JCfl/2DmgvpM36xDmMyyZ/ji
xcPJ0L51tXbMTTMDi4CymlNt2go/vEOrOzZZxDlsaLVHE5uS8FfG6zbcIY4FAJf2lLdTWF87bB9U
nstJ2gdYldVT3RSaco+/i+owoEvyKOc5lJVHGZjU0SvqYbsxzTNzXUGXdPhZFPz4bLKgd4xMOCLp
caycNG8LJrpeRsfHvgr2Lm/wsIyDq6CJhKKgv6uPJY/yeTSGIWNVxxV06oa9L91Kp8RyuB+m8UhJ
qLhfAD13THgE9rOwyvUz8x58fv2aI0DR3aiWrPSixUsLMSLF8PLIuVxqvr+v6ATYIL2wp9HluGy2
DWEWH2fvzGNiV5QYMDdBHIlv4kISWwWThA3U2e6plfi+cRqE+cFTJBGJ1+j42G9S1De+3oGPR8pS
VVJsOBOlbU9B9SLSgf82+lP5uWdLKXkI4Xo52IREWYQGyns0TbveaM8aqhuis+BmH62wP/lbv1Wp
73eIaogcqNbY9mbPWbc5ggKMKVg8pe8Pr5teuZHJrYqHjqTrsyInYMRHDP/H2Xntxo0sYfiJCJBs
xluSEyQrW5Il3RCSA3POfPrz0XvjoQYz0IEXe7NY93Szu7q6/lAYHMxW6T8lVlBOqCln03Qp/AMD
APXW38qSNGWbUVNP3LSc6g75rKhvlG4ofkqppEff6BSv71Ffdz+NPtU3shp21Q2lezCvFlHkRFCq
jD92n0W/JrDV3ynV12etNKBO+CWOPq5IArK3tiI196K+1G5b6B4wxMBg8VHqpxHIodcSd1KxIcd0
c6jfzbggCHYh1XJuktas3TiJGj7FYLL1W3qPa04eNtqzDfXoPaS/+bNcmVbnZGo+vueYRCteHPbS
PfnEDEOl4sebVvakaV39nIyFbDvEaiVGAwXvBOaYVpO0TEEZYXlk5DNvt7lpnQgDGEoNOMhT5irN
2nKUbtTedaXVnoRsdveaxAPVaay++anKQU4+wiOo9HxgzYuMCZLS+Z34FpGSGm4a9U0BZwXfasw+
Bca0fQnJgqOflTvuwvDD1Aa9xV56mgU+T1VkeJqkm5Hns4CKCy3X5Kz67AM3UkUEbRnPMPDzEsKW
s8RkRCt8YM2paSt1lVuUO0HkkvIZg6n0VzL2dQELf05v85TMczPRpBpYC3g38+y418btGANrV6OR
Ve5kJhoz81GJbmafCwZs3BrfykRO3nkQoOOOMml+VJVJRrUiVcOjFkzxgzr1CkUjZQCF4/ooShe+
Bsh0arXFbd/61U2mqeKpznnp31N2Eppbwbx6m1DWvQbFlH1vjIQUGwZ4DCcs8sVzqE8FCvwpEjcS
MHe4L/Kgeg/7YmEg8gZJnAEbt3bXyXkiOX1nc19IUxcDJwEmPhoGpJY4xObSGaq8/d0juHgzeIIG
5BuC8ylIEsgmwLjsTWEMUetWzRw8Ka0CmagE0Vm6aoTAFXoxsM5Rhv2003Wqcj+KYbzPaE5WUrrU
4ncYdTxCprb/NcIszpywWXZx02hRsZ/LJH8pAITZ0HY6Rq5EYUB2wA5C+qCnlOHw+UzC67Atc9Ot
NbXmHh74n7ZVqHUh7T1CiuOpLE3pXst8iENNMLb3QeNDsYgXor2jaUM4wUfrpBfe5umt0Cl1s/Kx
dFvWbXCHnAbzXF/JtQtVaakB1wtFiQOn6xhEJkVneSZFtWeKiuWrHAyqvjHllLpsX0fKDZzJ3HDR
lVC44r1mgErHijm5xFnIG6Re+f3U0SLGkyrBBw9boGSPI4DKI4Cx9yKFohw9EU7yfpCA34nhwfhu
lbr/qJPFsE6G1H0oYgblx8Ezos2Mok881KUhfFb8SPcvsWQdbvMKx5gtR4HABjWPu7LQ6YUMAttX
AZm7qKk3ZaXBVTEV9ZWkEVscsw3axGtTrZrprD75t+gt+odetdqPXmu1eq/gGfItT4HiydwKH1hS
09+p4w2EP7MO9oVAYU8tNip28lDB7Bk1qfzGVBuoDaYahu6E5Op3xP5hBDzct42cGX9KLUyNjVT3
+fsSHnilgXng5U0mcWH6Y4atIXjpa2UNCnqHUAQ5N5RkUZ6hRnGT1ogLoMcY/s1spnT0mynEwUUI
56L3bL8ISlIiLbqc9ZwKdunDU6eAAftjW0lTcpPYBZdnVmWDyvapxWWigznheSMXKW8oI3mQ2zH+
ORSz+RbCB4eQGQr5RzNXPIr0FNcdbQxh2wSqjMYw6GSftNzoxQ92YXwFFf/n6Ddp5Yq8JNszI/Jz
c7ZUHCHzVN7HagmfaZwBOQnYcRVuYouU3eklXqJODFwH2cge1AtIOaG1wemO3kxGLon3HDIc0Upw
Dcd5L+/DpuJIUPi37xq1FHclFejc8wcxvFYqtyabTxs+1Jx2Q06cxMa3voH75eR2ET0PE3AZNalB
v0aDPbDDIVeGmw5iX403VKnxmjcTUAyjVuRLPlwNVyMZpcfEHgOIbAsBsdDpOLTrqz4i4Pr5a42I
9GUQTXGTy9Eo9nFayttcGlttR3CtEtdsizbUYE1QEqQdEPWEtL9McvBPZUES4dRZjomitN+Ptp6B
N2SR0RCBVIq9NEpB6IBXPvB2LxLOEx/Br+ExtboB8NFb1zS5p6NZIyiPXyMqo3qQj4lh0lumhp9L
WYJqBfdG2G760kzFlk5BlLTjTtQvRawOv4ecOwhHLhBnL26n6rtpK1J6BdE3+hYTLTLXHJZXFRgz
PwK6TBQ4JrnXCz6k0jdUi8DY5jzE71qoDb/B+Bi1TprE9qhbpdZtrWUUhOlwOPMewP8W1DW39PoH
OrhS/xbqRfQE6aBtSbj6soMyE0lwRkakLIlblzCw9gElteYKOW1z3UM071yLcte8p0NiGYW3YK2j
+gjDYv4g8erhw4+m5jfPbZAgBdnUWHCZFxJQ/jsu38PLGIix24HJW4Vn8yqGY9FJuEPyvqa4HZiz
9GpjiYZtl2XYN2GX2CFssNAiuS6K7w0wPsQqOZI/JOgRuTdHie5vIIfYUKN4mmae1sARAuleDoDW
TZgVqrnVV67FnWKQYZswzUD67Me2qKz7uRODDFg5M00UytUOpu1wPffNTPltJjJ4ACPdQwBpugMf
UpKKmqaVPEfYIwivK4oa1x9YgCSZSTZRK250Qk6tJDz6LYghCpSxtm3hpUhhAsQgsW3Ab7FxTMrZ
9PcVteUIkyISXLeQVSBDILjc2GI7VuLNhJWataVyn3A3CRVoToNGjmdcPfNczuteBbQSUvCd5HHo
NyEOqpeYyShUWORckngcN2zfYZRxVajibPKdZCK8gyNS8LnAFZzHNIQTE27XHCvveqIm6IdzbDRx
W+2T0ctEr/0K55wYKEV0o3EkkVGjtWM4wE5HsH6o0yp9gpgoyg2v+vG5D8IsvJBIvME2olLcm4GK
w9aolOzI1shbBdRQUa4Hkpv3Ku6t79gF25CP6Fbkb1J7RtI5C7W9qa1IfQsL1dS9OB7li1kPivK2
tov6fphyXYa7YcFgL5bUPvNFUrua3MEKIyOXUF7nRvMjD1PeuTG2oAR5SJy+R2VcuyccgCGhMYOS
K/JUkiC/Sd0dYWruXREncBzLGEejofp7D2it3TuFXLTXhEZwYnhE/gtKjHQ/4aw6ehAegAeh+VSv
E/q4xqsgvFWX9E2R/wRjbomdLFHjcykTKFwlskEHSYKLZG2UQfD8xP28/ZUFajOQUCfBMx67/f0U
1j03TGkE71U7TX8CE5rdNqnt5MPmkq43BgcLJKKKrQoLmtiEFzqRcrrseMBuLZQ4N6gYSPx4eic/
qdHn70VpRoOjYA3/DIpLjWZo2um6KAb7He8X2DwgxnoFCjDHUJaFZP1K42z+iHhbMSslhdPWZWav
uXEU6+0C5+m9K0dm+hbh7UrjHmVGbq9RqQP1jBZNR9PbkEXzYs4gn8gyHz8AtrtshkltHdlUB51z
oEkhLKM4qDdWaUO75m6hpZIVaHPgAshWN3QekyfPlA35Sg9ymg1EypAWO/LH5EdVEJVJ4qAedWpJ
6IfwmP2EbhrfoWtt4RlGaiZtYIT7dy3xKXRJ8xWeaVHRfVfhij+VYDePugGOoHE7XmVFKh7iVGj5
fRUPHVY7dtRPe9Xqx+9N2DTYoM61wAaoTFt/NxUifuhK0VB5GiZEK5M8U20kd8E0dVatxNrwSpKM
TaQVPBfHpjJqT205NZugjUbioz3U+UWujWqHHHfQLJvaqk580EXLfw6R8/wso7mUXLzWChwNYmWK
P6wC4sQOi4zev+5540DoolP9wwhv7rfG04BPrSxmLnlArd3XQuhkEwwY6A2tnH4M9eg/+mT6vzCF
Wsqs0zhoBAJywA1SHPGKHgSmR4Y86LWKRi7yulXsXZUOCSgrCqFsP8LvfOCtUtLYOFYb6PM64qBB
mSvFbVKUiE6iqmkKw4Qiief7yGTII03zjto02aaOKuBbXEO/8yJaTFqABx3XE+Qa8axOVfQxWjB7
3TQ1yXJR/9WVW8mWf5fHGjwjMn+SXGDXMNkWIjO+S5kKkafDNOSukZR2divL7wYH+RtsptKUi8fE
jKY3qzOU7waAlrxR/FmWvNC2ASfoDRVEblJnpKapJPJ7xWqtB7o3Fq+y1OgQlooiUF3iIeVDusPl
V0jSpBxdcy3e8ZOH8AkdN7uoEV71GwXf99bl98iPPprny3keCjgiFFB/NUkUvKpU02DUVmMWgcSy
xRxVZNIEU7BfeJcQ3CAHQIH/4edTqHkwkmZgeNMqdzDs+T8F3LqCew/0jeQYSr7TCXzSNkHdmjdt
rEsjoTpVdGp/cfxSl0n0aPuJfQdsSMVl8P1ZWgpcY+FYhoS0ZYw00v2JyPZO0sBTQ4Vl6bQFYgcH
YZX/YYSUKraNXcWaN8GFsOF5tdOlNhsZXhfycsPEcpVGG60PKcumMDrERsks83Z5d+oElW6+aIom
qF2/66nt4d+kXjX9rD0FCVHMweAyogMRz5KtVZekM5g3138GBH9XUZW1qtfXMnh5ZKEqYKXZkK7e
VkHq9PMkvSBA5BuPE5boVjQrj2I0sWqp4F2qlMZI0ZwhKVSEN0lu37eJP+sOj/WQpMFXFA6ErEpP
QyTmJz/qOwVC+FJnxgyue9fiRlTuPFCHcWc6UPiLr+AE4EbN6C6bykCCPsuz2pmEqVwjF6tvLDuA
cGwqGZl9oJktzaLschiJ9MDzgM5AvfOYDP4WoqgW7FOlse+lPMRFw7ZB7L+JfgDNAA5vPJ+w3yCx
4K6/UGPNlpympZdym9cSb9EW2H3DYzWPkSHGRXGvTgq0ADhjDSIaXwbvQiPXbaoxnEqvlkdFc60Z
CbQ7yl333otBGjZDVyvx1g7thDMV2gaZFgTUGfpcEMSeQkkw+jUGFGY23SwpvZsVCOBJzKYEyoVd
qdEl/mN2dj30kXWnR0laeaKfU2RaBRy7WyQ/gNodOgUWoxLZLyXJlWY7hbM/etNIyWobhCTGnsIq
1t5MECe3iEGpWNi0lBSqQqr/EFUmuURF6wsJomdPEjJxVn+n+UhD9Qjdx0PRTji8LG0ArmmI0L7A
mdUAIYvGuK50cGdXzFMJtdgqY7wYNV+BeUvkciSAlBvFV6C8jFRSYeIN0LK9FP3Qr8Ivp6ciVeJb
DVa6vBAGqR1TjTV5iBblH8vvefxR16VWSPWQjCvWAWxaM5XfyPiG1uWJkpOC9rV1q5SiUna+Zs1v
gTTI10hMe/kbYjLxa9AVsRRnUuiZ9BIKLigMhzP4qJzfIi4QChx+0YXA7DQ4cCEBcaLMMZbvQ5oe
JG6hyXywXpb1x66pgZWrzgDeTeTGvpikoB12A9/7+8wNPu41qhkXMdWT+1b01JDwOOuuIERwSxaw
T27IDrguUrkpemduKGLsrKiqKWCpqAm+U5NMSUGKXoUvlSfWvZEVkGG5boLbKoVJ7PSs8g8Y6v3t
8tCDiiOn6MEkqWju0En6P5OSCrLbi5EXhjZaKTQRWqq82uHEYQ7KcDLhZ6WUK7IYY90Nbnjaz5Ri
G86wahk+hlre8vKV7eoVnyEjpciWpz8DpaphQfgJJSXU3GkJJz0vH5UCBgBBFv6FpuN57EQNTck9
TvH0Zk/G3JPHC7ggA6VaHRYOaSM8aS190CK0DC4olPGhW7V5zx3UiG3hB+DcbN16I7dBTYpfl6J0
l+g8bdWY4s4mHlvK2Lo1Q4wMrex24aBOXjhW4zWZS94Y+wBEe9qEmmJVWMtV0nXTc2vuk6IQFxY1
EdWxMJjnCV+MpXLbIAb8VfvyfGugFm2dAWJFt29n6m93aM98vE0ls2BtQk0vNnTxas2ruTXS8pl3
gfQs2RRGgYFKGX6+EZPltkOpvKb5rMnkgDyPftpB3EsOzy84ir6CaGpXVrDGf5h0DbWBXOxcJ0gI
SmPwbAOK8BCAoukJdmlPvw0b6dJWlGh5nKKb6EV7WnG9eAn8a25A8wCsP7FrkDE5owq5EnenyqTb
FcQfAGFNfZO6wne6pOp2ZjKMd5KUYvYq+QGfru28NOmU3enh14LvZXh6tSLHt7CxBQU71FqjYa1b
aCuZg/SK51AKlbnby7AEBerO8haMwnZmXQu+1WMKLfj04OuuYjSYY3RVlkEdhbH4pxyOTp8wQwe6
y53E58rd1IrPQcpoC7hJeFVE0JqoogUos8HPI15UaEQ3SQ7bhCSGgndltC9nftFae77+RSuLFQjP
flVnfI6g0IjDQJheHNiqS6r0XJEKE3jAwmvUaJu0HXT8vaxpl+dUANQhgBo+UXKAT2KfWam1BcDf
n0UTw8X1VhGfnMWqkQjdaTyJ8yyg3Ip2LoDYkVKNTJrCKLzTq7D2hlhGWxw+zMXdFE7MyialHLSc
Nu8wQaADWx9aZAroccilSAtHffyg0a96xkTn2DbEck8x9GUPKvrK+gKCZFMkDTg8ckD1zoBmQpqr
wMVt5fEC9py9K3O024Uwvtb+YWlxaMA0NpYdyPjKagdaBQpE+C/AfRjhIbmi/BuVT5nGXXBBJQho
+/TSfp7o4Xir/TUZEsKUskR4mMsDL9phup4Y9xt8DAFXvGq9yqqqB1tPg+3pkT/vbEbGfEbH1Nik
H9Xyy/6xfGomvVAijZ1NhyT5MoDbysVbFl/0avm7njQJZNugyKCIczgKQ0fCrjjRYlDaS32hvlmZ
cgkoP3w34Vuf2TefzwXu24QP0GMAQb7m4XCWZvt2JrFT65bbrKU07FJx/IG4RtmfXr7PZ0LDZ8Ok
GzlwD/6+y/L+s3xIuep6jLgb/EqtLshg0GIhH45cCJ6okmvKuWfarh8dUWDEhAIeacLavVDhhV1l
HWe+DKXhpz9R6LLbeKkk1mFyh1ujdcZn5NgOoXWChRDCwv5p7S4+0BFCA7klGtcd7xV7LpvSK82m
z/+PrUgLIjzhFU3jq63WMoJMTkbBWs6VWcF1bm04R2N1ZpRj64dduQJ5ii4ocOIPv9hgwtNNQkZp
YQgYSAvteR+Har0ZqbGC4FMLO71Fjm1GW7ZhD5CWEc1WJ8woaj2YrGWLKL19P+QYg7hjEJjSpktJ
as5EkrVJ0XLSbGHKrKKGa8S6TUlhdyk5MMrjWgmy9whAD35oAnVlLq+sJl9aEktt/3x6ikfCFxcD
JmQKsZLGb+rhms6+NQsdkqiDpwCKTsX0d81EvVVk8bZKfYsqhNB2moDweGa6R74mJrCgzXgyEVy0
VaLSq1ERWhUnvfE761VFeB1zFyv9nmZl3TZAH705PdUjp2FJyGjNIhSupHVoaQa7hWOXgmVBD/V0
nC23nSTOdSU/8hVNFUc3Q8GlCOvn1bSwqwnifDlzvpooI6z3pIl3omkUeavkMmzkKJanWwX+b3gm
oB0dmYsACRvNAvFLP/yUPrz/saUbmBNbHe9oxDC+5zecDYokjfJBbIfsOiDl9M8MfOSYMJ5MdoHZ
Nfy25Yf9E0lrJO8mClMWNinHyyaX+w1OsNK9TQXlTEQ7Mkfs/wQNTDgqS7vww6GqVFbnQc9Q56P9
86Qaatmo1whvIwCk+xKa8kui2Of8io9M0F684ekfpFNBkVffFME0Hsw9hyRSMNCRa+hISFv8XSCj
UvjyJrXhfNh02aDtDSaYhxOMEZ1TT2KCPoZAnt3CYxoq/Zzf2+ejsHRckGmyquP4ZqwtAeXeootH
RR8YCQOB22RI4POFcX8mFTsyyuKNxx+iJxb6q/DZoVfJct0GjDbhiJZKrsPWCY0vH2uyaI6cioei
KuN+drhioxz2I+k7JAtII9ltjblO4RW11J47X0emQ2BWcLOXueTYCYcDgShpQU791JkHnEmjTK1d
CItnHIc/R8W/LUXxy6JFPOnPajYqCcsw5hQ5mW5ySfCMpk3UwP8oR1T/GxTW5fT61S2HGS/NGqGo
60trlVXciKB1Uz8gYxai5MkWWuW2nMbROz3KkYmZFnFRk7ncDN55h6s34N8a1EnFU9yugAzT0Lyi
mUyztcwudMsxONec5/h4PAFoZEp+t3bF71W5M03qOlAQpAb8j3aioKt+gNImluPivhtr8fP0FI9s
EKZIR1huGTz/Pz298cdHtcJCTmEeodwtQBeKdv76fseTh8KYLpaoa6+Mhu3GQOOO6MDpUtm/s0YE
T02cTGe6V37OCyhF6VwlJnclkvjV2fWNELupxT5T0NoOpjauLKhmhu9Q9u2dPVhocJNgBMJr2mx3
ehmPfDnSLfwCdXoVKtRSDndKH8lRVdGwxCkMLXhBAqS/IM3Tmm1aYNvhGAmUou3pIT9fKzSmYCkX
JIfbc31ph4Oa2wNdtB1f5PNOh5X1lkogkleSyvP8zkfBqzhFFVLPPT3wkS1jYetpcQAtzt/aa5a+
lySw+A06PW5VN7GuZU5TlsOX81imZ+N7qSK4wvJ7dX8V5YiW34L4ZadWvkPX6GPyJuUmRyFNM/3M
Bj22dbiaqQYuKwpp7vD7dYKWWPBUeZdaY7TD2wtuXRpJuNL7ZnyNH+F0rVO02wmS68evL6fJMtJt
xGL76MvW+icTMSNq14Ghw/6HzHSn4Pm0KfBUPPNGPbZBTZU3MTmkzlN1lTPj+VQKHOdhJhuJ6TQQ
Ft7EiKsn/Ntqj06k2f8fs+IpjdEtzx5C9eGsZuxUCiSC7E6tKCMPlXtpQPPCJOvMbjw6MV75S/LB
v63VWx9nKmihODTg4OKjIaAzMIBJU9hjuk8yXW4eZpQ/5yphRwZdmqTw7mExucJXF8OsQlMuZ3Q2
Ex3bwKiQcE3w4At8bYIs804v5edMjs3BC1XnncqtIFaxJRsSVLbY6iCJahEXudE8VukL2i+zGlGI
T4N67lX3ty/KYT14aZnCy8piXckeVl9vzOwwMIAmHJtjl22ivpWvhxEHMTtq871vAR0pUdXsQpiR
9ACUgKecYDIBBDM88s5s3SPxxsb4hJAuDGL7Or0MB5iZdIcq4NbUwYZGulD4ApziT6/y8Tn/M8zy
Gf45h7HRpr3s0/3Gn+fRcOpuMdeiVaSmu5mw21s9C6ULeQBfs1Ica8sUKBrjcouuPLF8pk/Vsf3F
F/+vsQKRYXVaC8zkfFNjygHccVeDrfpb1FUCJUwOLvuGN9rpyR9bYorf3CXcnEtTt8O5a8ZMbwps
GR1TFxW+ayiIzCkbzszq2EY2aSSuYI4v+JbLrP9ZYZjBWjp2vBOw0Kte/TgAR6zU4J3G2+dSgaMT
4s21OJTD7ZVXC4g7MgQBhYSjpom459cwAgFqwjMJx9FREJUQeKh9EL8PJ4SuyS9V2qbSJjiIrC02
RVrn8dJCAX36+xxbOdr3cLVSeKf4sErja5J7C1ErA0mtvJVgpntm0Zv3JYrh7//PUBg/20tiTQ/w
wzllzdi0tsRHKse2vLX8NgThtKDxwiYa4qf/YzC6XVGCI8VW1q9w7GxC3KFJeHsAmG3XtTS+hCHu
9W2abU8PdexbkaJxAWLHzA2/mhccJs1oMko3QujZPVYW1o1h9daZWLX8LevAiUmyuZSHuCHWXsx5
2htTNLPv8gbepNPBFb0gOA7PIRWqbdmh9jk9rWM7g2IfFEXYSmBYq+tPtIjGMwPoDD+t3I1n5HF1
TJMw8vrwzMf6PDeqJRqbgouPSsZ6boOm2GkDp3pRU9e70K/uC6u+hCpn7OU66s9M7MhoFr7LtE+g
58tCNzvch0MnJLqNA6/rg2RcBpktPdLaCemO0s13WPT5Z/LNz/uDyrpC4xzyCBWl6+osR7IBYV8q
ELWDsb+WyjxRc1OHh9Of6+godDnkGFPKAPM8nJUk9cY4484Eow0HVq0P6hsonOd6Kh1ZuyUXAmjh
cUDRefnv/wRayvWooyx49Xk/9XeK4i+UCVS/l1o2GD/Uyk//fHlabEGKTCpu9SA8q2kJI62jIORJ
gMMYyXqm/opy84s9qiks8B7QCEsEdC6PdUqpSphN5HPP864QuOg2eMdQXdZyFyoGAjWZb3bmNH/+
WsR1nfabvClJMdeAYNWXKHB6Gz5fWnVX5hz713I3iOHL0R1JhWzSudwkuqvWKrpbGXwfCCAJzhht
scmS7Pe8UM1qIz7XBuvThAyh8AI3ZZ7IKt3LV4cKp99a6mSEiEo1Ra9ZIZWbpA2/XJ9nFJ6mpBNL
swQmdLj9IILC9jaxG66R4VZOkltY4QzTkIjrviuh7cWNDYkOnTyHH6fL6ixOdmyeS9jgRU4EAXE8
/AUpL51F8At7qU7hykS1CK+0SM++ev9znSw9triYuZkJjYfDyNjDd9pSxkMWZnm2GH7nkIz3p8/W
kmsfXClUPJd2IQsWbi//HA5SR3lTt43x1qERLgvp3oj2mWxuC0V16HhDgoPoi34NZ/bkp+rCMipi
I8q62mIYtPqGcAlx6x2Nt7G7tEPrKus3auG7qRF78/xyeoLroagdy6APNMmh4ooCehU8InwlZqih
qIKNMbjB7cR3uyHrv0n4rW9kA50alb1wc3rQ9Q75OygYP5imSoqxLu3FuA7pQzGGDv4dyT36gHQz
W5PlnR5lfTv/N4pFzivE0lhvdd4AoQPsgJlaiMxpgFQiLaVYXJRcdOXnCBNHBluahaBDA/GmRcYq
6tdFQZsyfWEjhj5jDaX1wIXGjTm2/hc3PvM6GGq18XXD9825Yii0iQMihszfYa7y1ZRtGYXKD70x
qKsRSVZxseuUEOY97owEGX03gBoDts3m9vQ3+rwTQGdRQRCnqDZRHzk8XygO5lg3ECf6UVnyim1C
HBbTr0ZekJ+DUVanmAcJngAjj0cMQX0H36xXOVFeT8/k8wagHIE1K805FrTJXH2VMZVaNZixUqNp
kfFLGfFzSBHoLr4S5rlWSX+37r9hiQSDwSgRgJaAL6071A14JGhTD4oFio6LDDmjhFjbbK5qKatu
IN8W29bouj3mr6o7RrF6gUtueiY2fvp2vJHpeaLA3rIWDedqxlmFw3oWmi92hAKgwmbRHY3kXDZ1
dBAYHqwpiI0hrwfB9gUb4eA1marM3ohK6Jc5vers3Ze+3sKI0XgIAaEwEP1PVrGiS9PRDo1xcGiG
F8JcLq0nfFOQkGpxeOaNt5rRf0OR5dKqFQybdoaHW174ZpTkJLeOkSH+bpig16WS8rUg8XcUoJ+/
k6EF5pqJMBcFNlJ5iNImVHFgQxF9JeT5HGC3pu/9NwzowtJ8j+eqvlo3fHN68DMJGn2v1/t4rKYr
XOS6G70L9F3Igxll16gjxES/NSQ0UUEo3QUXOr4tLp/03EFfHcK/P8cACliOIAnxp3qklatY6GEV
UUxj6jRakn4bsTPYRmjbzjTk/ssL++cM/h0LmpzKxgG8Jzc+/I6almH9PPEdw7h+7BD3YJ0ldrOf
7LEs3utF/dZFw1un0D5H87/nevcygkBPZH1Vm1zgS3+uTrHEytUP4iK3uNDtpVfumi2ExAJVroVF
vqzUtvid4f+aXOYNKOcd3pl5sk2iOVMf8ISLfs4RbtRn2EpHFn9pYytDVYIwgfne4YL49ax22H/2
DtQwPHyNovDgD5deFcapd/q4HjlDB0MtP+WfN1alTGo4LdsubA3pImFDXJGMdl8/qYxic0Zhsi13
4eEoNbJWP085Q90chFvVHqVtqeI19X/MhWeVAgQICGGs9pFNl4UU6zX2URHHb6iimxupl4yH06Mc
2xxQPTgS1EfAbldRB8JFUPYZquokUuIdLVtDE0WIEmwCLWiv5BJXB7Ury0vRx/3T14fmjoJVBtfj
80FBWp0rQ4a0UFCcux4VfXinL4J0gdRbv8twlcM6zTDuiP3nuIGftwnEed5b0JVIpgkJhx9QGoB2
pDrGv8PSqus4yYt9aDfn0JbPS2uBAPLpZEvmgbeu14dy1RtymU0OsrwH2dDfe8169GfjssfBBc/W
dm9q9ddoLQQfKpIqbgGUWVUouqtrEf3RwLM7n1CeYlbwYpcYg+9LRUSGi8VsGeLZ2ASAMFh0xs+n
P+eyUw7DjKVwb8FnAH6BUrMaGvIMYrKEoS0DQrYY/XhTlGG1odcRYoe2Pld5WP6+z+NpQCFwkiGv
rnbupMy+Fqj44TQDdgfqmMU/0iDwt/CsY8SNZrnHi/hc/7/PsWyBA6EoQStl56yr5SG9BhFG46+I
oZHkJnIheYnW2NsSf60zsezoULzZEYHiZciNfbhJMWqb6deIyQzOgYPKBSIn8sa3ozzbKvGsGF/L
2ugyY3FXQ6hgyy5Y/erGlka005aOAkMf8e6QavytyoTGaV/cJAtTnSGInrAUeVkeTsr2IZzNeFBh
lJdZzWYawjj3UiPUf6ENs/BCK+NzfYY/reNqyPU6pggALToauEg9S0/Rkt+xqbReVqX9mcl9Cit/
afhQHMiuwK2N1b0QzlMoY4mEl+hUdRd4lWQu2qD8zL74PAp1DVB4gE6uVLzbD5cQV9E+NitUynbS
6Jsq7Gccm4x5d/pDrU8XuQuninPFLlctnEgPR0GZpdDzCaZL5/vyw2j3NE0KuotJmL1DA6LxoS/O
wUOfhmTFeLgstO2Ftb1+86WKKUbRIKSImlrxRvzLddcuWulOwVnp1rbaxa9uajenJ7p8/n/DCEUx
lTRtoR0yKGTLw4mm49D1ckIjqHYbOZ07bIqduFa9c6WNNZJJ0DgcZ3XnkC12RpUyTum9PecevTec
X5d376cn8/c9cmo24nA2o9GEKP8YRd1BKHDo5bFRbrB58eh/4uoboDfnW+1cYp/vTD9Oj71+fH6a
4bJx/0m+eD6nWr201JL2mju4kOCdn+a1efnVe3W9ksuB/2ecMc3xg8gZR7v3dxWy+mcIzZf+mX2x
vr3Xo6yuF+T4cSots5m39AZxMQ50c7c8c5Y/vZPWoyxn4p+5iKhWtHj5XtfV5iNxH3/ru/fn7+c6
Z/5t7ntqW6zCLkTmdFIihqk20E5d/AecZ8w2b2fXfMK/8+LMTlj28qnhViHXpmMl4YPhBvcD01fn
Z+5c/nG/n0k4lCMB49+ju36cZ03emFiBLrPCAculWOTSM8i1PMN737023hNeQec+2JlwsRZAtZYo
7XAZs/d42HHAos2P2fn5dBM6d433zpvAwWzzzMVy7vutyfUCkw41Xb7f5H7MW3lHR6xNsw1vogvf
SXedc+b7LXf9ie+nrqJIoqGhRF64TDJ0M/5oDo6fLuZsZ5ZzfTevtv+asqNJtCIKQS6dhdHu9D5S
iKLuLvvEPDenc3tlFTQsM26sfDlolv7S+fsIr+RSpdlZnmBFcg5w/ltnO7WAq+ARW5KqYzj23wKm
t/Rp8MwtPeDcp8iLvD+I7gnEsvPn3Cz/5p+nBl7FkyHI6CVQMbD4rl42z8VNdSk+/DvKjdhul+/T
Y34Z3Yo7/fHMjjm3vKsAE7RjZBTLjhHsGZwX2J/9nizP9R3TLTf5JvAs13LPUbY/FVvWG2gVaSY1
T9JmORgAkNtor3iPmTs7v32nZHmLreqcvcePBQAAQUj8i1oOHvdhxG4SK8vlZcvShHijcD6EZ5M5
aK79LXNp4Xff3OFovat32pV9cWaVj8XVf8derTJ+MlMKQEKu4g0b4zndhtthO3nJtrlQ9+dqZsc+
KXgCoAWkOkDx1YMgxqg6nuqycWrc32UF9S32VNr0u8trL57vT09tHQhI+6l7UuwQApI/pIXDVTXa
SPXDVJtdSbRiiz8SrspKHdFjbZrPxBxtFdwYCmYnQD8aJMvEF+twqNRSjVHt6Zzl/4+zM2uO28i2
9V9x+PmiD+bhxOl+KNSAIkVqpC3pBSFLMuZ5xq+/X7Ld97BQiMKlI2xHyBQrK6ede1h7LbrU7wsn
z8EDa+mGDV2unhhFp4JFNCC6ZZd5FR2VavQgoTtq6cp9C+mkdVf3aePKk5q9jcsse6KVSXn36lUk
g0NYhdNOEdQU5+eFN1FAlFA3JVqNCE6WB3hZsal6m72Hrj7dOovChL20NEyQGI7EDUB8g/arxT1A
jaeeHUuaXCvvc8eF+6J5gvwNDqXaKLTkU6r0LYSvmVUOOzLbjbSDGzF7l8aT/5vR5m0BgUDf9+cq
M9X3oEkqNIbqqLR3pYxu0u11uXK+qblSGzMVUk3gwqhdXS6MjohG3loWIpZK36M5IqXBhDWEszbc
jw06r9BAG/0YH1E47b/VVB6/B40T2HuF6uB8jEvN3OpwX/qX4itpnA/KW1C9omN0+ZUkSJoiVOJH
F4mFBKJhTd0hRpF9IfEPGcFQ9vbdVKo8u1E/bri215dNY9OAp5EPJkOvLV4nmFylYaI7xK1b+2sF
eOOphXzoLYybWyjRlZFEJ41JGZ6sAliey0kGjZC8c9QZOr3YBEpBr9O+mGLYQqlT/by9ydf3mhQm
OS9oA+jVkJcl+cCSx6yAysq1oMI5tPWIwFMVbJRProIcto2uSg1IJgVkngAx4xdXLKA4ocVz17u+
FPq7EUXRXZwF2o4Dld1F3VwcrNRPD6oc6w9U89OfRjYpGxbs+urxHcDdiG4lYGbLTNs090NQVNwu
Gy5n8xAUvvRRT2QwgU4LF84Z+mKoXF69usKO0eAD1EchU38578wIM61IfRrtmwIGnElPjllmad7r
RwHcLIoFYA7olL0cJRh6alNT3EPzgp4nTEiwDCOm/er102WNiShk1qhVPu/xiz1MJi2xWoAhbjSU
+UOqN8o+kmCfGWAP3Wfd6B9fOyuB2QBRSQWEk6Mvzow6yU2KFi388HMU3MWFNJ99NFk2goRrg2Kr
Bj2bTIqS2xXokK5fSnqT3bjow+Z7WYb/JoWk3ZNtQzrYmTHADDs2/dmXmr8gWf/1ffzv4Gfx7t9m
v/nX//Dn7wVkTwI2tvjjvx6i7zV7/2f7P+LX/t9fu/ylf73tf9ZtV//85eFb2fxy7PIf39qoyJe/
c/ERjPTXN9l/a79d/OGQt1E7ve9+1tOHn02Xts/D8Z3F3/z//eEvP58/5dNU/vznr9+LLm/FpwV8
rV//+tH5xz9/FfXY/3r58X/97PFbxq+5YZRir/79Sf/56z+/Ne0/f5VM8x8ks6geC9fm11+Gn8//
FyzvP7DANu2TIEP+3WKSF3Ub8huK9Q9+whEF3WaCgxGlA67V888M8x+knUESUOCnI1+FR+E/3+pi
o/53437Ju+xdESFW9s9fF6aElC41ClApJMCwmxycywunwccaI00z3ytQ7uUwkRVm+r6F0dh/UnNk
DJ/CIC7+eLEyf32Hl2MuX2NcSdEkjuwo1XsAb8tKN0whQeYHqX1n7d4Guw+/v3n8+H6rKVx4cS/c
k6sxFhNDnALKdyOx75Ld56+fgt0bf7f1FIgo+NYQC298Msusmh2GaA7vPz98ehfv383uF3m3NZXl
m3M1l4XHWul1OhkTA907OyKccM9ksn2+YT+e86s35rP0SBC7V+hnZFsSf9iXxcnKIKWdwyNY8J1F
jyrCFnvH9hzrI1LILpnunTQaLpTLbptAX6rfJZmz68qtOsjGTi6rrfr0n2Wej2/fOu7pEf6JjQdh
a4jF41ZNMHb5KTPPdl9D91O7e1RJd9w+9cLIv1hdYZdpzKPUCvZXeCeLp60M/JkOHnjhC1j1D1Li
h3szAjJbBZK1EQYsYo/nocCsIPFMHYcuiMV7U0q+OqZO1Z4kwy8+BQbi0TMKxoMUJHeDM7SoRKFS
ent6C0MCzlih29zmQvOwYk7EZbl4U/V4TkCbeVUDw90sD+bO6DuEIVQ1v8tUKzrdHk9brqcYEFYE
cTlAA+tLgihfiiu1VlUGzCCHU2vdPOh5jVKrkVj7rhyqPZzR/qmNQwdlicq6N4y69BplsN3ECapj
kLTDN+hSUZdrFaVzgTHb+zSKRqoA0TjvJQqYHyQzs3c4sc6D5Qcm3K8w5wd1CU3Y2Le0U/fWGUr0
7F6CM/dALKjtta6qjoba2CgWQOyNXw9/nZWlB6rsW82m4si8PFKUSuhw4dWXDXi6CGgv15xuTyvL
OieAgyyUjw49WEeobPvXeS+srCWA8TiceGW6uex0myRD8xN5ro50YqruYPj9EbxyvTHK1XaCiNeB
DOK86wKDvyjDAIFGPhVCvyOUL/VvKCFLd2llDB870gYbTubKUGDjYDXjVeaZXUauMHpmiBL5+hGt
rnyfMPLTlLXdAexc9+H2KV0bivgOLxNlHeLOxa0osskuIoKxI21PqBdUKNwoUaQcEY1xNuzL1WEg
ruX9JmPDdlESXywgeqRz6UNUfBR9zsBmywF9ASncuOZL0wL2mw4a7p4gZgM9Jib84pr7TRc17eB0
nuUr6p856P4Q4Ss9+jP1Hcza3FjlRwfO4y1gz8K51WmlEXxHYBUFNI4k0eW4ULLKFQJPMGUE0K/t
UH6pP0O4OyRHOO+j31vDqr9APqCj7KE06tb7sDRuWDdcMR3s/HPkdwU2zNSw7PUm9WA1R4AF+lnF
8MYGgLlr1Yn8Qe2dQHnlSgMaJnDWSOTQ1kNBeTFjO0OJEvUp89RXReRhdYPPJcpELhyX2v1sE2ji
wbYbV2N5iEhHAO4V3fKCNggk9uUyG5k/Z5phFx7y6QHhulE8VEUYbUDklrfieRSA16YG7AeyjcWt
AG8ZTFzAwkM+NLtXMvQX0Llvj0kzSq+8FQwFDJXDw4XgBV46D0FvKNNoMyGzRs9wsNARtOa5P7zu
motRSCxhikF40+682Ku4qEZrDvPSG3JViNc0cxodA0cPVXopsUMbdCjX68ebDo4PYlRwIeYSUNfZ
hT8majt60IeAKza08N7WIFPO0YDdwO5dHwg4NoD0cA551aFZujwQcye19KCakyf7fv1ooDV2kktn
3HCl10Yhow5YlMZdmTTw5SgSTXSBRW3fU1AQOLZDVHtSlf9xe5NWBqGfh+cC1DcJomWvIZS0Dcm8
ePDKQpnhJC8mCI6isPvz9jBXtoLVouEdqi/cE2K7xYoVNnRlupIOnsSZfGt1lf9Ghb37AcXJ2W2m
cfp+e7yF78opICnD7gjCGggSl9BWxUjLoJuK0TNzPXhvJi0Vf7QAyEpl1b5yBmRmylY92LFvnlv0
Yja2buUskre36EZxZOJHWfz8xYNA2lKxQrUfPGQfpAPCwzAlDmg879LK3AIMruwgvViCjhSTSP5y
GQdNcpbmvTJ4QU66mf4v2DedQI62yuVrcyLDJstAbDj9S1oGv2y0ONacySPNlX9jRa3Gs/MmUk4F
g23xIi7DYR0vjtUT6UReVeUKatNEHdBoLZW8Phg0G4oUs7LfyVJQ/JYHkvQ4z3nWfImRAP40+Lb9
Ia8LzQb3A9IP2tnU2QQwX51gWgU12hRhxqJVkRz15ZYGoxnr8SDLXsA6IOMI3bhzkqzcSo/qHOr1
vmonozlEKk7vHvMuK8cEKdLS1dHYsU4JuS1KKoYljTskucD4ksuTflOCaHqnjrkW7195Afi64JSI
OmBg5AosLtxoWnGXafPkAeuyfuRIRQ5uqCJlHNaqcT+oAQTfYM0eOmuwyMtOw4Y1XrpEorPSAuXJ
iWH3rrgRISwrYVupJg9BSh+pFUd3FfjAT1qW1Z99gGdvcuZ+vj3pqyPKoAJdKnpjSeA5i0kjKNmO
ai5NXhTF/dfE6dMOfvcGiuBeyf+T37tI773M2KyOBuMECCmIGR1nccnLIRnr3jQmD/G//mzBTQ2z
RFNZrhqq8oZzsLaclCQwndB2ivaBy9PHtfeHDnVqL20lJPcIuTDTU9R5yCcBzrLU8TBayP9suFvL
SjK3UODcSEvRquVgvBfBVKhAOm414+TNRYvW1xym3UlFrvidFtloQ8Ry7qVTfyyhLvgdMbLyrT6S
es+1xNXCmvz/2EcPCmFL6lJcatUNx2ztTuIGQrEGUBMM/2JVpMiS0kGOZRRXWsMN82b6lHYwqe+k
tq3vNTndilzWtoGuP/gTcG5E3uJyGyDYiWx5yGTPSE1ELLLceUBcrHgq9So4dDVUjsVgSq9DLz/v
gTCEJDfJl+NvXA6KClmPTpQ6ewhtpAiAxrrQa1WrjyqKdx8QAwvB1iCAa21s/sr5JnlBbl74+CRp
F7U45CgIqtpI9qIBqkEEJJ1GOqR+b/8w2dzfb1/dlZXV8Ekpz1J/w1NYeL/S6PgplLCTFyayxClq
U9RAIrN7HMIG9jyzFTqVXfNaR068Y3iMFAiM557Vy6VFJg1VF2SUPZm8KE3Ail5VLtwRVnC4Pb2r
R/p5IKyxWEhKRYs9tNF819C/nL0slrs9AVXiIQm9BXRZG8XknjIpelrsZQpZrnxrVNpCgQ2+RnwO
svJc3lMWyTZZd8R2vEyyCAcAcAI5O7gciIsWNw8dOEfy0dFFqEqWx8NcI6S8Lx0dAIEWiOVTyAN/
gsZft9FDodixK2vkYEAb11botkMqW3TBG0nkRXZkbFWR19YBD52ip6gscWUut9V3/LyMslJB9A3p
oH0RJ0ZzNPVw3kovrF2RlwMttpVYNfUnjYGMHP693ZxXEnAwOI8+KHWlbZFXXoX7ok2J5xpCScI2
0luX06qqtkPiJsf6SJLlBqEm/W7GLUq545h9zIzGehvVar13Mk2LNmzBlT/N0AZgFHrFcDJpqLwc
evKHZEotbMEE2/wnxAxa2a0rZ/zAu6AHu7R15DeB5E9QKholSmZ0kG18g5U9FfwGFGVAVdDLudhT
Sy26yjEb2TMzoKEQhDbNQGm5KZ0N6p+VgTjZxJ/E4hA5LPPE+YRYaZ60Fqz+hr5PU/QwwVdnr3+6
iFDwkHhbKe2aC+eh0bqhdUbf8nxDMsndZ8Po7FF5QdXJLGHZoJ9C/3zbBq0cVohP4SUVJWQKaIsh
EbUKyypMLa+QBpocAwulmGmS7wgBt5quVx5mh1dSkJPgM5PBvDwueEa2gv6yThq6bb9mSZC/0xwf
bUynyqDQqQur7jZ8v2U9SDyTFMc5oLTmCxzAYkxaCMtJUQLdy1Roso/NNKvTLqyy5F2thNX9POTl
h6AKuj/1VhuyHVVn5X3Rp5tiALTBMruFcRQ91JxT+o5Y6YVxJAlvZJCRm17fdk6MjhTeyLFV2uq9
JAe6+ajICIWdbKNs41PUOeCRklE1vreB5shHNWlNFI9RlDYOMIcmv8VBWBX7hhekONObPCHUmcIi
euhjrf0tz6O6c6MIrA66joCmXTmf/Y+FqqS/I+aRPcoh2mKftTmpNc+BMfktDDxD6doNhFT7nsSW
eaIBxC+PUgrFBerOkj7ch0nV2og51PrgIv1sxa4BKf0PoEntnzigVfEmVA2pcdNBTX6rpBB2EycD
SXSI0qb4YHS9bqHHLcnzrmwaqz8Uaqt/7x17mFzYwuBeqXKFJRmQW/wM8R4IJEMfk3qP1KRkH0du
xuBKfTzWbpZo/lvqQ33xIYZtF8Co1qMKKJGDM45aXDXpTicIVBBQtVX/MCOY9lVpQ6l9G0dd/dAP
BlwlNNLUX+MSB91NyXV9E3rJ9nnKomFCrsSYfmv7svtUtjm6PPBxQg0XxdLPqVb173bT6tWpQRfp
vemkJTLOI7Cn3eyrzoSANJEdbvhoaO9TxayDfT+p/vs6Qv8Xur3Wedc2pYIMRx7438O8Ha1dj0jI
Yyv7veUxp/4JcJHhv0XjkNfDMNHLOqRFnT12uVI2LgJDKnAkbZDqw2Dk2deBjjoNtms7fRoHSB4P
iLV1P3S5n9DU5TOE1F4Tgg7xZeO7HSgws2hVmef3YdbKuWvBxgd1RZFQEjH1DngXwluxf2yywK6O
EVqP6Xt5HkCyZHmlqOSTx0aoemqyf5ayeOrdVpUH0KNan9DHkIWqlyDMJZ9G1YFxo1CzRtsH1SAj
K9on2vfCCAxnlyjKAJ2pVffZnS2V6bcRMMl3XMj5jHy1TZeCIhgDDbWqUXSwR/+PwJaLP3StzZQj
uOdUdi1flnKoJm3psxTIZrNPmrR+X+JG4EWgEuslnLPgYMstop2GpA10W8gjdbYhHTP9EPBI/vl/
+mQcxiauNJ7PRnz0RPYTEoWoTDfSqyvvND10BkgaIlFaSMXPX2R/YsDwleQ3uqcPGsJJtYzc7CGB
GORzHdBYswuMOvfg1g7waVHb3gr918wPndYCXcZXwBm8HB76dT8f5FL1WszkY03FYp+labi//ZoI
c7o0ctg45kd4SBlnMclx6lCQ0DLVUxuJricURFNeflvu4BqUeUFThCVS64/QQi7+z9tDr70uPM/U
xYDpiVf0coJ6VwTCVVC9KY3h+Mpp6jw19Ot/MErbOoFc/HJ7vOupik5x+sQhSiM9uXxZ/NLPJSUc
DG/2MzSxUKyXI9ephrK7l5LZQCqhMebxGM4oZL/6KNECRQ6MdlnYO6/quRSdIK+UxvhcTkEM22pr
aX8EUSLH6B4OSN5mhZV3h45OZvQCw9DZij1X0nAkbinViaCF2GwZuLRTaOroV2ZnM0Lwz+tNO0SB
IsoRnNEC/OxDS0inIDmFPBagKrOUjr1ew3EaN3L7hFRMvtUsee3GUMoTbJ8ExNCtLHcjkVCiHNMI
UoC6oQ7tNLVzPzWKcYcAuv3t9s5fnzTG4i5DRivYhZaU02VgVHkhp8kZudbuECIQeAD82z2E+uAc
DRvV0NvjXZ80YhYgAyw5mWsIVC9Pdt9Huh2ls+3ZUZxAvR/YIHDn7EGLJ+UUNYlCF7rWbNzklQUV
CULkBZgjcIzFoKjzgs2AtNnDcqePPOR0d6GEdkBLXN6Y37VpAvSNweBMQLp1VTipg9C0WqNxvMIo
1SMKWsldC5z+eHsVV3YNTCa3hnQtleyl/wVHE8FC2QHKkWOJJwQgaBOigxwN8sAtVcKNLMJzo9Gl
LcSTp55GbZCrQjb+ctvicdaGkaiN3LCKarsW0lTjks/QqvtxqLT3RZUP5nlokyZzB8X3/VMcKuHb
ZqitdzA3F9rOHkZKi7FfS5/8yUI3VWm0LH2IVR3iY1+L5u7UlEb7Ppbb3n+08kn/0vqT8zQHuEIb
y7dyHgACEO1RugMOuqxmR5OKa2m0vjfK6qiAA4HC8ACO04IDITDG19JCEo3YwH/IWzCkSOVdLp6E
oGA5g/zxyqqz6ZPPc3R5yRrXn3S6raRXh5HAcURBUugmCLt6OVo1KajjhYrvtVmDexn05pcOapkN
rNHKOWcUuiiAGlGXWdZknJoRUqQNvcKUULaXEi3unuQRKP7GQNeuBtNh+aCLoEaNQbycTmLpfWXq
pe/NVmTNe9xlFe8PuGvddJkBY5g5HEp7DN9E05xtJQXWDopIBxC+cuwhjrgcPCVfLPWN6nuy1Eaf
8Iha9XMSa/mTKtV6+en2pV4bjNQgQR4xLICxRfIjaOxgcMZe8qS6lXZ9FTsxlPGVfO4VJ9q4ASsG
hIP/3EYu0DdXsJtxzhN6VSQvSJ0MPWuE2uVAHY5AZP+YuB4bVnHF6lOsEBh64U9dWUVDbtvRyRQa
hEHAvFXlqt6bs5m+QVgTdtayl861kpkbJ+c6owNOhZQ+zzvpHPgPLzevhRF/5O2WPLXMTGTkMzn0
3aRCgeXQmc0IDg8CTgdN3Hz4Jqm+fVKbZtJfndqGAQxMBaAZ0Ri0TCMm+WhmhtlJHonLTPHCwgcY
1gfGMBy1tAfiPjtB0Li2P9Ufbx+ntRsK0QLdLyKbBHbmcvpcxbDvmkzy0mo277N4ltyAcHZjfmuj
2NxNoQ4gnqSFp9pI5WzUdsHOJhMUMgN1OG2P2k1jbQy0dmLh4MBBo/RNgWIxHbN39MTwQ6ZjkU2K
nbZ0kSf/oQfkXOsg2wLfrl1GroUhvCJqz8vhWieK05JmBRAxjb7XtaKh/NSa6B/2f+NyUEMXtVdg
aRyVhcG2DXCoapf6Xgf9p+N2dty9p6lDB8mYdRmIVL1kenHlOK83AthTOkmEbAsYjMXAc8HRb2fm
2PktpDSKle5mZTaf4E0mH9JYW6zuK2vKWvLe0uoh9LoWZ8VISaqLYBL1Z2Pcqb4S76fQ1kg+NltC
BCvHkiILZhSuFpHkXNx9Svm5pqSV45WxET2mdJfcdWYfn25fsbUJ4YKRmAO6yNlfTCgAGjBA/YlX
lKTjvd3E7SGolOCnExhb7B9LxgDGwHWF/QMaV/7DSbm8zsj71sqQxo4XO01x1smvHMdJjUXwbQau
DPvDPkUM1UVHF5Re0yPqC1fJ77U2Byc/lewN/MfKs+wQK2LQxO2/CttSEhtZPYr3vykTCoV2UZ6K
ru7vAvJobiQF6SGqTTw+HrRq//plFzw8CMdxX65KxRHwMavLGJtaSx2/GcwROJSd66ByTWkc+w2H
am2XAVzRWAkcEdjNYpcjLSq7XDPwFiWnPMMKqNl7tmt4N5STEWwMtmLm4HfFq+e/0PQt3Z0B9tXB
7tnm2QJKrYyjtMPj0dCYbGE8SuUttrGVpDKeKZVBQMpIDZNhvDxXptQPaW60jkevUjvvUJ3XMrdT
Q30+TL5cS0cTBej4njR/k5yyoOlRXM41VN6djH67jQv1HGwv4gy+yjNrHTy7VynueNAbHXIu32vi
IaO3miRMdVfTYR6+rYuadGuYxjYK9rPUj3spTZL7PovHn+Zkdp/DEh5ZSElTM9ghHEMPWR0oWXaS
2866m0irQ9LgD9UWYcjajgnv4jk1LyqTlwuY+1EwynPoe05c1z9LBLdgE02KL+Dl0gk14N5QN87/
9d0T9HCiCUiIol3hoSzuuREqmQ0oYB6qk970yhff8Ct5jxuQtgeEzetkDyhH/zg3jaNuHNFr22rT
ZSaLp0MWce7i2eiQQ3egNbTxq7TaQc/SjK1jMgLw23if1gdCxQx7RyizBP+GIH+7NrAtrwoC+ySh
vHjuWn2rw/H6ejMdXgkAayRbOHOX+9ekQY2eScMoSZgelRmF76zOwyO4xHHjeK9OiBCI5ifgiAAf
L4cKp6ILwSlbXuoDonHoD/BKtX9l8y2mhwnhRpA4JKuDV3Y5CiBbeW4m0/JCq873jaNUbt3L2tmS
6td7SQxFKE0ykubqKwCsqgVGNJYDqX5MhWvn8nSAJmV0kWpX3NcafTEUSBhec56/5fuXZzjYQm3M
m8PxdwWwEEDsoTnZSTlsPG3XF1ogrFA5wGemGrt02SMDlOFsjhbArqI9R0puH+UsGdzRyVV6nbQt
uauV8QARA+YEBgicbJlb8UNNzUEX2V5emPJdIfvJrkrn5pBrTe8q5rBl8tfGw9vkUiGsYAMfvTwf
eUKrrRq3mA8rlt91lLrfE7dVzRsfErPvsl/E6kYktnLF6IEAvAlgT3QpLa5YMLR10kml7aGwO+2i
YiiQc9Cs/VROr2SWEYdfsPbiHOBqIki7mJzVFi34Mc325ny270LYWPaUgMZ9rudbohgrt5msIRdZ
uEDCBbxcx8SpNLPl0fG0nixtWzfJfqylYePcr+3Wi1Ge3+8XpRZNoWu+nRrb42oAvnTUiZrf1H9C
Vrj1xszcolZZHQ94vpBYIFG7BAcMuG8T1Vz2qpgR3swL5/1kjtMuGIv8qOux/PocCztGwpR+drye
q9SiZPcWOb7C9qzeDw5W43RHE0AeVa5xq5tE7Mild0ESWNAZ8laTBXYW9rcz4gaHIGcta1l125LC
VKJzIpNsTtx50GSvtKk+V3Qq7I24Vn/cNmErPrxQUeHppHKuQ4ywODFtgfo0jBK2N1ixXnqREiQ/
nWru9D1UhVbqZqrZFO+mKqmHk12rKGE7o9Z8hCmjuStJkVFthjhxS9JsxZ3AFoDwpM8FTNUyLMvr
Ke7qUbPIOxlTuQMvoDzEtW9967qqGVzKzg70SVrf/alUBiXg24uydouoctHoQoqNTsKF/5kJaHTl
4PCatdTsx9SMXNqIpfPtUdYsEIdLAzdGayQfcHlXw8DSx0ii7GAl1fSIRnZ8iHsUBuyx/H57pBWH
WjRn81I9dywRL1wO1XKlZhI8tgfkoX8LtQc0GAp1DtMdYW34oudNjAiGEwxnWSbYdpSBam8rbRWR
VtZVyBDZoqZHQHHlpWmRRoPN5Hi5EyaP8FH3u37KXw3Nh9sDGhiNapWQw1ha9trUE3WoFcfz8zjy
n7MjoLAnu30lr46w6wKYTosFVQaRbrpc1TALBK4i8D2aDKDNThtJq/Z1Wie/palvRndDnFYPmtLK
W8n7FXsIczi8pTCk8kgvX+cJUhik01POZ5oob1pW+260wuBBD+rWzSfbPP2N8yPwhkD7WFXqzpcz
tQoVHzFRyJLoWv8lsf3yAXZHmxoJtYNw8MeDEeGj0u7qnJokzo6D0m4dnrVJUz7g/EAPAEfmYrVH
vUUzMqKK1dVG8mWE9845oWsVO7syR8/ywP+Yk8Ptia9cUVxw6BIouAu68oUhIO0xaJnDQ2e3VufW
cxihLeSUx7ieir8xFGORuhFmGC/5cok1Y+ryzgh54wAyPKWRo8PdUMzGLsyMoNoIl1bMK1jV/x1M
XNQXD7gsI8dsTEQxZod+oSvhhX/p5rQ5j8DH8l04B8o7wB62tStACI/e7VVdMwOEG6KwT68a1GWX
o6vUHnVnkmxPUofiMdKT4Q2dAuqGy7y2d8RQwtCg4cIeXo4iJ/gTZTdhXmFhPuhaFLjjZOqHsCr9
jeVcmxCZUkrIAEWvu2b0EFENOcXr8ru4Oif+HO3tXCv+xihAMEV0LQq5V6CANqbHLk9ML0yz8AS7
VbGfo6rcOIdL2r5nqybKgrjFkMqTPr9cNxLYI4RamekVVVrSa6c0HyZNglyy18np6Ynplv4UnkoV
Gb6m9OWdRKvbG8BjFC31TtrL0qAgyFLVj1kcCLHM2NjYWXE+Fi4TWUdOj4jB4R5ZfEO/F65iSNsr
yiEI5RRZChXFQc5D+TAqhr2x7KuP58vhFpeFXkrYsYLA9Mq+V775ra794Kr22bEr6sF0s1pPvLgM
i080CujlHeCZXj84/lxtwULWTjTdRRgzUSTGK7rcmUJX4fkwe9OThrj97IRK5ILfCt4mRr5FLbh2
om2cUspU9KKAxLgcip0PTfSOLdo6Jc0FVTLvgxDM421DsGbSSfRDS8dWWlfvGDDqIbIxM14YTtY5
bGx1rwHWIs1R5O8qvQ836jUrB0fjACBqQiChXCWIaXor29LxTdz6ubv3e+gY6jmTHlkBhGEMIwe/
2vwNw07pG24zKLLpjFwGS2ri+IEtMajWpj5aZ6W6HwbJ8NTOiDZA1CvrSQ8CwBlRO+HyLk9qOPfQ
aYTsWlQ6LpqaCGWWRXAK7SZxaeJr97f3b+VAXoy3MLGp3M1xH8eWF5hR5NaRqj5aRTMSIVTxxpux
OhTVDDQuaI7Bhbw8kOVopR14W9PLyjjbBUBe3yL7OzwVpr8xqbVF5LEX3bmgxPHOL0dC7L6pAHYF
56GIejSfBvRuG7u9nwc7dmPg1xvOlfjmC2uGoI/ouoT+QbSTXo7XR5mkzVobnLXastJz6/f5U5wr
SuEmhTZ8tc3RSQ9khOxgR5lfvW+TPj7f3seV205qA3SGEKLAtiweZGhvZd5fOzh3ZaMcjJLgjzeo
2rjtK04HpotuZAhCBBZkcVoMWIPTqtICnIwWpZ8y7B9Me4aVuzbNN4HfFs6eFWqDndU6wYfbM1wS
ColXTRRL8NfxCEjJiV1/4fG0xPOZNObhObQKp8ITAHdNNSiz9TddMwAxVqqC/OBYEk3CFgN1+Z2R
9lQ6eykri73qd/qpHpF9Pwq+h3lX2bHVnQbJtpO9YZc1TAyKQCpbg15ttRCsLZxBTw1rJ/5d5o86
UORaaTgAI0jjhvAfSdbR78LwXRrN7Z0jA1ayk0Y+oMhsH26v29q14xGg0iSAXVfVRN8q/NRuR8mT
M3nYO92snvzMGPdJMQ4bh3DtHgDfEUwMeFHXMQaXTs7yOTrnXZg4pwrEx+yCdE7br6avqV/tXlO+
jJIOAiUKdftNohABbfTPrk0XFjJVxHOUEJeVLi112lqPuvBsK2N0cOzaP0xW8L2Zwi3m15WnCNQA
oQyicqLDcHHr4yQOZH2KANY4ZWeiERLQJhV1Uj27YQY4ctebTjscIqDmWwzeKwaOfA8BFNkNAQFb
DK0O5EW1vpE8jfx195D1dlzt6r4g5i/42YdGD7tq42VaWVjIDQVgibo+aIlFrmMMI7V04kTywEg/
pajCPKFI8ZS19pba19q6spo4gIJT8erAppbRSQpKlF6a1og3ylJGNEMv5101WD0UtEALclATRbYV
k6/NkG5GwgC2k8rD4tmYZKXt2nSg+Jy2ob1PSimXd/TyxSjRjvW84QKvmASwguwe7M+C6GqxnlYn
pTwllJvrsVSDk9NatKPaExSgXhEbdQGzl23+DK00+JhLQTO93pSLVlwWmriYus7iCCVSH3JdbR+A
hio9KU5GP09gNRN6ZrgZ45uOTt7C0+24qM/VPPTSb7fN0oqtEAw4ZO+puXOHFtOH5qhQpjoOz3HW
W/0P+ina8K7g/PX7WR1ofCghWc9pf0jg40LmrUbQ1mnKv5HYF3B/YBAIP11D8QDCVVNSAmeSxia4
T+0u3tlpR6uQFWQbF2ilJ9zWbQrCosWBk70MZ4vcTpNZsiSvrkwpeHBKLZCP0JeEyNVNmn4urKKk
AbGTGrgRQlPOmt+dLIhHV1aD1DpWfVbHJ4t+yTtjlKTufpCk6XHsqO9sHM21i8DOYNp4cK+jFANd
UdmpAwk09dAZkPAlwVep72vd9ZMavqTbJ2HNmHEIKT1jTNmMxbXLEtRZ/QSAYpibBEZGVcD4boez
dg60MvgWcX+m4+0hV7wlXkTA4iqxJzmhhbeEjwPfAVQfZ31SsmNTWsVxHkz1cHuUZ2GDhV+Io2I6
sgPgS6TBLz2WxJ6jsbANPBaIOrMfVZAo0X1jIKi6q9U5GXeRpgbO3dQ6+XjqZGuWzkU3GHS3AN6K
z4GqpfHvla6HyKvAxT3c+3nfPYZDZLZuq/Wl4U4z4oA0cpjddKfGVll/iIjWzZ8SXli7G7JyxKuh
BWKLp2WlvYEOTy4NKF2qwVfXd9CVMQHgGp0lJ9Wcs2LO1kgaAajLrpomJ3joYrmsXdWHUcXt5oYV
zgy9UY+aJqWPpZPQ+nZ7tdf2lFwRdxlqVMI0cahfuIemIjXyoJnRWbH88hxVZumGKXC+26OsXA38
GvDJYNapZS0TF1Wl2n1t2tE5s4z4TsYdfpe0c3myolz5cnuo1QkBb+Af1K2vvKk5i+uonlliNQjG
0wjwwlVoP9xYtpXXVnw215x2GTzExRlN5SqRyVpG57YD1y1ZdYXcaw2YoCjpFyt1tX0IlLA8/Z25
sYjwaBF/LmPBdO61vGq5gGqgBM+S8lK8R1E83VjDlUcWbKfoLYB1gpYG8fMXh8If7KYwgzQ+J0FI
SMQcSVJGcB6XuyzJ/fHk+HZUPpL1759gXYlfD4gm3mGCyLAi732VJw2quRz1BL4WfaoJyxxVd6us
Kh/zWva9vG1D7/a6rthSpgrXEE0iJEeWrzqcD0FJJjU8Z/+Xs/PajVtJ2/UVEWAOp+xIWZYtZ/uE
mJVIFnMOV/8/pX1isbmbkDELa4DxwNWs+IU3WJ04L8CCr+ZSGcdkjufv6iT2hBM2xqOeieQwIAMa
u+sbDlSXAwmhjoI8batTFgvLH0VSXFBumq5qXfzBy4SuMHRenLaBCa3beo4xIvQbVlEwDw14kC6r
zjNX+Rn66B45ZeOkMxQvIBL/Urtu9SxxdYsxrtMoaO3EAyhn6+9qtdKCCj2x4P6qbQ5FuZatKoEo
60wCNVUtK3Wyw2GEbbqINnsX1pH7oOT9uEO52TjuaG5SEwRdIA3nVy/fUmr5OPRpHOBQPhfvhjY0
Gr8iITSOVb3AMJ5jzFV/ILS/xN/vf+UGCo8uG7gymrLEfDebU7PSWrfoTgflgtbTBRAJRM7J9cp/
2rjT36UTgee5X+rQONI0nxECBvtmnx07ibODLfp+xs+jMr8PreRg133vPPY2/8PJtkTyFKmWGX+7
/5O3FgaIPe51HCqAQqs9kMJNAtUyeNextqJDBHHvShUoeyDz2ZMW3KpRU+BAJ0u28G/ZQ4oJHIKm
ridhzPpT0tQmgXA5ngY9Kg95HcenMW+nUx0mybFuYvVQd8meOPLGdYn6CV1zQj9ehHVc1Lbu2Ai1
kX3XavivLKfhAY0M8xgiZnqYzWT85Fr5v6Goh529sfHWke1Ju2oEI6Xk6Ot7eomtEq1cGr7pEHZX
pEHsj8407qmObCEliFjwVcQLHpzSun41zVVvTEjrg8Ey0wKSvWLilZx0Pb67udH8BAYjvne5Mny3
uoH/A7bcBblmXJblWVni1L443eLFO9HoxiVK0Q4KOl6rbLM1Bi3Tsjamcw9WtmnS94kTLf/ZXrQg
iTTHfjWH1Y/7u3pjlYGhMdFMAHrON3jB0YmQfqHXNTb0XTz7P0dLPsSN/b6O7O+NZvyvLICr3B9z
496RxFOHdxhM8E22246QApp0AoAcGeXPNszng+oiJBhNDmXapfpHTW1z567bOL0cXRILDq6k5MkU
9LfH3zbyuCP0hWzhiZ9UmrpDi/AUgjpLc7z/dfJvWgX6hIISzE1zm1bBavvajWUjFG3S2E7MAWvQ
Tkd2qbVFNfl1zWnzS7uzhmMZa/VfmFW3OMvljfJ2OBxxOLPLktI+W19WZZMpQ1JTUNAqRc99J1Xt
p9axQohBdleXbw+EaT6T2TAmXK91IGy1E5BWk2LJmPQZSJQy+tZYsTgkxlD/yYf9NpS8PH5bxyFR
hmjKB2zWWlFc6l75aVQCpyotHf/gJFLQgSyH+BEcx9XrmKMNoYsQQ7c+n5Sg0mP1cWm4HNy57A7u
1JqX+/tma4dCpuQu8iTMdR2uVTjxQR2uw6uhpojgIfCs9ie97fJ/DW3R9xCaW2dQmuVSMKTHfdM7
Swq1VtvOhuthW23kY7KWiycMya30qM9zRYFF6DhlIT6R7LWktz6UMBxwMpe8bEe+XkLPmOwxRrXk
urhiOEkfiaeizNWDUZr16e1zSgWPtrIDyOsGk6VgHTe7MbynuoyWc0+f9dCakXrVenevArz1VeCD
qZCACwWttDr2XTyoFQB155qWY/Yxx+ecszc7h2Gp6j0Gx9YVI32bQUTRbr2JtEfHK9JFpTFYmb3z
sUYxIehDU30Gmo9ogNaN7XvSrDaAWDr+HGnN7OXXW68GWEpLCh/LIG4VC0U4VC9jbpEYxnj4Bnod
Fv15oWzyr5pF4X81mtbtMRoz4zvRQraH59uaau9Ft4LCPr9gvYHo4dF28Jyrk8/5hy63p3PltrgC
gCH//vYNRPkRGA8cRxC48qf8dt04ZR0nFg3fa9kP4bkRxnKshyR9UFv9DzDacCmp3zMQa7q+sg19
JrdSGKr13OWxsg2UYgC5HeJaTP6QNnsbdmMTMXkSTAMO7LY5Elmi6JPFda8S/duC/bKWrzUoxoZK
VBn9nK2U16sp0FQiiSgfZr1N/r0/uRuBHqAEnmRuWcl8Wh2ZOeqaxSgBDumV5RyatsuOA/r5p/uj
bOwWeoX0KUFYQHdat9sMFxlEPQau3U+ucx5rM4ZFoE8X0aT2TmDzEpqu3n7CdrTBoA9sSE/EuduX
Vu9516FX0+FqjUlqFH5Hb+MvRMNG77tWZSFeEH2fNf9GSmc9LpOZPGlVaFTfFhMxnpM5VM74NKJX
NJ3Hrp6zb8o4OE2QdrOjIehURvn7XIvzz2VF38WHELQ82UPbK4d5bNLlcag09TMN4K45KUiH95dl
Dud/PFGhs5GErW6c9XGujz2Y0OIwzl2cBGWGhYAsO2tIOUExjh/mMfQbL/N+aM44T88I83ntQTcS
U7sWSZt91pYWz4oW0vhw1Fuv/K81+wyQc9VW3UHkhY7GnZ10/1PKWg9RSevZSm7dxp/s1J0nv7JT
swiybqgH+gxmlYD583DLUHvRAUBSaZOdtLyyFt+tXPNJeLNIv6ORZ6g7e2Mj2obbR7LNKWADro/3
3AyL6OWZo6qlHMZRVIFiCISwCmsJMAyz3x4oMZ4EOiFqdKsSguFUFFoj9FRrVJ3nEn+Ph64CeDWo
3s7Z2tr13IFQqDDyQN1A/vlvF1c3oPCC0mwUxJaZlmenL6LooKWR2571RBR7CMSNcIKXT9o3SFdP
emavh5trwA7kzsq1Bxh05nmMvljz1PoC+eajME3zSOV43Dlum9/I3yrFZME2rU92bTc4wqiw74th
bAMWL3xCQ8v+ANH5jVbuEm9ArkjhXoom0qhbPXitM5nz2Db0JQCsDHSE9IiihdUkNqo9jXCPuGCX
5iHJVPMBuhVibCJ2jPr69qsM3JFsuUI5vnn3oabnECWoFlbxGH0FLVsczKVxv+WK3u7s1JdHdH2V
sUupnYOYBZu8+uI8aRyjQ1372hAIzp97ryh/0Q91Kr/KEjM+Z9kyzudeD4vs3ZIo4jHqaKD5ok/t
Hyl6/E95VnldYGSWUhwRTbPp3logmqAgKaZ4TiLbKw74dTmJr8R987XOitQ9jG2noj7WpUp+KOiN
/A/shvhGqFooZ8jY2gM+R1nsjwicvGuiMPkDtpkUm/ekVQWwzPU+nqjJKZqtK6je5F/T1PAu1Wwj
waxOb/QjlDtKanAwDlLbPMHyRL06oEL3EGzgxKRdhrp9zt1bVsnOMm5Vkig102qkMcNtsE7Nyqoy
vSY3WcbEnB7r0kAWw5Ja3p7GFIvCNP+q4OKfJjv9MQ5xgmCRtnMVbVyy/ASqSIB2N9RitJ5CZuEp
HFPUAK6KmWajXybVcgIopJ21tIjeDvvg2qPAz2NvSvT166ltFzsdsxblkRR4u1+EQ3YwPSW59Apv
7/0TuRHCUHpGtIgipqyTrU5JvUyGsHpDuVoY/lxR95qvo9dYO0DHrVFIrCWgS6qqrotCSVHjEjOG
yrWNzBmbFoDxegeG9/63bO4VCZJDSJWS+k1OWLpK4k4zBXw1bJzAgxJ7LSbD/DDYVL4tb1r+o2et
2r45ePajkVtLfAQBZj/f/xkbTwmCKi5ieNzo1DBWT8nkjTnuQgll/XSKrzMs08PQN+JEaIryszf1
F9qGe3J/W4NKrBLwA7DlsDFeb5mazlRuRiNd7jhCe11VwgdDa3HwRMUT84Si/qT3dbdTYdiIwFGN
YYNyEUhTj9UV0LR1Yk8TwiZRnFTfNMRJT1FXA1JcjOQ4KU3+boKofognXk6t+BMGhsSbYIpFgnNb
tVHRqJLabJxLmpzvi64qjppX/Ru6VBol6fbNR4W6BuAOcOgw8W7aX0LrtErX2/AaL47+xTHmWNJd
552zf5OZShaEFHCRQGf+kUfpt2t11uuu7uhqXL2qdZ+boak+9J7eHvusd57q3HAg4VWAEsEvvTnR
YGhIJVLLkWCBmP710NilhQI/h/46DXGv+osd17/acFlm3ymscI8if3tapXQ4yTctKdq1tCVeDxfN
rrlAssUNZiCORpSgVDKUOMUSfRicqbaPWkUh9LAUVTrDN6wy3c/0sSCmtiwhdvAsG9NOguzRs+T0
SKGe1z9GiM5WI1EMfHuBtGwKcD8/RczGd1H37g9XrXvzHLWGM9JUskgm7t8ZG8NTUZYPDOERr+nq
Gu6X2BhGOvxXwhbjUHYUlvxusVu/SJPhsS1AdVZZ5jzoff797SNDdJaZJW/5TbPCwzGJIksz8gCE
DRolVfZOLcx68s28GC/aErnvmqbuj0Crw+D+0C9uKa9CNPSewDYScNMiIlxZ7QAUyvAA8azxKhZn
eEibzkyPcxHqR32Il8uktcpjJXrjpzdjKp3XSXsWuGT7td0usofZ+KjhxX/3YbGn+nNzm0ohKp5D
/gVyyF67gJcGxOhY6MO1x339m1sggVVUi3OBg7B8abzY+Nqb2fj1/nTchBkU37Cmp6DAiFTgVnug
AlwTWa3eX6usUtUT8pbZtXXi5MPolUpzhqxo7lnW3bzLst5nIp5Kx0by+de7Hj13XUTVcPUK8l5L
T+aTShn8dP/DNkcBO4QYBo/FDVSsaxuzCMN2uDZNb/2F3n/1gfKC8QejkKPxCoEXkD2S1ye4NjO3
aBKKFs3oWog1TyWWPN5ep2DrW2jYO5jEQ/4j6X49SjtbZjUP43A1O2U+VM0c45wW72q8yKt2dTLo
Z2NdBaBLI5ZfDVPVVCpstAau5ui4l14vo+ZYhLb2UUS1lRwrwPGeTwHEelqSsvyIz2fpHlG/wlZh
rjJ37+m72ZqwN8CRoGJOQENHQV5fvz1KpQOH39HqRYoTpLpvFFRdECBXy9i3vVJXaHxP8z9v3DVy
TMprUhcSzMtNPboq46EFAHZVCE8/9mbXPuVVOO7sms0vgywLE4Z3nQfp9ZdhQWlZ6K0uhDDI9pYm
9o2iT+pPtG/1i5bE3h6V/+ampx/OUaOvRpBG1LQ65dGEBjerPl+XzBQnDzjbo1M04vNkxJU/aZFz
0bWyvkZdEr21gyhHppfAf3hjqCW//lQ7oRkECkS9Kkpdnc3cSJ7NmV6C7Snd3sUi/65X+1eOxXvG
6klQ7Do5dA24ml2lLFegzeapCb35sWvs+PPYmPke2/E2kGAwVO/gGRH8EsHINf5td050CJGdwxpn
zJT6uzHq8TviUTc552MzeP5gokHmd63V/T1GnvnkDt70QQgqgjsxxM3dQJtGqn1xN0DnomXz+ne4
UVcN2J4sV73Wi4+QNbqzqQi0ot96MDRkjcjwdZ1/w1x5PcyQd6UlHLYsGywUflSjfHHwtGjay723
vuf3gVavQ6rpuVJnxnLVcsV8J5qhPuVp9mbUFbP22ygvuNPfVg9/UeJDMS9XyMatHxfD8lyZ4u9Q
X4Yj+vPTTqR187TL4fDPkpwfySqVH/3bcM2C1GOMTMQVPazlVGKYEiSmOV1GsdR+ITWAxpyi8B8s
2W+DrmayKGbNWsxhubrWpF1QHsofonrUd/bf7aHTKJBw7mRBmE24ulpSrHVMe+Ec4HE9f4z1uT51
jsCVGarDzlC3W4OAHYkOqJjIyNyIoSuKiLvWHIxroaTx0YxB8Jh9u0d9u/0gOYo80lSc4RivbixZ
sQRziFY/TtX1QZ+z8TAaU/U56am+31+h23cAwAobAwYB0NGbVFaYehamiWpcZ6jTvour82leWvfU
5XlyHEHjfr8/3u02lBaYBN6SMwGjSX+9DTt2dwbZHZ8SLxsumInVv8pSoN0bVVFyEhk23D5QVnWn
ELM1o7JPgCIgq0d96fWwJRRhB50I8wqQMz6C1BsOmUazvFQMdWfPb80otRgJp2BaKS29Hqogk6tV
bMqudZbWQdz16deotpfHBfeSf72Zku3OvSgP0es3B6wZQROvAS/PjdyyhXhuUsWwP0cs0f6HNrxT
P0D2hpBgVHmJIjIeBdYla3K8+aj0B4Wpl3/fX9WN6ZX9XKIkwgki3dVLFOpjm1VJgQBXiJtu7zkY
P6ahdnJd8WadNHoinA42LdHhbWN3nmO6VBG0eCRK4wukOPu4MDen+x+0sYhQYzgUAFSppa/Lg1BA
rXzgGiVaqR1acxZSGpXVHyGOVhd8NXA0vT/g6mKhE8vDhnYJMSbIHwogr3eNAwqgoMOUBVRW3Ecr
RK66M+O9/G5jFCjQvCwgSAAYr7P9rOmxMG2zDL5OWjxhQdkcl9LdI3muzrj8Fh3rPMo4OjzPm+ac
Y9ZpWgH9DEyt6P2sT7UTohZ/OYO2VL45oz3jRyAhdmZwdQxeRgUQQ1JHDZmuzyqi7btOg2XRZMFo
JcUXfGnahyHEtBXdYVF6fpnWkkbcJ6DGkdwxPqYu/bQ/+Q2wotmbksOwhl4qhjlPPKpZgHqz+8ky
CLhwuXL8OgrFwU6W5r2ieLVvzyL/kZlN9fX+JtqaeHId2nkk0+Sb8s9/e+OrjNbvUDZlQJsZhct5
NH6Gjl37xGfdQVf04j3kMG69N49qQKlHPoA+PSo8q627jM3UenNdBgtks+eoU/VLbU/tt1ad3Pei
Sv9NwGD8uD/mxkZmf9Gxd2hy3VZvtLLIuqUZisAra+NDXSq1Hytqdr0/ysaWAn7AA6xTqwFxv6rT
oNQEQK5WigDlXfeXWwuRnsZ6TKsrkQ1qV7keFSWuRpGw/bT0kDep2rBJnu//Cjl/v93vcmODY6O0
T6RPG2vd2ho71+uxdC4DWUz4EZrD33MxW76S9PqX+yNtzeoL6JAIkYt8/UrGWrXgVpiXQR2G3dnL
Iuu8GFN6uT/K5vdwx708FZSW5az/tkvjNokbs1mKoBWknrQgG780QodMRXkj3Oll6nD2oKQA0Ue6
Yb8eqrWsUhS4oAWOM+nfRiODEdornN33iAHLCFgvBzuIRCyqI4VIK3/70aA0QyUDfK5DuX51J6ET
A5I26apg6VPl2PbDHODJ2J/G0syP6HcT8UydsRPrbKwiICTHUKmiSx3/1fyOoozw8hrKYIxU42yE
fel707hnx7ixirBi6IHIPj74udWnGQjzk+uHRRBrmemnSVVdKkNHhU5RhtP9DbPmqcllZCwKIiZJ
tVzO18uYZtTuVYXT3tZxM12MJqxbHyOc/GM2YkF3rgCeP0Z2M8zHAT2c9FGHsaecmtmpR1x6vWJP
LHBritHmwTQeepx+I+845XHUL9rMxw9T8Xetjx1kePxCd3K2zWF4P0FYUXi70TXtpzatiXfKIK3b
5jkaUyfAgFY53p/eVWXmZXb560Ekyj7IDdm+TjK9mby6CKzBSw2/oJhpH428F9q5i+LxwZxjlKbF
oIhLqSMBubO6Gx/pmaQD1MOhILFhXy+uh79bpLRLE9D6ML4oVjk+aF6v70zl1h5Cf5mAXIpPUCZd
DUOnYSQvyZsgUkz1q6c04YeqUZ2L0mjtoUpN5VDhnHcYhqU7Y97oHfR0qr9YSp7upJAbB4ceLYRp
epYa6cjqTkqmvtG7OGoCUCDF02BbxXfKRDUqitGwc9NuTS2YE7JVkAT8I3/KbzetqJJl0oRdBz09
rdNQQJ5jD72xBSvBSgTjUgcK0gmR3+omgO4cKmTKaaA6BeqtGTuNrxm9gTPK86meKcW3HyM9HN/o
K/wyMpGOxCZAAr4By2cFoZCoIQZSr4w+GR28b+ip/Q6R+mYW+T7AQzwgFGOJK1cLFnpNV7haKuCQ
Ob1fQHv0i7neO+u3G1QOQ7cA9qtBgrreoHkWJUSoYRJEQ80Zn3NICL7V5F71NKT5GH7V425RH8ZR
b43zoA4JYPbcKpQTHYAldX0EOYQe3L8a1nItLzMs26KSkEuCso7twqpodSduRVBUszHxbqmEj7MZ
5fRGJzbcSc3DOaiacnH82BXe3wbRb+jDD1PFuzBOZCOrS1NfbfDj9CfbaH9qM+SkM2Zy8Ze2qdIC
QaQ02WOq3BwyJhMVCDDoEEYJMVZrZvZDEePjlAaowEzvhF0kwVRmuFNmubfz3G4ORXABmhoJkZv7
S/FoEufekgawkdLr0sa6P5Wpc02W7Ov91dgaSVrRk/wCQrrh20Z5CYQt6gQHLbf9zmi6IAsnA2GF
TDndH2pt6vWy8NBdSeNkIYpb8/XVMaBYHGEglgbEmvo/pUmfDOqa4X1VYHTNWB5n+a+aNfglhJqK
BxvWretrUa/+hOTWZIe66U2D3naq9O+tarCeu6yzlJOTJU55mHS3+EsNQ1Pzh3YyvpUuXqy+nuWg
TcfImPe+ZnPiXirzoItu7369BslPw10EzohBGRhi4ddqUx8GGis7Ed/WZUEKj1g3hG/O8ipUweEy
LsAti8BMMABe+jl5BLoVne8vz9YoPNng3KRHGSWj16sDILfzMscRgS089yhiZI/KZLaPbx+Fk8/b
DNDl1r0A79qFYn6fBFY+W0fs5owzvMM32rHIncYNDvZDgl0la+f1tyTwVeISL8tgTPXo4+Siym3Z
ff72S5xRiCMBlIPSXzeZZ8UeC6OPGEWdmxM8pPSMTryxE2VsbDT6IFTApGg7Eevq2mkUr6T6l3IX
FPXsnJwobVFenFy38O0K856dbXATuTF1kk0iia3EUOv3Pc1jJBi7RQTAQ+ZrP7gFJJIMVp6HTfD3
SYsRBVeF8T81E3uZldxhr5JSOTSJt/Vy7d2opbWxY8uCighKrzGOjRHVCswnbTGuE/6177V4Gr8V
QN3+Q73Y+adWrX/u782t8aVks0ViDsN7fQLs0EqLovHSYCjycj4T9bkN7OGsdwPbS9MI88C6eW6B
3/UnbizMDozFTcudAEuu53oWEJ8FtICg4G3onCERauC+kgaxOuQXY2q5iE2gW586TRSf41Qk+kNt
tnsl5o1tZlCqJf0gkmSXrbYZgugj6rcWtqSjZcyH0C1qy0+ofoO9hcbw9geOJJKLRpaUyNvX8Z3h
gMawiiIo61HVfQ1n7E+1W0f/TMZs74V0GzP6ajD99W2QmmFtWU1Ixt6n+TvFFdERnX7Vb8VXRag/
ytAqdw7RqtQr7x/kAWi1oITLlbo+RH3SjbVXmWlgoRg9+Gkmxi9tgdowDtSJ6kolpXx6f3/3rjnM
L4PS3Ldko5/iwBrpWrbIeQ443Qe5Wy/P6LxHSI9N8xWtO0yk7WI8D9gmHydha9hqlsMB/ENzIn5s
/mrnYo/+sjXpPIzg0nFRAxK1qnOxe5Kp1V0CC0vwwerQP0yeWz32USyOIXkTcPEUl+P7k7DxiMmL
krCaki0qt6tHDB2ntLCVMg3wRF+euxIAWK0q7l/3R9laXjoxUAilQIq9jt6R6MFRvSOQWWJXORc4
U59RJKg/N6APPqXYpO88mltnkzPCseS8cNRXz5ndEZ63nsJcGtSbh2UqT1bUY1Fj53vi/NtDEZdT
B+XRWTcp1MmeMM7I08BudMu36umvytSWw+xZewYrm0sF7QWQIB3WmytAtImiZID2g7gXxaPqKOND
SG1tp9y68ZxJRVGiaMkquxFW9tSm7Z2RRAtT+2X4UIRtNPmTlyz1KUGVv8GFOTL0oxdOtfNQxGX8
3/2tstb2kqcS3Q5uAgSRiK3WWcNito7TLoTyaeEi5ghyXL1GCloDgbI06fjD0BIn+17UJbbOLkX1
0U+UGfV5v/Oc8uucCNs8iko07WGxhFmcCpw07bNXedqe79jGgvBLPcgBvAHy9np9TYIzLoy44ey0
LVlNmiX5O4obO0dnaxD2MW1hepkMsxpkCE2qv6Crg4T2/YXEJvWtZa526iEbB1Tmlmxi8OvUSleP
GQpCxSBlQQNrbJxPWjgnH1prSv43V272tSZW37ML2BpQaiVRL3jpWK7eMwdEoxLnQxQoZVkfuwQt
zW6K5veusvw0aH6f7u+ql9ByFSQQqdMbBekqM/xV5akKsesYyyEOurwunw17iU0fKl9sHel5F5+1
MRzK926o2nAF6Xhex34ZKO+b4/xgz4tunY0+dcWxkC23/wmRGzm4ABHPR7vLB8NX5zQKD50oJvPQ
T7oGllgz4uhke4mRUtV2DeowcHwUv8iFphzKJkoR0JUSPOdMzcuz5wileahD1+j8ZsqEccyF09C1
Bn/pnBttKpO335EUxAkoeP/IL9czUuqF6UJjRUNmNufT6GKgBNnGOIZdO+8MtbXYdFWJxTnWskD1
+qBk/NFIeRV+wOTNQVjoxZeuK7NfcBfVQ5Iq+p/sLmqZCIGgGcXDvtrOIbwKM48wdR213jlGpfEU
aSb5Jk5sD8ui7Ekfbp1RGp7U+rm8pCvV6+9b8lTtAe/gIauq7TExrOhYYc6zczNvvDTgpJGikh3q
2+60ig55VHu2ctX0ToXaVWvv2rxpPyEIkn6+f1y2Puj3oeSC/lazhCCGOrOLjFKLXd3BVNL84pSI
Uf3BKDANKAoAmUBE6fUotr1M8SAZM1HWNH5KXfxCF2/PA3TjQaNpCOgQ6TfJZF5doFkSTxk+DlEQ
OgaGIKmmnKCDJ2dotfpDbjfxJXIz9Rhl3Hn3v29r23svqDwTzgbaoK+/r1c7Hd4RJ6yf5uTQcuQv
5ZBpvpfyueOQW4f7421EkJQuMYuUWiI8R6td70ELIw91kCwzZ+XZbDX3nFL+O88RDnNoqGQQZ+c9
QODmoNLsga4Q/7WuUXU0WzNhuXEwanp4SsdlOPRNbAVI0jjHobS6q0dNdSdq3TgKyDthhokeHBxV
T+7f3/an09p1qCgtejduoT1Vqd2R7Dr9N2XwjPP9Sd0cCh4V6FyeeY7466EwbLQHN+P9LZLEPfd2
mPm5kkdPbj388wcjkeMBIecBttaEJlF4uZVXKLK5Vl33By3BQIEGW5n/zLHF3MMer4GrMs6C4EOA
x9njDb7RD5iiuOrSOA7aru8fTVdJzw5294bvupH9uR1R8ztZ+bLkBzNszV9madSP9ZLne+3Z/88P
kc0vDgutxdW2jaraqcsMNfJEq41jrNXpBeOv/jzqFVamg6eQA9YDU6GV7gHVLG6lsG9O9yd/46zK
24E3CvYcSZj+eplh9RSjNaHH3qY9UmrC+Sc39BZJp9SisGI7f7CBDZp+VHYB8lPZez1cVo6mHpbS
Sl7W947l1CfQE7v4rw589J4w5cZtzm6iz0UVmYL1uqkxlQsuL2WlXJN8HA8w85qHOVXV4P4Mbh0U
CV6U6qzggteP4JzXdm9lkH+nKmmHowVe6zqn0Lr8oUuMn/cH21wu8iD0d6TY2brdFY+qXZY6jMMY
+pZ1KLqSlQs1uiCi1I7jQl6ws2JbI0JBQHCLQpd5Y6RVmc7E2wKHHSYCOvmumffAGEQUPmWKPXdH
K8sddedC31o4CiO08CUo9AaCWlcKiVrWR4FIBMcwNz1IAvbeKFs3OGEZcQWVh9s6dgi3iNYeoXhT
KD1ADBvz4EsDYe2Mynz3rqMLge+4EVuX+2u4sWFkqxl9TRh/kJ1WUaE3UlyKC5VtaQntIY7L5JQa
o+OHwAZ2Fm/t4yMvO1sCF2QrClazLVf3twcD1e9l9sSQBEMc5epFz8OuPuZFFi6HftQb5Vs4WrV9
NnI9T66FbSn1ISxakDH6EgKNUYXqflbdmD5qlBrlNe3z4WuWt8I+Cyu01J3AYWtmfv+1qxuxUWaR
dW2OtgjAkaM5D4jXjZ3uY6n5Rm/7/zcx4MV01Npxa1onflkr6N/Ro6b+swxf1GkpD2VB69hQ2vpD
2Vfmse26fmfl5cqukjFJkiKCBFtNtr9K/pBebuqyIWZwCk88d6M2+7aixYceJ+2Da2fKEQ0M8yfL
ox6H3suf72+8jaMMKkcKM1BrlM/g680wlLHdjSKKA1svjOIYNRmNU9fqcv0STRhz+LPq9Hs50EYY
SnoACIpAl6xkncfnCJIBxMRNwVP05J3Wl+3ZGsfUX5RMYxNRYtWwAAQqGL+RevOyxARnREn0XCiS
rz53iiqR6mAwA6UK7Q+lo1Y0/GLtoIvG2VnYrZmFdIPmoQTj0RZ5PbPObIPVy2UvRIQypK8N7ZLb
qX6xKyqXkVovOydla1bhUpAVAT+AlLIaUPS5MEAIiiCOhuj72KYVgKtanBpLm52HpO290ufK9M5k
70q+M/jL377ax7iVEmiT8wF2XZeqrF4L6WrXzGwfix7iqGLWxwweR/xgIHrSnCJRDvQ7hyg+Gh0p
L12QWNX9xnCLD0rcjl+jRgEWm0Z6W3yActpYhyrSwgfH6Lv0OQyT7tlr3OY9mrz4oVaVWy3nxrXK
YudEbDw00E2hMXFDYqO43pxTE9cmUqRxUFdi+oDJqBb5PRZU5/sHb2sYj54J+QkNo5sqE7SnFAXC
LA6KQZkf3R5RpcJ09kRAN25PpGORzGALoqW8jift1lp6e7TzoLJgvRwNGCjoYisVCDmTsvCv+9+k
b2xBFw0uAD40T0FQrZ6xAZOnKpXNktBo3egcttU0+CC09M9Jbo79wY6rIvLZpp1+mfW5Ej76nB4M
63aas1+5bonlzHck2XEWc/+PgebbcjAnvcmuTunwF0y5ggJ977lheymXaHoeoWaMH0w1jsbPnW1H
6cEs8PM49HUYKQ8o2ta8WEOfvTOjvniG2bTUOwu5McUw+RDRAXpHkWW9XxBCyXunN3Ki5SJfDmE9
jBcjMuMq6AX/3gmD1lRteYPhkQr4B8YPfNT1cEtWdAPufkxxMmjuAZ2rTDv0udrkfmFlUX+I9S7/
1WGeWD2qUMfVSxUpYvTtyKHABK60dX1laLSe+ryBLuO45FV9vL8PtqYERhy4fmJ6hDBWt2yhavky
DeDtC+Gy/mrVn5Vpbn0ry96odfkyHZBGgX3CIwPxvRqqM8s4xtElCxBK1c6IoXV/h3lYHHp9Kf57
+1ehHg3XQ3ZX6Q+9vtAj2d2ukIAJ1K50z3Nq2McOnZODnRZf7o+0dYx4nwDIUZ5FUndVLBnDtE+X
Ns8CqjG/sjxxTx7qk76KaMqz6Y3DASuX9DhqldhJJTYupRf3H+kgCwhuHYyEnRWpucVslmVXnYx5
dt7PgL/e3r+VqjBUZRD6QjVkdUtkrZkVbdOyPbBruy6pUp3iCb8vpdf2lN1ldLh6lRiKeiQvExCl
dUiXdGqYa6rgg9wofojzsTg0NhlZ0s8aD5ASH6D4l1/vL9/G9vdAQLBDgCPc4p3DThqgDFBnkrlp
AUO14TuhYdhWOskOiGRjo0ieIQZKxBi3OjtdonsNt3EajJMyLIGnI9f7EHOZVofamGB3LKKcpqcB
qKn9OYpcPdy7jjaiHNmN4VLmgbmFPXRzk6tRqULgUc3k71ChZo+XdCy+aHaW1X7r2PkXxLqo1CL9
J+xPylxBtGmIeG2/t8zkg97h4X0ZUGR4B8YLY9lqjCLTz0Lotaf767KxGUh6aEzyIsIMXheVEscc
epHSTasIyS65Ptl+qabLtbSM5ZDlxPdhMg07ZO/NJQKkSTZJfYkuw+tbw63KUQ2dIQ16JzN+al6Z
fZ3LYiQvN+OLaLv08f8oO4/luJGtWz8RIuDNFEBV0ZOi6MQJghJJuEx4IDPx9PerM7p9uuN0/JMe
qBUqh8y999rLSL5fypsdXP7vj/tPYBIdBqeYcszE/N8vDXpkOsIg20s3MhUx3hIpdopSZW8ygRX7
mFNphMBQpB+6bNtaxyPmLvaQaG+j9fi/38w/nQkkAGfqOM0hi8q/fg1L5zE7R4HAfTIc45T53n2r
S388R7fYi/6XX/of7jFUMohkwGLP7c/53fx/Iy5Ttqz6gQIE9S9C5jBjxIi/XP5//0z0u6ARZ/na
33yISvoVgMOVVxFO9AMSrZdWtukOJXXxXz7QPx0zmlEAbWTYZ0j0rx+I9MF2tJYQBVtQtKdZyqjO
PF1Fr7pVlce+YO2e/68fDhUuPCL4VDRzdDZ/fUVMgRHtJ428dAXm7Wnsk26I9eKwBGm/EwX/v1/t
H0AJOmG2nwDLIdfZfwtTOh8Y0Cq4R+ItxlV87Ru8pDsZtC+EijPJ+HKOx2xBIDj8SHpVlWlRJNDH
zRRY5hRSiA34cLkVh06FTXUIR191h7FzlyIlhmL0/88/CI7FWDOduw7Ebf893bkzviYdNp+XyMmn
Q53o4Ao7FWKRY7e9X5Jl/5fXC/i6/1rIUAmznYSjg3Tob2Ee8OkGcJe+uSywDs5oO6asiYl16Lwt
uviX3+Jcf//7teg+AEgBo5B5/Fd9xjmMvDRnEZdcKmbOq3XDkD0821KnuEjYTz1j+69CzGN/2qOp
XjODXEOnaFSbEq30OLTpuMgqvIaVrq+ELpNPSEzTihGsttExlEqVOVLXUOVbo6jG//L+3b+/fxYi
//HXhCbKMvWvj26044EbjRCo6siZHgrgtt+qoK9D6unuYTYVgf/F4JiggpIJN1Ab+c1P2bbS3ISd
wCO5Qk9T/0vT8/cTjE0NzzfEGIC3v3mV832uJM2dS7XTD09ObYWpp5LksMnNeR5W/fq/v4R/eLkz
cs+FS4/1d8/52rKVElstUM4xj1S4lt+tzQ6hKQkBdfy9+TfVzN+LK0eXrhhCQPwPXJnG54q32gDu
T73Uj6qCk61t2yDe92OiQc16gd158y/9z9/veTjNGLITS0TDyk79r780aoAeDVu7XQ6tPR72eBZn
n+noXwrp+Yj9/ZFiZcpQS5eDfu6/N1+hrAt7a0VyOZeTVx1DVCzlXWei4JA4xqpSqQg3z1Slo1/O
ovr5UAV6jnJsEzaTytjaPglh6dyzLC18W3RQ3g+FqORdMM5kqU2O3MYbVCXLnKlOm54181SVUHrc
cj4VpsDsbCwXvT3MqhNhWu/kjGe6LQTpw6stJxzvo+RjsoX15o+BfJBU2RIYzy3e4rKs9jQUtFU5
tEPre8fZzOTdvvV3jiyXD2O0kDfJrvWfwNm2BmlEsHWZ16LryPgolUhx3MMzEMLY/HI+wlWqgUWD
47gElcn2JDLtA05l4snuZPsWNW7/5ui9mU6VK+aXKgbXPjj1vu+pmJQiDWgt2vYLi5iqv1zBhqw0
TkSl0iEg0/WnKrqFABG0ka1/UipkdZJYqxk+ytoDIzRmDB4tu49/1yoZg0NNH65OLslsLTYK7TLd
tBar0huJXKrM10CL9nqVlrGvIY173u9NJLWVYq6k9j/caC1uW6Nwoas7e1dkdWLErXRDi4o3TYPz
ILpi/CkDqyg31CI6sT93PSbdheWOyrttvJ7dLFHA2na5miOrE9MlmdoQUz/duFrDDB5Wp+l3veCT
zUIXXjPAm1Nr9nHO1nNWzoUGcdouRLyJz6pw1zcWxnQqEjrD82pjwX2hBX8hhWWpurxZjKtTHBYj
goPg3A9k4VVqzCAQld9xN3h+ht6x2dO1k+K9N6VC3C1LxdJijONHjI0dASNMVq9jUAwjErNJ/Fpw
dBWZG8/05IZil8Bxg7h3IHxEjilsHmdP5S6g6oipS+BcoZj/LErs1zLHgewBHb80ZQ5PLRE5cK9+
KUzl3NHGLL8gES3doRrmdjpsolRTOpF1t6Yhdv8iixOsfrMp2OdvzniQb9Arfpg56eq0Nkt4Y3Vr
DNUuYvEoe6d1MiaRNmuKIVyzLanqH9Y8Yfsb4Ke8psj81+u2iUVP2GY/vZRjK66bwOtOVieH38YL
ZXJyW+MM+UxuhsgSTIh/1EsfNqnVuZvOePzbhphEHF3SaQ+iL2fziredpLyrvtG1PqCqIRuss4Un
8sWmztxU4+giLmkH/6oCr+5Te1Dz9Vo3BuZuVBY/nN2u3xJKqMBWvS5/9m3RPNnBuL9XVjPvWVBX
jskatyj/kIRUWWntbqLOWlSWZWoRQ2byoo26+GJwFv3iuaP3kAzCW9O6L9sX3e7Bc1L6q8r20YR3
q4RZmld1rP70vmXcdN168MspjvsKBdfqIf2fhwYD70jWdl71m1nTpN83iz9fk0MTr1NB0kTf3GPQ
Wjp8sjoam3yd+2DMPTPX5g+yPY7ynNRBlffs/8SFtYz+jWRldr8XVZJLFOo4mRA6aVJoh/6eLRvy
37xnuSdTiXdfJsWsHi0vnObcLMq990tP8J+gm3I57LHM9K6CKpPJ2r3V7SS+ic31kA13g8Ova8po
4SnsuofRkGqfBaZeX6tSzGU26lLuKfknHJBt0gvO0EE3/m4DQq/SgstM5jMJtcVxqcLwJbQb9T2H
sXjxurXVhyXcliBL5rB6CAYrLE/wyRECmW5cy7wSU7BC0QIIzGn4E4cupyzmVJWWe/LnVpZHr2eJ
lG7lPN3q1rVbbjqpngvXBfzqfPrmtI8a709t12V1MBOGUce2NTHQDtuXX97eNVUeA5UR14oJ3PNs
VcWayToMXsH3puXQWOXUp+gy92+LPe9ZxqbjPd0dy7wSvN1NWVJa8mLyGaozNbYOZhP4srZ5yDOT
pI41dA9o3Jo3CBZwwLZ52XSaJPbyXpbFSHhS19sf5EUsrwKuBRYGs9u+i8CE46HE1i9ME7Xg+xjV
vFbW1PVZY4HaLEiboh6+VQ2FKJ+CsJGHbdNRlI2xLe5d5AA/HFQJOlt0VS2ErlXeC0puMEi7XuPh
uVjscIGRtnUf+5lgwnF0rOmwlx3RiW5E0qDvyMXOSXpbpiyOKv0yoNKhNSWyNiDtqSOiusVbEz8U
UgycdJ9cjDMBbfH4Dbt9jw6xpSI4OJEFfQGeKiaqPv6Bl71dBMVp7oez4i/ya74UV4P4Z0HbulbW
Da4jD42y3BfggX7E7FVB0Fv73vucZZLcoj5CbhgZNC7pKPu1I9tSmB+e3oaboK3mKPXLCXITJbK9
N+5knv2+3Z97MfKsYhQWfscFfdyh32mnuTta90o3LZ6vYirj8ehrYuvSZFgXA60SO9DUaqQvbrxx
8y/rcq0+yp5rgXTEqmoz02zj8+x7VXtsNkQuGzB/f4UVzz6y/vHnSz3Mzgfhgw3xGAP/worbe801
v9rloZsi9T1su4elNsIe0GQ5cw3ac5/cInIoytysJjo5bjePmVcEYZfh+bl8BV0hgnQf7Ko6NmaJ
JKesTL4RcU9EyHKbWOneUy0zCQ2wIsy1JgqUHbT8Xutw2+ktqh4suhe+SR1oBUvmlFMpUkd1yX1V
Vpim2CbQmRGEW6W+NzZvm1irr35w1ZYXkYwNqLYV/ig9u+f8B5bfsXESAQ0GrqYQlCis7cjvnPpr
N9/vsbvOmaFlfiws5HDHmbv/cg11keRaFjTHA5XIBSs0awydusb5FqkeVTcMi+nV9Xt3h4RTtk+T
2RNx6HoIsClpUvH9gN/Alke64Jns3UXPFy1qtS+vs7qH1uoI1AmkL1VWxvHQZqpJNp2b9nxrscUw
P3TZ1+FF4zb1LVZVxFfMxPXB5wim7aElQcKcTI/I/8gtYT/EJMJrmgLHHPpVDskdI3zzg3gLZt/J
HyOZd4GB6masM12CemO4kfdSDAe7tsWSDqVN2SGxrYowxBF2fWNZ5dCny9SLIVOILaiPmx44otz2
X92+NA/YpTH9O35FZiypJLt7sS+d/kyctTzNYRcknJdFP/Wh6a8r4y1Pti0pg1jus3/oxnks0t7l
hs3Ik5Aqlb5N8bfaFpuUOIJ3EE4q/CXihhNm75N3VTQyXvgEQJ9pMXEpZ45QA/l5VrX1aen24S2z
XK3TCAPbIfcbb7UPe9u7bqarkXtx8nQQ5JB0oBEJ3BlcjkgS30MCIpkjKqqiTS1lio7Hr7JuZkwp
ZDqM88b/rLfkvhfs7agzEanChUqUOm0LO0P2Z4LGqyE14Gtwg7VGmU8TC51SElQqZpdnpTBr+0n+
rS6wSq6cn1IO5bMVrMlbNNsU+VJwp68NMU8nVVXFdJxIycSaKHSdCYR6sHpSbHRo8cB3FiuUsOvf
tsTeBpC7dr0g97XqLoSuvSc5rcJj/nBqLx0mF05jsk5Od7RHy4fQHcDRyNlqYH5oq6649+NzpHLl
symGixRgdcmEJQjrNG6ljhWrmgUPMgsbaI28bE2tMGh/r263TxedX1mPUtqYFM0Q1Z+dM0EkCyYM
1NImhD6ewo5wLzppafZ3OMASPabV+jOph9HO2iXe3mfbKW8qsmRM1k6eGC+Yk50mQ1JBJbEYdlra
Q+nfTX7RsRuMK+dKGctRJwntbk5FrNYnbFIC3rUdCIK+TGi/t0PTXKmwUG3WRZiVZss46NcR0t6S
Vs4cqjRBKq6zap22JcUGphhIHFdtdXBWGvEs6Zhsch5Vp8tYJU1/qtbfcCtK6qhJqTKWfetYEEGu
GQ4ikbrYpjFKba58HOu6n1Osf9w/yM4DWpCkw6w6Ggd5UE3HQ+YT1KJSDD/GhxJKY5/iPFD89lZn
edkHOelc03x0fE/nSWCSWk75ZtoF4DzW7ZQWLC1h34xj/XNu9uQewQL1fw/NpI4zbZKfNmNS/llG
r/hg7enILIhHe8vCwh94WWyE73r2SJ+TH9BhV3b4KDEMnNLOmtq7crBZwJou0B8ECuEMnzjooDO/
H2aVGzqv337gTK9nhzHrqOhH3qzdWb9x7ZMtGtI1Pl/S0ixpS/fyIcXGx3Nns4EuowO4K9jHqKNr
ifoPI5r+FoOoZhYCgkfUl8PUMk1so0qbyucSLnTAG1bKwbRFMGPIGYip8JZbGA2Bn7XdIP4QHjX9
8cuEqiF8DN7SsZr3Ol8ay3/zV2azzNeRemOg5SLjwoInGXM937Sl9OvMOPVW5bR5w/n7kViKLLsw
74EOxyElvofZMnB37x2hKJ2PVW+LztsgERP6pa1/q4tafQarhMrRSEanFHKKdU/HHjC+rqMoTtso
HZWu66L5mUUw1geC5mfEC/AsF6qiNr9kjQldukSTbWUU+OaqIAyF22ZqzW9LlfV17+q5+dE5UIF6
S4YvFULx9jgokyBG6IfEu8YAvR7yeJblKS6mpc3pOwcILI7ZhpPcsGdI9WS8kj676DtoJ+7K5Cx9
l2MttcjsIjwDxrKkjJPMMn0Rmhu3qTJ7zQwI9icO56L9vlu+XtIQalCbc0cXd3r06u8wXPwmD2ZL
PG6uXXf5+aG+7slSoXEfQ3vM0BW4RDo0EUDbvMCeU3SPP2MTrlM2K6XtDEqIRfmz2vWzLXY0aYm1
90HKkKsvuiYZnZTWanouYxPrLGpwoEitabI+BEXjd6HD/r31yh3XZZGs3P1BHzARh3Rdjq+dmOtv
sJKsEcP8akQU1MTq6Ck6UvfNz8bu6w9oMuMP/Jfk+xTuTnTSmzMuWYIZfJnOoRmoGLJb+6zaZcT1
L6EDp5IJh+G4rfyPdZ2WO6/mddOaRJBPPbRSMHXvqsBHoPEoNdTqILNHrR4E/+9R1FZinULpmF+F
lMljsS1NkhcWxCtOwjhRmX0A/PQ/EqG0gtZwuTXFXmWWWD3oYPEeuLlSXf3c0vueEhkn72oPfe7x
pGsC7jts6tNhKJIvPH/GNqUZnKZDMhW+OOKLEDeZF1dcqKZQ8pWu0blR+KevqT8EDmnskTPPx94e
4w9dNObdV+5yFThnjzqiW80n1zXPSrwEvGAi145bEsZgmTpAAJ+LCeL7NdrHPcM8tv5Nf5T4qYmt
7gpRxhKBUqwwDsADxuKyGnZwpHm0d3VqEtUA2dsN1SPcpyhhoPXkqWEy1xcTGWMWovjAcg7VLOZb
eCvGZPUS1z2FaQSC6qySX78Z10mks9sJyplnVHxtDcp+XqtpvUfyTTO0+7K6oWlmXDOVKDtYEvNG
IPXmAtjVu+XRF8L0E2k14L9/kIFb/rDJDbnoXLd/VPs8W4RZEDuTFk6s+1wVVTSke7ypDoOIOK6z
qjKcjhVJBXDZ5ppD7Ffi9745ybttLVND7l7isJAd92RNt9i4ZTrEgOTZug7ek2dv/XuzJJqQ0ylW
CvB5HuxL5sZV0bGqqc5It7OdrAJYLtMgxna19AfmjXAbqzvbSsSY0dFV1hFhItsOdJDBY1OFTpcL
d8VL1wPgMqnvhBieNJHuP0OxEdNXbtFOrU/i+aVtdPGotFcUOUsG92vm09y1iYueMHJE/EPXi+Y9
yuasRnaj9wJKlkzbhqEsnQtA7dSfkvJjwc6xzGQ/DlSYsorHw8DU/uV6Kq7yZeh7ysqyeXsaDB6y
0B5i8V3hSWrqCEAzH52zwu5q2cft3hKNrOADLsnDEE4rF7Rl7wAb0eQtuQXa2h32oLd4GNh4O6kt
d/eqX/vQ5w0X4RteLqjZYrHJH5bvVLfEg+gQRE/3r5FZZz+zw1o/qcYt+b5KE15ZU29FV9CPY4fF
0lpqTG7LKLwix1x/D3izEfsAf+578A2wTOnb2FlL6Cj0K4tYP4dArVNqlta9oTMz60mepX5pUoPx
ZLob9P1EG/veJeGKTw3L+OeEuLiKgXxuevwg1/id3DrxtJGtQKnQ2KTCg4yZxdq93x6SpG8qJu3e
dQ6+3GWIpCqyf7IQtKbLbmG2TpPCDe9EUHhXGA0nbhpv5fquy0D+poNzvz1p2AVU5AgTTjd4GPkM
RdRWdGy7M52Krrav0ZAOE8Tqotd5rMrho/ZWE7NCS8oZE4cknA/LXk4vG1ibS/NetsOBXgBoMVr3
GsNoWY3fwh7tmR1QIf9sU8n1KcBs41zFvcXJ27V8mFun+oahw4ztjuv2tDuzvjd+pX7xfHiPISF0
vytQzjbVM+xQrDGL8V3iF3Fbln3pnvZ2Kz8MHWOcTY1hD5hEDGPp3rr9a6m27tfeOvbb1jnDzwmv
oDdLzlN4UvAH79HrRx91XRYDtoimbfIRBK7Ld8vRJ3hpsAppMt2vHRb4rxkTozfRaakzrI4YXOlU
3U9pwPlznKRCnrmVQ7LGXotxnu20T6FfYJ/XugWkEp/6b6cJ1sxJaqRIpiywtdanZAJhoW3plxcW
1+6PJkr6n2tQ9dfOWEftxSJtu8pbvEH8TFFMdLpUnk0KiktOYmqUXz4V1mhK9nBu86qSyuLa1IoI
h76fgq/OigxwKiuft71ecdysRD34QNutPRzY+airIVQ6gvUQLS9O6VYjl1rpRacOC+k45bmE8syn
w2rArPYNFxHXW130BZvXwdm+oRJyq9imIj+S5VJvHfm+zts+HvMnM0SaeWFhyrn0Bq2C1PTsEdMh
aXWc0nps7yOqgS5F9hKDxTX0sqlgK9Cl41D7BJss3DCphIBdszJZebC80hVfMwADeLZjQ8acZq87
+nALncxfCF3PTTUhx0UmwtU4WoKReB9wVUkDgEKT96CnJVQSIR7WdiSyulIy7Km5fZJkZTNOV8rF
3o232GxNLgkwvxWjTMKMsCb7pdBT+D2zvvjZlRs9xtLyfK4wfSdwwqD3uZ5mKyGvT3Sv7oJZearr
qH7eVm/zngly8R9HqGRDd4wHlt6v7Kznr3V0Le74OV5JRj3N1LrgRB7AcNu6yco8M8rpxqnhc1xg
wLfJg9n64n3l7rikM9Ty2AxwKDIRLv2nXxcNvumFiCf8W0OgZ6LuEkbnflufx1lVoKzc2dVpi5b1
NlkWtOCkwG/f1ajOExsD4o/AtMODqZ2ow+lg8hTNfyNv1eC4D+2m7fowItCq07ifzXcjQ++6ryLz
FAxO+yp5SgOcjkf1YLQ3ffTNGL50LNpB0OqQcbPzmvVZQLfubyJycyYmIqEYK0eX5nmTTgMktG0B
swQXaT3eDaCrk3Mh+tjbWkCYwAQe0L5t+sWGzRS5MgQsmObywFagi+hyGkPnbkMMbg/V5BTMXI5X
Xw3k//HHHTFqqRVrx84n7tfnxmq9hxjklHYDKs6XwgTodW1n623ivThph4e/YS80O8gTmdY/o8Xz
Wa8wInsZjIPmagHTGvJqHs44ILfMHcayokeF5arx0BS8HbYaOrxCGtH5R7tCIPQpHNTKqc/ye8F1
rtjoZBIaShy5mOi5HKChLXi4FWFd3AXat3W2GZn87NSoxwsXq15z2iQur2dwwR4uXMUQdwhcqbeD
8LrytbPgyQJfTEA6xChWYWZj+9rklan25doOy6Y4aG+PkrzrwnhJ63mIVN5DxYhpS5buEcWGaVjM
mxEqdqT4ItpkUj8BIvo5axJhx5+VLQK2gnE12Vfz6uxBGlE9q2wePNqzJS5Ey2GiTT+xGCIMYV4Z
HMZwGGU+Sjka8FOkGwfP6WwGwLq0ceNKDASPI3Gx2nkgDWeDukmNe3VNEQP+d8HZ1XHwPWkfQtno
ly1alyRXXrSgYA5ZZaU+5Iv9np9vdLMlZOOWL1s8XFO05ds2Ke8iacT4p6WCVRcbzNz2GCsjm2M4
jsm93GbZ5hwWIITGjcaKMSNsk0PvoBZN6zWgQawB2IfjuTw6l6Wq++i2YVD4Uwif8Lpx8371S2X6
vBFO16Uad5Y+SwRaFVznduc76Hw6mxQ4bAlPTjS4y4MJ6nV/A/TQ8+0OBB4efNqYKi2EKr9Q8ZXm
5LC6k9eSyCNGgrWK5EuPB6l7dEasMHJAQX+8hFrclMctmqr+zjdDodNS7VF3qYDTJyZRn6RwzgVN
MGh0ba6k58/OG9cWE00yoEKo01pNa5iKmhp8p21RBw9WgvGJl1qJ0csB8ah4oqsqwktby366790z
QayNA+Pm0u73z74GCvxYz+LN08KDtnDkbRZ3VW07B48rrznUJXq/bFuITOfW7aRzHONyZTbl+WGV
6ihM3Gqsgxf+Zl/4V7hRhct1cm66n8kNifWfRljrzAnm8klbxke+r7me9R3eqytXW283E169wvNu
I63D+oppV7YZ8ogGIF2pCufQgoof/unDYEhOQPmyzEQ8sx+pgjLZDuwmkpfKJBZcwHF3/3jGn/Wj
KMJ5PfSqbRMykjda1Hlkk5tJp6/dkxrMqG4xmLWck9XULPUs0lT6I/fc+K09a7LJhS6wbVjYhR7F
7qjPoWzAQdrCaEXzkjjfG//4dgMEN7ZHDxBzeY4q7qCT2TuGR74f5763UZ9lAwoFOlxseLzMwV5k
uXGtrr5Yh42APex61huHVMXpk8ISq4zNU+c8WMUYe1kVD4n14NPADZg17Ot2lxQqZkXJ+Vc/nH6d
1C1YdeS/ORiCRIdZzz6blt646qoxsVpuOQPOkjFlDvh0LhyI3O9RyafbNgf2H4c995THNdD8paeE
GC6BdXEXgH9PEVnQI8zcWxSLiylYhioPwlrNJ3eFTpSiXDHukwAemlPZKhtwxwZKz0bT6+62i2Zq
gWCOnXM1dRDUNd41MhU4QYsUooR9bTtbA+hUe5PJ3MFPFkYjDFKvEoC3z30w7Jjhps/LgcG18I7l
WOAEWHJfbDddMvIcseLedb7Q+vQ/m7N4glpVY4ujV71aeU+kdMvbXIsmOcAJCHVW9Mv27rb75mcJ
wug95YFbwotSRM1ynNs9ZIpIyKs/uN3WLdnkk12bzyQUmkOBw5ybV4s/mtc2lq7NstJfw6dgHpzo
KmG3ypCIr2HmWR1vnOS75XkadYHChZjqPtsQmepsJtt5z2uxbYTfLmZZ9NXZ19vkevfr5oCqxuVj
hTt6msqaVH+XqC545B+nQPZ8uJd5UbOT78uaYG/BXv+TSWq+wwSpNBcs+apXvziXI5LFY/vGrrSt
jkOi6CwCRb/Jxs6izavCUg5XTblQF9vK2sMcBsjO9nuJvMFkwKijd0WGkf/TZ7yFfdcsGNylgJVt
x9hQrPtLb+xRpgQvxgXrhY7Nb5+sRXG0N9sfnllEzPwwWyPLa4AMWABzvSxgzOy3woPQFUREeGcz
q+xSONsLMHxVHndd4DaKUiIc84HsH3jeQbzou26NrNsAekV8CZwQDqk12LVzHYB9PK9bEQCWVhDC
2KHOFjfYlHRAc37rk5AUwTzMhPGwxp9dOYDQObKojktUhjJtaqbJq2EP8AQmFdB5BJllxJBiwltv
STqQVDkV83vlO/2e92qvi0yG+zATldf7dd508Hd+DVLS+Xqsp5o08kQnLqa+nu37pEVDeZSbjO1b
G787bvANyICdJnsSuh6kAV5woIXA1EcUKlxOPIw7MezTjLSnagQgrwPz17rzCujnP4KzI8dru1RV
xTJ4Y1t7GJqCudeHeR38HMLa3vJ1w2D4s1mKeGRZwD0q6M/BbwBnbR700WYIO/kTkOXd7jpNnVsQ
X73DEqhkuehKf16PCfzA6uc66Yl2AlVcd9QWTuKD2Ex/oUhjfpL4UV9PRFxPuVsvO1tFeB65VzlB
dxN5TT9cUuUkTENdA5HUy8yicKq9jfR6r5Zv4F1FmNVjXFTEwgTrt9yXsMYgQKz+5VBOmDJtSEE+
h8GZ7xXLrze07fo/uInNImBZjHcEKrZcYoaAB54IbosN0W1+NObu0FgFXkK0xBoTZJZesAu8Y9dh
HfiEdw2U9Ygswq9mnfV+1XEJqoOl6hgWCFcePvgDaxvFcXMf4V/0vZ3JFvj7qxdKNCcUp63MJvbY
Ue52UbgdR581PbIyba1jn0Z70xL/bdvbNtyW2Ipv2BUD0dzAea23Y9j04/sywY0Co1prkMXE7rDP
wNqz4EYsiWOf3R2Bvtj26ZVpQm73U5BUN6iKp/JUTWbzjj0gMSjB1rK3nZPd6aDZdF5BgF3bkjyu
lhh2TzgBCs6j7UdpgCpNptry1G3Nzj451YrLJHNmVoZZILVrCNeamOZWa67XY9eOw2mBbFVmHkFV
1Y3L0kzmxYpi+CLGIAsWrulakxO1vA5Z7xpnz5cy6NeMHQMVmzJfe+y1/dXKTBCVt5q4IYzUOxWD
7CVtdbdA4YRJVK0BH6x29kNYO4t3Mkk3/Wq6qbzbUC3Dhal53w6GwPK4M0e9VNUY3hned5clRbwy
fZd1/6q0cD8wQWgf/UAM72XhSJgX2+7vD2fmTXzreBugK9ylGRMbQO+BOL+431OFg+x73QZDlXpL
LGYgEItounIOk/20a6v7cmoO9lHoYvl/lJ1Zb5zKtse/0EUCCqrgtbvpybPjJHZeUOJsM1MUM3z6
++vzcHXibcW6OtJ52dqbNtSw1n9a9Z45iL5/YDP2QeSmaiz3JEcgkur1sjQH15LFfJAoCrptlyXK
32MI6uKncaBZ3rWed7kQ6t7+zn/Maa97ClbnJzNnQ/+gteW4O51Oa7pvAtmF+yVnmMnjEI/ZVy/3
2LqZbuOXIgg7EIzZEz+ge9Bx5cSGfekXAMNoTib/R5tgIdkYGjy4YooWtjwH07cOzC3dxmlr3ibG
/la7DG7oFkSwQFYje3VPNECLuCHwx3wPuz6zk9w0tje20Bl6Iz3YNWGBiQQZr+z6a6rn8Gu+yOYN
1bBX3niLnSFernA+uKMuq63SKRibb2cNnjbDL/vS+0anR6RbzDacR5Drp0FdSAsq7eFBTmb55aDF
qQibDOhZA0ub3xB0eXbNUEQu/FjKzrsSS991zxN6SbWPmcvlHdqU8+XsWkC8h2TtxLAznRjRzLhT
hQU1prHJgZTm05Cp/gvRvCxRy5LNjwov268J5fWDFZLkvK0TQmbYkUyTPuYzcQG71IxMGWnW2PYu
6izB1FI0sfUhbsbxce3Hin66bQiF6WHow50bLHBHiVX2wHVpxqyApqG9RcwxLd0RIdMw7azR2PdY
jEDLdGpackXpd9N9RTv4jx6DGXJqUZDRbcLSey3quU02wp1XFxRznM0J0R8vgUKi2XSMCKn2Iu2d
dCfn3nuhv0AyAIi2VN8G3U/c4MPIncQgWljtDd4QTT5y43ZpNADC5jeFzrNv6VSUxc7o0LGjQg2t
flYmriUfTcCiCKbk9kfb6b2JZKHK/tXHE8IdxPj+iqRqGn91vbWSpmCyoT+iFGJkgvJ9pqkHE9N4
dsot/Dubenj6XTKH2NsMAnpuO9kdDuKytlKNwquV2T71crJlQzL3SOcTTfNtckm63rdTywRdzqRC
RPx/CW9CC1fD6zis585U/YQfNVufnTSP6wMJv2SfIdvz+ihmoQL7orT/mpeJrW6MjBO0CknvJNGc
9mDodmjJ82INDWBRqkwJh9NeKlRCMf0to+AQjCQYzwFXEztGkQQBU5/qkpEwu7EOknmH9i1NkZk0
wFhjk/RMz20C0EFHK+vbUld0UryuF9sKGKw7NNjIYPahf3fzmEITobW0EUFwQjPoM+Er79ahVO0x
g1z/uXYZ8JkCOx6p45KCQiNLzdM4ZuF4mtPZ+Ud2qYyjFvz7IV87REZclSnOikbJCz1ZDRG2bIml
ZE69HXyi/2SQ08gIS0P8D1mEaHMuITr3q3Sr/BDGla3OHJ9jsaPcFi5XRGPoiP3VRkNEP5/uE8rG
4ODz4d9s3pehvu1VdigRKpc/u5ak/A0lB5z0JlO1e4QWSM44463hhKk0LC46mLXZymqmv3eBIM2j
lqDpG7cOAPm6PHDmK87NfNr6YRNEwcU7tulhFJyjT3BrdaAxSnH7JUVanlEuFzOiTL/DmK5A2vas
8Lq4cRCYVuxAUI4Iw358rtulvUl7Pv9+lYP9BfJsfAwDEf5waxfWO+24HW3waZvFg1DRfsva0Co2
PcRmuoMIcsS+CGfIDVD4EkXYDBA+mKx9VJNnTzum5sxYOoe6CTY9wrkJ4XI3uRGoewHp52Qu+nEw
+uyqYKZJi13O6ROIfHCtZ1ULbV1ngkJgFxpo4K1nF8TVualrrQ9oNkDeehOHcjeVtn9TogFLHxdN
tlHOHOuqG7aoUrKbsp+d+k6sUwvJ1y1peBBWll2S9Dvn0caHSTiflbnzgwl1gnnYbvp/Zt3n09UM
BqzvKEmWS6ZBEFMP17a2D1CvlCOe7I17DzKl+8iik244XYP8u+6mwtuI2PXbpxX8l3KqSMCGKcJn
67tjjDVeL6UDO7diLvFvgb/Kcc80Ad/7aulyFTtkXTPQscxEcOlSJrwbiJbSXUdhm22KKe8tXlMT
3uc0aMDXEKP2EUFz+CJQf+f7fvBYN2FYzkgZhVhehzFcuAMLA/WcoKRhUcV98mY1bTg+Ih2HePWg
Vdt7Lw0WVKSARdP9KobxB4LaokXSinJvY8ZVVgevRwwVJX1odaQ6L1231bMa79chd0cK2Vi/9BRC
Cf4Tbb0sjUWxWPourqZQVOP0FOAD6V8loDBScm/qMcfotZm/rAwOse97ACMkE+7geeaYTSMXVIIi
7sFVi+eBg/jh99op7Z8mbNU3gVJ/uPR55qVKyjz84sY54nF3rfLwerKbpLyfV3FBrIIsMAcX2S0a
X8FttW1cyN6HNQNZum5bY8Jrp1HwC14/Fl98fKby1uoHNz9QAcVu5BYQKUwqCkcLnMuKWzpbmWTz
de6DR0XTIMfXkKt23HZp03BUd9quGQRraPVjx+nA/sl/u8vRJFYbmTUD8ouaTvh+AUDSO7K+6nhD
pVExu7VZy3GDLLYlHZORdGD38yXNgL5rpGppVuYetxRjlwl1a9xvVbtooDDtDmKb8N6JrhrMpKku
ZNBsbQ7cSwmLb3CnF7hvgH00lOeYLRhulwwMc1uYKtDUL42pt8Qg8wuDsLHbt3XOhZte9NHDErWh
67tbB1j8JSumctrgARVuNKhUeTddq/mOXkd48w25Fkiom9BtuqcSjHbdL8wouazGEFAOZ0ZeblfZ
1eXeQ6qyIMWku8lJ8kATxX3NJThK/9lpAJq2VLpOdSisrmmvprHInpy2qbrt2OWLtRtmVLowsgLN
sgd+fbcygcPaM+y8ElHdJElznhyTp1de0IxUqmJEo8mrof6ss2m5rQlNIOLLlJp01TnXOU1nV3eU
3uFyxg+Sl884ntWRxNDh0YgU+dBsmubn5KvyDS4yeGI6DZD44MbI7xmAeuPafnFX4ny+n2rdt9EM
U4HCc1jcx5JCGM4buvvRG7mE4DSJQKI2mtp+G5cu8md76Mb9VHcivAamdNRuCNLuB7vBcJUCAUCN
OxNTHTRV6EsVjCNmiaVFDrckfvCWzKGbRHnWFfMWYVzXHMPUiLfKQt4ayRJRBY0kM/eIzjV5I+Gj
i/nXgAXg+9xxR1w4bdntvdUU9p2zcM5voTHc9iSyIV4PBZL1F1RSmCDcpQqeHCYft3cNIr0eyEo5
EzhLEOu7IVg4pLtgJMZunAP/Z5oVuToAdcCW6aTLzkItIaYGEuzLI5d6j/RUJXakfNVWEZpWxHMd
HsyrlcpyQWlHwOC5ckLnQfedPsa1RtDkmpg/asmmmEJG2945UBWnrGh19zJWlmvvVZpzvtO3c8jy
I2mSiqyU5qfDhfJ1TmXXblPicURk+6kIjlVGgR/hhvIaqpzaJxsqTrTC99KgLMvlVL3OZTB8XxbL
DGdL2dOp6JPRewz6NVg8iOVs/W03E7Yer3ahAiayxF5a1Pn+1crBtUNgnte4chsT7tfBp/8Cu53T
au9Ys5NhYZiG+9Sy6t8kftAPL7bd/tBZmes9Ui30yvk4Au3rutE+9Xltf2d0Wpc+4cOZvtKh4Kmb
gyXcLSv3JqoJYeOuabmHF0r1X4w6nOadpQcOMgZkI8+yRYD8uaLFvM3RXH4lVAC6zTOpeVVo1fpN
UITNlRKaKdpBPADmdGuRXQF9sH5IvJ27bZC6/g8Gh+fflizI1KaDMEk37YLMA+91to4br0wzdFgX
8vA6YPbMHDlxR12pegelOKZrpByTsFwQlG4h/asnSePJW6sE3gKdxKsacDuf1Dit+KjtVbZ75SIU
38b2LMxBUKbFF14/zLYjREZkrJTqiwR7/ZqxEdNzX2NbA0x03XJnTYIDdrC013IxU9JeVxWUBkp+
g7YERSEC+tqlIYjKLrC6qAmT+ZbkpEn+WnmT5KxQMdpXjfIqXFL54I77NAsHEclJLMWxVLNneF8+
Z0S5lj2OnzGdsx1tDfn1m5lCsmPmCVwIIH2jf5C9hemLTyGyHdzoRXDU2OEvu0F5tUE5Xma3q92V
JrJkgLaLisTzeLlezdlcmzEe9i1mme4YWIDuULkrqtm2d8CYO7Sv3Y6JIjpEcbMg8c0ovzHuJYwR
i0j0dpG2pP1toabmRqm+S3Yq7RN1LcXi/BIz2cUwq+PkHQCW5uXQZeHU/Cw61bnbbEQjf76oxZod
YzHAQID4gnEnrQSXF6VFEBw7Z8rzm9U4+pXmeHnkPCuyA06a7Mbq5NAcpjnJ/CtE4uET8VTZa90P
CyFnqJw9ZMF1y/gvXWcpLSUR3ptKjVzNqKrqjK4E2ekWswF2JOjbBJBJ0ybuSUxjnJ/JBFczQjx/
Zaj22Hv3GKucbB+7fX5NDPPaRx2lbnHb0WHs60GQuxVapuW0ZATiG0N8vPyM8HB8Dr04u/XoNOYd
csT+n0Ta6rkR2K5ug3Bq9XFt7f5BlbMoXmwQiPXrmoxTdQz6JelZo7hIdrUyY0iJUKjulCeKu4XD
z/k6O6Tebkuv5JSj2OfY5QYcyBWla+pIo3Vq72BNg2ft8CrUjwDY2Zu2Ruu1QcZHXzfAJiIdHKqf
VlVTISqH2QVHOCOZRX5aFpRP+ZxGTFa9UF6ByBAoUc1etyAK9c7YyHTxtovCiwpHWT6o/ap+1XMK
eeeMOIWoXkyx7uYal2lUqgw94UgMmzhKCwXJIR9W90UNKKp2DsLs8mBLFf+SEz+1HeKBxCP4uDtc
I0ithhlZzCUNBy1PX9VLf/LBvveFXGaD4oG1VGGIq9vvaT5aLjTPJYGwFf40HwzYp+FQqIKfeIjF
A/IK9xen+igvWqoi2QM2mvSLk9pDg7afO7p/SItJw+CgMo2jvJqXievHz4qj4yYudbZcaC6Rudd6
ZwGPP2uTesNBLLRacFqJrm5SlyEqePtiPdzbqd90u9Es43UxFjV6U8SRtE4CJvAG44W2kcVmK+R/
JRomS3p9NsxHywHe3oCwOke3KaWNzmvG3YNpo8t3BALVV35eG++OmRNpu5fWBYbpxjC75wfVP9AZ
8342KzwZ9dripEAKTFpuvoh4hvQY1rFH5kukPa6YSS/dOVc6rKLQRqFW4LdDi09YeXDgjLPHo5Ui
YEUcEXacjoDlTwjUF+pn37jJTdIOdX87hes64INUK+oFGzsE1EWP56UbsNofwPRj9ciPqsFvse7E
2ym2xddYQ+xuGyej3VVpGsaI8WoO4zBFMrjYA7bzEfnAdexavtrXmB6uioJF/6BskpOO9OkI9Omx
ENFJ41jxc1nMA3horac3HyHCeqLtaueDBc0rzsjlKTRlXYg9UveShZRnxc2gnQl1Khr5J9xTqL9Y
p7p8pPgMX5E8FviGVTKYLZYul46VgND0SZo0+YnOSC37hihPn06C2Xw4tjzl7k31n7aTpDzBvgNz
f3Wnpp026GnzGzCiNjsz6aEayeMqurfZTUG5AYPQ/RtCA1lApuZrZxTu6972h2Y9a7Zysiu9LLvP
kirHoaHYyt+4nWu8ACgDkpsUtXRwRlieid1QYEdFLAmNu4uX3lxVpcjjLQhe8N0QOlUc8A5SyQxV
kTcn1TpFenbcTDNdk8EQGHSgmEjPZPQ52GwM771tS69rvk+6YJe5bk6oJXFpjEHwa7vvI9DuoLxD
qEvavpwX3CmL2yR3jI7T3LpjOUeQAF4cVfkExN1YIvjKXHWNIsUsU3zDJkNicWnmvtiJ5wzHcg2o
XGIVcERIH6OSxOwb7Dqn4+oPRaPl9TArbAcKGIDD15nUzVTI9TlrffRyHaB8uK1EDOsWFjY9jZuP
y33Fc3grOBUyNnBDJ1K4qs62NvIBPxJM3piiSuALjGrHA6HQCbjeZmhRWm1l4nrFATlOEezdLKi8
w2xBlpLJVbcHO8iQ15puEdnRk3Hm7ccsFRf9mJ/f9f0UazRuhWzu1qrN6gf2r5an2LGm+YSRAri4
9Ia7VOGk3eomHRGM8hKpxYmvcu3GGW5ICJqDc9i09W2yYGg/hQupI8hfipUeIlsC1C9x/rbidG1P
0Ju0T0BSYWbfV5YfNBsi1gqP1Zav5a7qU1/vWmjUX10FlR+pztLt1igwJEqsNXno8AXMP00v4Mgy
KrYiihGHyEMzwnYdm7FVVI6MR3gTXJF4PBTzmXa2dPP6MA7eON33ji4k5r5y+aYmcvx5hKwCDAui
vQr0nNgHu0f3uhnWBHqCyAcO9jrBrwgOZbh5qgIpzGYupMMPjXN4D8C5ErmybcnfYaqSdpu4c5pt
g3YxTlQRaX2aQ47PLWpLYk791ZUt99fcdl+7MVklPBXTlTRFE6V1mwzL166Ig4cEisehdEDSv7O9
npneDsIk9M46xfZcE9+Mq6P0u2njx8r8hAqBtg/rUNDDeilSQ15OBmZBXVgcEZM7ReQKtQLVyMHL
YMEwFUfE5yRq77SA/6cFKQ2gVY38lBKssDvAQOR1O6OmzNrmRcfdFpP86J3mFUH50Z+r4DecA2Ys
4KA8icRsZhGtulq+souhEzFjLpvAWbRzEDVZtAQqjN6TQX+or3U4Lf05Mf74jQ1+mdA3DklUhVr/
Fr1Y3pDrZjjIjLWgCQsonuWA4pNLI8D/1OTg7XaoexhvTHXhwZq7td3OSRyvUSsE/RPL/V6jkXqD
RA93aAAvXiSQ6fZ5XcY158dJauGJdgNryZiYO0gqQ3k4o3k5UblPAXV52wYbHa+ceiIk4mGL9abW
EUM8fPQvhtNoN6fEwm8oapfvY+j3X4Rxupe5UsuxJKYoOxtw6itFUtrFxDphvikZpIKOV5H/D6YV
59cGDdyzm7ZBTWmpnQYZNgc3S16ZOSLTKgbRZNyKOgaTFRS7RaRYg8KJ5I00QOxwaBD6EelgmQBF
QpDU9wwKMy/E3aaP2VJYL85QQ+xUitvkmmysUkQAlaO/RfgeXKt8xkjCxB0PIZTNUD9RKAQSVexO
xwsJCrWH6B5cHYXdTefNzS+b8cdTNMweQQQEKuAZV4FO5GFmfkcIIojk6LFfZEiDx92zoVkKv3Vo
8TJ8M/EgiRmK/ScfNXMORePOT6pazXfpFYydEo5Of/acenNUgj//MhaKrw0i42Q+kEpv/2RJkBxK
m2LTF6lpviNgwrsk5q2+xxyRtiiiLhy67p45Ly2iarE6r9KsNd0IPFy904o07V2yquZLRvqPiEwz
JPcZEVK/ucyV3FlDubg00o5AWVuX5a8apm5Ggm4Ufc06eajsRAGl1Y4aOdEqKObXBs8q2tig8I/K
pTnbpujuAY9cMpg3siWfYus6KYyGNychGRUZcUY9BM1wKBI9xlzzk3xmEvuEv0VU/l2iEnohJw/F
8xgr1z0MWs0PeVYm5ZVEuPIm1Zg9d1bDXq7YW/+BSNdhR+JdpbZEI6XflNb5eDTZil9DJSo8WqFw
p1v8Ycz5GsN5QE/pZmI5BxLVKcXjCBqiC2aYbop+li/LNCMTmIewjw8FtPSVg2kv2zdMT7EpjboL
bIwh0jus1rpcD6afhpOLBS/cyYKmFcfhFKorWNKuYhMafoU1aIBofJp5AQdKpsTOd/q8ua2TmIgL
Vq/9teC0qA9Itpj1ZIli6R4LOeT3Rbesrw5uh9Ps4Kq88OQMpO9HbRKmxi/+ijkpALAOYxm6W6+h
CjjV0ng2UhSLzDkvS4vk4JPNACnvezrZzR715QFEPnV+zN08PWlvtLo9pkZ5s/ZJ1R4kkRAv2UBn
AbzaVI8IOutpM/m8OJYBSQVbbkzSNqZYro+6HPxlA5CwoN5tLXLYEkeiZhmshZaHbn9JjgkYZeTa
Mwx/nlWOR+Eymt+9G9Ak9EgL+k0/ydmj21njh2qohLUXGAhe7bIU8uRNrvhnWBu/AlqR9n28FhWS
ex0Mz5cR0ohFMP5TKnh16J9XhJaMeic15K4muwopM2TScF6a0V/3mM3r+wAAnFuDBNKfEwZ6QPPA
736Gskqt0wC89sXgT8g3WKKz2x4VcQ4H1Hj3DlA4q2wRcAHuorP4Bv9hhs+zaMO7zinL+YAvkyG8
7oWRQUFjvlhODzBl126YRn5fGraP1fbDXTglcxItU8kosY7kd33keKLiCiuHgb4sx5LRQXNQlKwn
RZZIVqMdSRPYMU6iPhCHxvV89Dv/QYiqizMUbINrarvg777y9Tyy4ipUTBROKUwMGS4D0kAHzupX
0abhXc71RjoMF8kPib2rPWdpnLiRNSvwBwCJSUSKjJFsh/VWPbrx6iB5F01aMa6iVfd9ajjlu4Ei
z6oM7lgicdDtAVxAyG3gExKxW4u4AV9zG7W34aXQONWp8LcD3Av4o23rR4o0CrlJ2w5Wt45j6rD6
YrkrHc7QzbhAo01+nl1K6Ba8eR1lDjKms3SbzeiAN2PMMKUr0dhld7GjUEr+oqdRikQQ373jPXOX
+L7NxDD89MuDRx7X91ibjvCFVKDDXzNOkD2pXX17tulgHpNJFdjw/SZDIoShatzoHDn6DbADQFii
O+9bHBTxfZ+s8Y0NUxNfeVquakvmhjVFYTg51WZdHLlcNYlHftrc29Ub0webFysd4m8L4tH1VJDI
9Qb5kTHQrEYCsQFVHEkFNynYmBOH1TXx0By6whvTX+QZpepAqBzDEpelXCTtD7EIJ0s15i5OjQMC
L2m8Ir+F6uMzpDU+Jl/G4qgsRPT48eWKmrE1LRyEDpydV1dmWzBs0D9Ci0FVoI7J4523qgDxGkpn
Zm8U5VA/4nkY7pd8GB9EpTuOaQTtHWr8dP7eepf+BP/IeCaLAdlYUFRquuKMi+0vrEaMFHIR9Yhk
zfedKIkBSzCCol/b0JhegvftfrqKgxmtpG/5pGVC3lVbGSSOnWwKRiz9Y2DYL5I1nMYbQPvxZXAC
FOD0Ke1j2jdI9knDudKopPwoXqDgyG1K8KPFIsl+J2Zw5h2ScaJfLpkZ7mZF8hHvfXCXnsAAEX73
Yzf9RlS7/lLMGRsn8+r+uEht29AwqXeFQSdxNzmLhuh/6p088gtBqsSS2eFBh7m4hpXta6ZxA3Pf
1UOJJgeg2n/qw2DsNs0gWjYC8p8YOCHhxvQoH7vbNc5MuEkIq/K3nVNfXNwJdU1kJU7+LLvcrHsD
0TLc81Pnx5bLiWB+y4QgqNIXfbRiN0BPyd0leV0+DGflrd03Ip9gf8oyaF67cFTtxklkwFVRDjg3
EHGgGfHaHiVgchmOsM1FXGWH1p5R+hCKw+gO0CDR3bprmD0B9Uv/loVYkhnqyiGOHONzpwH+Q50n
A2prQEvfJJFdTCTC8K+OJiL+mNyCXK1E4eFnJOSfd4vnCvgI4JVoB5Xv2nHq831HpG1Kg5WOt647
2pcQgSC9WVdhBV+S2FueqstmBJ7I6XIbHconGwUI8QZ+U1wlbVAKEnbC7nmE9JwPFR7724oLgXFq
NWNhE2gnzdUwTD96oqH/ITHBu/asyiPaSAVxsE08RNRnnGw2Cc6Nnk+kE/nntmXk4gZjC6qIlcqK
9Uqf7/9wAES/Oyg0KZvQHAFoYt9UX6RbiiYa21GSdMOFvO0wGZ0IohjNgX+WFptumjHflK5s7J3A
WVTtA29YfpRqAtlexzRMdi4dcPUDUDaIsPheIB3RUjfT3lniiKBwOI9iBEeyAuNTlyg//Al75paY
8J30cj+QDo1fopzEE0ls9pe5c8tXi3Xy0lWzvkm9ZLnYRmJOUD9e6leM+vbFoewAl4WE2P2TVhbD
7OBf5LxZuL+uQlb6clV6VXlvFXnhb1d0wfnGV0gNnknGSHC7MYcYdxrxzOD2K50i9wxk866fm+lx
zvO1f9TQdfimwrb/VoFJIg0liP4ZhcUUHJCPCYMKqOakZCik8jfG0HgeJ1tb3Q+IcbveulNmmmtw
DX3W1FfroUUW40apnVhYGpBwEdJTzekDdYj7w0liqs96RTaCZrtHA7fauemJ02Hyw8bAK2lgZdHk
h3UNFxxldUnx3Eg7ZM2ltUeZzAE47ytaOE4B3TnNHTLX4hYzTZtfT03pIwWyK0RXRSJq1MK5l0Q+
WHJDCTleeFBDCuMDKWhY130nC+oTKhkptuiy4p8kcCX5fTP4bb5nFIZbR60bTogyA9fcMsDZmI2T
2fxqjDaue3YD5N+otIPyUDpVmZ4BSDV1G+OJRlRZ3WI/90Fj/aYbr3m7k1YPi6w8pJdL3soNsZFD
9sUg/dqLZF6GqHRnOv7VHTsEsCLWe1R1+b1D0hFRUVo3621mjGDsLFYbBsChvk2q2/9BGSitPuun
kwzG9Ew8Z6NuRjeLw82qltnZ/Y8bi9ZDFFud1nhkUpZT1U1N5I5Xl9FEKvC8R4Vua/5TK6IEnTfL
sWmXWkXlwI21DHw4jBPF9Em65wdBopICh3hN0l3pUS7//L+icSE/F4ieZjgRGG1vHV8LdCHod136
zM/CoS9Bm++CRAkJAWOVRFHyv3dBovklLRRHz3AaiEnYxYQeRZl0g9uFcJgtCJH6YcUr/URIHQin
jfZMU41jBMzFJ+mbHwVFKsHoeGghxVimd5GgFksauMweTp1a+/1AHiYx2dl4+Hvo5gcZmFIRDhe4
4jLVQbyLo7QSYNyFNuQ0xO0XPmDyXaAwv3CL1gn8gCbKlBiy//5Q58O3TAC+g56Z4UHvZ5rUWCCn
GNDxNI2jc4+MITh4rmNtPQiZPVUXyUXoa6Kqk+uumQqzYbhpuG0m/dlQ3o+WFrFd//dDLpmk/7W0
SFtqVSt5yWNVkb6HzCoInOwKu+j4yYjWDz8ncg0GQl2C3f+V8CpnWSqvHU4S/vggAuHfSmLjPsms
/vApylO8LSEQtr37nCP6lMFBIXpymc4KOuX5Rz21fvT37/fhovmvp7xLxhZ9IlFhzcOpwRR9YkJF
EgWwQ99J4qrPeYuQkppv/GQ/fPCpGPljM8TUsRVzhd/9aQyQDwEaveGkyEOM/Gbpb4diiglvw/b3
97/vg7eIFhRVjUSuRFr9uwD0gbAl9CD5cGJQnYt/tpfBHqkk5Pn/9zkuq8EWTL9xiKJ9f9ikNcc5
IhZWX96JW726SEXXOflkTfw7V5enUEYKT+GR/FfiLGGN6MJ9Vl5M3OI+0Mb9GoezNZ/XLHdP4ICx
+8lo9sv3//MQZR4VIyU5uxQB8u/XusuoE0UeUXeiRBi+pT5thpWXRTTXMiFS+ZL1X0hN+lvsup8E
3/5nUMe7ZyuGJoSSzHHmrarLt/3vHQ3rghEsW0/9aEnnVCD0JXrJs0Ia4KZ29WlU6A5P7UA9doQV
kIY2xfHPw4A7YV/YoaGvivEUw9GT2+KXaqm2WCJi/1hjp0VEUJEDCtMahMm5Uj4sfIO8e1Niya8i
xkGhkK3IPEEpWK7ek2pX0XxyfP57eZJyzcXgoZjxmF3zbvqgE5Y6yzJ3OaVBIZ8IikLHsKb2w98X
57/32+Upl/XCCc1wpHf7rS2swoPTWKCqiBlIranHXJi6p6lZu8PfH/XhHxTKMAg9IhSJZfrzm9lY
VdcgUTyKedlR4YHMXqSDn+zqj/4ghlwwQU5ITwK0//kUAqTCtg09hgwiJtounU/0wUpTh2fhs2mD
H2wAkE0bbJWuR8HK/fkotM01vsVgPiU0SHpTVhP5UMN0iTQiwNBNr4lZTX9O4YDs1i2tJf3kYLn8
999tgoDHO57Csgov8O4AA03Nq8Ez8wm4xAJCrOBr9YRMD8Thyhg730mhPxtC/sH7DUAAfSaVccww
ufnPP7qJmyxXfbuccitjpIecyki1wxQJYm/+/5+SR13mJHhM8GCQ5J+PSmROiHzB2sy9+dlz5wF3
F1yvFF71yZM+fJP/9aR3i6Y3FhEyQ7WceorQR7Rb8rYO9YI1xh1PhpQTONlA7v++Hz58aAibKBik
Y1Nx/Pnn4YejgQ4wdHSIN36xY5LXqqF5CWrXuamcwf25wLz++vtDP/p8Hneex0v1Avt9Xji2tQRS
p5hOCR6Xs6nwWFkejgcg6vaTl/rRowLpemjxQsclkfDPv4/saVrUqZlPk0co+OQZzEfZ+M8wT+En
N9EHbxLxhO1De3AXMIPqzyeZxdP16MjplHdjf0+KqNgvDA/5CrVrroM4Qb6Y2a9/f5EfPpNRQXjO
uANRZv75zGwBUXQu9OiILLiC9e3Kq5KI+V02E5xERoBN/M+Cmtw7/v3B/77oheNwHzCP1paXAR9/
PhgtXF2Qi2S49PwU+zRke8kMjN+6GvQ/gpCS5JPv+O9zmwd6ts89y6AP+X5oVsvGm1K3M2TZWx09
I1lyVZF1n3zDj59CSUvx7HJ2v1stTleT7jj35lTpGflIiGz/Icyl+8kf8+9FyR/DLNqAq9X992dz
gE69Me7bUzuRZ4Z6p1sPEjxx2qWkF7/9/VN98DB5ub2ZykWkrx+8+1SwW4syWdqfCNyxrnrGD+7T
Oa5uF7v5bODSZYn/eRcIIjiphqRzGarwfjJXOPk+hELcnZqmM/1v8prpotxhKW8JKEQ1PUI+jmdM
PvE9E4xKOl2Hq/7vf+4Hn5AQJLYfdzvD4N63JSRArnEBpPq/pJ3HjtxIG2WfiAAZ9Nt0lSwjlVPJ
bAiZFr0P2qefQ81iVEwiCf2zktANKJJhP3ONZ/phe6/KFrgLfKO366OsTSrRiks2h3+QuXz1nGgq
sJcqWi/MRHjyp+w7zN3saBugja+PtHLS5rON2bdN8iqW30NzoQ+1wa49K57Um3ZwgpgaNmLQ9Jy7
9gbJVfnvltPkhBj5qqRAPH3LN6EsMFPQkSbw1FoZHnkNUBWyJvdOQMw9Xf+6PwHkYsvwgPPucKRn
/Op8w/0VQ8P0C8HBIIpkwP3MbmfDupqOOfScHawK47Yx6+I/qLH9d8wIxJF7UH0VyHxv3Gcr68mG
EQILEp24bfkigWweRCVm3AKY3le0a2lTOlGjnMcMeP31b15ZUVdHcJjrDFcknsH3n2zbWWq1UdR6
EeiuO6UvzU9+1WYQ/hoKRchA4hFz+NchDQDkXJ0GABWMhBZ3AEidPE+juPGwmEDJwbSO9F6bg4rs
+T7vYaxfH+7yDDIcJoyYq6i0Ee1FJDP1lLtC6dReqIWth+BFcaPwrRujXK4ZoxD2zoZlKrW6xTym
4IoNv/drL5Lu9AG5HecmDVzA1bPUy/UPWg7FSqm2Ra2Ol8fCNWvxLiiVgXJ/q9BAr7vqtin0BqSq
XZwCM/rXgOXPUBx23UFz0L2wbKQBA4qsTlUPJ5H8TNDyBeJgP7Oygo35W67ScqR5n/519DQEHJJE
FhhUhGV/6lvfOhgK8h3Xp275JsyjQKFRSdM1sq5lftLFo8ZL0WqeRjSC4qppvem6a3vE7Paxk1p8
RBXSfcAzpTkOaBxuHLaVj8SpS+dsa8QppGLvPzLBKhnvIiQjBaCL21xx2nM0kw2uf+TySPORhEM2
gBeIjg6FnPejIOZlGRE3i5cnJtz0DB5qhIwnPjIRqG7sYP7R2Wce7//GKII9CQ3n/XjtpBAN+Yrq
0RhUu302JfGXurbRo7v+XSv7npkjDnJAyagXL0EH2mdUckvAXsHDFdZ0PKGxJCnkwrFB32BjuJXF
AnnKBFIOc6GDLR4Ds6jAjcM/IG02ISFVcXzP4tre9Y/S59n5+81h9rjoSTuEamOEt7w4hLRikllQ
eJz4xn2LijykwGEUzWtVKmDAHNzdImoqQXjKjWbE/aISgud2QiUT/Gon9koQaQieOK0dnQJXrc/s
ba3Z144LwrmawhEXBK5VaOn0856KOpfKAUEd63ECq0PpJlV042T1SeR+RZh5RA2lFB34a/gEgqYY
Rie3g68m7R4FmTzc49Kjgh0H8TluvL9rC+zg1Kap9DxsChbvN9IQCHRnUC31QtWJvQm+4S5W0oJi
AmSz69O+ckYomzLtWLmvlJLiGCEL9OQnZLPC7rONg40HHa0/tEZb/jeM3Ybb8vzGLBZZp3Wgc1Dm
+sgyYXDqvs0nleGw6UNXaAqy3xhNOp8CnCr2iN+Kj2h74Pyc4Vdy/UP/BH8XQ5ukKmQslEGXr22W
BnFTVcCtqO0G5l2ZG9EX8BDuc6c45uy16qBpF7bBx6lVqi8ia6sTuH7rtfIL8blHCeFjR8nweP1X
raz0n/ovCHUm5aJcnw2aFkSJgQ0qBO1zUMvmFt2P4hMIunhjAtaHorVF99Wa63rvN5VrTEgZKBYr
LVU0I4satI4Z5Q+FAsDkf/iquUovKAJxvy8e5qwTFb7qvJYImcBdQiRbHlIlDJ9hnMvH62OtbGB9
zp8sStwGRtOLz6pGQpC4cSYPfMCUvAXEdp8GwAQPbYoo0E8hRmXj8VodESbjXHnS+WMxYqhkUaAl
+eRpfWnDsUdSEtQbTi9tQB02DbacqZflBC5G3kndpEtA1HaRvzWdUtpVIkcvCQNxGASsx64ESQU8
IwMpGvxUXd36x8j7z5jsSS5iIh7aj4vNEoLjzAKTCzi3i2fAIfA5gQDfFH0a/X8ONT8/fwU8sqB/
HXTO6E3CiaNjjvnAU5aADdopqSrGja25Opkm1rK2peNpuIwJkAq2nBAYiOc2vXbXI/B/0xpp+nsG
z5+DqSzf0MUtN/bo2tETsLgMeti0lZZP2wzKK/uWaqUJ6ejDgMDgjSzrCDkkONzXj8PaBUvZ3mEw
w7Hs5SmPmxqed+4O0PQFTYqgqM7QFDXokgnKXz3RD7ZYuJQCwN2o0myNPB+bv9cR8dNYGXM+EmTi
vsps0E/uiKjokLtnY9DaX13YgCmorSLfGFpbG3vu4XLYsLZ1ls9KZZYdDfiEVe3quuAll34HonGM
ugMywbGzx2okHA45aVG/t4AYeyO81hgJft+9RUfL0XYqBIBw7+RGgMQ17GjU1cbBd3a1WTWYFU2i
hxfdo/tzvL5ga3uDKhDBD30J4yISz8LM10bkzrwqddJT7yr2AemAlOhRdTb2/trFRUChCuI47q1l
vqR2SDwb/TR5XV2Np6AImzN2OcVBDcbpPgyL8eb6p62dNaQCaQMS5JuUet/vCODAehAg/up1ru+K
k9Hq7QPYFj947PRCOF7mz6oSWtLI5+sD/+kXLd96ECPQD3jqiZQXI1sB75yKwIVXKIMo0ZaIjO+1
iwuMJ+3KqW8McBDOCaeuJDr2dRKiblBBfwFnOZhfemQT8o+wThKBtHwEnckvjN45lGOEVLyDvEBy
auB+q+ei6uJPGUpos1aOX7YQOMI6uAWDP32Kq04FozSaFhBS0GvGNxlAx97DSZI/JzlN6EU4QIQO
sGeq17GPbRDNTjWAym9RvLtDNUfHN+j6xKzsAKq1aIS5vCZE2YtrfYjzxoKzOxDKt7OMWamlyl2c
hP034LZxemraNqpO/z6mZlMio85PyX8Zd5V4SoSdVKjAF3DrD1WZj2w7boYjgFdfg6zaUfT4X8ak
A22Yrk5JdxGA1AHV4aFmzNGwfRZBA9AsuRtOpjIML53qbmy4+Y1a7DcAFzyVqk75nb7G+52OQKHe
+YjQe0GGd8POl9jY7E2Eu7eAMytHyqA2bZIiWRZxwWIBXRRiIZ5lg2eg9hCiMKFqCto+GW6laLUm
yPyH03QfN2P8/fqMrlxThoHEMvEzf9AUfv+FUx83lmrS2xPIjGMPYUWje8SyR++OnTDFRvtybZ+y
RzXT0JC7oR73fjQjG9CshUjlVXJq0TaSCIEakSKGgy0n9EosBMw37uGVJ4QWhskWJXmlyLPYMk4R
BlIPqwlEEqqaDzKZ6cFWmFhAHrPvlqI82LmtD/vckf7Gmz3vjuXuoV06h/+aiSfwYmjU0HK1IT31
uFOqM5d/eswkAL3aMWIPR1njbGFbdcjrWJl2ZVfVG7O9traWS3KNUYFO7W6xeykBZwTnGreCzJ8c
rIQ8DA9+TLiw3FzfRNraSDYa4nPtxyX+mv//XzFCoqGqlQcV60qYJD6GsUlRFeKBkh9Q6aEjsnOn
rHzQ7RZuMJ4v+beqqfIzIC3nTc1yHRQizMYfnILKuo3ArUgPaWXqSNd/58px5rnCNcQQRFGUx97/
TDAq0nazYfKMEO6maCVK4A0s5I1R5sO6WHf4MrDrqStS5V5GLYrQcBBEFtLTePXTG7/L2vIO2HVw
2+IPBFG562sdXo0W39kYcaL2FOTTV+q4Be6kQwK1BQB9fqPaEaB/G0Lxr0YF2Y2SstAxOZmELfco
iqHmh14PFBNSTKy+/GyE7hG7bmz/sJQGUVskoVVxR36YjmenqTBdtgw76REyzWxUgks5skhRUiLA
L7ms77txjH8MRlg+GVEQ/BallcmD32sB7F0fA7Y9ZqUY1aCUX9/qqNIFh0yxxhyHnF7c6mqT5V+v
z+QFnJB0xaJ6r82ZIL3IZRKYIhiLWEJgkka3kfhJVFD2/7WI/XyGXx02j6rRGOS8UWf1d1U7oBia
szDhnkLa+NsGJJ5tPEArG52KPkeJ+hxB6bKb4GgIXKaVZnh6Aep9F5jaJ7J84xHvweHl+sev3JXk
hPS7HPJRPn2+2P46U6pb531RmnhrKtwtSLnJCimd2MZjOJDwRp9pM4T/ntBQRqEGCYyGIZeXZTBF
IkL6X0cNIrOsM2GDG516gQfNl9HQ7K1u23zeFgfFARVkIqA3Z/rLECJsRpqLk6Z7mQ6HW4e1cFNb
WACgvJ59Br7dnzK1fLo+rSvvAfuJ4rFl0MvQlmAhUke7k3lo0NW2wZ8idCSwFney/rGuXKLnqqNM
FUzJHRToYAvwvHIBYUgP2BHoDleyu1jTPpvg3OO3CCoVhW6oTshnIan+79ccDznIQDqlEEmWSLk+
wjslGXPLS1qzx5vSxmY71Lb87leOgjMjgmbIJi38ZVU8lqbrGwRk3oD8/cFFywurNakc9YLO4fU1
u+hbcg+QA5pIVbmuxuzN8/rXWQCHD3MXi2av7mzY5VZm3huOjI6RYk5ne7RHKsWZ/GK0nX4IFSc+
TPiebMzqynmcESesHIVbfsniN1hwENCUim3PhHb0OY1Niai55p8Kpzc/4xMebDWG174aULEx1/UE
4Fhn/kV/fbXTpFYJ2ceao90cQ3sTusyUQ9F0zfJALwnfvhF7nKQfUGENoh5zxsneuPBWv9ohyidE
5Mcsj0syquMQpqqNNKdrnBJYuXvcctCrAlJwKHQ73kr5V46Iq1K0Ftz5M357gYGE+J5asd/aHpyn
2EEgxE1QqjXyg3SwNrFLY7a9dqJngA8IRzlqg6099f7RjOtdR8n3gP68cxOhQfN2fROu/TDqngY+
UgKVGHURPGgFEvS9qpicXcd4tglxd2bbBRvfv3IlMtP/b5TFDWEikIQZeoTdRYLUK8/eN3zpxeeh
N753CADfNr3UN8LUP42exTXMQ0PHms4uRBp3sbORpidkd3hlyzprlV1pK219KvKhxA4FR+CdxMYF
nk6KaMDHHD0LuEolAkMPIkZT+D5RZfcVsdbxjMuN332NUsXA70HkCPCMKKUgEgJSC4lF6LrBvu77
5Nm3etyMEtFZe+qjM1teSYc3ejgKDohB0Ji485mNfYhArNyEiUSDTcf6F8YhMv5YxtSx5h9wJjH9
Z8cfwCUV+lxXDIDiB4emR9sBkV3T2Grhrh5InVIffFQIDqoh3h9IG3EsdKQbi1JYMbqnOCZ4u6kr
Ww3PWoLn666pDVfZaWNknzWrHRFgEKBfIWSFvnVzfTuuXL9za4fdCIUEMPbinLhRq82uL5Y30Wk4
xlaAPVosMPdyM3XjDlh5MhmKyvgMNZ87hu8/OzETaEaO4NUKovBXAscJ3eISf8KgHh8gvg3nFh2C
W1r65lYozb+83JkzqoHyGZcCzdfFyBnSn/E4WV4zIf6Wm6LbG0O01Stbm0p6oGSJRFnYfi32P/KL
YxI5tun104BZYqBl3Gyx/hmh2k//vmjcbFAaHOBSRJDvvwe3DDxi9IyX2cXvOUmi4juQW/0hksAp
rg+1dpFQK8ZQeg5WaQS+H0rJURgsS/ZHNtj6bWAq1auVZeI+Ium+FwNy67ZVb8RWaxPpkl1Rn+Fw
cAW+HzOIEV2LcSP1bD1o7aNCEJbtI7Mrj+irxBvJwfpg5AWgsQlaxeIwGrVbZdj3mF6Emzk3QzHr
l2vxGYknY+MAXA5F2qoSMELIIzzWF9twjCIzMTouZVek011Vj8hV++b0Uk7hVi13nqL3O37OkHVM
KSjoEmoshkLvIeFSFaZnwrOHHc0jnyF6eLq+OazLI63N1xgY3Rl4dlG8c7vQD0Ub614fmJV7M9C1
EE9mW/ThHcbPeYotn9vezfvqV45NBerFPKuIhTXJKxaG6qtrgCvc11lcIVulxYK2OXJtNrKveKnh
tdBIrT7EvnTeBtuCe66FIv89wW146Urw+Se/sAwqlIPv/7RSuIw7xQyDTzDFiuzeQQ3N2cUttccd
JAtF2zudb/1M28TUbyJEAn/aJloLqGQr5n849eo/a4z7PuKr6vyQqOsWe1LYboSXLkqMDyu7uQnd
srVf4ZpR4kqmqeqemyGN87sEh4anKTf75OR35fQLB8U6O/sF4v2HsQcShJxmJV572PFgkCpQvnuQ
Xbl2oiaH84uR5r2+C5AJ+JkmftgdizGWKIUQMD8kpWJhopdVUr3FhxFNQE3N1F1rz3LqqaW31sYz
vpIs03jnCbfnhJEKx+JARFJVcU1IdI8oGIdGZK7c4IdahbyGGFRrxkNX6j04iiTG0DK03BQ9TmH3
jzxZ2ufJKd16I2L6ExIvNjPAGdJIjc2s2ct0spNdj1qkSmMiC18c3JiR+YgRJEPPeqgfnNGWR/yd
kb6IaV0ViuEeQiOMkRzSdXpMCuJBVJVfr299bZ6G5Y+iUA4zi1yCBuziDp6yAlnJtBCekY5tgmyI
o+T3UY4eB7vNDT7bExiW85BHKLI0CJ/H+8xVJ+UWbo5Mb7MyG+KTEWV4VG78sPlGXv4wmsoE+oC8
KVUufhjtL3CmY4FcVVgUHapkfhkf07Gv3IfRVdvvk+Im465rEqfYI+eo4gdAIwuvFQMfsTeRyUE9
K2g96Qcdp9wSWQgpv9OeHz+Wkdb9uv5rV+4pAa7HmVHVRB/LbMjE3BNL1FqnWZ6pLwmOpcN+1BFy
3JgV93JSKMCDLAb6y2jW4hnrWohYTqjqntrn7te0CzBwAMT5USdURdsGu5oMieceAaKhSRE9qrBS
0DaAAZdPKa8LqH/ERygfghXkN/6Vhylwv5EJqriT+csLS+qgFpsJ5EZQjA+Qth3dcwosciMVWJti
HgK6OoDjNfDP74eNSlScGjlR/Jo6gQVvFt+SOIiNQ7rytglDBw6AwZZOH3sxwX4Kkx9OiuHRBcAm
HtUU92frlsGTAUI6Pv3zriHRIJSkIA33bHlFEdV3Q44otleUmemNGII8TTIONureKxNH8mhT46X3
Cthh8UlV7+QxCrq6R1gZ3PoqEjeQuaoP179l/lcWxxXkBmg94VLqJSN4vzz5JG1f76veyyPfd3+7
vbCSA7wCA/XLhgP4kNOz3hhzZScacBkgGhMcXPbD88kaHLuA/qVVevOtV2d0CnIjOxuZnUOJduD9
WODkd/1D9flLFl+KUYFJ8QP+CQW7+Yz+tf8bHdvqaNA7r0uwNHnIRAVWDml+eifAmepHpgcnK6xG
5SwgG9DjRvHLPAZmE5azSDzcnL4McQ6JsizWDgGKisHHAXbxpz6a6HPNQI0HO61yfAuSsNRew4CQ
ZwcYf/ZcTrhwv+uYqyRfS56q74oMteKccGE0ALlEZJ/6NEEoNiO6Dp5Tp8usXVhskzPX5p49BS6T
8o/Kyr+fBTt0dduopPTiWB9ffAxdMApBWBA4ixSngfo11iha1T9fn/2VbTa35kDr05+Ddzuf378m
P8wrBNwM8OsaJKrHNED9HF0gew/l1XnispIbF+58qywXmxolvUgS3Jkk+n48SmAtATRAcmxVzac+
15qfCHeFe1QTEB6t5fQToE21R/0p39hnK8eW3JI7yCR1YKYX28wsRVP6NT3Q1miQQUNk7MYMzOHm
+nxqKxPKCJyi+XZAM2wRYVeTE/dVacFRi1okS6Tpq83ZijXhWWVvBWzYIpl2mBUpyiFFhmi6Mxv2
xEuLCWmyw1HZl7/qAIOAExddh7iZqAW4n0LpPwnsqI2N37uy7bgt6avN3KVLQhH2IngX1zFNPOQe
aA9b5eOYpojvd1JP2l1U+6lXDDJ1D9fnaW1crmjwBECehViCSspYRzgGkX9PKezynLYyejLqAk/g
LtE+8kw2CLLW0dv1QVfW5k9tnMrfTI9c9ve7bkBRfeYP6s5UopCo4u7kdM5xaIs3H48p7/pwKzsO
nz+as7yvKl3pxZGu80Q1OqwrvaZpkf6wOxcbBqNMt+AZa6E5Pdg52oRk4HJRvD9Uk1nRDsTE0jPB
Qk+HPtCj7zkVplnaNx+xRQ5rw9PQ7+2AaiTRi4reurjpjMrE+FwY4/fr372ytjYhjc4yEbwBPnz/
cwY/V9CTVRsvwmITO+80sp9K9vGNbEVxlyAzJo5aGhb/XmiZI0WOhT6v7UW/Z0oSNaIlAaOwQwjc
93FPTJOgOXeEBcfrn7gSNyK9TP2D3JZCyzL1GN2RXDUqG6+YQm1vBpa2q2rV3atxJE+DXvo3mq/K
U8RZOoWY6b1eH36lVKixqegmcZdSo1gCOuIJbHskSukhnTH5B2G3SBLl2BQ8RohVw1K3EcICqcRu
P+pRalBljbXgsxqi/Ltxo69EeDYxJBEsfEHQCIt7dSDLRuoR5s6QtOPBAqNj7QxlaOtD0xX1Vo99
5Qhzg8Ng4FwBRVs+k+S7QLdkA7erL0DsybA9k2a1OxcPnQMS+flG2rv2dTYXJMUMVptI+f1eDnFm
K3U3lh5CzZC2q1rHS2jIx+ArnhyN+Hh9XVdeR5qypGc8VGyt5Wg09EtUFGsJm6yV+1bREOU3tcJr
Y0052QMKwYNmm08ValAb97Ep+JD3DzPlljls5jPnHu1iGYG3xH6RQiCC4ZdwVDtCdYwe2mzaUcZQ
aYFBHfkwpU7/4sYhRoqF4YyfEf9W+gMYPp8qu+P41jGYJsdBCbpUsYxy/B4BvV42mDxM1RDtRjwU
tANqUGV9bPoU8bomACxz4yTFMKuoTyiCBrqv/c5cvGfQdAxGe2f7pf2ilY2S7ia0zD74rWb+TmxN
CU/mQNfA06mZvBaBjxJwV+ctQI+mfXF7BChOLkQNZAClqegs3og5ZWf3bofqn5UA5sWM7GDCSkRd
J/T730WIwJ0HaU/ae3xfzPxQozXp7zUrwiluZ2aILu+DKrTMjW12ufAcZbCclMs0crIlwsWKR4h+
SLF5aGeXxsssxOD+xl6rDW/QRwdNEmY1XJOY+9bfEbKJLejb+g8gLqJsoWoXEL8qCLF0sxXeY8uQ
8fPUgK1BpbipHgKiuRt6RvEHwB3NxxFG6Zfru/7yTBMvzS0P4g8utWVPLmrotU2JPqG5zJug2uiM
qhjJ7XpEVE5jT1h0fbzLM03AQRDIVJPuoDbz/kyniR1WuP3AMzCa/BihYH40a/U/2bX9/vpIly/h
+5HmQ/dXdD0IkUe4VqiexAj9KAe3xYCpQwSfN/EkQiyAzGGsbq4Pehl2MCin2NGI5ylFLSJQGY/w
0UM+T/gUUftId267Iak3ghtaxJc3BlH0n5o1/duLiz/Pxl5SP5m75nHev+kdcrff3KpI9O+lDani
TjVC0d/ANsNMXUY1+uI+OtfIxKdoLB6NRriVR6iSUJICvBbvSmuU0wEzXoHlb5FN5k7XZFntUozB
ZgG9sozvYjelKB5YSdmivwO29sBF01ZeUxpp90hsMQn0/53uV2n4MGPDqJJoT4f+pCD/r2GPWSWD
3R2qsOFu1RpNovyd+ngMB7jZdbBoRr19VEKbKBRQdzi8AglSPllRjDZmkAZtcGd2DqZymMwHv33L
TuyDUaJWe6jaiM6jYYXNbupRHtxPmF/HN9T9yw90tKP0OFeXJmRbIuujQa8kRHZE5j8LgsSTYfra
kwP4/bHmx9+J3sW5NAgDFbdKTMKawzRRikCPO46rewjNJoVnNN/fNKk5yT7Eg2zg86T40Ettir80
E/Z0Oyrjkkq7TyzA85jV5Tcnbp36h0wLiqJIfrnhnYly4PhhUpX4TY5j6B+qqumLE5Kn7k0ncl3+
xBQnekE4NEtuLAt16LODcVfxqBYcmZ85NYGa71XKAFtGqwHJJSfxgpY/Wl5N38bpsRzKtniMK6hp
e3Uwnei7aCiP3jZOzdOiMDH6XstqgaqhmXfuGeF/P/I4vKiHTNhtwCIvJeLzSa2Nt1jEOs4+D6Hg
fUwlsCxw0TkmEg6eH/5Xq4ytWykFPl4Uxynv65R7vyhm3XSUxLVkeE2nUrgHB/aL/tGPYqM8wnrI
kr2NfrPz1gcACO+nChThm4UGd/E9SBJF2wm7lme9Rn+Ncr9qDzsjRiX0XpF+0O+GoSW6mmhZG3f1
FBnxOciKmnyqAUm+QxRY0XDCHq0Iz+2pak4IJvLqpU5ND0CNTb383DWR3X9uTKURu7QS4ntQ6WFz
V0Q53h9BEyJoNHD/qucRt9ABN5E5nHOlXnw0TYtrEvKlrZ6wpFARdLQQ6B0yQL4HFiKvD5JKfIQA
raUZ8VHW+KSDxpvSW7XA+3g/lab4hrWej6ouBnqgZVM5PmGjhbeeE2BK5SLbrPNXa3gosmSskNbM
w3afALD44fu1RW0oyeLyLnfc4Zfb2BFvVF+y7BSqBizRQ9tUPFtCVdileLRGuIwS4xxTfCGsHRkE
dnw8zSLdN50jNQy1Hf1HbYKDONL5ocOPfyiaS1kom+wQiFqNDvmgRNlZy1otA67mI9cflW78VmBe
fGfh50ZT3PHTJ9WUlnl0YrDqt/B6uvG2dLWoOdmT7XvcwUn/kUwiesBrRC1u0t6S9R7bbg6WHY40
F4dwzIJ7VZO9fk5TtX9JUV76CfkdV10jRYB0P5lWGx76vgswzymVGNVHq26Tvd8gEnqD38D0MNZO
dcesMel0sGllVbSgst3oqLl2nGIXk0fAKFb7Nqiytn9B92ixoG1a7L54F3zMqmvB2zua+WyaByQE
GhdP1q8cdw/t5yDU7m2IZP6opUL7ZEKTCW6iMI28fmgy7TAWWJuBW6zq+oZ/Qvc6h8xrV9QmLRuE
graC15V+DLXKuYM559fuRfnVSUozitPI8XwZBRXRXOicjEwY3w0E5F4SY9S/laaZPtSlXj9EUeCc
mkBY/c6uzfBb0OWDf8QRFI16bAa0jZx0JcZAMgiBAUj/4rLVr1iRcIZWgaru+9WebV+eBtcd7nK1
Hu/ULjf//eVHAJCDR/UbjLSYf89fL78MMLSTJXMRkxc+1fhoDDtesfTss5fDXR5Z7utY+O3bP7/9
4Ec1ElKTWuJFWx6PISRyk9H2XEQpDiSp3b1P3+50fZTL7JcppHgH7p06l7ZsHbSAk6Xra7anpLqb
7kgKfeyk417/kOMz/1ZXYX5nmGV3j6dg/zzVU/Xz+g9YieAQuLIoeAi4IfqyBI+GXyxkzexiHiMP
jQ4OsQyAyA64Y52vD7W2cXQwiITGc367BB2oUFLVoRV8K8WxnY9hNykZjwIy8+4HDQrUViJ2GVXN
BXiL4iECBBfRm4ibBtsC3fY0EX43Aqu6nVLXek79Sd34spU40eWo0soFnUJ1ak4J/tqitMhFwnUC
9i4ISY7SXvtgdv34fH3+LkNg5CLoX+DVCa0KZZj3o/ijJapOGxzPbBT1Lo4DBZ/R0GYSZXmmI1Ds
e8HuuT7o5f6ALj5j5GdixEzNeD+oNWF8nnQU9ASuSQgyYupAA9kElN5px/9lKHq27BB6eMuzgGlH
5at9TZlrxK0eLUh9FxrmeJPFfrhx7C4XjJITUCV6opztC+Atpl5RSGDneFUIwH4GpD8Q9VYbNYjL
Dc8otAKQpwGsR5Xl/dxNKeCauDdsj5vcV4+ANoN0pwemjR2UguE6Ypaodf/7JLog8KmWUo3mFXk/
pho3nAYs3BA0FXNMxSnQ9jzEyt6SVb+Ra1/eXsCWLfRFkQdCNnLZkmyaJpS46JheO1sW7JCDCcJz
j0E70NceOPNhGHQHf3EiO9x1QQEe6PgN9cY5/1NQWRRc/iBkeC/Zp7Tb3n9zZtsFYl6O5fWVEyh7
rJzMD/RpTWNPb8J9hZAQ/4YSaOLOCHK83M2kjXrf1H1u4fQBVHFHO8EuT2jAKsWN5Xe9dujKIE5O
ndNi8oChc+0cAtcq68c+k6IloRiD/CVQoHA8jNOEPAv8wtl8i4oqbgeo4vR74AmO1031SAsoTvSf
gFlasXF7X+5j6hyobXHluDBYlrC7quimER0s25NVHp9D3DzvJjVvNyb4cplRHoFeR10F0uLF/Lpu
1JWuwkVaoP/83I518hVbzqLc6UJqOnaadnibZ3gi7ERdFTf4xFWfr+/qP3Je75dYB5/CZU4HnILC
EnKhNlFc+6j6eXpv5+IA7sTKX/qkrNs7J6dEugda7Wb7lBTptcPOtME2SsUeGuZ+JL+GaMr2B6lg
SXWG0IZfmIp+a3VXxb2tH0elx6RIw09yixZ9uTysCY1n6pBzH3h5PtLJVko2jUHRQpuOUaxlOIlh
oHF9clau6Hk3I/pE3YtjP/+Kv16fHsdPt45c08tnx2WZ0CTYlRE7fKpSsaVbNJ+lxULoaPRxa1I2
nmkF7weL8V+RgQoxQiEn3rfuMH7ppt6OMVsJx0eDILXat6Gt3ke63JS1WJlPnS+kMaNSLWFK3w+u
q12gJxY4+8qmbBeMVrKXo7n1OKyQl8F2IpkGXxbBB9Dt74dBE6Wx66p1PNRq5QN8PD5vxDD9qREK
mnTkJaNCYU2VoiJL51DAfknICpJc0XuI/mqgYW5vTd8hcQFso/IacEqKWCt2CCzIDB+dKcc+hJp+
enSSuL4tJdDuPaap0UNFLx0gctLWX62OiANvqdBpu4PN668eIeO5Px1NoraFN67+wc3I8kn/hFLs
0e/BiVufcpRuMY1w//mumaXw54ImAHRKYstbtst8/mPseE7bpEfMq/WzDgzn398vxB/pgfCwUD0V
iyCncFXfCgayiwhe/n6QdoLTQI6vUjVuvV5ruwlGE6Ji6h99j0XxshMpryiulsSHjXqgBm4eQoL1
jere2un8e5TFB1HQiyvDSJg2EU2gdsrsFAx+9xpjKLQx1EqASBSKrMYMwybyWKyQ30dpmQSh47Wq
1mO9PGIwyd2NyyW1oXu3olkPVd7eiBBXohwYTBzHGeLuiCWJyZ8k9mMaxUsjxITGTKf+pPZ4RdJQ
GI41TkqP16+7tWWjrWNjI8b+uoAFZmo9dEbf217CXH6YcNfeAz5zNkKbtbmcW3DcrIRu7OP3d4Cb
ghiKOgTZqEC6XwsMvl0sO6mr4Hl2Wza94mEg1W3piq9sFih2xky1Iyi9eDAcSnxpTSThpQNWH1Gp
BB4mb3jFuaGzEW2vLBu3N404klzoZ8tsgtsdnF6uuqhNhTk5Z2KKn4quDB/o8qQPUCqzDXDeSqcV
kBwSwOD2eTlo+r6f0gFzhwAfQt+j+hs8oK9l/wIoqX+mPuW+DuAfD3kiuRCnxD0kIrOeqrjwh43I
/zKWAfyDJDdKHxagieX7RTBboAhXBLeFRWkdz/e4v5vicUCnBI2Ct5CAysWzKkzCvSvygCBdy8to
45JbmftZ/QYfKaI31C4XM2GHGVRqQNie1NRp3Lmqko2gQJXxdz75XKmhFRYbt/fKu03JRqD7BaAA
2a/FfjZMBETDwVXw0JkibwC/8VjglbfvorE+R2E17HI3nHYdGcXNP59XeO0zKhP6i36x7H2QmaU7
Ubw0bWk/9hY+am7uphvn9c/ltghMEGpDMIlsdY4SF492DJE0mNxKwfFgUDWc1lGk6jTcPndJD8Zg
B5xb/U9V7OQxhheNqZU7Rh9VzEa/C20yp9csTGJ/ZxEchmRN5jR8KKKsyHZAzJGWLbXK0vau0kmc
WQIl0k5SaraPX1Os4h/UBi6FTszlp2MHmfW+gVuJXkmbaj0EpxR/sNAaHczUx6hP7ruUPsOuA7du
nssg0F5hMrj9WQNdTW8j6PTnpm/8z+j0RM+yzlNxSLDmbo60UkJ5M8KDfZrQv8JgqZ8dwCW5O0j1
sTKwnU1mh+EuMoYXK4G/v0+Q4BuwTW+1jzhOWNiVmVn63OVhZh1wTc1fO6I1HB6dkkhD+gqOVWYE
rHRfD1kNHLOSdnPIOrfM9hIbOmsnAw23OZP+0DPPTAe6H8mVdhe2Q0UvpxjyJ7MIcWzCiwHzcCdP
B/GYx0gOARnXMUyNE2e8zUlGf2emFL/bAIB3OTLHxz5os2+IUibubqCc3exVGtc/4Brrr3UW/R/O
zms3bmRbw09EgDncks1udUuWbckehxvCkTlnPv35ShcHFptoQntvDGYwM5hqklWrVvhD/pORZvCt
b8Lml53hvXBJ+mT5DLcKUzybR22Q3ujtB6i0ELkSS8qO2IVR8wX0h7DFRFQqg9qW2PrnXLLMaOfu
3YjcIvsGgMXgWdDAXwe3ubdbTel7Cb55/GWeVJPpQKPYvq4X8c4FuLUUOtKIZJCHkyWtMooag2N+
BomKXBTTR+RXyg8FLluXGH/XnUti464VkEaV5g/kgKu7lgFfEmAiZ587JiZ3KSafj3OCYdbtCLER
Dm3BhjAEyo9KdvXuTIylMK637DOOJdJXPmB9H8WOHMNU0WxKptIuh8PtJbceDBwKyB9QVTLJy+pz
JW2YMOCjQJ+R3ZCsYXiXqXBXb6+y9aXI/XhvtAdFV+v1KnY0KnUMXvw8tspySId8Ouj9+As4Wbqz
/TafhwgLZ11wcjVx7f1TA+qmlJlmxPNY2FHf4T+JwWkV7M3Dt5/n/1fRV88jQQQtsgIgGs3OzEtR
vzgxOIq9Dg7s3e1Xt/VA3Fe0/YXYDTIHrx8If3s7xcyPPpaCS31Lu+t3K1nJzzevwv0r7PAEOe2q
f4L/sZ1JTeScw3bIfa0v56NSlsXbTxEcQplLCUwdKeXqtSXIP+SY3Dm4AsS2QoU2Bs4drtJjt/PS
Nr4PFRNNJiFZKuQoXr+0Tl6CPG8bZhZV339KxwSggKqhnsYUvQ53kpitxXR2GvgqMF1XfAQ1GGi/
dBQ2kDGCAyx7ULjtMLm4iu15wm0kLw5QYPzRGFFYVLqvnys0CzIXlVlMRvtD8vD3ZD4epHaiuXMp
VR2AgMH+WUS44SnU3R9vb5KN8IRCMp+OEofUaR0rIg0Fq3yh7455de5Ks4Qj6BhVOizbav6Erkm4
8xm3Hhc0IjRcRkL8f7X3l4xeawI444wgRPoL3C+Gt0MbLAfGfdmjlIHBhJEhP7ZDgz7e7Yfd+qrQ
JBiQIjRFx3+9NupkcS+qK+C9y6UzB4NUx2isd8A/dHUnPm4ccuhdGl4nVARoaq0WawkgwWKVFqi8
0PQbzckf7VzNdla5fiRUKZiaMMAQPdL16xy0HnPFtg3ODnCHO5ANrdu3Ufl+snb9PzY4aygaoz9m
wNJxaIyvngiAqcKUOgrORU2j50CVPkcH0TaKaWNo9mdKimb0MI41x0Pb5e3klTmu565e6QW2uLpO
fuhbU2vuwWyv95T4YTSJ4WLAWVuLgMgoDJltEYv8ZAnDI33P9CcCo/oRB2KlQmav7XRPncMmdrMS
W1T/9rbaXF4AqZhMEGzXZ2iySww3ZCU4x31v5B6G2fOAvBHoT1cK2/J+GGXtC7jILPa7EWWzN2cY
ukyaR2MEzW7C1SqAlA2mmHhtBAiDw/rRJcc5FHI1+EXgaE95mO6N6jZqXS4U6mob9Rjq3XW51TR1
zWS1DM6yhn/6oHcwSlE7ME9zj9dpr3SybygJLiCVPX7Avxh7SX2snm6/9K2NT8EFgoSGqXU1f8Jp
YWhbp5HO0TRq3uxMkGezrvDVwjJ2ztj1SRYXKC1TYoagsq9esJW2ZliOpXRWJywq9IR62lJz7X/Y
Rcyo0Unj4hFS5a/vAWvp+qoobPFWk/koKxk2jl2R+FOKlFSPdcohS0ftEFuION5+leK//Lq65P7G
JUKIaYKYWje5oh5iXrDowRndX9OrTU1/F/Z14dmyVLyXmEDs3a4batk6zG9xVlnzetqL85uO0Vfn
nBfgIaJuy1P1OwphYf1kDIuZH4u8L75YXad9bodCzzwLR3vLKwI7LvGnLpu/A9S9j1rZ0t25/TK2
ohx4SEDVQtcCJLc47f9km0ZqL5ncVEAyMiPNj8OYps+ymaiItaLO92WcZaU6Qh8vvsuSE+ou0vjF
Ry221OYw9layeLVUKenOFrzu7ABBJR3h1Bmiz7T6UW0q1FAayzonsfw09/lDiQz5KXZa4zKHSuaT
HvzGY3s5hFmdfb39Rq67hbwH/kcNg2DElR+gWaiRZuZ0C0PFfNcX6SGNGg8gUvaYlRGwN9Q2726v
uHG2QQfhe8u1aTMN0V5/gjAcUkmra+fsBBEAcEce/ChT5N+VMr8d3UBnl6SS6wxVY26Q10v11Qzf
i8npObZy1dOkpj9A+ep2Pt/mA8E0EZNGdLfWiUcaaySptGDOwPQwM6Xwo8KAavi8jBrFxtvfngHN
nf8Mk0LS8tePhAaVqgcTJXRoAioEe1ockMQx8HkO9mpAse1WkQMwNgGLe48B5npsIpew1m2pd865
YfTxXTdAIXODCWsMF9OpqfRkMwaJrg52+Cxj+bh3WDciF+uTZlET8Kc1wIfeh02KRRyRbWk52BAD
/EXr6kNpDZkHaW1P33vjJgAIzgNbDGyhs6xiNPxTVZlFMd+3xviOYkhHVT/em3luPRXNFkhaJORc
cKv7Zh4k5gAUJudwdsz4YoRK+ZzHGmFYrqyg9xEbejvWnShsM8xFkmADWTFiKdmqIVWcNWp/VLlt
Hqp8Cd7Ricv2qJ1bZwF9WRRhaLxgaLJ6h7OU987IHj1PlTwi74recUNP0pMRN97pzm4sxXQQ1W7G
+0IXdLWUvICA0WZTO0cWKHp/GZl80DIzpL9V1Ka5f/vcbd0ctGahWYnAhbrGarm0VpZxQbnoDLKz
/jvmGmJg4I7l1E0yauTTvJTl9KQ144LaftggEDM4sKcPaao2dGFb2Kz+JFdytnO/b+xaG2AMLSj2
Et2aVYxDAKVO8xAKf6ZLzZdFDr9MRiE93X76jUUcUdZRviFOdTUpk6NAU/BrNs9KpYaeQqfwLM2g
+2+vcn00REMLNA44du7nderZBrXS6wK42Ntl9VEye2fGsys2Ab8syY94DvWdYHod4VhQaKjSSDHQ
vlidxRSlS6tV0NuDxxd87Ew9P06xUz2XQIPcZY6Gr3CNCs9JjHan6b/5qOLCp4cHNHsdxlsl6LRE
HixA7tN8AjVWMUzSTE+FcMskUnu7KgLq7QZDTu4NBuFXUSd1TCb8NbDcYJhO5RQod80wWm++2pH7
Ec0oFUFicsDVXuxVhDbpEVlnyMvwvGQtfCia5aejDuXb3x+qpTSKxK5n4r66BnWrH1J1BJGJarb6
qPYOsOiuRXe2kZTjIsfGTpfyOk1i0giRBt08JsYo7r6+dhtrSCIT5hUQAsTPEzNu/AmlCW+Qguki
JfrsIdzzVtdyHdyQYGWb3EZcw+uJH8AMR13aiplq45iHuMQehA1V+UIB/vPto3d9wEEtAl8QEzaH
OmXVhQXs07P+FNxNZhx9HNqxOduVMu7Zal3HbLEMVyyKa7zENSt41jo0LuH23ZW2LlWepCjlAUoi
Hryymu6NADYXo+8FhFac8LVGMhLJOqExD+5m2cxObV/hx2TWwV2k1HtI75e556tcCdlKxvrkJDTL
jSv6moLZmZ2bTXSRZhtcZoQ8h+XLfYoMUjPr3a85r8bpUKK8brpyk6FF1Btd8aNYnKTwQ8soUPCf
pvpLYZT5n7Gg6XTsl34u6TRk5c+IdeGK1WMdeLrRW5mXLDV450mzJeu9FvLNVDcM8at1syXRLYSO
4j7zyqJEYTdXUUc7LH0aBgcu0/mLVgf1n3FOE/CEALt6FKQAdBDZZ7SNBaPVI9Zb2CWmM5ut6K1u
8KoxqN8b0kKLK1/CCK/KRcu/LMWISNbSFMPfJQmbO3BFhnKICkfBqX3sMwgf8pI+TYsNDeaNG1a8
cGGiw2SWTuO6ZoKBmBcBDkiXYGrDA6Oe4lyoABxur3K1hQDZcgI5g1RcgEVXYUaOJCQKukk6t2DC
PutypR2yRekfo4A7/fZSVyfwZakXtQhWuoIr2xEyEIYBOsNq2tjXhka9X4p8D0SwuQr3AP0k0RZY
5/RL1vcm+h4008bMOaEiKfkF/LWdZ7m63ZBrQb5E6HxCtLjqeleL0ySDbQRnhouqH1hd5imSGn8N
nD656M0U73kbbHwnutzo5grgGxf66uJhFNaaCx7FF4y9kaxtZesUgMVzo2jYq4quAZ08HFbzTCmY
Ygrt+9dXQanMag0sUzovUVB/prLUuoNopj0oXbIMLs2NYTjEWZ+NUB2XkaMSmd0Fy8DwKVGT6Ukt
Jvl5MrQuwpFuknq3LNXE9jm4xU9Gz83e6GvjkxOV0FkR8ZbPsXo3ymImUweV7WzlRfJRbvr4O+RK
eUc2SNv6BCzBtIMxKPCc1Q2phKmU1aYDscqWYobwUTg63MkaJcbcwJW7S4fJXtw2iJFonXG9ku5C
hvZ4hCud/SOPHS36qBWhNKD4PhhfcQKCMRUhFaXdpUXazC7zx87yR5ngeT+g2JN6RmQ00UclmFID
sZjcTJCRVTvjJMWx1HqwDtIfxaQPs9cOBnhFlDELIhwKg5pvWH1dHyPNCEpa3TJYC3BGy1+6wDXc
tyBQ9xyit74CqabKH9RFKE2/3jWSkSgG7gX0cRM9ItjW80ULagilt6PI1lcQsGrUgxA7v4oiQ6uO
RtEXwbnWpeJXb2jRu0rJJt01EbB/M+aLkwDATFytaHE665JIGRD5oD0fnLNkSKEdLqprqFn+AJJu
8G8/11WmLpaCCkOnip7h1dQbIfU+0AKmE3M86d5oovuQp5ntz/IyPLQ0tk5SgZVOPZnmn9srXzXn
WFkI0BFcaOBe9YeHCLFKyR6dc+0AUXSrOTXu4py2ANqNtSfZSDKqZga8LjcWHxR+uZN5bm0c0BIU
7ohCEXJWG2dUFpnrtHXORhFElzEyFw81gPx4+ym33i8IBpmmLdIDMOReb0/0MpfBCCTnrFsNEnf4
0QynzIiyb4LLdydJ449mtFoPUN6bOwa8XyZO4jpiykFu+HplqQS8hdN2cDbGRTtVjSafJlBOoIur
4q0dA/J3zjIng1kavRfxqv9p/rb6gMKf2K+B3aQPhSoX90XdW8emGvYqy42vxlYFESLEjK/bdLNo
0aG5El5QFG//q7VQMD7zYUe+b+OrQasSdQnjZWqF1bszS9gck44AnTbY6d9QHcZTMcCw9atmdL4v
Sq4R14wiOuVpFezsmK0nFESdF7iumBS9fplWKtl2xxTsUpW9cYJ/r40HWYdxdbi9M8UzvM6sATrT
C6BAZyZFr/r1Ok63pAVjg/CywO7zwZnfLfngO3E33eFpsuervfFGBVUNmiitDnbz6o3O2hzrahTG
l0iraj/LLOdY9bOJqY6ZfNZqtT6rdt587eAI7WzOqwpT8JBgqHD8CHMM/V4/55SWDiKUTXzJTDB+
kzIYpy7L0k8wZrX7bGn+wo8PdhouLxF69XIBcyLAhUkFg6l1BJ9zE5ihlWUXqAlV4NNblpAQssuw
da3R7ie/a8s8OXZxUmp3waS0wyUH0QZsbYjCLxl+vpM7oxL3Cya/ariDHheVT9sf5xDV6Q03a8u2
c7WBbeq2uhSeFGkyNbdxGsMmjBny+ynSlOzSDGZXXdqoCTq3tDpM02PUL3/b+QyXQHLi81D1jepW
pRM/gq0Nv5r47n4NQnn8G4cyNl1hDdbLjTpH/QXeIvtWYFYQ+iZiQNGjYeDH26WG/sSAdnm02LCQ
9RfZnD20lutPt/fr5nfk3FPfgli96u/WTqH0Y4ZmAT1y5l75onSKm6vOaLhtHlbmaZwxb/MmOMHa
zpHcuKooqlkY31R6FC/skH/iG3otMVLmeXRJrD7rTtmQhuAY21A3nsq0bd6x4cefEnjp96TFvfqA
titzrduPf90nZR+/7CmRjxOcVvdVrGhZP2pxfJmTtEs/ZgbXNnhGJvYQSQhLbo+i6uJJuCf/hKE+
fZjwK5IPcHzbyFNqa3heBi2RdiqS67E2Pwt1Q3D3SP9BkVmFK3Mag7DtCJVl0baDz0Jt5Q11BbNl
YgipuE6uxMZJUYaq89q5NjLXaE29cO1MV3aqyq3vBKQYQSmNSc4VUkXvAUzQDggvKiy8gxhz+kk1
B49ZBsYqyE38WaWiOMQThMOUofGv259IPOr60ANYZO6H3uN1ARPMQzk2Th5eCr2pXVuajYeApHrn
HGxkogiMY2QCSo1NuZ6rzzYVIEQrVgmpNIE9oYnCKsexXvZC5/ZSYnjKaBe09ip5oQxtrcBJuSJS
1fG7ftI/aokyHtCwqHfy0O2laLbzWHBw1/VzFfZkMUkYXpJ87HC2kvVDXiyL2w/93lR4c8tSzuK4
hQWmABu9vhGaMYuKEvvDc1ak5j26M4UvBZrxSZOK9nGKSxTC5CLzZBRCj92kwPTSguy/23tl8ziD
+BcUSsEIXFe7Nc5icaSQyPTKbH1jzBmTA9dN9b6VswQlEyxj89OU6hGY7pTw9g4/jXI5lKE2fit1
RXJc1Sy0PUPqrSDLDhbGFDgtXcFT5TRfLKJIeOFuG34ixT4BZc9C+bMVdO09kpowatURI7jbb+Ol
P7k6OohGUYmQj+NFrmuvPwmekwMTRCm+MHVBg77GOOVnCS79RznN8rdC7eunYbay4klNhhLlklru
ZRe2X4K+TtZQlDpdZz2hgJN8XpDRzdzcWqQfeAMOhVcsvfJJq5w5cuOirgdX1kZJ91CxUfqDbUYz
XQWpao5Dqatwvh0u1nqsWth4fWI944mQGRcN7h9WU1GDb220RO13xhdFdp9jevgby9+Byj+zKh9H
uBeoOjI3HgpAEbD1OUuekrmuf0tJXI5eCQ8AgDx6J2gj5VGi+WlRBi2RcS5/tLZSKi4C9jW6bImW
f6A0lMqvrW2U9wBEW+05XKbUz/V2ae/rdkp+1VFm/InDaPy980GuQ9mr77E6IlU423OqsTtHI/2h
DrHlz41Ve4WeLndvXgnSPZB1WJwMONcxpp8pnEbyoMusA3ozBny7inGwDkU8GR9uLyV+9GqTibmG
8MpkPGSty5SirRFglrr4MpROed8tKCOYZVMebq+yEclQ/6QWYu6FgPX6QrQAwWI5MCUXWuL9Fz1I
48fCCeJjgXvOTpp5rU0KUJIkE2QLYAL+ahWg6c6i52uEyWWUnPpHO8rL9xlm4X8y2i/PfdWN78em
yn8o9RBXd7EcjfgsjVpf+aNuB99vP/dG6ODe5c1S1iOtsZ4cRQYI46EmPwH71jza3YIGEdYsRya+
lm+UifrVMTJz55NuFDG2TTuGqAFC9UrQo3EyqahLJbrUaG35kBEgdyCA/Bj2TefhYRJ+/h8eUgzi
aFNucMUQ5uqXkKe8JHFMj0molT+HSmHxl1kcfGP6Py2uThdK24mQW3vXRr6SGQigkSvEDbEQaSdm
tpeIcjd2tcJesKOO7Kfbz3eNMWNHUa8IXLqB+cz6Hp7xJe8sdY4uTRRAUQYgOHyS9QzR7i7QkT2r
wuyDBAfzV10E07kdqgyptRZ3Vn/Mx9rrOjlRjvUy1DsfeutUCW4iRAY2+9WcMFShSjR9RPavKunj
KFnjaQxs5yFd0r1Z2sarFoJ7FIvkIaI79fouyqLBLMqqji5qNMjfrUbVjt0CC/L2m944Lg4Cs/AY
CBZ4hq2OLibWtbM4enipVS6cSVsOcR94s5zMXpBCuepRsHh7ZALOwTVLy48W+zrUjlOB6maHlWlh
ZNlBN0P5ZCoM5E2EXHai+sa5BFuL8DyeC6y4bi4gJpZIcjbGl2pupfshsfvHJU6k2cvI+rtjIZVq
v3NCNjoMFIVCoFigfxgqv/5sFYheJVQ4IbKWNe9qMu/n1rLne2RF5UsUR/29Yba2xIQvkXr/9sfc
2J3i0DDPEkfnaj4/qItp5bJJG7HS8pNuxd+GWio/qHX95/ZCW3sTVwm4KaDXgQKs9uacgjIaxPEs
0Rp+D1zohwzcYKeM2lqEpB+0MuIedBFXbzLAFVFbaERclBafnQkF0ciPNL3Zo4FuHQEuAwGAAYV2
tUkkQyniqONh+m54rmlDn5hdW0e9y+IGIqNceXEDt3pnn2x9K2pVkGLMHa9x2GaBEgtOfUQSSQ8+
NNWYe7aCL4xZznsmzi/RcpVxCP47rTxoWATWVc0OY0NrQ7PKLpB4p+Co9m2dvEcmv//b6AbKj9BH
UGibulA/aPQbLZcZRvehQm0C8OwSfUuSATVJKw6qHy1QoV9yGPbPRdahuZgXRlW7o1NZe8n49ec3
mMuIbAK5YmAZ6uuDxBHS2zmfs0ul2VgR9YHiozVc7TQOtlYRczNZdMiu5za205PsWiEdsrGIDwm6
KP5cp9WbDybbWKNrw6eGyH0VFPpoirquRpJxMbMjGz47NY1SndMGtsVbjybDGugkYgjM0OaqoGvs
RG3HMblYElj6KmsrvynzPQGp6zMDd4oOEMdFodm+ngbmc9fnYZckF7lD/9VVu3rpPPQxrPdBx2TW
VatJafwByMkeFOOlBnu9mZlIkRaIOREkyfUs2KSYQlkyzi/ggzSRiLSq7Q1q30yHCluQyE2URXdG
iqywbE/0Y03TleRJ/lFlav+5QB50OIxJD6WS29Rk2DS0+a867xRMpOoQTcMITED44JRxBPgVmPgf
2pDTewP9VNODFKG/150ofqoVE72UWnUakBRlrk2HpVMybP+6zjZ9tEo1IOVRqM4nvlcxe3G2oNxu
BIOdwWBu9QaGtpJ3nt0IaZaszfXYKytZ/2/RSujSg2MQcpJypgDUs8ZGTMjgb9/eK9cxiFdpkLfT
O0PJcD1fABYPnlJTuR6LLjll2Hz7almlXmmlzk4w39owgmsP/xeszpVAThXM0ShpU3yZEDh1Qaya
P/W0AedrDc0znBQc2qb2zVhcLkHmscRYunAoQa9CyNB3ilanpMkgR5S7dobwIpcOlnCTKh2Ac9Y7
Z++68QdchYLOpLgD03zV0WmbDqWjIrkodmlkhziN9F9JYwaKIAOmKMVyAx2t2SlGH8SL9UsNa2TK
b3/T6/xDmG2Q7mCYtiW8lUSp1AYD+UeVFIE3BHP4iV50dt/OY/5gdnJ91tWmR1aG37+z9tZ+otxk
zMFrv0aUNwCxZnVk7SLLHE/gH4WGso4qbrbX8N2K28LpzKQOoRO/ftWpVFPi5OynABFhf7KL6q50
8m4nbl/nj8hrk0yhekJHCGWn13dQNmsL59ZML6qUe2WW56eA/rsr10i7ALvYycWVjfeH55AoWnmk
aymMMMlSySjB0IRqr6IMMIfmXQL67ZMdFW3gi2gwHYywhXdsD3Rz3KZOpYchB1XUxHHmFRLWhXfm
iGyYF0BUv0/kcE8s5QVWt4q/dJbFBAsIKBfn6p1MIREPXTPushBngNMC/AUkDBMBbJk65MEfFNQF
Zb/uq/59GEx654HzGko/7qvsk4wF41+sgPPl3pTj8myocidkrRsdk+I4sXwTil1ykIfYhoCYyVV5
zuh/SRd8crLBs23hBxUgxDL5eWC2KdjMZGh3tvHG3gJohCKIJUpP9Clff3WTTkY893wGBTWQT3qu
O66GjvSOBqMlVJzWL5LxKmadMB1ATK5e5KLFFfc4QCPHbqb5EqMXr7ilyXwMaJ5UNPcAOtHc7uPa
UD4aValLnpYyvnBbQ1DZVGB5OWpe8xh4iSUXz0G46Ih6wEif3KmXO1q6rd4jbDjYpatie5AfnR5w
opeERdZ44TTb76hHgDDOZiUvXi+n8a+003tGkYv5M+8X7cko51FzFSBysSu3UZz4qTrZ5iHsJaM9
tBmULl/pa1M9jAPjXbos1vRf2Wi57g3jHN6VpTF2bh4r8ve6ioM/eRWYj4o54+JgAYr9FI+Z9hMK
PRKJXeFUzn1QIN7sVjQ+g+OcLsO3ZolyySWIo7SQhVIy+nkPofbBCukOuuU4Ss3BwUr5MxmWlB4X
jMbOc5rJv+2gsEZX0pvuZ14PM+cX7GaIFgqq6C6djVh5l+j19J/S4Lx+tCHAG+QFs7ZX7m50x6hi
gGjxFDTZr27Z2YxwIkIL/Ny0E9LM9EoPid6EXijn03vRJ3x02qRkYtYV73Kp6w8dMxTPsnp1J5q9
VNbrHQfaSRRU4LiuAfihquXpONtnREs03XfCIaoOddLWzePiTDUnS43i8D51nDE55R3ZAQr3Uhrf
tcnUGG7XOaNzAqYVzEdNG9Ggzy2kVVJ0kA3XoDVvPzA2mfs/stLEnYdQEm3vnO3yWe6NNsMBdomQ
jA8b+D2TNMjlU9XbQ3Usu3T8mWcW9gDonivlO9tenHfmMpv6oYnM5kNiSMlXu8LgFTKGnub8a1PL
L+/yefak1hoTV0JN4FtcLnJ6zC25Ay4+xxQmS6Tn4xOkcg7MjDB6cRnmvryMbdxjK0yAmQ6ZMyvv
ZW3BLs5y2Gc7wWQj8aG4ENAejjmJgbhi/hnaDjXiOctUOmdVxiW3VvPacTtqrMOosAektK0PEZnu
zqpbm45lEaiAW86AaT2eC0oB2G0k+xwhT+AmJuiNMc3LQ1z1TLP6MvPsvA28riUdldVqvEd1qzlp
7bwHsd3IR7ieKUf4LTB9r3AkaKwnjD74IVDLDmOdLo+SOnU+syjjsevlCVX73Doaxl4jeOMyVYW2
BWKQslAhXUVxC9yAo1Vis8tOcQzaRPaS2tGPQqrxdDvn2mhXclExM6QTwqe+alVMBaNWHR+As51O
3UeEdbD9TWww2G6rLcyAzTxdPibxgOS+VctMMiGE9fGnfpSW75qKeEKNOCNsJzeMA7l4M8IM3D9Z
jGBIUklfNWsmLFdGISViS03mp3G+XLRpzHdW2drnYnJGfIMkcoXz4h/k+QzJHm/DRGK4BXD205w6
jbg9eucy9amFI7MRxXuZoLKRdQtmA7N2A/TrFYIOZP5odXUkncMgaydfa0Ihmpg7BtgV/pEOQr+r
0IU2hvnnZMTTH2JR98S+YbhapLOCaW+kdY5vKoFR35FtpuohsKrhywzQjGGelUhHe2qY3yfUpE87
W2fz14tqlnQbSPV6TkM7eVTUEH56tRCpwJEy0zaSrAUkoOT6w6xhYwH5MzxWpSLfT0GoNi51seHB
B9MfR7xSvFYapPeONknHxe7l53BuxzuwKNJXTW+nU5RJe5o+G2kxgnncaNTOwFDX1X/vLFbrRECO
iSPZOVny6DRWev4nmab0U5xLys5L2jjKEGSEEhPdk+t2Y5TWcEo61oM+lf3KYJjUXjn0zYeQS3+P
ebC5GA1xCx9sFBnW7ekO8X6M60zpPE99cqAFhUsLOs13SLEZx9sffyPRhKtOaBQIrWspxxL9N0Ri
eC4GyZOnLOg3l7Oh7VSlW19LYJzZ0TwO3+31DcQTkk5FBTVCBvSkqpfM12kRnUISoUNUqnsYu60X
yG1HFxxK2kY/FSpKgz1IcJ5ysz8YZFa+hI+6i5rG25uoRHYhAsY0RsGKe9XY1IPAmrJQPFo8dw8w
U2Wkl21Mv7Ih3olvm08FUJf2neCJXUEDupExa59KZ70a4ne95Exnupbt91yJLPf2tthbavXBMJtR
oilMOF6Ishwt2aa1Bpf4cxjEb1a2p7POtWDyB9NSsA2v94YFBnCE5hucEyx5IreftcbD7GW8myyC
yO3H2rghaIughCAKauZnIhL+kwlJTacmYErgm6d96Lf6kjxG+ZAcLGP5XvfRH71Vxp2LeeNN/ruk
vcoBxmIx0slYnLNixtDDcLebnku0UweS03YPQrD1fLQLwKy8oJ3XKVctIDYyfh/nyjaLRwmHmvu0
bvX7wmxRnx3DkUtwsXb6altPKOwxRNeFvtoa0MrfXLq2D2w8VuX0YkY9vddyUY+hMZY723IjjuCF
KYS1GG6hc7valjP+rUrbkVKWg9QdFmQZD6PWYZynx7FHqW76t/fL1npClFVg2DAOWM+AYQcH/VCg
7pD2Q3KMu3H5PbbGN73r1EtsDs5OPb7xJqnO6PQwBiVdXfPNYyUupKwRWJMoQpPYwLUix3jnhLTk
nt/I5lJ8q5f785pHO5UxvEXYBheC7/igFcb8SNfH/NDbcI1uv8QNgJeBDhqCXShxMFJfzwMMM8P1
zAyE+qijHKc5l7xqKvTDBC7jJCnWTCGyQKyFoPbYaFX3Xz6mhacqlXQfhnS8b/+crSdn7GuCW2Av
XU2itJr1S0eFXIXqqT9DgLsjp5P8kE7tDipl4ziiP8POEdce15/6OtwMzRCM1gC3Dy+0+aFqy/BO
iSX52Cxh5jet8WGSymQHfCKOwKrABhXAPcS4nv7pS8vnnxAnt3mGsP0snZO2CH1nLtKPzCKaHb3i
zZf4zyqrJ6vkvDTxf5DOg5nE1OPYWrqJU8cuutCAl25/sa1KEnw+3Fe+lnDzXl0RfZAteof92xma
h/UDU3TjPCJFcRgCGAKkoo72ocax7b4LJuc/pU51y4sXDShZHbyZ5U51AeFCTCsoM65qaa2heE80
UrNqlrNLZ1rZxQmdPVOJzdeLxJ2Qr4G6v65YJTmxwiSvwkurGdPFzgDR2EbUPTpO/j8M63inUAJI
kwRfevVuRxCFSV0DorWnCAim6hR32ZA/3/6CmwdBqL7RfqAxv74iECJwGjsAGh3gwuHO1owbiJni
NJgggztkcev1abRjxbX1Dl8CN/Adrqe1TgjgJGWyEMi96HPY0htUS8xheZtpAGn49uNtLiVEJYhv
/GldjJSEzwz9MvSjYeB585xittHK+TlAvm0nXxefY328AXUg0g2B5BrYzQStKeWaWg2B1uzU97aM
5EqfHhFRTQ55PybfKMCMz104/Q8tacCJJsknSBbB5ngdzMYJAR3EooniUeWcSiS3DlbczzsDiK3w
RYFFu4R0WszOXq+CQr8yGjZHHeAxWiCNJJ9TVU137gBla0NSOAolAty2YP29XsbqFcatDpJlUmMs
oYtEVQ2KthtmxTWxqGruAmvR/jAgY5DaLMpUHZp2HppTni2G6FtNQ+UyCeicg+VYwGnF3ojcMlvy
33KxNK1Pe1PdGwVtbTMhokxdQyeFFPb1j1bVJZowZJPOxSDPl8Vusl9OoWq+aU3K/3BgLaD7TPEQ
JbxCE6KT1YxyldHQKHP7IGBUbmzK/anqiuGYpnPh5mWZ7HDNtj7Ki7Mf2m106e3VDgPZ6ESNDNxM
CsYB7UcFC0yMIPzUkD6a9gxdAUrW/3B0BRnepDylSbfuTDkqPBoVz/KLpYT6c1o2sYcSd/NrtpZv
t4PExsl1XprerEJVut7ZebIoVZsAc5MKlJIYJ+jNvRaHyiPedw72kkaYP5udXi0noKV7hc/GsaI2
JcDTiaTTs45QVoK/FQ6w4cWYAN+6SiOD2UQBV955nZvr0AOjEyZwJuvOhV4GZlS3Biz5Jq1GdzBG
6zhi2/7z7e9SOECC3ZPJr9bvMspRklj0gSYmSkkXhs2IWs2AQZn3Bhdk5zvPCaEJYvmxV+5vPSCt
RfJZB5zbVWtGZdhltgFt1qbPhycGWjV0k2bvUt7KeKiH0S9HgMbiDK7CYIAvijXXUFajSEiyLnHd
2gfICkJjt5oX2phjUVl+njh54EJNGSe6t9HIsGTResvTmkKrdpLZrScXRFowDKA1r5rZpT2FRlLC
vs91eX5s6T7ACJj2svPNJ6fAo1gQYFCe/3WQMzIEEivIKmfYEcrd9H+cndeunUjXrq8IiRxOmcyw
WMHZbfcJst1fkzMU4er/B++D7QVootUnVkttuSZQNWqEN9CZ9rFFK73QhOKhZZIKHjQPX0DfjK4T
9eJB7pza6we7Pui27P6SZfaObQIQww3NbjB6SXBo7YdMQsnEyyMgDPDCjbj2CnOyzBsSRD0ijnKN
47RKoXKuEGlpLhpQA9tNJXNIDn7SzgXggKYHurLUohtFEgNoZTMZafCQTnF2aUDpPGnJqFwW8OB/
+Npg0ha1CwD8G13gfC4DxMVi9rklR2ejq5OzNNZHBKSd+hrpRPSUSScQNlzfaONUBFpb40thpiCo
oroKb0JWUiBATeBVc/LrftjYe38g33h1Kt36DUPPoZgus3Jx5jWh+MsN0hBVIXCQEWn29rtssWpc
YEYLuXjdOaA/UaNNFUqImMXBtdXaRHJ1s6meRDsbGplopGhuakTz1/uPuHOHkmYTFUlNUFpa4yxL
xNQ7DHIplfBhuDa91Pi2NYWPQWJjfYEEgT+22lFiou3gCBwIJQQGQj7l1urmjiro7RiJkt9XUqGf
4wrxpVMcocXC/KOgHIPI2fs9nt6am2hR86tvbKy6rBqQHFTMgIteTnXJg4RiTbcOqkbq9rCgy1Pd
NFN/tqNs+DDNjgT2pElBiipxPyYuVhzJD9qLI5P1fM7jS4f80TfcN9PwBN+3+S53ME/et44QuMwB
grolVWNbJ0EICw9Syr3rnZCF7ixiliCQVnHLkqIqrquKlrMUlYjKj1b6VE+Vc6mthM5zHrXlQ+Sk
DvOfKr7e/+h7oRkIvQ0/n/C8UVjNDEjkhVIj4q2q8bmvte6ax8ERimDvsDoavRCwVctSy9b7o7NQ
5szX5YGrT6qT7GbIjQxOFdPnoDKwOCm19KCv+Btdvap1uGT//4KrXdVUuCZCPED11CpN+uttfloE
ut+FIwBB/stx9QljpAzAm6sG6HxZMZOS+69296FpARKl6DdSvL5+aJzF0VGBl0bIqOp3o+Q0l3gO
1ZNUa4YbOuXRpHQbouDvMEwgH7WRDPw9afzjJUt1m4gIzRj8SwQG0kJH+QdWwtkMsqMiaBsqXi2l
rh6tTAAYOcki22xbxc85n4eTg5rSidmd9tIyp+Yd50dSQUuH/fU35aEW6WZGdouFxeqb1mTYTDf5
pmOi8j4DBzwkIJSzHQeZcDOzLT+kId0/R2oxoMrMN/seL4xhEKUKRxTy+LrwS1vDnke1j3xNy6N3
0TgXT3ZfV/NDArg1ONjBex+Tc4L8AfqyWymsVrSDKuFk76dhmL1oQdvhphKM77OySw7u672lqApR
7P1Nvli3Gkc9nPSkyQC3mk7ldYmNyRBSBec2Rf36/pHYW4r+F1ZlNoyzDb1NbopKDjuYsfEUS4+T
ImX/tJroPGvSxs/3l9qePnpg9BpIwRbhu3XfKOtzaeLaAWJN7Sm13BaGNoSXNBhSjybJfL6/3E7K
x3qL/dpigkbut/yeP05f0yZTHA5o5iKVaH8WTRG44xyARpZy5Sz6fgKBZmoXHBkmD6Or9KnCxuo0
pop20AbZ3ia0WmAe0AkBYI47yusfYmZDJCrBDwmGLnnvlIZz0kxqU2QLrJM+ToYb1xLY70IYB4Ye
O93610svl80f7wCRo8wQ/ZT69SzLLUidtuqMs2yk6fNso9HnVs0cC5fWMwTiXGk0v8dUoPL7LJAv
LRdzx9urtaPAsXMbYEWD5gXihxzhjaTB2DPEEtTnvlpgG1EUrXntpDm+JGKk3Muz6lETbeJ1Qth8
tCa6JuUg/4etv6gv4pBHjbup4Vtdwa6CPeKnnWGdgqKRvyt9351M3M0OvsPe1qfXs7hj05bdQEqE
HNa0kCBSpdX8F1IKhXyyUaPxpLayPhV0Eg4CyO77JYEhWUV2Go/X1XWgRTpaFYYU+UHSZxc1Uuhw
xVOuub0SmF6pBfrZaIhbpapE74yani0WRM1B/2DvqclkFkwv+Ss19uvNh069XbQhbDmlTuy/5aYz
34kpLS7IarSPOhnckcDY7oK8Xww6wQdtqByWkiRB5hA3FZutZeRy9nGSkvzRGqToQ4Y29EGqtnfp
Uuggt4DCAxF0FWHKqE+1CqNbP+9RqrCGAZfBYsSoruiTidJWBF6T6NrH+4Ft9ylBdyz4z99t/tev
NQrJ/BOB5lDjiPH7WEWdW0hR8jIYAcPaMD7qUu/d8oxqfnNjoDatb1m1bnK5K+zIt2oT970BqRgl
F98nMzDQ5M9njAOj9DRRLbtFNv1z/2H3djIqTkjKwywhnq97eoYoadM72FgGzKlwFwwVRC4VBbWh
q9SZ8yXHNstXG9W6YBQwPNMu0z4WYo6sg3J9iZSrXEehHwu7DlEwxJ9X39qsjTHKxj70M+bZbobA
wqdqkOSDJGN3FapMYNwah2aN3rJ5w3ZmMyua4lr7h87clxpJwr8O3unOhUSdjnMWY376iOt9q9H3
qPvFIkcupNlwaRPRRoznuHvu5Qof54kOgS/bkfWNk5ulYF8RTXULAbrUzXowv64UBXPjTg6b0cU2
tA9Ps4nnOG4QtdF5fSEWb8kyTaWjS325K9efYWnVEUT3jL8y8mwnzhVKcVOvnZM0RPNTMkatfY37
WJdvCTlOSeqpdt/CXBaGZ9mj/KgEafUj7PrgySwzO/fIBco32w8s9udkUQi+AyzbtDEHeBhZYUiA
yqRwuIx1p10isPT/qFkpfxiL+UgIb2+rkLnQUEQnYeF1vw4DbBVLEog8+yq8dN9QA8SHeji07+9v
lh1+HNr8JFCglKgWN/Mw9H6kiC5Y6OdZktkuJLnoRxSY+pd2Vmt2Qh6gZgg1Kfyh9pYyPkuTlt/Q
LGrEaYb92r5oU5laZzVfahLoneP3yDJBCFS2Ktk3y8jsBlEhMX0D5W/9bETSyVdl5MR7pp3UCB/M
ef6ptAMMRV1mOnZ3G1AUc85lX+L3ZkBDtd0Z84nhMoxINNymzp5md9LL8hF0nxO6g1DST8VUqeaz
HCV9RRu2D5urClbib4t/JP23i+CnA61tQuvcVqRIZ/gydfjp4E3ubF3yXxUvRmBzm0hmqXNazlMH
Q1eeNB/0tvkytG1xu7/Kzp3E3JCASbSiObaOU8KJSwQAmLtUSSk/NtVQP5pF3PrZnOYvsA+/OGWg
fLu/5k4RQVlEKAEXwjhxPeHuRNWqecnWR2ehOo25nj/UzIA9GCTxQQDYufyADkA6ZpaOZPA6dHHp
J1k9Axqa6vJX5diCb5pOnzD7cN4FoVP0B0niznrwdugZLBcgQ+8llP6RQE+BHQIqyYEIBNoEgXKB
DFzqTKJhFUpaM56gW8rJl/vvc29RhhJLykTBuZkN4tKb1VMvgoculpTzPKg/rWhuXXOqkGas5iNL
iJ3PB3+DdwlzlMC67tLXVtxCUGI+0TflQL4dLtGbv23opzLWkoMvuBO3AHPSueWe/J0bvn6joa5V
oVwv+I+yRiFCxhQPzKB2cJHuvEIkO8HBoi6ygLnXCbAOCbsyGa82MkOUS63SnfhkDk4EBNpp5vJc
NWVoeve/286L/I0QotakXQs24vWjYRhrtKgJSg/1oNdoHs7SJa0SxoMUuwdvcWcp5ipAIRYuBAOW
1fNl7ZREiJYBWKlFebEoX59FpUX5qc4OA5e688mWNJfiZREX2/S/oYCakjprmW+hu1ycRaBAxzRn
2RCuYYjGdGPKyF9Nb8V/x3ne566uiDGFppXp/0vTpH4m4lazpzUwl89VqqLxPIaRfdEnW/kKl8c2
T5FTqQ7Eqx6OkDR07U9FqPI/mh2aGKaUyfDJxk3ryJ1877lIslQ6+7R0Nq1WfezpEIxS6lex0yB2
P1VegJXIQUTeW+V3b4WuB9ar6+OlcxMZY0gNbuhzdqsGJG4cbTrqhe2tAqoRVhgJKunHci/8GahC
JYxtTWQ+SMDuKYaXdWrL7shc8WiVVTjsa5YZ1DbzYwMogTaa0UU1a/k/bO4lHC28A1Kc9X0CPB8m
O+QSv8pl6TRo9IuYv5UXHXDqQZxYfvDrfBKsAEECMdz/J271+rWBGhnbdk5SXwnCuDlRTTTnwMzt
j0Ix89DTBsO6oPx706w0OijSt0eYLJ+26e/OJXYrqyPskBea8qin/lzoBcZOsexqupj8SOqng+Jl
7ylBLTLAshag7RoXFiE+V1B1Z74WQXK7Rm3S9pfGGu3wlBUQ6H+plkCvQM+1wO/GCQLu/cC4uz5z
ZkjPZJKQ116/5bhJBybRvOWuMopHfR7CF/qnsmu3RnTLozF5gcYmX2CUtQcr775kRK3A9FM0bHjd
nWp1MThxVp5lZT7hEW//NGB8hq6tVkf7dns6UAXi+GEww5KbPKgYqqxvUfL3Y8jYeMxP0RPMvP56
/2VuMzwYA0CQiFvw+zfeIYlWDMx5CwjTSOoVqPeNRu6hQ9CWrghqYmsddcGzSePlaGi001JdyAro
gaBeR3K53keNHBZ9q6W5XyJB8SUom/E5yxJTPueohf2KOkN86NrC8lDY7x9TTQrTU1pkZeaaNq5i
/+HT0raDVQ2GZkumD0FUJ2hqZPQ2q891lFsPkRGpHqzj6PPb3zhgiQUluuSBa9knUMZq15tR7oNM
z9AWduQPE5R118mq9nPj9MXFAgV5MHTe6XwgsIPy0zIIQEZwHR9aUdO7zcPcL0RZXSYzRGNCMcb3
A51mr7fUf6a6d65p0yHKmLXFmZ7H0Sx4b0Pzpdlp9E2WumV1bqUhQK/ASv2GBvm1r23tlIDrPQj3
u08KKgEoKUiU7cRZ0u1QkQMj9UenyT5gdCocV1ZHJ3EzpYoWlPkwPZVdGJ1tM85Lt6jM4cuMg+ER
OHmbNS6A1sXGHsC1vYkWgTpAV8fmzsdTJZ3dSrOGn1UK7RPpzDE8F0r6Xw4z0zOCsgIUekMDanq0
hHvygoVCjHuOzeX6OLQM/U/pEJi126exSE+NKhrj4Pjsfds/V17+/x8JA+1vfI3aJPPtUppf9KE2
fcyLm4PO9+4qVLu0KJjTgX5+vcpIgzTM64BP2zpG4UMCDNA5jcPe8e6f0d1PB+gEkSfAfxtR30ge
qDYcrrhAV+uLof2DEtVPjL7UU+Eg3Xx/sZ0QTDQgDtKDXUpD9fVT9Z08hlaqJX46qGrymTlJ+peK
Y4b6LjWt4IoRQvkgy/14u7/szjNC7WOkRVyAF7xu+XT6pDOlNtB8b3sQ0GKmOjgFCS2wWE3bR7Xo
xUH3Z9v7RbwUYUgUbNEO3Ai+A+sUVdzQazaLge66O9SDWj/ZUieBirVL8XGWVaFd6iLOon9bFKm6
Sz6Enf757Q8OWHYRLqS9v/m4KCqpKUvHvg0g+hlKa+lVaiOAyZXhU2T1R6JQO3MznhsgPXrU8N03
XCFBQGQ0gvKMrfWYZEVB5Yl40p8ae+6ujWViHRKlSC5NanvCK6c5YYX7mEqh8p20Thx89r3dtty7
oKsW8Nb61kWkvdd1Gjt+GaV0NLNel/KL0TrT17qxY0/0evvgVEr4dulB8M7wpcAvLECrde8jRMUt
SHOmVmEY5J4+F5nX2BclB+4fiyfROe+1xCoOrr2dgEGSiiHN0hvYDqQBCoFgEA6jMjlAvqXqrBdn
Lo+4YDtpIaugArhIKCyqea8PcOSouUOhhOCpIcUnyBnNZVamwJtyPGvv7929pSDqLbtowSavW/oF
gJbSmhFxcuYB/lPdNbg+pZ0ToOYscJC8v9peiICiBMGGBv+CaH/9YLUEy7iNpMTP5RGnthh0SweA
4ObM8c8ZXNXboy71Ge0xwEh0B9Y5SpjMpR43auKrbV4/MOa2vWLQ2gdKxPScBEZ7kPvuvUyacEs7
mop9g4grEBHpVYn1xNBGfjQE87lDVccrkRc633+Tu0styEwm9juUk0wZJylGJt2XcpKSai7Uczq2
yl8dPkwHb3G75yGUqUtvHZVPotxqN7Zt6DhJNaY+qvTkl1SeZ7WDDnn/gXbSLJbRsZfhBtnpGQHB
N9n4KssgMHzCZja9LuXMuXJCG1q/Zr9HPqy+WkiaupIy6p6pN83Bzbm9UJbfYOH4RWWP6t4qoxyT
DimhiYzSMHo2DFH8Ngppekr43qehckbDJZ6XLq5faOtMyREXevn3X9f7rI/WIOq07NhNe1zuQhOF
QZt8RG2bxDXN5jG12+YcMt879SB/XFHN04fOSuODk7n7kTmYtNDwbmc/vj6ZndL2yKznvP086s4z
sunXttC1N+/a341xpqUL0AS2x+tVgJMWcZ0iZDVGUnAq+VunoVEsL2wb6SCw7b1KBYlL5qFkrhtw
98Kjl5yuYqmgK2+DZXWXzhgr15JnB97UKF9AUQ4Xo2uNI47WjkAKj0mdrVKVwfhZV2RtrXeKRBvD
r0VhfRhLPfmVCwP07zKJEFdak5hzZJEUPzN5q+qb01nxmYug98yxjT+3cwTWBHHHN7d0+FmMXQAc
kVpvcB6hJkQhaQZ5YWjWE8itJPg4IwvZelLTABq+f6D3dhSsAuDj6DBAMFztqDGsMgu76MQPEM/W
XPSx7M+13bVvlwDkqTisAGIXktV6T8UWg/c5LhOq/r4RlwRJxy824sACvQ57fCy7nNoecnIWokio
BQcVhKrsHFmUh9CbBbK5ldK3dJFVnZMn/jzPdfpRzbsRzTItnENPWZQH/8rHSiDlVCgx2mJDMqiT
p4Fk01xVQfzNjW29ivBFSIrSlWKQgd5otHZ7y+a5/daNagUlo68Eeo5TYF6qfBrjmywLLXDnSY+0
gwC4vVZQZls4F5RD7N11b9NA9TYvizTxG1nN/TwdR6+zjezWzdrR/tgN+GDHOSYo6dACWwVbNXCU
uhUi8SPAVO9KoWsolaFSdZ7QZzvHdTw+28aAnBMEt//ZXQQiT8E26e27FA0jJOng6DFnWkWkpIv7
0DAQkAVn2L2Ms5BOVp5bB3Fv7yyQo+JFxxSevHHVTEWSOCo6G9hCntbiwbAa6YZmmH3UINj7eqyB
ECYfDz2O1RudhS1K5OaYrjaK6UVybJ7aDsamk4XWASt7m8nRgAAZh84XMPSN4hZBe4CYMpDlzFX3
rCAQj2U7LctRKMKbNXvy7n+n3d0CVpKpGX0uujirV9inI9qLixNTNmvyT9SAJnHurELoj5liFYrX
0Ayv3Qx1wcx1irS03sd9Yb+T0w4K0/3fsvea0eRd2pwkRJvKg55tKNkTku4RJCHP1pvAjxLHuiQ4
1B089u5S1PDMeDknG9VEHRQJZFBgvSVYQeEpmdwqzwM6XyfMW5j73n+wvY9KXUnrlA+6BYlEWKPI
lpRSUnVGcRqBND2GCdgDJw70X4Awj+C9ux8VfAhMI+odJKlXd4RaoahOyw3nm2BQMxeNw+xR63S9
uqFzPKenoaR7gDpV+HkqoqQ+V0ET3tKx0o76MzvvGXHlpfmPnplO/vU6MWl5K4OGXhctk3k85cqM
owxwq+QmiqE+uDJ21yK4Uh8wioXh8HotNev51HjR+MCb1ZvpJM3ZseDTpQoklPsfdCfuMOql38Qq
jNDX7zccGj2CRsz2QSvwmudtdQnk4IiPsncHkutgLEo3hqvw92f+o1mnTSO0XQgUvolaq+4iSDn+
wldK+Rtgk/2iKUWJVccQqMVjX4qKyxDvwfEHWuuJc0atvfrSOZPcn3Xk+29l04WyN1TJkCqupkzY
oio6qtWnhMq7cTE3SRcAj22d9anKnLcfbSAwFMPU3uiirDM3PMeZMKNe7EumhiVvbStulofpLTUz
4+Bo7xw2liJ0cu2AQV3XGrmINaEOceaX6Is/K1Lf2acGOtL3uJfGi6YHk3JwvPc2HhQXSEOkxGC+
l93yx2eKuhm1jpzsG5eK6blvdftaS2GHaGLvHJQTO9k3Lh6ATsl/wWSuH66ayllA62MKZIfxe6lw
koe5Sc3yysvXn6HMWT5zzRo7SniGB99wb9NTxJDHgDIi919e/B+PiZYU0I2ctWN0PM4TYMxzZ8Td
wRPuvcxFGYsrnXDJfft6lVITStAt0zSnzmvTBdZkoNEuJf+as54c9BX2tgo4UrDt1Exb0hWamgky
912GT5uZnGM1qh5HKfxYqaL0CsseDrSB9pYDRrGk7pAC2DGvH21AfKgagNP5RZnrXstt8zXsoTdL
ukivuWYcDbD2XiUtY3IwNKMYrK/SFiNOrUbX88yf0aX3UnUIPLZk4RWa9PaRET4BtINoHcLx32Bg
qFfQUgGl5cuBCB6VStTnJMyPBsq7D4TYA0MTQFIblUPg1X2v27S5uim0TiO92ZeycnR3Rp/3y/0I
v+2+8kBQcSBw03PftApTUYKOqrLUt5tuvkjERWZgkf0O6Gx+bds2fcjqQH5zF5RFkbMgXyZObhC6
BQi+ug5TAklNqmyEiuAuq/65/2R7uxBSCn1JMi3GXsuT/3mMcyzTVSizvgaKFwp645ZOPV3CSdSe
pBQH7/FotdUe1Oui5VpABVuUsfFUZfmPpE7T9x1H71S1U3q+/3B7OwQwG7k6bR601lfLOeoEr6II
U38S8Ax6IAcnKYJ9GpacgPtL7T4ZoGSgeijEblJIfHhnBI3ZjLokOZdYU7Ob2obdKU5i+dxEo7jc
X28v/LLvYbODMt7S7jR1dqzCpvHipEp2IZWv/GBRVb6/yt4LJHdC3IJrejvjqnSsfJ2+RATOFs7Z
gIZ7nuhU3sJebf7Dt2LCQIXKuIUkcfWtbFrG2WASDsNEjS9lEEeaJ43zeEb8WeQHi+19LQtJXQY7
dMk2zdYynK0m1IiFUiRDUlSi4RRbCDnLM/M6q2yPECh78QPUDchUSIMA6Jbf88cpA3UC86TgGpuc
vPjS5F3rIqAbX+Kqlb+gLzOf1Vg6gq3uLEqSyA1DJczXW2dZ7MO8SZc+OS+g9csM1WQ368zuNJld
eDKlHDPjvmm/3d8yu6sSIxdlKC7utUqTZKlwTK058dsCq8OYCvqaMSK6ZE1kPSLTU1zmuVTevk8X
wU5mk4ay9OpXFU4lnFlUScOiU5u+9MUcfUyUOPVyddQPwGI7R4K6n2YY/CJqi/WnVK1Id0SAL+Fo
RYp9CcysfhemICcfSpPS5qC02NmoxJMF+wErclHReL1xRtw8Mi0KqMfTzPq7jurgKvq6vRrxILUu
s9bh4NLZ+3wMISjRFnntDeyYlzgXQmDxCC1OOsUxXiKqHoU3LVLFpQAef9JlrLDv75nlbK8a8ks5
sIx1fydEq8+n1nYvTGza/bpQqveWMr5QxpqX2MKX04rq+DqFxXgdMev6fH/hvY/JmpQHSN9t+1JK
0fQpwBMacQh7JSf8epD+zQdYTMI0g//wLRfQOm1/4vamPTWppAyow8e+ZpZRd0Ijv2pPlVZFNMNK
KFXv7YKL/uBe2rknuAC511FsB62wzvrwnM2XjBc63DJrMZ0ie7bx4Dr4gHuroCNGgUXGRwxffcDE
rKFFdfS869yovHRa2o2VKA6i9g70jPPGyM+C+ENhtX6YJMyGCulsgHwKScRJUPd9c+pKet9wDJNT
impF4bZFXVSuAhPIC0PdiLw5BmgiW1p30GHY/zkLOHUhTS9WaK8PJ+SEMgfBSHqhgfUIRZmfCvwz
npS5MP/CJbz6VqBTjneUlN8y5m5en9bdcziiGnl/G+//Ejqri5rbDmUscsaMk6tQUGep0ZymUY+f
jESK2dJm5vhtEHYvjdLol6k0pncoN8vPUYOnPC463dt5roA0ZIftwPwZzaPVW8Ea2JyLkl5vk0a/
MjRnqNqS1kV0Vb0OiVT/h61H1kXkJ+xvccJh1gJBMUxSSiWZPxpWnb6LgCocnN2dQKGR+Su4Oixi
eesGNuIb5hSim+4DPhvOrWb/mtqou5AqVwf3y04shPFPkOAYLbzt5aj9mSqIwB6tQoaM35TVDz0q
k/Eht9vsRYa9ULltlBdgXmpML3p7NKXr/Z20tzqNX+Rd0WoCsL5KVMLZrtqMdoUv0XtlAAzcJqnb
8qI0Y3RLa928NvgOnFUC2cF33HvDtCGZ6ROIuVuXX/bHc/dhqExTltPqltPpnFiS7UVWkF7pVJUH
cWRn/gx4AHgEVHxC4nqHouRCFG6H0E/ntvNluWuwEcnzU96G42cLDX+3wC7takV4RboMWd/OEqQA
Xy4BbhwC83rUj23EgHk3n3gS6RmGynyZuxmeTdfGHl/24MXu3OhETH4m1APavGs0CJ7nJRqMTfBQ
JA5qTJIhnmwrmk6N3Exeytz2HA1y+Pn+PtphDC4MSDSdQQ9QVq6blS2Zdxlm3AgyriHjeQ4tpsLm
bOb5ea5LHF4EaDHUq7W0VOAND+bHxOgiKPiGGYjTaFXKX4oSYltg28O/8hBltaemWDGcmjqXntIq
CDN41ioCtQ3uV9ZVzGP4IVbGTsdNqKsegzKdZRdZjjC5dE1bftObUpmu1FJp5jKE734wLqqjC8Ou
5isWtbHOR0cx1ZsyJ7ZvhWFOsZcrYfm+gB7Yez3SkNkv2uMUd2g5zOe56/XwNtZlqPylqt30Gf/Z
9ggpsXMcUYyFmsJ4l5e5nrqmSCZCcIwj38iC+prj1HARPTp4mVQl/0sqBjJTUESQcWL5dv8D7uwa
6Ag0cFCsI/Ncjw2jQKmbYmDIpVZR6eMrCXtzjPoPdD3QxxBhgyBqeoSd3zmY5O/w6LEVAe28zq3r
DMuc3oEdmfdhdXbmTPZS5LL/qlUtQ6Unq65jWIhTa4E/E2PZf7//zDtZDN2CxbQQGNMCnngdgkpL
JCm0UBI0hMgf2tiKL3I2NwdKIHur0GkBxEceg1PDKsBXOR5ZzpQuIzZRhi4+vsIrs2I8aC/uL8M4
YmlHwDhdp2TtzPUQgV40hrnI3XwK8x9FVB45W+wUKGgbEbAJaL8zzNfvLFx0atj52D1GjvFc2fgR
xa2mui2CCV45zEfz7N3HIplFPwbSDpvk9XragFOUU5BEF51U+YndZZ/GTBzNWvZXcZiDOtzF/PF6
FYT9jT7kqqffh8q/F06ycQrTLFbfnlbgdwysk/uOLHyN3rASaOwgkRAvGvQudIVSUm+VVgtteZAA
ub99f7MS3SJoVTLglNdPFZWKmuQ1mLmswP6sqUBkR82h0OBezIJlAwuYtAxUymoVs+v7qgaB5Ouh
Jr1wnCwvQdztabbTFmXL0fKIKMVJUca3i2z/tqaCd6OixLFpIc2SA1csBTaqzAwwp1LGlm6W+g+w
Br/df5M7yQoT8gUVDCeDUeZqFw6RrY1Nnsd+aFbie2kUNU8Wt59HgNIHH23vgC1K+1CBGSptnM0T
R2h23OHpjP8nc4jG8Ts1y05mMX/tou6v+8+1uxjfjH7wsu3XuQKEe1vSUh2z7z7snh0jjty8l+1L
hTv3eeRdHMzKds7Z8liIC9DCp8m92ivxrKvZoJVI1OTJdCGRmB5muKTe/afa+VqsQj5L7gbdbp1a
xl02jJMyYsatxvO7scUNx2Qa+NS3wxGKc2fzm2BsyCw5Ydtky5TxDsIAJfIZtDi6n8hplnjm3De3
0pYcA29BM7k2bNKvTj2bByF/7zmBjkLaYKZEXbq6vwqtxDcGnyF/HLIm9YIhVz4FyZBUnhyp0+X+
S92rOcETgExhyklTc30GpCwMCrM2Cz9Dw/CsTFrgpfKYuYnVSRdhqcEtVpzPFIp4IBuFAylZiTy7
Tw+O4s6WXdzY8H/g+mFUuPz/P+oGtObroElE7mdqGT4UKOGcRrDqFyN3SNJEcpSj7HzhhUS4BLgF
Y7R+bFUuJb2OrcIftFFukBaJo2/yKKmtZynBROYSm+/aNIq9CULiP/ff+c5xAeQHdASsCuO19XVR
2wOXeaDnfpsD8eMDB8b7ULa6Iw2lneQPcBp5H8B/jEvWHHY1nztDgqXpZ4MIUSYWUGO5j89FC8iv
RtL71DZtfvsPD0fHEcwPQqebwjdMKvTQGqXw9UBuH3O9yR+aIakPyuu9R6MmgQVLGw68z/J5/9gu
4FD1KpWmwmcyZPxqxazeAsVKvztVqcGmCZFyQns4PcKs7325ZaRMY8QAfLzWxQWmAnwxiAq64ml/
ThsrRnRTHQ7gYjsBgEkPNAMmQkg4rPtjAY1vqEdZ6ctaVcouMB7te5O0pcCWMjw0Nds5CTSkOXn0
phWMV1bBu+7I0IQUcBIC0+lvtjW0z0xbxLfWUaLCszSgkyd8dnsF/OU0lsb1/obZAwDzAyBCMbqk
YFjXKHqgpOwamynOPEJOmXs9lV1wYs2PNnISjPhqo5pvgrARuVYa5v9ouNZ/naN2/Fl3qp3QW+5C
xZXgWgcHt/bOl+DG5ggpgLx2IFf4x6MhaPLTQrRU5dCeLpaW6TcqH/ngNewEQFIQJuC/o9KGECYB
4TfpgWXkcnXlGXMpnjBH7LFGW6zXoVwfBKHd106kJQgB/dg6kktGFsIuBvnRO0H30iam8Z7cv7Yv
uK1O9iUeZWnGP3BMZa9F8tn0tcxsPqG2ioq71UuJ/DDnqXYDg4+c5f0tsffaqXaWdiC0NAy2X59u
qYqGUhnZEWVi5L+keILbLiHxEQyG/naYN298uQAWG8FN81dS7Wwk30CfQIv/NQLdebKbXlw0mg9f
3v5QzLagodCCXKyrXj/UCGMoiFUj89MpLb1JjmOqKwTmcnWyDuqR3yXuahLDpHwBm1KEb1NoXDaN
KYrr3O+yIPl7KJr5Qzdkc+AOqZM+KIOjX006MKarJznaO3ZpnIeO9s2bj49DYGHEZlMgb7EqiVJI
TlJquV9ryqCfYBb2qQfWbQG1TWpzJBO63TYOzXoyiKXcW8h+r99wmfbCliPQ5dYSNst0yr5OpvkD
oVftzZccKzGhJB+FCLtpjgtu9SJAfN5XcdByDTmYH+oyO8LfbC85VkGHCVVLHHI3gZE2+aAJO2Yw
gf7uF/aJfCOJS39p4O0sV47M/ixkNOYPvto2EgEHw9WJwAeub9MzSrmzkzoZESWczewTSsAqjOay
fTEnvQ6vQosV9XL/aGyvVVakmKUnDy9gA1e2yoYCzdBjf4hDnLaHLvekylIOIuze62RXwLJYcBCb
tEsrCXYt43q/rbPw1pSlcp7y3n6J8Va7UAp0nxY5z7cfRcb2COX+Lvz4Y5WpRDGFijJTzcZJobpp
wNGbnT460SicPjUo2/47MC19UPomuyBCGLoVnPHi4JPuvWCiHECkZZpDUvj6ZFS2PvBOGObQSc+v
QeQEjyQvR22Qbd+PoSG8SDpVJgjlddgG3zEpWD8kfiVJU3+dYt25SVzen0MVLb+L2glZhv8eZR8B
4Mb9iUlq8/7tOwmEIZ1WlZ1E3Hn9oMj2hV2uRnAHAhE+aJqkeANiuQe9v70TwtEEs0n/yiA/er1K
z0vuOwxqfNUO59OUj/37tFHRQw/Dn0kG2OX+Q+3FNYK5SQ8L4PAGIVeg4oIzD/QBWSG4SY2m4UoT
2Q8dsmMHG2XvjODiqCwIuaUcW20Ukasa288C2h1lldc7BhBztEhhmFhmtKgsd+FtLqb+6/0n3CFp
0xWBvLtwlLn21zVvP0nVIJcU3KFRj8HJBmhzGsdAfgqBvP5r5G3TneDMK1cjTCfHpVbUg3M9z/Y7
PLckxjtFaP+6/5v2zszycRcGLlnxuiLNUUC0m0lEfjvE2s80tIv3uvgPhq7LNU0XCoglEOp1LSjZ
EkyNhtGAbXSBbw3IsDiqmJ7N/+PsvJrjVLo1/IuoIodbYGY0I8lyDrqhHLYJTY4Nv/48+NxYw5Qo
f9vXWz1A9+oV3tCqe5L5fwZiL7MCPiwSeARAxlUbPCe1MJJTHoE9E2mOmStqDg9NMRWzvxhNB0ZD
xNikxQ6yXseMK/QjboJF/KONqwT2iN59Ge16eFL7vmjD3m5G4+Q6bHladP1i+0tSmZqPhKPBDEaC
ij26vWcdcMypu5MyqPWh7lwzp53QpF97w5vmwOhG5gCaXEBveVpaOcECXtfwpaZ04070v/E5V8ku
+qUoUW2FUhGdJtdTQFDIyvuoDbn9mCPMvlOW3jipLMIexueDWHgdAWMj13vRG+kFclEf4hfOTEBf
mntrnNSdO/NGDAKcCyZk/ZTbqklPRD03K+bFnFQNTfllepp6PXl0lkX/Xqpy3IkMN9dbZ53s0xtC
XqNTIpnvcEcrOSKJaWp/RYczvxvpXj6h4Ovu3Ju3Phe6HNSF1FJbloRSeyPqGAk6da06MJ/T5AGG
er+zyq3vxfOgRUynbdvkbuJF6yqYlxc559m9Nth1WCm6FkANq3eK+jVyXh2+VTKcBGCVDueGenln
VOgx4kICwCFprfmnQGsyGJjf38khH4JacbMHB6eot322a1p14yFRTaSeWqfytPP1lytrvcZw0UCc
zKMNZB3R9RRv0iJrv+WZ0j+/HjRv7BJASvQRYHzxSq9VhuzWmJFWXukE6pwesXGo+mAwmRmXolNa
vy1NfaeAu7FRMOalqmLuAsHuOoAKw1hKmdbFZUmUKrDH0jitnjOH15/r1juETkB7Yu08bxyKbMWC
k7ikxaXtTDrccZJeMOq1A0Bpe1Idt5YihwLGTX5Br/xqo6B7NXgYjRYXdLiW7zgKxlHAQM7+msLR
+/X6Y9247hGEAXRjMS3lwr9aayQ4m5mFYWqlT/mjJqe5DaKi0z+kkZ6WvtS1CrXUKt+JxbeXpYmG
VZzGjGf9pn9174aVnVzP4GhbV5aDPxBWan9McuuQSFOxghbVssusTt6e3d6td8sUBtQnOHKy1Kvn
nTkl/08jmuRghyn+gh9LA+fTQqr6+9df7a2l1qYrffWVjXidSSnC0qUoHK6CvrRQnEFg3ndqMz8U
kwHc4fXFbgUX7htQuGBvtqoTExbJc2Hjx6FOlv2ly6WGvq3ROWc7b61zttTGnQZ76DErM3OPFHzr
QWkxQ8/ipZqObrz8mCbI2dnsySosF9pL1ZjLQW3S5pimbrxz1m9Fl7+Xuto3+TDlcS01psZukR3L
zO2OE7fH78VI8RxqkujfR60goHEV/NP8W8kVL5/NULqmTktcCAZt+p2aY/SQd+keWIt7hj9zdTes
Fx3bhdYQvbirCI0QSsqYAdBUVCeW+bGgvFkqH7a8Ai930NVjvqSd40eRLvoAMR1rCBIU/CmXIZZg
vVKWReBogzKf7Ma162COLfUdLjfGF6crYseHWZO1+AkU0gpVM+/st/Mi2t8CilLmu27rfYyFVZZ3
no3cxMlwGy0+dElZdb6CQPcl1zRc3b1CRGqQlHL6bauliwNL5apfNbv09DAGJfluHKfovRjtpTtM
hV7Woa1LBNy9LB4fFOl1/bHxMuOrWypyDE0xxE1Q5sZShDljGi/srGYcfEx0FQWj0WV5I3Wjts/1
NIB1nxQg94EHzfWn1VFYvo/otBEzIltoJ71uO+iP80KfdkRyLpjTSuRBHymO9GerZyS/AFvEE3Eu
yu4NhCOchpvczWuyi0r+KBAcROGa3hLIlDKWn2UsxSeilLM8dZ7DXMoH659bvxCblEhBdFryrcua
dDoXtemdihHOyFnRpy4+kM1rWWAI1c0PkZoL+6AWsYmLhBnrBnEtNZSgMrL0zQJeIA/xeur+I3pI
+17PZaofYkVpwUVNWTl+ymaKnHBxzaJ8u1RN96HOGvsReb248Bd7ku3b2a6T2s9be/nqWsL7OdnL
fPQkHlb+kCL0c6doduucSrUpUDicxvHNIEpdPE7dNE4+/NPYDakrJ9L7whJxuBQj3FHhTeZyp+KN
F/uxyq13QKbfyUNtHsw2qCcbZ8Oa3lR3J9RRK/w4rxszbHsvvS/nqRsw/hbeVzTIJjfoZWl9ajyr
K30HsI77qCvTdLFqbcpRFobzG6hcNPJuTKq5QfbBLcwUe5Ou0PzegzkF0aee+jAHH9WcNZHYeG9x
WTS+O8b9r8ZE5s+PcsVusKtj4hx0uMir93W/WJ8HJUoAgFlZGeRDiaiiLZhR+zMot/jtSDHZ+YVr
N8rnUra6HcTQqy9K3S0fjAyR+7clNruLT86WjWxKbx7PMm3aT+PcWb1v1r3xpW70RTsitGpXv7Gk
1ItAx0xjr4F0466kLqT/xySPvOO6Mq6FjGH8QcSwhsJ4CxA3+ug1nvuzoDb/0HTar1bW8851sgnp
KwEDCSguSJKdjVJ6J9zJaWAQYKczp0G3Yu3qVMkOs2L9eP3i2rSM6PCj1kxJijYma11dyJK2vmpN
TnGxOz3/5kqveBcbvQ3myMv6rzX6nKdBdBUnb5afwetm9eH1H7B5VEZO1FG0H0lXGSVeRXiZyW7J
pwbd6Mar3slEzjg0RhNlWyuO/8tSaGcA7eZKuUZJZGNZxp4KETCa4GsWZbxAT6ito65EezZV66++
vlDI5hgdomCz5SikyQLY0S2Z9zZT82t16/qpDUzK/v2BVm1cbshVM+i6qxinaLsB5qd6MkaObbvI
zAtcN7O+r/Kxy86mvHVJUvBifArkbgUXv7yLzb42Zq+kgBIw9R+81JhOIwNiebINSdraeKk8m2Op
HSpVk3un8NY2wfmathjTZkAoVx2/sgF8R4uIU9hhHVn0Zqv6OuueS6Xv/10NFxANuAB0eYGubeA0
pZ2qfbLQR9U1OP9CJ0S5vTx1mJHsvNM/yNMXG2WFLnJV8kbxrd3UNbqt2BWSrAy0szybwrVhej+3
XvdjMUv3Pzsxua/UwhW6X7Rt+SjsNnEfZ7M2lLBPFDc/RjJPv6lRqTKynShsX99hm2++/jzs1mAi
MBvd7DAsO2cTu9LikkRtGeCpzj3SLZMR5rX3fYwd4+C6Mg+iqNwjUG1STVamUgBdvkJIkel8udsq
LU2muBkKypBIHhSjLA55XY8nSzjLg55a815/ZbPD1gWp+Fb6LlXDdSREeriJmoQFS1yNL9WsSo5V
/R5KSr7TpPoTaK4/OixaChMGkbQE17f+V/mF680MQtdhEqkv0ejrUwxiW+qTFYem0bfci1HjVj4Z
y8qqbMoGSds5a591kVXvVEycPupWas7hMsOIvxsHxLL9MrW65M7wGudT0XX2hBFELZ6BC+Tfcj0C
uzRLHu8w6pW2HKbGWH6WUkHssx4jwA0Irmo51nltq39mzw+9n3WLHN+1CZ26g9NBKmXKBsPeJ+2x
aaqB0vvWxLElfcoBJw1wGM08n6tw7P24wv3lDWFLfGiRgYp8bXanL69vzE2A5WvBG6RnjQIe/Ej9
5Sssy8SWSYmsfcqzHuwl6j9ZqSL+FVe3rkIXjHEmDJxNIFCdDPcrNS8uat7rxLlUeWyLZk/VcgsB
YxnmU8QvipDtdCjNstzOwZReFidKT3keTQfyHTWUaTbw/bUoSHLdfErSPsVlzlqek9Yxnibm1uHr
b3WT66w/hDEgmR8kQlhQL9+qPUUqnSzm/qkw5wNmRAR7pWM2rRoyFK7CniQ47hyHWzGG5TgKJv6j
G2odJ81bVuAJPZC4/C+2ivGcKbHr+NSXzjEyK/MZflj2GCHKvUe4u3Xo0fNZkd3gD8iAXz4wW6vm
kNXlxR7m6b5V8xG8WYQ12ujtyf/eXAqRY1qqrLZRt8mUmnJvhS4hRu3S4FRimCqIBUixuDuJzo3P
6KoMWFFlpSlHv//lU1FFxMaMXs9l7rzqNJuivtTCsQ8ao4agbpLqXnWicmfRG89HQwl1GHCTTJCu
k5HWaGwy86W4ILXdPxs4Up7SdugHP9UXZw9Zp924HuiXIRVEO/yG6SWNMyqIkU3TUjb67WhpZ7tt
C7/qcsQJ01n1getnh1YM7u+JUWFYp2DuhK12dxkkmpNSLtaZLli/qlUuftSoe2pGNzJrxr10gxBq
UsEaXl1gq3KQJiX3SWo5wKcQeCwIlojUHbF2qD5iBtR9XcAPH6VAIwq1jXy+e/0033xH65iUI7tO
nK5iZOMCd2kptS+LLux7dbDeYlCBMudUwJTC4WQnl7m1HHMdmsGMLbfShrXdlAsTp+JSu5ryya06
hAesAuXReswPizP3cmfBLcqGNiT0FswmwShth5bdWJdeXvRgViO7fgOOKD4UfZ2gu2SJ7BveRNMx
b/raCYzSmz9GfTae4TpVOznSrY1Pyx2KPlXU1h9Ul0reFiYgm8Lu0vsC9hO6vWPj90qR7sTnm68Y
5yzqNHIxwGMvD3aRq0vjiqm4uLndH5w49U7opeR3Xh079/3SOt9e30G3Ho3evgkwDkQKz/hyPT2R
9TTZA3zYOOmeWclaApSXzU/WOLbmzue89XBsHw4dEyf0Vq8OzIDZdIyFlUBrCXdtoYnlpDV6c6oQ
JgkGRyb/w8NRZeOISUuTXbs+/F9ZWK6VwokWnBJqTsppicr3oyflIcUS9fO/v8a/V1qf/K+VQJVo
8UI6dOkZMofAwgR9L/pu+MfuNUxvfTHqCayRVkKkdX3m9Q4XGE+jJJy7uvIrcHyPedfjKgX77dP/
8FQrZpRuKPy262RhhveKGS/oqEwt+0vqcNjDyiW+TdiwKTul7rrTrlLmFbJtMDX4o3d29QoFrTKV
LlF2GZJ4CCbXmO+T2l12UpFbb28V1iQ1t24UflNnp2YPHBad6sX4lC2JOMjeWo710u21eG49EAUO
5QaV1TobfLknxtyjn9QwqOviHFUi2skXwDt7CLYbuRUbgeSVa4Bp9/UQBANuO5MNbmMQNtFFVbvE
N925O1ujnRwSl/Zs2ozdiYRwL1TdepVk6FA4wAFu+eSFnYMq4FJDlitL4Wuo8x1dKBHkUlTH1zfi
zVfJDQdKhIHthrrQ2RKTqcTOL6TXsJ3nHk3N0dkDN968bcimYHxREzMfvLpO0ddOZOesJUfkDYes
yxYapWryYTaW7EhymWc++kj9wRALnbpp6DAsdqodbsoWNcydt7JSoC9w8W0y1mhAz5PiJ8dLvNfj
Q6ZHtqSXnpnHMUOKAFCJW8AKViDa+1XptcOpqgoUjYXAsZVquyh8oATDmZx7r+l1a7MRc/hl9Ey2
YO12jLMy0hkClMCl7ye7YYhhO8rbIq1+TJFUv3uItT2PjBx2bo5bG4DQQPFAnbal9+qRayuGV+cX
qY72o9NP6RekSvakqW5l1dzygHfgq2HkcfX9MaPQS1EXxcVJnfhnMcj4q6f0s69JSO5AiKTvSbHn
7n7rGPFIqybPCgi9DrK9iYWO2yPnZBWW+lhoc1H7kef0pg8kS//x+kG69QFXBTicQVz63dcIabvt
3EUtWIwfA6XWSKf6hF5ERH7cJuYJTaDkjWzUKaQ73e2U2msAvwrwK1aZ+hKSOx2fVbn6rzsyqfMY
UU7iIQMl832jKb+EzL3fWHEl1MDD2O6MMm/smRfrXX3NNon00VtH4H2ujblf6v38w1v0LHz9ld5c
Bi40PBJSmk0OTviH3pgYAv5+pTwqDXxlhrg7mcyt0IQAw8qkBPphbrTS+Zoqc0tszMZEH8c7hIZo
JWHXbod2mttaqNh2qvlWOdi6n7R9W/q47KR5WOA39s/jaASrkG8F4Ev5yUG5uqlVR7QEP3LGpiqe
DUvgIuwOdgDqtPr32xprEywQiMm4glyPDtTIbI2sR2hyGIrqc1+5dK3KCnZgPtv/Q2awfkQELddB
xQbAOzLcN4acRpyLzsSH2hHWU5LVUejI0dkp2261g9amIKGGpgQn/yo1wAakVOwOVTWrMwe4J7M+
/C5EXf1o1aZ+kJkWHbW8ayDx46F2gEI5nnWjHDQfLztjZ//eiD/sKNx6QZ6hQuF5L4/l3LW1q2gk
ybqdxF+GdtYCa6raS57H8+H1o/L6UgClXi5VYXM8Lh4wqWSO0qAahiZEtKp4oxgUzq8vdSOUwxtA
yZA+jLfib14u1RmYAXdrQp4IDcySAz9BJll69mQvTg3K6Hdzsoed2EYCkEvABdmvFHDc4C/XlHra
9FnZ0kqXEQ5sUWx9pG5U9zSBt3GUZdiMNIDWvPy6ZDOS2LEWj17iOLrzIY1T47GblDKMlNJ+SLtu
T0jg1no60oZQgtm0dGRfPpYumspYNNo+aVJrfldr0aM+JeKNbow2+CWMc17/dLdeI4xPgBoMZdce
8Mv1Slt6fdfAU+2i0fkwKJp406tas7PKdi9iEoXxBCNJg4zmuoxKTWp5G1GEy0Tq/xPN3OgohkQ+
GqrYEYrb3rmsRAG6srepbq7rAGEyz5oT4HNQSuqfi4drUuD0qnVyI8lQAN3Ss2Uxe01dDCN3jsGt
d8maK/WDigdfipfvEhwHbGMDUF2FrdK5k1J7SGW9hyS9tUP+WkW/+mJmlCTFrJfsSKtX38b6LI51
Ms9HWxu+KQCfT69vkFvL4a+4mheQEW4QkNlAYg5LHqnjue6DclKczMfAIr5P7aE7dfw/O/plt74g
c1EyXg242WaCbXeGFk2wEi+t1kjfThwgNmgoIPUnow8K2G2akmP2DWN3by+O/bH8e5k10XMCF8X+
WYv+TX0Hnn+goCouUzb3YEMcMii/xw1cC0bmIx/rRmhEURUkihENFyEH5QHUPkZWmEF+IZ+zvyOx
KlrflUVWIFQVjTv7e8ssgJTLMJUTS0q5WhC83GSuLqyJYQMEP7Ag72NRiePUjtFHNIzGBzyjlzsg
XphY51iKNIWr+mg2G0E8du5jXjnJzsH+s6ev3xiAHn4RRTHR+OrnWCpoqLQfYdtC6C/9wS6iNsiE
YV6mYnJbf0isMg0xPyzmozJVdRW6EgVQP9WM3A2ANZmF70at7QaAeXGejrU+Sd9mWds5QT9m+JE5
xQL2Kk1cOvyyb3V15xHWU3n9BNzJ5CCEBGCj6wH4O1Nu3KRKPbu4eNR+B5Mm0nFAYQhOqNs+6hHq
Pl6OUNxcTyUarO2elu2N82VhsIk+/wqQ3VQkmPB6+KXr5cUdW+VpUsf+qFm5dWqr2QvoCe3JPd5I
bjnMBuqLFCZ00q8jJIdLKeMYg5cm89TzjE9f0FjGF1N6VRNY87Jgk1RXIBAga49vmsYqPsODkv/6
1kHocspWkR4UMDb3alXa+MQzzTzjJPu1ac3iLfR3ex27Wndt3RZPxtKCAlOXfMVjWefXg9omYWE+
tVKEoeSuGvHXwxUezMYqRNpnT4ELUoEbe2J2ND4yepDHQsfilObpHvn6T/R4sdMQzF4BtFxQDlRE
66omk663uJmaeWfPRHbwwdBtSCrdJExxb1rS+4zctIvIUz6kvt26zdtxqFXbx7U+S0KBrNcTvTxV
uYu8mcnhEon4Q8nmfaPa6KIuZrfckz3oe/XHZn/yoxElQGyZzi6iW2u4/ut40KiWMq8U9zw2yZcM
g7mT6cTi2EH1D/rObHay1hvLkRfbEE4Bv285PZgCdtFqmHpGrVG+j5yuC5gQ4/89x8oPt2k//utG
gIwKOIGm2irceb0RXCdWRxP/13NllAYDLREND8aof1XyyHxbIFp5BxK037lSN9kQjhz4zuL5SufW
pGf58pXKom5GaiPvDNhoPrtm4wbmjLrgNCFu+PrzbVISlqJNB8uOYSJAo6vgNg6VjKNOsuVsdPxC
F3W5+M4EA/Lr9XW2nw2qAjShlQzCC71WhBstThO9KufcTLkbZmaunJ0BeE+0pOmxrxttZ5tsgjb6
VHw2BJWYKdNOvdqVvT65TaF37tka4vadJ6r+rgFQcRdbdXXRpDf6ilNVb1yJ1vlsFHvt8238QKaD
YgctOvraG3BLY+aeuvSacy4MNXpC2iH/xthyYFWrtJ4RNuRS9pwmDl9/y9uNw7LIcXFZkCBtkvWh
7VGNh2NxThxlOQnwxQHyot4RLfFsZ+Pc+KAQNEnCaB4x+rjeOHERozpojArHXv0EQFs/T6nqHLHj
LsOxlvnn15/sxnKr+QdyPcDFOflXaQRqhUW16qKfM7udCh+6V/dtckX6RlYFQvzT/M94KNARMOf4
iIz114nuyzM4dxDo6AR4Z3cq3Q9KU6t+hubjV2DnTHe09vfrz3djw6yCk2vpT1hj37xcbsDvj1pV
887RWtFNcG3fzGLQngzFafzW04bzohrD8fVFN5n0+owIFTDpWdna16kiNBTgKUvrnfvC9OJTjNNZ
7XvFCvtYQBmJMyKOyrOVl9r3qmj7PafibexheeAZq6rbGoauvilarMNk24Tyloc+zq4h7iIecqdr
dWsV/jryrNzjHMZ1Z/11P7mZYQxR73rnpm3MLw0aopcqjf+572ixWRj4WIBa4PZft1OLuJOxp0Ce
ddKSNrzS6YehFnvZ9I3z/WKVqzfmtqYZ0+dHVG32ukPj1eCGI0P16TrsXes3Xhs4YfYkdwJf5zpg
xxXb3oxR1HX6pQm1YdbPxuBGOwHr5ip8GqDeOv3va+6XTGpvUsjomc8Wy1mTAqx8vPyzbyEfh2mV
wxwHYgUXwsstoMWaVjQtYo9GVn5e+ig/Fa2WBo1jTztZKxUof+tlDkeevmIy0L4jLl5DBvSimXSZ
YpncTa7z5FRN/HVEv+JJW9Qk8wdDIDGUlqkp/akqEFkDF6Lnn8vRglIfjYMNEjJJwPWaU3qHoAeO
CyZNyadEybPfQo/hgHCkgfuuTDLxmNqoh4VJNqg/1SqxBx+qhv7e6R1AoiVtPZwls9F8TNwin/3C
pP/sC1JaTJwV/D0cULdp4PXpqB9zrW/0jyTlhepbaPCMB+THHRLNvFCzsGpwCQwwfmXWNTuV/dZe
RKlS8yhOflAmk5vNGzT3l+kKtYa9EHPfiFaab915oDbq4sVb/GRqlvkNSa51b3UtipGjdNXvlfSy
30liOO+g+MZROCnozfs2zif/mW1evs9zJOdOJdH/CY2kqAon2wF/qQ6KMIIR15cvmVJWz904FF4w
WVbhhvlYRxMOmE7yUbgwa8Ie+t3BiNxpuIsGaT82oyL7SzWkbR4qXWR8zXo4GLTqjRWzkwjlMA2G
jH0bHUblKLS0eSjk1KXBJBTxnCJYld6VyH5J3+m01jvii52UgespDfjRFLEH+C8SubFBt5on/M20
Joxkr9eBmReNeV46RJ3Qc8q+VOjCNzgwJlBclHQZGt/qetf2bZGMSgijzBmCrOI/31Ws+gnRYkWE
TQRZOLRJ21Q+kq3Qgei5gN/MLRgoZkWzce8UjmwfFb2Yu3ddbKj/ldWiGYFoUF3wx6ZZmrd6JMQp
syvcNWJ6VooP1qX9WfOdx2BaRJQFTVfCGTFdWb1bHDk5vpV5TXun6HrzGyWCPDm3LMmn0CHT+Fbq
Zt5bO6t19WkcbVozFCbdA7EWCQWQcDVoLCd3vmOOkghIUmORvY/glVY7WhXbkLJO+VcSIhF5q4gR
uWCiTESUz1zs1rcxjvrP3CrjvwYueIeArvBWInXeInXqZFEYguOWhjOQeJMhIPXspJa3k8VunmVd
hdhFJseIB3D/y8BVjEKJHMUWl5HQC1KmHS6gefK719OAzSqER1oLzNoBAjH1vEp17LTRVOh46WXu
4+leM7roYNllu1NS37q7XC5iqkRS0w2vZ+bekvi6oAszTGkIH2phcj9kYRtNeyZDt5aiY0CrZhV5
Y0D+8rVhaojyaJqjBr8o+CdRqwErScWJurHbYbnfWIqkFPo3va0bkw1V76rJyhrlHGW9EWRNWxzr
xo4fjH709rBG69e+ulrgKeEWwG2M1+n11dJbNj5ygMDxxDCHgz2r4mBVVv5dKeL8YcIHsd3J8W9s
DC5/cjQE59eZ1FVSmkMV1quxjM6L08mwwKEibAhMex3Lm8usU6FVwX8r3tWDrs6xiyVDI/cM82bw
Aq/Fvd1FHMS3J938aY2tuLPnwggLO67ux2b+weHMw3ixy7up1oegb6tx51jcSMnpW6NQR7UBCOE6
cWSmhIXNErvnzq6xLoi9BGR/ox56x62ezdm2TmSwe9iaG/uJRcGEr7a5W2ZsRAhfcoDY54Eucxih
HXIclxhYwKA4O4Fyu51oYq+DEJKYVbx8/Sx/Jcbz4iIraNX6WYvjfPCTWEbp51aFOj2VSZd+r6Zo
TxNi+3RsJ6byzAoYt9Lbe7lkXMLFld2onVM5uWGLbuYh0sG7Z2WzF6ABtF8fFxahmOLf+pAb/EiN
nPPsNsyUMnN0mwOO0fZRV+PIDvoE0QZ/lrXzW5SYsR9F3meur5qF4x6NKqqzADV/55POOC8Oaf6l
USinGE4pWCHJPVs5lS8MvWvCZMDGHCfaSn9KoddLfJUrMjzkgU1xVLrJeuu1GA6f8nLun3Mg2/9p
mSg+W94c6yeP7rx3VmPcBB4MQpYZFAyjuVA9qf+y+9bqjjhoTF8dxAHnuxpVIOcQ0Qn8VmL+k8Jb
zrvl2Bt5fly0aWQa2FaWc15Z4/VR87LZDe0RMZB7ZehIVWLEdszQMvPUC1RlGhCqwAUmOiSVBCqs
kR0+F5CGK1wyiibzdcgDVpi6Sq/7rem1H7oOwjOphgucAXE/RwuqaKC5gCy84aD+PbaJT1pVRb7i
2bPum3kstG+yqOwKEHyXQ1QRRvbDSts0CsgCxM+YaZh5LFPP+6rULhwWLy7z+07zovbUkulUQW7a
XXIc4Nv/EIUW5cfBkv17TdRDhu9BWkm/hJSW+5UxGA/TskzLvVF7SfzoCcUdgwg811drSm3y2MRB
frrwxHKfqPOUhy5yLn0wqi3e5eYQVb96/Gix86uQCAy1NBIKPG2jfnC9XIwBAjOz6WcyNv5b8qJ4
Fn1v3OOtUk0HPY9l5ztOFjd3mejUO0w31d4fvAIMyFQqv3Qb6UNXa63nefKUOzHq+Y+h7ZqvbYk7
A9yH92jnVEOUmnd5ZHgfZmHM2aGLyU8PazSEuWwXWeknSzb+x0dvHjNjWLS3iPzb9sHVxyF/h/sV
JqYj7Mc2bHRl/jimErZRkY/jScnm1DiYUdGjy1Cn3hMyT0oD/3xKmaHYS38oXD1LzuVgRFVAylM/
5zmkaN9MW6s/dt6iijvHjsz/Kll7TUjVqIBqS8h8wnxYYLBKYUXHRo3rMtB7c0jDshtitoCqyHb2
J0127yNo/Kv3d2U0D2pM4eD3ZWc54aRGhvCxG4R0Lhelv7PHfPHuGE0g3CgxgH1qlMTkNNjT+6WK
vMeuMtUPc8Js866O+zz1i9HOPzGDy2e+phm3h6Z33fjUOUb3DK0FYlcNnXH8HuvLpIWF12hUHmK2
mlOSQgwo0q4V/tI3VRIkmltPoVuPxZ1MtboNCcL6+15LrOWNp8juW1vZ3g8HPwLlHjd4tb9Pkpjy
QonT6n5K7MQ9xH02AfeRRq75kCH6p1YYOVxGaOTKaVZQ1IJfHHmfMF2T0wfkpHiVesYO53wS5J8q
Uoj+A2Kgafdu0csuDoac2vbCV9GB1C/9lwilMutklkv9sa7aZglfzwY31x4554omYlQH/GaTDboF
St0wzBj4N2kgoTsixjqYhzxt4eYvnX0Yq3/mz6xLEk1AGq8yXdfkMqdiNgiGAZh9MU3HPsUmo+7a
JKQ/0Z6dxUnD0czmnVJ9k3Wsi4IuXAU7GexdJ4llXf0RpYYUKLvo86AL8x3F3Z4G2ebG+7PKas8L
VIP23tWNN2pGirVxDGVCNkXAMFQLoOA37wez2hP8WrPaF+nhn6VosK6aXyg8Xd3nlDv0wZFRvnCt
jKk/DTVmJ60AuojIQuT3+AKBbaryozDS+Ov/sGn+jKyYi9P9uFq7SmnjdQMQKsyznKCre4f+uikP
udMjqiBToQRcBOrz66veeLlgF5lQMi6h33IN3CqKBL2NaVXBqFP3Icck228cJXtGAHWvoX9rKWYk
fEDsiPiYV503qL99KdeXuyymCMYZpW3NKMpwwJLiXxuWtIFRQUX/gJxzO3Iy3KgzZY7JhV5qTymZ
732L8MJO0r1J/kiOgPOsh85D6nNb84FJLlfhNvTWIGrFajYeXItZTNqUpu9Ryu/UEtsXSINZXaUP
mKTTjb2qJSY1wWm+h6EfZ+yIXlGNe4RXlyCG6bzzAm8821or8/JIbbdqys4YKTBi8bcr4qa4a0Qp
Dm3e96emUusAcZLdue2m57c2zwlcVNAUm8CVX6a1oCssu08ncTH7NJ/DBm1HBadqI39XKNnS/qdr
gtwoMfSJsaxI5relxPVpTGZN8+c5Q/rGYnPdDc7q0vz6EdlGOUI4ZC3O5iqMfB0UIjMpxsTESljJ
3Q4jKy1610XD8P5/WQWEPB+Ywdu1no9ntLRDhEvTc9DrUEFn+w0Zy/jr9VW2W4iDseK2VqkwRk9X
QcbqIbpxeyDy0CURrolR7KPpnXzsB9nuwP5vLYU/IoGUlj6yXVdLRQK/AgF14hL1evY4y9x6FxXL
JP1eyCndORrbb7TapNLjYcIMAPUaYAIL1vDiCaVT3RZqMBlJejS0do+acuORuH9W1TNuInSHr5oi
sy2Wii5+hqOu8iy6sgilUuhnNEinnd2wXQln0hURyfgVpYXrpv44NNZQlyjGmVa1PETN/Ct3Zgzb
U+OfjbLXHQfDd72/GV9dT+fNbFo6JEoFUu2QiMeSDi1cNsXXk3oPFrMZKK9L8TA040Akb/AoPZgu
FTlobtcKfcZ4aJ1vHozTY47K5peqsu1PPPJ4rtMY8q0CDG2nWt8SUdYfAGCRXh0DbSx8XwaZcXSs
qqq5gebeaeSpKFPb841G9eqDU0dl5BvM6Zx3LW6L/7l9rYmw95g2YO0ZIVGQCxdNmz6xHT/WFOuf
ed38OGYr4HUIAFsTDMSuPKOzaFSacaZd6sU2TzTklVOFwedORLuVn9Ie0RnKIsLGhn75HlB2mknr
+BA478LtLbT8jV3awp8mICB+EjEFqLplD5Jx6/MDGAV5ss5LN+ziHrcA5NaRzccn/f84O88dt5G0
bR8RAebwl6Skltptt0PbXv8h7LGHOWce/XtVf8CHFkWI8OwAi8XOjEtVrPCEOxgHZBa4ycfaPGnk
46eOrtwLmteLl47RSYn2bJtuHzRCOhxGKJEBM765xC1txPOvIs6pJaN8wTNNckOkLN0g19LUxT1H
3qlqbq0xaGa4XcBPqP+J1XhTGsK3UA6kDn7DZBjB1yEKJQ/HnMBNuzF/6qtkEXWPaicgv702mOX/
H5SA7npQyPlckUlMiIVU+clAH/xxrAWTvN5VRt+4cYE8AI8UFy8c4tUeAgNc9zbM3sswqRRDqO1+
kIN07xERf8o6IBdeGkKsU+hois/6ZhW1qIcnHTAhGmTqJ4xu82M7GIWHdpauuOWUm6ckGr9LSrvX
N9jYregUgbPhlQQie5NQ1SAp63kOL3WqDr9ClK8WxmsU+voqeF0XzTCn/lgVlvWPNhdy84iEabIH
DN5YZBVmCrVxYT57I26hDFoNdboI8QA3Z3CbUXjUpXKP97gxClQUASziAlJu4spuKSciXWr9CQoF
j844RYZnJZW9tzs3x6GMiG6QI7wCVlsGRMbUmWjbwZaOFex0s/BDBiNw5wxsbBkAj5gSUeM3RU/m
essodmqqYy5JZ7XPC48erYOtt7JQM6rV93aVqF6EpvxzCHLs7yMeskPzlXEDFGP9aKtGJA8x4saX
OAyQqjOk4IAyu+334RLt3C4bS0lJlsOO+AjOrmvYSagNo8rljWUuwgXPzWgpPyHHJTujbNxhVDH4
iQz1Ss6+XsolruNe6oPwUtr4SR6UOlT/GKnpoPYzZY19hLBSTecyJNfZya02LrL/x8aizwVEao09
y4qhKW0VlEY3Ui1zorTx43mp/KmQovNfh8TEwTaXC7qy4IdWV8yotHEGjg0Z+SrG7pT8oQCjGMZH
/I3U/zAtHgTRVAP2dVNPT4cUqfPAClEzDHucVbLIfJjhoNJWjotxz6BzaxFpupBOgUGG9C420ZvL
c2wMp5HiNr6kNY+7hT6TP9aB4duxtNfo2dqPIikFq2cRsa5rNLaqdHamLuTCRRA+UV6cT5I2/nv/
S93CqnGAB8hMxAKohubRakKl0xijSdR2ITuqDomWNh9RjMJ6vRm1w5R0tU+vFxfSRDIPQTwaKHPO
fw2E4TcIYQT03JDf4Xa+XtQotvpEDojMRzmvz5lWKydtRE29Dtt5Z7dsLSqnW2jxKTwANztTih05
KRBTTbOoe7CnZD5NqR3vsEo3VxUeMugxelmot6xmREGRDigMgotcKaoflap1LJd8cS1o8F4v95k/
IijmlYjQuM3c5x/rQP9r8pJYVdgggO2RbbuBQsbzPGShXMVQacvyGFMAAXBZji6gl2xnVbdOBXk8
dyd8eIDXq/Me4YJd9W2Dn/sUYhfWz5bbTFPzY253EQ6bQ8HyBjJHbnUTvdSWFukGHPMLpPvkoKKK
5mtTDA861v4atoq6CiBLDgfFA7gpq/qJEBfTnEzJ4dj3zWeAM9ZXhEkQS3DMyNxJTsUKrYIyAadg
OHro6GisXliJ023pBZIuUtYNR1mWe3cRFGy1SaSTXFT2r/vnfmMZGY/hXjFoN8delvokVGU0c/pq
ySPEh9XunUY69gxcK9jZHRtPHuIxYigBHL8h6A56NcJZEJRH2uSJbxDr+SgkOAXCCWnO/6GnyQmB
W+vz/TluRC3wU3gRwMNAXF3Xv2Sj1CrEY4nc1XI5NGoVc7/J2QdtaGU0bpOWxlQvfyiyfPz7qIVC
JuKtEFZEpWZ1HqY8lzglBhII3Tj5RhhFPt6I2WHKd/2Bt64a9ig2iEKckexhddW05oySV4arOB1e
vXat2JwOlapMx6QwTdj7mlofe7O0LqoE8Movp7o3H2tH67/99WqL0JCSIwXV2+eqkow4zFQJe4Og
b54iKW09am/0etPgT6ri5ivjXONPEyyz+wNvXOkMbEKMEbrnN1sZZ3ptrkyypihXnSeo4vpTVyXx
4f4oGweG4jc3OhpPPB222ORvHv4izGreKKq3Ko2ZL4rcj0c1nIWWxq7I6eaE3gy1ugvwCh2sifbj
pZsq03eUJfMtud+rHG2cDuFMrJORCX3hV07hmwmBcI2qViTT6TjmP6Hthi8q9J1TRcxx1pMiTmAQ
GgV9W7MvXu4v5sZtdzX26nyo2jw0MqntRU/z4oAsl0X7ieIpt4fixqztzha55dILvj7lGYozIrRf
I9bKOmnnVkJUCuBnGAEiCLNz0qX2N4pXuACOPXJWbgvkx5fnIGTmTqa9M8JyeUI1MN8DgWztJSFZ
QGkeDWKEUq73UqIvfH0s+S48/Wj1W3RVn0ywDJWra2P/5e/XGoo7HHfNADT0en+8+c4UAifNAdaA
rlD1o6DHdowShJUhOcZ+pkx/jRRipVEqEe8KV/1N/9JBwQh06kw1PHaqS6TrrZdYuuRHoWns1B63
djAZKVEjCbZ1Y6+tRnUwRhpuuloDugK4aBB9HKUSzfSoB/IyWiEtjCY2g8kHaZT+/R4m+hBFV66F
25gHPMI8GcgJXuR4MYHq1H/kGakbQ636j4mVZDtbeGPPIMiCnQtvKHfQ+klRRs2eM5DHl6EZumdU
o/R/63Cs/1cNUr93o26OJZilFJTNW4iZbdAN6k2EdDrLmN4VgWmcFaBo596AXnl/d24NBdeDgNyg
AXDzUhaBTO9B4VqNuiF6v0jjcjTDfPiSSLV6uj/UxrVKjMvNDY+Fivk6nEuL0ZTLgD5NNhnJ8wQw
+AHAx3/4ToSlrJwKc2rjOwU0nWtbFj2nOvrf3Ha11wHYeRr6VtuZkLpxAGjw8dySzkCJWR9tCQm5
JEDl4TLaiyUBXq6s5oAnuu4cJyA2sac1edJ7cM3AWamFZf4KCh2B36TR5B/dgjEzqUk5g9c0lPRL
m0/8K1E3mpijSEOLjm8W8r87Yzagc44Ewlae24ha9WiH4V8/J4PnRI4U+7gNseHDMtf+4Gc9JkfZ
CDAgiDsb5M79r7ixYWisiNgfEpRou13fnaC5emfKITIgo1ofYHTNBwfByQ9ROz7fH2lrdTGMBA6I
kgaJlPj7by5OyU6DtkHOHP0VFWVj8JgnezLTEx4NJR5tee5pfTjhxYcF3v2RN55HYMJ8VPr6ggO5
mmNvdU2QqyWeYkOSHxLWw63TdDwlXdi5eSEPOzPdOBkgXGm367xIt5gTet0zpk1goHtTDw9lGSzf
QdY7O+H41pd75YuLAv4GLEKNogUMY3wJFvh5yaCOn6QRYTKEd/ci/62haH7jXwSClDx//emoExph
KFNQaMzSr+OwOcIRydwUsv7OtxJx3ypxo6soUPDwrHjMxdq+3SUzpHtZDXBn0RNpPJmdVn9XJUSs
PKcM4mM+JflHaKZV+B/OgcASoAdGAHfT265HxVrCxGbcCGAgfKnpf3kwve8Dq/50fzduLiavDrAk
IoibOgJ9WQCxhhFfLClMUJoLdQ+1Ud2blXIvyN7a+GILUsumYnHzyHXja/tjjtH+mXPPhCv7Mwsy
2TOccH5n1RRQ7k/t1RRp/fXQ9icwgk/NdlmdNLzETLCdKABZY2R8p+mgfqtBzn6UQbV+M6o8+jJl
NeY8sdVEA0rsgfpvCXbisw2xRvbk3pJmj3gHj05rqIszWgT97NotfnkjBqjdsU+s4edgtHZF27Oe
oDlNRp37jVoaj/pS6HtGehsdFmoHTAQ9I/5rXZ7krRh0FGOSS9HbA41uKf9dkff+Kq2kGTx90W3q
P406+QsdohdttNtl51HaukuQARJlJ8EcXZ+H1rAnq6ktmP2LUX7TTJBlZRpOO1iarVMH6oneNl9O
KEBfnzpIQt1gCGSH1MwFQMW4PU1x/uI4U/0AWLjxHOySH+5vlq1zQNFV4MTpYN0k2guZZxvogC8G
S/oF5Uh5qtIkelCzrt8pmGwdA1vwiQnBKD6t84MlpEBBwAU6ZpGlH7akKz+1NktDdM2W8t3YFnta
Y1tPnQMc5xVwCENwtZyRg1+HaQjH7qipPnAkZs+J8ZqqJFt35WrsvmqtNB+yjL17f1FvP6RGMQui
JZD/DVBUq0FUKUtu6s4ZswMOzCOgaXs62FjLelOPn2WdG9HO7rmdLoOSx0OHRMntBqC31EQwSYJn
pxR0xYMq6b9GM9W9bAlVjI4y40MblIavYn25UxfaQEswMidTiFXTs1ifDns2tCYesRTRyyr9TsM1
M9wxXhZYiNgKHKAkw3dOmhTxgc6RRu4dw/katG35vsbTSXVbQljVa4cs2rt6bwV66HtBRxBMCG0D
koX+uaqSFJLPGIn1FSxHAY4JGfXAN5Sh+IPBWGnALpCSD+3cFb/ycCEg0jtV+18KaHRx6Rzm2c4j
d3uZ8JvQt4HsS1ZJRe36mCvlVEpZTzAt5333oA3Im5oNnMT7e/D2YFNWAL2FPMGWOKNVJLS+S8It
J8iNyyClduRVWSypbq87+Z6rzNbmI4UDkUcxQqhuXc+pV/LY7iWu6DSKpcc8M2TXkbPpQDIpn3JZ
m499WOqPOvI+O6HK5jxJpsAnI1x6Y54D7QTmYw/UCkwKdIAB5HRT84xJCppL95d0a5JCTxvKI+i+
m3pLrbVJDpOSWC+M8nMEAST2isCRdN/OpAI3uDmwv9ZBWz0mC5KtO9vm9v6k9UK4gqqfwOOs4+cw
Cc1E5wteam1uvTmL049WaEXuUo7JSVfTaOfNs7ZuMbqqVLcRRxHKPNffFMjTHNel8KgetOQpVrux
hANcFR1Eiwb5d2wZ84aPC7PCW0obcmpGx/KnlTqtfbDsfirPUDTm5hPibjBGFs2GPRuN8fh+0JbO
/jbEo9QdqJkl+dNiqSW3Yg/Kxie/M6SHxkyn4ITzcJy6bTArjh/p2N8dp9pptUM+gHFFyjUoWpdS
Ra9BKhjqp9Eckg6vqMBE9UtVgsc8HaAalPZifqMbbYeuHNWFoMuU+lNQ9ZHsgYsdKkj9Xfkps2JU
RcdJ0soD+kt5fGgW+BGulTXUzELeRRwt9GwQICQNnbGBxp/EpOMS0g0geiy3+lmb0G0yh18GqFvV
H43JosPZDBmHPLZnyyvaBStZ1egaeG6tVIz+IrcdrIxpSE23WoxB9bM2MO2j2seR4maVnE+c30iv
LlKCG/yxRwy/fiCO017yopL7pxy6R+XX0yA/y3T4Y7cPzCHyl25UtE/3j8DGJiQtQL1TlAHYE2LP
vEkMpgqPFLXiTU2xNHNzei3eXI/6+4Tf/dsMreHL/fE29iAmCIYocToqcgwrcFSulEsn1XFyycpe
lTzdeZejaJm5gRxqv4dCbj/lg13tvKRbV4qQJhWCbnSq1xu/R8CC5xlMwZyEmk/tCutFYuBTPXbd
TqSwOZTwZuHSRNdpfag7OvJ1bGZgCpwlP3JLNx6iMsFji0H6/ZXc+HKIx5CEIMwgXgbxKr35cgYM
/SWPB5q3KFlobt+YyScyLfPUTXb3y6jlPRS/+AOvsxDURigHU8iklHMTWXbWMgCMqmE651ZhuFIQ
1thWStwXO9fy1szgnlMIFyTOG1Es2exNeiWYhy9y0ngjPWe/V+rOpew4kMHMe2ppW9+M/htcForc
xBare3EKdMTSbayCNHmpTnhG1X6ZDu2nngbu4f5H2xwKxS9SR3wxKA1df7SQ13SQiyi5mHI/PIZo
oF+USmsP82zq/2EnkgWQ5GiQYZW1Y0QxA6XMkolVLAr9ILWp7tZh1BwiHcrC389KVLrov5qixLCa
VWeakxZVqEXP+YTWoDROyQNaaUFAkoma+/3BNm4QOLdI7FEDelXdul7CWFdmVDWEs59mp562OHbv
AlvuXWQoqlOHSvZ76hh74I/blJWeIUwkDfAsWev63qqyEllVmXgon/T4F22p+pDqSm27jTHhH073
IqAfY0K1gubqmC+h1Du7we8tKRdMFv86Ksl0LdCnvJ66JTe8O7yfF1hmFiWpopbeS86I1GoV1dk7
xGbs/FMIYblB3B90voeNT/WSy3JOfBEjSrPzKTYOKqh4YRIlCrw0sa9/z6Tk6mDGJSrhU4naHwqT
bpOUqmtETXowu2CPj7HRIBO2ENDK2WTUXuTVAji8TODwCJkiNVHdbnamh7pfbDepIstPjTp9MK2y
OurhEh7SZUkoNvfBZbExRL2/CTfuQpzrKX4C1hdEuNUPUQZDjnObZzPJsv7BCoz4o5PrwfH+KJvz
pYxM84i2OWqKq4PV0O5E+RmDlMQWeAs7d44YV+s4vCMD0w52cbacCv4+eZDXGOinhC1AHp0C++n+
L9m4twBgUVajA8JPWc8Xvb6ytNBquEzzFPrIGXKZGOni4SK+V+3anDSQFZaXLojo+V7vqryNgziH
ZnfRg1obXLlsbQOmq9r8JkasPsCgTF7KuDcejGh+N6KMT6pXqOc2avdk/jeuGtEmZNrc1QDX1/tb
NQlOlopZG60EtzbKhke6W/2z2cf9iWS8+UrVYdq7uTeGRcAAbhnPEZzOdXks7DoqdFRUz0oxYUhY
LnakeBoqpscGulLhwWRHPqitbOQb73/mjZHhz9EtFLUx/qwVSqOywtYcutQ560ZnHdWqKM7OaE0n
SYeim6D1g7lMsafLtXGWgMwK2xXBDLmpBmrojVhRwaAxPg5HMDLZwRyocdyf2sYOxu2LlgzVCWqP
a5YVAHWbPiHK0QnQVV+qk9BvdO3YQqH++7sBlz7K0NxFFMfW4US4LBFQRS7ECtSFO2mN+tyFiboz
ygaiBklgZiPAiAy0ztCxYDU6TFXQeMWsbPTGrpY+JYrdEjGNYSy5S1+Z+pMMcl4woqoa4dmoLcN3
NYWd5O/DGj4dN5SDWASbdrVv0JYNrEDuwktAsngsUS14GVPLcCNr2ZMW3Ji3YB2DSuYBEIGASOrf
xL1EvRmYN1DeZoG5auEEy8w7pyi/WjVfai9RnLo7VNUSfI6FNoRXJO3wweka7ff9DbX9Q4gWeZBg
l9z0Ne16iIaeG/qCRkOAmVQZe7jearFLoSyAwdgqxzaqZk+N1dnP40l11UA3/9z/FbfbmtVAqeOV
sYnakThcb1ejLo0K42vp3MsV+s78HoSibBPRYSPfOUGbE2ajcUPwArPl1OuxqjLXoyE0pHMqjMo8
LawTzY1LDVfYDPTEA7ICancqI1lKXCsYjOiYG2FzQQMZXuP9aW88EoAdmS+FUYh/aKJe/xaGc9LO
MEJ6Z20EbLuszM8JOm/v87Aa/kkkLcbBadE/zVkzn/sSmesD5qC65hZLhEbX/V9zGxxe/5j1wigy
yfMCY0Qt5OJTZFgoeo3KbL2rk2r0slmxERyCQubY4XOFLtjfXwWEQgBbOYHoJyJudL0YdVtp/YDy
3QVFbxQYdCL8V2T0L8wbCP2ytHLez0MZHNHyEwJ3knNhLaRi5xa4vcgF1JxoCFqhJbzWrn9GorMZ
Q7MPL6lhdQ+5Yc6St2Rx2++Mcxt28meTxgvcIq2V9bcvO8uJpFGBTaJPkLmsBFymUfbHxTAjF1E0
6eP9z7t1xoSfCKVlR+dVXtUsIpTSFt2ZuN3ySvLbqZpOzTL0LlIjzg7vYmsowcsDPMP0yO+vl7Cw
h7CwR+6UxJBiN6Sp54f2gkBfgTjHTvS+ORaYTJCCwr/lVYzxzdVhJUaRF0UaXrokaiEDA4o0WnkC
W2bstds2hxL0AJuMlCbK6pYqUgAEU2Sid5vJ0UfEZPSX3ByH95h9Od/vf6ytTSjw0JbA65iU469X
sA0k3NfNBPaWPowHvQqko5Vm+U5kbm8NI9gxQEkJJqiJXA+j5aFRBuMcnJ24n+KjFety9zRDSg+f
O0Ppv8VNmilebi10n4eq7n7GMHeSE4p6RepFpVMaHg/EHIPhc5Iv+Ty1yTEcqBW7dTfLv6eGp9Ot
gqlsEQdq4hTfly7TTw2RxeIPy0zlso3M8N9YT5rK5S3ChSbS4inxyiazBr9rJTiOi2XEkadSbPm3
gGhPamAY0zP2RFPgUiHKpg91ULKdZfQwO2901IKcMWks6yG05Vr3higyC57UTDuiuZHXSNv1ZuMP
3TQ5B3L+dMCLASzRk6wu9kuipFP+DhvfDqFqFDEPs55gs9jikfWQWUUOPsSqouRhSU3th5lhBuAG
RR8Gh3Qa8uVkZaPUHpSuRLGzkqvMfke4Pz+EIVqdrtB+ea9JJZjoeZT6r42d5cE50prmN+mtEx0k
uUqf1LqrUVkac4RzoEN2/aEDQ47uUxCjDtkgaVC6rdyGn0mY0J+IQjxn3VbF6s0tCmVGPKptqJvF
kl7+pPYfJzsPxcY5AA0kmqayYlABXcUuQUw7WEX/5pzoY/bIu46bbxYC+VioNkc75/u2u0EuLIxh
eKqR3XDEj3lzvoOmKbWwaOKLY4bxgX7C5KIXvvj5IncHFAb8Is/QErSivYFvswiQM1QgRC3NgEC5
egd6tey1xrKjiy6n6dcE54VvozIm6LCrdnfGVZi3uKtCc2e+G68wbmwGRRqhxw5V53q+thYFfZ3q
VHmjsv1gsygPqM5/GHV7eUwc/R/amtKpmQYK8WVf71zcGz1TynmUlyEGAStAF+R6dMdYFD3v+viC
jGjhoK81VCd8mahL9R0cxLbRh/KCOqTaugiS5D/AGfXPveaQTCLXmrqT0minOOrHh/v34caWo1Ih
Gk0279cNgNrKw3yJGxnUVImLJk8n+WPST/5EU2xnd299d1wNuXTJAnhWVhsuRn5NXZImQokoNqGU
Lr2XOfkfWQtLN+kd50DPeK8zvzU9rmBdgZEi4E2rBzNK5jwbbYiKMPfVIxeIcg4QJXuXSMqe4PfW
UMiJkkSSnQvNhOsvnHbAzwiw2NYK7VaD3o8/NMqAJXYxn+5/tI0Ih3yYTrKQLxXWL9dDBaNjA07R
ecSSOdDcMnPCd2NfDh1t96Q7xVDD5J3TszEk7UjRjxS+lBSMr4cMcWnBcc8OcRmrogMeA8YX+k/h
0YkQRUuNSdo5MBubRTR5aV5AyLotbZWJNlLBQCI7dlSe6H76XDRZ+QNctuktXJOuMc7zf7iZACez
soIsBc10dTNlwMEtc3LIHeO695pBNT9Ic0HyPLWZh+5y501V9dfmjXxFxaRWjYYVSvHmalATCUN7
MInpJqNEKDGkJGl5AQfC+g+fUEQjxKjkpMDgrj+hErYlSm+LdNYwpXZpaESelpS2L3TkTmWcSYf7
u3QjBqIoDqVHIImpA6/GC9IgT6xuks5N2lQ/LLvoPTs19jaK+FOu206CiUzlnW4aVbH1sZPiYUms
1JbOWVuop3HuC69cCttry8b4+2NHhxB+jsmmJKVfnfB5mp0+cxhKV8PyaZQgfOSa8z1JavuAt+ee
qtPWkXsz3JpQmoBhNukPk7tHTuxGkaGcZq3ofCPK1APotL1y/dZKAkbjcTQo/ltrnbFOi9rZCibn
POvL6CJMV17QLdW9fpC6Hazu1lCCfQzZWejgr4tTcwWNQ0H48tzOqZhLWT3o1cQq9rDJ7+/C10bW
aoOwQwQAjf7ubR2mbThbqRXhCVeoxYOJ1HgPqCAZzzbN+6dJDojrxrRx0gM21snvRu+b0R0pPQNU
6mdOpK7N9vLQFRpq3hnJs/lZjp2l+4Jur94ddHxkZA9p+qD283KRjWdM09STXaTGt0TvytEzwOY8
RllhfrbKxfiGGiqxu2kumfaeopwVHHnmy99VpuWIag529xSQC4W/bALP2YX3gbNXPAEs8yZViWLf
AsMuu6MU2I5b6UDkXWT+O/tXuwydfIDFGv6IMSuZ3cwYZf1sN4U8ekEsD99TNRn7E0I4xlfqcTxS
ZCio5GsR4nW6pISpO1jtDPZgtpJ/c0rndI7uf4yNmJMyBH+J/JWHROyLNzHnYpqJGVcoOkdqaj5m
Yxr4s4LSumgQkXyQNEuARP5kUHx3zu7GjqPoCnMIgj1SM+trolUIoGScePHDMMrjyD/hZ1FLvWc2
pk/3J7lVCBMwAkJclDQZT7xtb2bZVVIHzkyTzhLmfQ8zuS0UMSmdia/ZgVI2Sy6P1+g1kal/0Avt
J9o39cf7P+J2vpi5gE+nPaHTlFkX/nKcEHujAJKYd5XjmcB4vaCxli9aly47T/XtPS/Ee0STD3Fl
yFKrazHP9cIKTVrVI42hB6Jb6SFL6/7f+xPaGsVGnMlmiI0qi7GA4akKwndMHZV35TzqZ1Rs1T3M
l3J76yK3hDIP4BNTAGRXgU431WgRgbMCrWf3HxUgLj/TYVpMDxm5bPCAWFNCRxmj+0A2273gLrCc
5hhabLwo5k/Iq/E/ydg4gJXl6MuMjcDDyHZ+ub8Yr+iN60uNMistJ1T4CG5v6puUazLVLsbogoB1
eymp1cyu3Ef5v4Nkhw+kFQgNqlAD381FOJD35suXfEnHQ5VIlm8MlnwcrN78METmcr7/0zY2Ht0a
pDlo19DjMFa7IeqXeMIXBiF1ux1OOAw2D0aAvU1hKpn/90PBGgDyq5IvI1R2fc5syaYNliGr0km9
7MtZj+dCUQeHTEt3ZeQ2th9wdJgYPCNgOdcN/oKwAEQc8WgI6fvnQAk1d0vKjOkp0Prxp4n+YuX1
JK+hWxtB/wH4yzC4oH26nyZlje5dFyJ9MentoAMJo9rjT4uj/qqAeOG+bEOWcZFhXaZjFModpT2p
rFO3HrT2C+6N8Te7ycfI1WjzPszqlGR+EgaKKL2U0w/HAIzry0bfP1cCi+1r5oKoeispqKLm+YRO
mRIalQF5StZ+dvRgKP9mpdG4A2/Iv9NYRrbbIaxv0pCYk9pT8Q4JqEaX8ec6Wpw9/M7GDhGQSjJs
qtG0hMTff3M9SnS80jZCVyW348FTp6U4qMC2P05auQfdEZttdUxEEx5XBDoOWIOsNmPvZIYWOKR/
S5H8UHotOi2S0Xl2rjW+arfyswMbwseNXnbjopt39udtDgMfkIID7T7EeGhgXk9UAXFg9xmF4UZL
ZT9vnM6Hhlx7oeNgLAwvBFhjvSfNszVljQhfuLcifLg+FOFo5amEPPhlkhP70NB/OXdmK7B0/Rh8
KoJgBpQS5MEpqkrqCnXfABG+fy637lBBWhJxMv0GaqDXE0cqZ5ydQA1Qve5S9p2T5WfaQIHz74xz
g/KPQ6GpdwcaH+cO1GT8gLkTj+JCG106NIWuPo9pYn9Vl8L4Vx/LETlFa6B4v4zSHnJha7loRgDd
pza0UZepdVBcVhOcc3Oxa5AT4MkQqY6JASuKV6bbxbFqwd1ZpuahMsNIflHiVrd3lmzjegFLzU4F
LgOuWl6FDEUskxmlDeGJ5szeqJrZs1501V9TMkiQ2I4wBgRTdZ2RdWlqtei1S+e5iuXRNyQn+jSF
KIJ65Vw26hF97erL/b2w8Zyy+S3ISZBpbqsiYUaMmbZdcNZSXD/9RqrMU5sPs3MAp+N8tmnuv9wf
ceN6Aa7K/hfoG2hRq83XKgHQ8zYMzg0XYk1Qfeg06gVTluY7tbPXeuzqeiGWR1EMGVPRbFo9QEZa
B2k8d9J5nEzpSY+czHJJRhfZi6tp+sWGWzAOAIsEArkq8vmcJkr8a6R2U/hSUTU/0ejXahe2nfMn
MNGPdnXJVJ6MdDSe8QeZRrdV6kTxFkWeEL7MJbk9NoNUGJdZraiaWS0V9D9Ki56Lp4bjRAwQVKGD
m8HUfOrHGC9TdZ4CYG+pWr0YcUtRlSQpyjFTIZU8DEM9AEEI+u4X7RakktRJ0r8MykJzqamc4lmi
U3p2qGeRsHSS7nwiKpEfMS9TFF8fdLN84vqeuo90qkBZ232SL36gZOC+B71ePuqE3JJnF04KDTcv
pOYhTgt07O2iViJfUhsdezVcFU8OdNTsI6E/gB61nNGKaGxnMjw8AqzOi3tV7nG/rvoPtdw1OdVT
i+ZplMkvPVySzz2yTo0rRdLwFGd1FSI6w5XsLRPoxjJ37M+aRkIFcHuw3mtgwb7aSlvaAGcQnfbj
0qr1Y0TXFJz7kkyLXyzLVLt5M9DswtwybLyOdRncJcSRya2LILJ9OzJt7qM8yHofO5qk92FDyBmC
LIsDwWQqM3gnaijJrpVWxf9gSuDLhKRq8vX+Zr99YvD8hOJuw3RDPnWdsw9NZ9j0/oyzTDH50Elq
/D1Dnfko5wOKkpMxHbEn2Iu7NhIc4TTKriePg1O8fmOijmTGMBrzPKMuhkqSXuvoXOnlbNCTBODv
mloT/skaDa8zqpM2n0SNmjl7hLCUtjtLcHver3+MuFrfhBPIEPFxJAt2f5qHfoEd4aE0a/UwybuO
ehurDcYZujZ1LVrMa6KlZeYcrFHVzwo3pwe8X770RhnluFcuznHhoDx1Gupi97/xxgTBlRLEcMmI
hom4Yt9MEGZeF/f5oJ0Hrs1TYMq1j7QB3IxxT2l+YyQSc6AC/IdZruVf485EpTzBQqYHu+3XnZF8
6uRIfqx7I/p+f1I378Krqh5AHUPA2HgfVpMapbga1NA5V6r0aWFZL8rYfnHaGA3BRQv3HoWt4VQa
azwIzPCm7asUegksKcHiFI+awxJ1ukcwoXhOEmieni979ps3Kyk6ayIzIe4EEbkWecUpJDICeQGj
F1j5SzB0AfgqCYvTqlikPfmJmxhGDEbBDkkEXqObQisGgaGRISt4NtI4Dh4KcESGlxVqfqhVs+29
Za7x2xtw5wi5JaPsQ9svxY5Y3NYCE++9siANHt7V91xU2hHYmlpnm7b1UzjrVnYaQJvWxPZZ8Vhx
he5EFq/aPlevL9MmnNHQ2CfjvEnJdG7vHGCPc45S22wfaqXNFl+jhwYxGJrCAKgKz5BCiQ04cE5f
aL7SDcHvthjVc2f1kJcjOw1fqjgawTdUbdpCrc+6vZrXTWjHz6QAQ1sXhCy1/tXxleyF50fCCLYG
xvhFRbX5jzVof61ALkZB+hCqGNBPou7r8+SosNXw2cDvtainH1U+m2CsZnr8IQpJL/fP7taMBE0M
SB/lh5vDVGrOGCz0M86onUwHYuL+Ma5i1b8/ytYRQujEgW8jZIbWR4joLs9JVtjVyZh6KV44J+qr
lRs41FTvD7V1gEjqwYVAW+ElXcVx5tjiuAiA/dwqhRy6ljFo3yve7Y99nwffMlAJEXZHYUPoGkwg
+EzaJvNOBrB1gADqoTwmaPxM+voDKphaYZQ12+cZfKCwA6VsABmsHRIKuYUknzEj3Zv3xoeklMap
JSXQheL39ZgzouaE5qp5JqWx/aLI6wcN0f/z/dV9hVyuDioZFnEKlxMX4rqtpjeKLSUyZm8hBKuq
9culHZsD8UXyOUdQoDskJLK2r7R122EdZSLhiedW1jyjYAqEZomNsvZwQJGMHw3GSM99gBGKC0Q8
DD1ZWbr5vYMsTvQ+sKLye1canfS49AhjebNjhb8HXc+JsaViOSK367SebGAPpgcSJls9/hWYXbWK
lp2rsQy+doWV/Lb7NP2MC7Zm+yj7zPaDquMT5I1NPfyQrRmMyaSP4z9jp5d76PaNTS8EkIF+CEEH
agbXX0QeB9tKR4zLLLtpTooctsdi0KRj2aXF8f5n+T/Ozqs3cubc81/F8D19mMPi2Bdkd0tUnhxu
CE1ijlXF9On3xzne3VF3Q72vYbwGBppRkcUKT/iHk2CGegitOW55VA25GI+GaqolG1wNE+6FWDsC
DBKEws6KHaSQ9coxa1ImZMT2rw96WrjcRqViSa+TfvwJCoMSbtk5yCbGSPRoB/LyhnSA/s271jCM
m5xQMo0aenr389g7j6so63uNgsajdMsidscADom0TfdrgBxvdiGfO7MdHGYdvRpo/Dzd0THAxeWs
RUctwNTc9nuiOeubJZ37/2TeSSfgqJgkxMfBc2EJT+a9H8Rai0ZdgUBQGyVVZg93HoQGFReaaL/3
RYmg+Otzf+aUIxTZLggSgo08/XJtDWY1dEMxJjHAZFo9gQx26xwk0eIWzX4qWv1GzlWwl0Y6v8Wo
9y+jYPnylB8ILlng9sl6w5d3KVHWDwguHRV3Msgjrajq62pQHWpWRnU3BLXaCzWZh65yzAtdinNv
DyCPfkxASAYh8uXbL4ZbVEafEwH6/vBxk3N4dKxWZ+o91PoM0ex6oxIhCeQUzZ5+ER195nzHEpLr
bBOF4Qm2nf9HFM/7Ln7SVElsb+xd5PJE81T4VWHspFrNp3k1tYYMceh/FuuUsfBK70vvZPYtiI7J
QDR5teZrSSPza5LYBCmNnadPM+zo7sIyOXcEBXDON17/b1Gglw+6DCUG1yOha5MP/dfZLDzAAsVC
Hj5Z6XThkj+z5cC6QW6n67jlsEdbzkvnWRtS0gATVCudUun8cmddfXl95Z+Ze/InAALAdCnWHM99
kxmVrmktF1C5utcobxkfskXKg57Ymh7J/i/TvyD20g/bEB0o7p5E/6Ulh24asiCeyia5EgiJF3uv
VkN9ITM8lbtgIDCmlgl4i9bEb5vOPxbVaiLFkRQELo0hcc2ojMX1qUEo6yueWlr7LkiW8ZswbcRx
uQjks1nlNg4ugU3t2Wvy7qbwunz86wvoxUOZLxcQvp4eTpe9j1nmsBzQik/emBgG73s9WS8EbqeV
iG0CQCtwk4GGIrh4OVZvNd7Qdrofz3airqYM3FMOOTf02qC7rjltIogWVsiWyXEmnSlSqaYqLyzi
MzuGg82myr9VRbjYXj5EV/RrqXWCCJ/r9t52NfhoQ5vcoNp7yc3v3FAb24wOJTrEJ2F+o9ZhcWpW
VmvL9JeQo9pjVS4/em77/vU9c2ZnsnDB6m8Eck7so/DAcKik5WDnYuEIe18naft2FZl3QUvmzM5k
jA0QCXb5tDy8+jQunYGoFymq9aOeyeJ6wq/pKWeq06gMlPvt9dc6cw1sFKSN589VSEn65beSRS29
VG/8uBXAlENv6vOv1ewV8+fMqIFc2W2QPa9Dpd7OFRTdaERD9dIGObdqN1Isjj4IAaDLd/QQiDZ7
om8mL0b5c/pKby65GjAnFqE/Wk0RJqQAWQiZr1lpSAzDLRiB9WbxsTq5sH9O8BgkGltpift461Id
H7/LmqB9pXQnDjLKn6nyrdBwpnJfGKgc110l3yxq1SIHKaEL1/Hv+/YoKYAtwZ7d9E1QCDzaNB6W
O96U9m7se5237u1Z2Icej1Q/NEfTGu8QueyG0EIM4roNrOR9Jr3kfRF468MiyuTSFj4TDONVsyGS
OUQ2cuPLZZGQYmVVlTixWQ8CoyO+TzhBfNi5yKIcjG7o9n49rM+vL8YzewyJRA8lQYDBpwRpDnRA
8n3txrVyv/Zr39zCRcguVGbOHBkoSoN5hhON5dBxD5S0soLgzavJHIv7Wp97dMMXtXzDr87t96+/
0dnBAGnQfQHgjdHK0TwW6eawvVCPLuo2bpBuudkMYneBmOy/Hq1TgQanSUt76/ccfbJBr92kcmcn
pooDOqPu5GHRnfLCDjm7TglaYZNzLSJSeBQ1z3ptTclSOPFqz3259/WmRvmnroq3SW8UMupXo7hT
eVuUEY6Q2YPqgDaFzTzhiNzoNYrMf32GoXtvfqN0z09a2oHXClEtJSvVbLPbkcJSG07w7sqdPvq2
unC1nVuhsFeAVwB4Oy0tUqu059UXbqzR3oskvaQIH+DqQkp0btVAugVwC7GYq/ToU9q4DI1Nyyi0
8SHrWc4UlXa/HEDfqP9g+iCoc59tuCikLl8uUKQMO6drGAo+QBlWwTTHQTEHuyQdjAtDnZs7liYn
6G/Q9HHUmeWDtnYQRGPd0+qbkfFAOs6XLNvOXCborWzFP/oDODQelwwCSiU+fHC2XF4HPyRW2kmU
rFJO4eouSB0bQFN/ECO5aBzVa4VZd9uUO8ueKGq9vjRPL3OeZAP3bTKyRNtHcytSOuZ+bjixB4jq
fizLEWSldNMRk2ivvjMXaV7KH84NucGftp2w1ZeOVo4LYjVPCRFjE6baNbylTREGytUhxQLsZrbU
pWru6VKlPAAsnY/625bh6OqmiD7Wlp97MQSCcVfUQ3qgnuTsmwFE4evTeXYoChIIx23F4+PusjXr
FghJx40rza1hTet4tiFZeuhFoV+giG7T9PIy5q3o+RBNe8Swx0ISRGA0mjFUi61u8PZ6Mo+HRY7P
Rj7b+7LwKIlmfoJ0Vo9Bw1JcBt1tdLiT8cn/Nn6/64Lmfrkr9cLSMuA/XjzjTAQGIh3e4Zhl3Opj
ghdwb0xXqzW0KixxXspDq8mmB2RrLmEVzk04Zx3VMCArp2niCFWucOzUi3Vh1AcTckVkW0t1bZj0
61//tmfqYBu4kK/L3bJxVLdn+TNza0EYw/l2Y0DXCKgiAGZ+r4psIWnxtfcVCIYrzamDd8Mwu/E8
N9jdK2iad2ulT7eDb/VXKh+Lt54q51+vP5rtmadfg+WNgAxygggPH+9ju/B5dTCfcVKmwfhM+NXZ
byanMrTI0iyvP9iri4KZh2iZeQerR4KUXrRlCTeFNeMwZxh4dmHj9Mh15SVoQPdN12mN6O6c0nbK
JyJ+ke/7ml8fjsPc5uHolf0vsGx++3NpXJkeegME653Um8K86wO6u++dnIwgVBi7+zdmO6bAhRa9
Xb9kVSCayBU2unGaEyzY6bhWWjwD+umn3WgtyrrSPKs2rqVvSCsKusS1I/S9VfLLw2arBnEwI8YW
0clOi3sxTgMSpdDT592IZjzXkd2q58rNivIAIh8MV1YjTBelGvoiUeOrWu6Ib+lJCOR1l8esMEcK
91ogqlAMRX+jlnxKwhxOwhwi44+AHXJI5pOft3RQBtEjPlOWi1FHppULYk/g0T5Io3n8Njjt6Ea5
malsp/eKfznkSfaEdF6vbsq8N5LrNOl1c4+LHbhtkQaT+FgqqzbdnUdx3Htep8FID40tvGTfWQC7
97OfL1hDgKFdq0/AM/zubi5yo7mdCmdpD0NFSvBtautZj4C3u2PUzKbd7vNGIRDVIvs5vNGrTqvQ
GV2Xr0PvNPYOpkf1TqJCr33Dt7t9SNvS0new6htnisUqjE6Gyk11+75a8KqJetua7zZuFGiKUTrf
PGU6yZPhCqrdKNz1nxy3H8sd8sKAxwyZgcKCWW3qIUppqP6iO6KPGF4l5kdo/dlPw1IBEZc5z3d1
D1nzyu1YPm8h4NbPtDi8PqRaX2Yh8jDG5yUxNfEIWWs2wsHApfuOPo/14IzuOqEWZRc/FPKl3ccs
rarlinrzdIduVFs/rVwJ2T5PHbMIi7FcRCgdd77BJGdMDtPajh+RgjGD3WJq01sjcZxbXS+1j8HC
/9AsXhbu4NyrI7VkyZeWtM4J9SEpx90klxVFhMBovCBUuZetETST9rmml5tGtt1ZTwNFjvHWRX4P
QcOFdwytWllL1Fk91lsZ58sHb2rksxS+MndBXdC50MHrqNsyGWrrqtRyS13no2p+QrXqpl2DWfi3
OlBlH5aBM1hhRzp6WKWbP+fIhnytPXxsQ1evkNBKtSn4kItMN+h7lYYK01HNb7ROIxYsii4XYeDQ
nAtV7+bGwQbYGRyQOcTzRSMN381JQo81Gz2DHC+vm1jiUb5cl1bdJTyknd8XOL7+kJNv9DvD6OYP
Kl3cbIdDj//koh/XjDt3mC3vzWwktR1ZeaKcA9116AqD3WWS7EwZ+idLIKwXV5WbtrcDjIhEiwZX
esvOgjYNsC9zQFo13YZHHGyP/HoSWZAgiTE5RH7KsrS3nt3V3i31NvmhlvT5nv2lrDD0FCrJ7o2h
MNyPc7GU1wSrwOnzNhMgdftqnuTtXKZW8uiZeT7cF07ntREKk8EtnXJZ7FMtWO67QJ+/jcVKDQzi
AKYDhdHbb7qslPrTikxTwFGINgwnaWV/N2iBlBF81WC+sXxhj1c0IsXdTCHADSuctNKwRfcFFUmg
3PIpL2aQlMnY44i4QhIJE8sYQZ4NRfNpwqsRwoOt1gl6ObW5J9WJ6kFD1z25HpOuHPeKilLKoqsX
B/m3vH3btY0B7nhhxnpn7d+Jvmynj0amkmqfcrw8rkoWHnQXTf/qdn7/iKCutJG3FLoBt7uVsFop
Sy0h6tarF/pSek8ewmg2fB+Uye6MDpWNNzD45Od10NgfVuoP94PL2j5k3AeARYfSj3QXnk6EGni/
RK6F+9auQdZw+YT9VbkcUgs42227Gjk+MOmct58yTUjjyoah/i5TS+Md+LZ+8MBlv6gIt7PxsUva
dI7ABE7Tfbd4QNFQhfHkzsqHtUQqAgXAsMoXUYd2r2dV5LXV2B+q0nTTQ9cQTnPFGaraWyaC+AQk
RntwatzNojwdQX+Npel8V/YsjbBRZoUAPFlcSCGPxbtgGxZ6S9W+nUG+fDM0lf/0vMF6qmq0Y6Az
NsWPXAzTD7303GLXjanwwglmgb6b1GK/o1JegEw1Vh2SDOvvExeyqHeBapcvgdEn70Z3Frft3Cy/
Zt+d6RpXi/owkndzTjSzlCHuh/2nyVwrTHMrbR0OVW00HzxLdF+6xMjfUUvOMLwpq26P8qWBIUY+
+l+dkpoxBrdNXu4apHt+uT59gZtEz8Y2NlTTZrtpzPTH1tfKPkbfOX9YlT+5UQmiPAnliM9chKBU
9gHh7c4jKWFVR4Xu1V0sgX8WO/re7nInW9f5lAEJSjCHUJ4eIuI9/5p8OjYoaWEc5UMmvB8QQLZD
Z3BQGa5cJ72zq6YrQ1gtGTrtixx2ySg4z5zSWykFSyn4ZMAD39T0W+hyynReI60p8u9rl6z2nqQC
LyFb2uLrmLZG92me/fojvcVJg4rUIsrTOBknLc5KmherpctiH6eJlnPDCr5O49J9t3GxsfccRbX+
ZRnn3jkkQ2Lg1ZAtur2Xfdc8mF49fLFQ3+OSn0x5r7TB/Ew9Qa6RYwk1h9ZI/hK2Jr/vqmuX3N31
Ygb2Espq7fwbD660BTdMjENYDlWOLASyb4iau23zZlrT2aH0XVcqSoSexISS3meXZK+MKLEl7/0G
IdvIX3oxPBFCmtwvVd7B2g2KoN0tmrZ+b7xRd8JWYbKyG4AokDt67mLdzNL0ix1c/cXYz1o161fm
6AzXwpCes9PaYszuKtNb3w5j29tXeEiyxoE9zR+HCjxlpKTpqSjzg7Lii/Qk3OUANBcokoNZHvFC
94CR27pcO6iHkvOnyfpBphlvGYCrfVu3+WREtjuhnTgvVq1lcHKT1f3RSNEPn14Pe09LoWBNtvoY
Mp+bPutR8jqO7AY7K4249mo7LrVCTTupl4AZrYUUKEz1JL0VSELfFcoz+gsJ2JnUA5koBLKIMkGo
HSfxsMX1ihvNiIMq2IK0NH+CDVyHnVtc0iY5MxTgRWq9KKTTDTvO9TiQ60qTnMUIV0+7lDgq8pJE
XC+y+8uKP7wQgvgUdWyD6vJxBttaetpmU+/EjbCcfYK2+iGd6vTN61/uTA1gE1SjcGtSpTrp7Lay
VrpqJycGQ6ytIUSY7uPMmfTOSqbh4CId/P31Ac/NIMBW0jeI4hCqj7LV0R7aeqoCAJnElXtjlObd
1HgoeVXlJV3RM6tyE3SHz4F1AS5WR/XUeYQoiO2gzdHTGv1+RVN6n3RL0lzLRBNXqPH5+BzJqeFu
7IzskhPH6dRu7YltRVIZQLvh6E3rUuRN2rYAQmVqHzw9T27NCmytHYz6DjG95UJNl/T3TO6JCTLV
QJRQAM0dbcOaMH8dfdNEYjDTnjsEDhO8G3iK0F0Hq4qGQellJJtxHCO39vU1LIUQd31i6eCyGlwA
90sK7RYXE8yhee7CfzYFHkhhQY+jCO1UH/vdoHOnclVYLVZEvR48L9awos+2SVTtKq9MMbS1TfnJ
Tkdt/jQ1vVlGnd04n0e9tDmotLwE2Lx2LsLNCUGbjqp4gQN7DaNmHWRH3DQiKkMy0OXavjQDmdzw
W5L1trO3k57I3hh2WUdnpkQEd/IfE3Any1vRe36+18a686/mvsqehk5f7K+DYc0WRlYmOukElEYa
dRT8UITJuODSXdUFWh3qENSSKzcdJpKjxBBvg0C0m7705pb1UNSGmq+BWpgIfOTNTJulrzU30nWZ
qJ2dWwhq+oWuGVeUkedyN2qp4x7yYDaaHUFQoxBqcfv2up89Qu7UNIvuYXQNhDxgM/TFBw+dOS30
0VjNb+Et993e6+wO0SFswrHmsqB/fLBJ4R/XGYx9VLjSUlGninWNUgsF+dAV4Buo+Sz601z7Y3UP
nNt5tzpB0UZZAGt1P2apUe+NIG2x+0b4HVA5zQH7uhvb9XmeV+NjgrIPV3HddemdZniiCelvcffY
dVujq5LX+XAFjq9/UsEG3UKRpA6Ik8x5+4soMe5NrHDgeFLszsIl0VafLmDaaXs5DrmMPCSjqFUo
pxBR0wXijWb5NTcD95g8aLJnDqKyXaz3TedWKg3rwJ1kKEtV9Q91kvfDr2Idmk+unrukD469+Le5
4ad3yIhiG0kuVaoI5E5y0w8lNq9Bo/koUOpVK+7qyRTO9aK5JC5QteuPQVP1LjQO02EfAAL4NE7K
vem62QyuxGIUkKvrdLmRlTO0YZc7yXg11YWx7qTrV59VDusPIcLRzsJqLq13yumCL6Q5xbs56M3b
lEakFqnMqau7zgclGw5towXXMOTVfWUv0C2ncvWKa+TyRRKJkkbBQVYFgUMNGLnd4bmpupCtqqO3
1Jv+Q5mhaQQouUFLTPRp00XuWLfPto1bHluwCr7baZ1N7Ju1s/cEWzr9yDSFnoIugbFGJkQYB9XE
dnyr9MYu7/QKiQZ4jEvyya7rtUaF388/EyN6VeRWzvo+oCz+a1x7fd33aTW/L9e5U1cadHOJLLm1
/c5izstDOYzu23SVG2ND9ySFoMZpHrqx6lsan471gxRg1e6XKVDvpgZl13CE4qzvKz/vS2g8i+dd
Jb7KKffUWFMcWrAaP7XK7RYYLgAFw9GqrRpTAWd5i+Rd30QZNUYztLAxqOOga4arXNRBEEkUudtI
X4JUjwjh6+Z2zgGqobul53wsJSEer4Gy2jDTrGSfl10ShLrm9uWBjM4iu8NNmo+qOQdryhTdDSOZ
b5U5qiKi8TDXMII7WtpeK6f3Yz74tDgDU7wvhtYzd8AKXDcyHLIvOk8Vzs2YRn1ORWqbV06fzruk
GDvkx+jiZJFMhR6XgzWP+3oYNBWVC+imeDZT3AiMMSmeyLndr7WpsuHCFXHaVUHUD249lWqgXNwS
LwunlQHLHGEWK163EgqtYLEzxzS4VJ/dfs3LijTDANji0qP2fiIFY3gNSUlf2DHIWFWEkyPEY9AU
zcB+npqfdNWbx0U0zlWZIS4aBm7RuRuH1EQ60Sq+vB5wnEYBgGcRM9WR/CM0PX5nf8Vg2qMGEmNx
1N4FCfmpZprqhrqf94YSX4GOYqBC367Lq9dHPhcAAJn7jTg505mTVS9MTwgrFoPpv5nVbJBjLPXB
Vn7zMBmJdqFndvZNNw9oYFqoiB6HVnaGuuHU9Va8hXphG8h25/dWfqiS9msS1O5nUqSaWuUwHl5/
0dOYDul0AroNaA7V5jgA14oRUqLlmrFbpSsSWI7azWbpU9XSlwtDnYY4DEX5CgE0eBvYFb5cwZQ2
yqJwUisG7rDuqlqk95LD7BFx7uJQWrQ8R9dzo9ff78y22awmiVap6wPZ3yb+j37D6C6iVWuhx9Lu
+zhQyXdn0S/ZF5xZLdBQmD5sGHFfOu7jdmPW5gjs6/FsSLePfDXV37DZlfdovQf9Xvi5c4HReuaz
sVqg7vAfGKJjTGvuKgTQU2uNl5ITVHeyHBmlJj8oza8vIFZOe2SbcTNIjYA4mGLv0WfDetEcW0cZ
Md4g634dXPPbJi12BafNvhlQZIjI7wbEBxRZPvKpF06kM3OLTJSL+gWqD+ArjobPs7LyKto18YgK
3H4YgfCWbpEQlq5FpCb7P9gQ4FK2MPy34MYxPqcu6YTVUl/j0Rz0qFvLFhnIfIwdZ6wugMBOxfEA
D7A4N+gNE8yx/nJxDo47NY5y9bhOWna2rnnieZOv70NjyobvQYVXDsJYVtOFRRFoRUTKN0uYooPx
oGRfQnX09BGb5Dlo/nJyyaORVSIcuLXYj6fB7qVwFbEX0qS583awrOWbMc5FuZv8zv7eGRROLuzU
M8cDJz24KITPcDg57gz2FSw/1yshZYC2iEddzLtltTBkdDp1s5kfRgra6uunw+k2orK5kci2PM9B
Ke/lB2iDZjacdbViJ2nl3pgaekoTbYYAUcC/PhQjgSym2oKT8fEJD47SzZOKG8VonITu2qSqK9Ri
3GVfKoQCLkzm6bHHkQf1jWydgwle2ssXQ1cdIzjNN+N1BE9P7dC9X6XtXDgaTj8ZKDYwqHDQAFoB
Zns5SoEpZ1/1qY6skZ7fDw4xbm7W7p2zQCcedb2LFqsynl//ZudeDcIfGEJMu9CaPRoUHcnEs3Nd
jzEIrG+F3ZdxG6hLonHnXo3dCUaRCssG7Hr5aj40GtPGNTKGROQ/msAcaLJJ8VSWqf2+7wM9CZcM
pOqFOODcsBxyAHRYIR6WHi+HlRw9+ZorPTasTn+j5QWCNZWTH0aaYHZklNATiA6Ksb8w7hk0DaQU
JpTNgDgZi+blwCwk0x7hMcWUr72NAjPQma0Gf/2Eoj6Ymn4anGQnCEEPXT4jC2bIut6VjfAu2bmc
7kmeBHIO/fnNi/74vtEk/BOj7olAl7U8JBS0Y1MXzt7oxSUM0ZmhECqhSrdFBqdXW+NJmddbe8bu
u4ck9+VDaUgUSxrN3P/VRfv7SnFBYGEeyNXycnqhm4lWYGQSm/QF+p2WOPTDnLY2LuzI080B6Xaz
kN1ALRw2R8vWnLMqrzF2iZ25aO/A+je7ZTT1C2fZmWiVYAAiJKQ2EKzHb0Mts9GcztZjd+YigE0D
veYwL0VhHvyi78bIkar4tlBBo5UsmvLS5vwNpzzKUrDW2aqDJufAyRqBnGGr1F0MojrKkKFALhn2
StmQ89N5rDoy2mXSQyDp5lsELGiTwxO1v6MRF3wO3M76rpfz9DnBFh1rHnqtD6qnZB/N2SYnPtG9
/Fpakzk+m4ainjTQvg91BYw2thA4eLRIiJ7LzHe+dGae9TuM1jURecJTXwenWG8tUUoN7To4Hrtu
oWJzYbOeCYkA7W4X1iZkfGJ/4xR+K0rAfrGFsQG1thlxci2l70uqHcEzU9evL97jbQIlzN8aBDof
fYN/bT//I4YWtWU2vgs5T43ZQOOMTr2tVV2k1VkXXxjK5Hf9+WV/82uBBgMgBKXOofNyLATFap+i
5Mw5VNDxExT0HirNm82HtQRIHwXDLG9RXMCsQEvz7AvoyUndwB1DTU/S8jajYmqH9nNhJ4v30AMB
jgawyM9zghn8j8Gpgjt9kkKfQ7/PXJdC0eQgYDg6RrlDuMLJHkU2O3TJh0610bx5akVp5SYp9HJP
/7IuwYp7Iaqh8jBXOsqoZtcP804TbiUibWNbhfiLQanW16FPr9Wsz58czcxAydYuLyRr3093WTF1
zdM0TeLgzHJcHuykpnAhkHYNru0pyK2n3kwLrtN0LNE4ISjtYkp6eXrVUg9xr8HlLLj1+ZR5P7z+
BY5vID4A94BBLwZ32lN6JJIqlcY+UHHudz6CD6irXVlJoqrbkW77eE2V0fwctNmcXmICn9xBDL0h
0TdqOxES4LCX3x6zFNPWNHeMLX9Iy8jPOlyUsqlNv+pt6Y1RhmOIduNKFKVjQ2rGR3YniuZ1tYKO
/8uzQKDG1tJp5QBl3bbgH0veUwUoeKrtsRDJuGuRUAgLo3C/BzYIBreru8j2RHrh8P79gkeLn3YO
yDgwcmC7j5GzGAVQ6OtaFU/g4kZScjd4NGrqcIi8TYiaFfZM9Tdbkla/r+cU4kSf9tLdaUUnwOgY
aXFJFvB463voCW33Cf0sgiD+/+U8ZE1e5KhVLrHdtMFjqrQi9vXJ2q29KC+casdXF0Mx29sCIAMw
T/C8FaxRkt1ppeWjimtb1tVNB9zu6vUPe24U9GKAtaPPhfz3UT2gLoM10cxRj9dK1btsLWEbD9Ul
fsmZpWxRt/rtxcPknYD0HUSeJr/kiM4xQN+UxXV0AX2x93pl7Mxys6aHXtPm/W2g9e6D0TTThUP7
dB/zBNTMqBaij0GH9+WXaycBTsde9FhNVXINwi6/7iHgHnIv8eLSGpaoddP1QmBwktFuH5E6CzsY
tVPSx6M4xxoRuKsmxBWxsQSPYyYetrQanObsoJpZj8eu7G16FJR3DXMRSPHZen8Lvi6TqPzRi8m8
VPPARaKTcuHZTuj4v58NZQVIDdwtJ9dYlQZodWRyjSujMm/bYnK35pHff/NWXGoAsYz1jDocjZqd
2JoUYICCtYn1cbCzCIh12kSgQJGEWrqpyUO4TLV5PUiii0iTWGWGLiJfQ2RJ8pIoySb3k2UJdw6H
DumZnTJ78eSSVM+RDmjjC57CokNXux9pmFDJf57Y/Y9znRVDmGzhSzjIvm5CPdWnX9hY5NQ+pVfk
oSNpD4QVuPonGxX7L7qS3SXjquMAb5sqeAIoxvCZTsVAbbdL8kCKNR4cI3nQnca7q4sUFw17LYMf
DSi8X3gYq+HgtYP7/vUdeuYUpOxMDQY5AEqvJ7EyDDJTsH/WGLBu3u69xXR+lSnaFKFd1t68gauS
x75QRRUJDsdmtwUNnyo5491g2JLq+OsPtOXKL09ly0ShgtrsFgCRm73cSRpEAjuQUo+7um3zQ4+a
w4gcFn5shoVwdCizkl6QAcKr3i22lYPWZRFdyHrPHMTozxNwc3hRlz++GmZba9JkGaa4a4cCCIO+
7HWtTN4R+HUXjsgzJweKn8RfFPMJjo9pnbZIEoL7dY5XejKPvSxpLdd9F01pp980nPy7uiyq/5nk
//o+/6/0Z/v0P/Mp/vXf/Pl72y1Dzk47+uO/Hsefg1TDz7/dP3fibxwIP55l3jb/vf2S//uPXv6K
f93n34HOtL/k8d968Y8Y6d9PsnuWzy/+sG9kLpc36uewvP0pVCV/D8Azb3/z//eHf/v5+7e8X7qf
//z791Y1cvttKQ//93//KP7xz79vlnf/9eev//fPHp5r/tn+u3r+0Q7H/+Dns5D//DtI738Akgng
stkIiIMq4Tyffv7+UWD+g9B8k/mkjrXtWH7UtIPM/vl34x943LJsiCpsKAYBn5py9/YTzfmHzlqC
/0jdZkv3/89zvfhU/+/T/a1R9VNLI0fwW18eF9sW5aSneka/iOzzJG7RZvTLS3PV9lRLD8or31sS
lef6V0OXupoh7TZXqnpumo+Vd+d7495waSdhm449Le1+8yozh70+LxdyiZdp0vZU4H02RsNWS4Bq
eHTVV+2c+GDog73SfehbpIfRJGSwF5ml9tAbL/ZwTqaBnAsmF44i1NP4FEfxK7i6YiRfc5FEroQW
9m7j1A84D2BWOWIfYYWpZQ8DrvLUeSOSgQJbrrLR3tH/AO1oJGJswhkFsgegYfkQ1ikqLOSdjqAP
pwvtjdFn8lOPXfywR77FB/6HxgBY8tk2P3fzSmiYjtn6KSuk8xV7nzm9SoJl6Xaj70/Fu0ZAmdrX
prOCCSHySA7bm7h7USlhILwL8OTKnfShCrtgyP0bMNZ8zapoSvR8V1O+TbYCBoqZ1XroZgN3+Hz1
0yvNhSS4qzSF83sFZP+Q1anuhm1nAZFoq2a6ynund8JZNcWn1KktC/hCZoDbKZoCmx/69196EnXI
B4IooaPdCsjXMCsBTgR69y4v7U360JkDPISDRMooSIl6Q3jLCE4WY9tI0NfQfCJSvvW7n/RzFtIr
7IObEmZWF+U1HZsQ/ZEWJGc6LY/C8lW3R3eS6bU3YcRw1arWDdGgqeU+BUWdhFgpOlmkNM1xQ12v
nA9q7YmZ5tYHDE0zm/Z0NRnyOsVJ8sEgorykiPPy1mH10rKiXWXRmCPuJSw+unVUkVdzvVh7MCoi
BpIePLhVr3dhqxm2hnzHDI5UKwK0+StldhG8IbTv/ziA/r3R/9zYpwuaLgjGIGhDEcoSzr18BmGm
nV9RXd63gwcWucolfiAbTKm4Wb0GgEmnTbUTJrPeI6dJOVMcXn+Ao3gSowSgLFQ5fmsucog5R08A
vUMb1Frq+ymfrPfg9sUTrmzTblH1cKcA9gMcTJsDMN4gWqng3WGyPcHQqZv/TdyZLMeNpGv2iVCG
edgCiAjOIimSkriBacQ8wzH4098DZd4uBciK6KxedC3SKi0z5QGHw93/4TsfpeGEQHscnOD0bzqO
IPhJK9pe5xch315LftvQULGbdFHhlyRaVNx6Zic+0KbXnQnD3x2FrCR3DnzIwIofT308x3qWiZRg
wZir6yWtil0RSWN3+lk2ccr6MMjgWWYEVyuV2tlECeRY4GdEPExT5+69N7rWo+gG86dmxiEO0uYd
Ko7PbM1m2JhxDzIkP0fJ2qyxN79g86CuVqvQR3MtnGbtl2NWTVj3NKNkhP7gLB1uHdHig22tzhTf
Nt/Xm3E3kS3S5trkUq2FI+ZSV7KxlausNV/bpKWDiU62Zt9k8fIDWRZ+MaVaL2esQDan0+/xuVYC
AoeqiVXTZuaViqA9BsMSsqjjfWSWUYDViUAv0BdXDiX5b2de9Xr6/Psa+9erXm/VHvq21dpuc41N
a6WMdGmroe5hQ664WIP3aqM/J4WNj4czZ5dWkXsPmKaOd1Kz5p+LXTofrSKm4nj6p7xd2zDKaDde
E01cabZkwFplc17o+aS1Zol8vjH9EdVz/nB6lONr7O/n5QslP7wGMwTB6wL4I4UzubVm1M2ohZSp
sicwRPKyymfnyQLt7tNVSqY3ToroTGH+7bMRKFAvxXGFFC1Xr+NRBZIXhAQsZ6sBbZ/RjrSTI7j3
0892HA2sz0ZpjRmibLxCSszN1aauY2vhdaohWahkP5dze6hHdsRSy4ovp4d6u04JeejaWA8idU0n
HD8QJtvcschWhTIZp9vKm+oXZa6QpDaKuaub+BzH/b1HQ4tLWXE9AQGkHI+nzPQxVKOrhnVatwdr
VApulVMW4jGQnMu3bZ6NbZlNT1+Dut8Xa3NzuiSOTZ9pHtuoFfpR7mKtsoVvNVb9zViidiRDoued
r2EjiVyNPr4LClE1FZW4bZab0mnoqBvidr6fYppJd3kzIPWbUwJW6JMKZ/LpN7GZGX4tN2sCMoqR
a3bW2NwIRDyY6OEyfZcWoD6NYanDfMjmvWrQJXx6KH198j82i7/Gch1jBV0SImzbZjQppKjyRd8J
W6ivEzkRJO2R1T93lfC6AGd5V/eh8dJ+R53DAFkTu+aV5mTTEqB2VrGPhLo+gxGR3tcy43DZm3lE
urycDfMJkoNa+XYNoSnEi5NyeKQthXZ5+iHemS+uTSZQdIvpIhY4Xkl5ThMvPTHGTlsM90YvDPdK
6t1y7Yy5eDw91GavWaeL3Yy7/e/kF0ry46GqNunzzuZ4NodEO2B5KB8sGfVcLLMO785KjZ4sMhZn
djh9feObt+QY1L84uOlN5CJ2PGwtXJWlWBq7skr7x6xtoyrI6Uvca11Er87QaWMS0OQ2Xw75rE20
j9BOGmRRAgEoN/rKvhhkp4GURFxyldqZrA9CpOnB6ujoDMbeSyvwxHphXc8xTqUHXDbaLMSMA9Pm
XMvcKTw9jZvN8/c00gQPNoL9E772ZoVX7jD1k0qUonfxcOuJxgudWZ7rxFh3kO2sYWZClpLEKBva
5quPmnIqm9nVdjBvixt7FPaPGn+meJcOmHMaUdnuc2vCQ12Y3pPgYDpzRLwzPrUVC58dEw4S2bXj
t1Zy6PY417B7xtVN1xnXjW6S92zvEJL+LIUp/Mp1Xkyj+X56dt/udsSmiBNIeoMPRnZzPG5LVTut
JtXalUiid7ns+kvsZCcaktt0NyiOc+Ztvn1Ol80KshBlJEoH214GqAm2h5+Ljo+t6G682ig+AmSr
LtfSJULDNDF2nqIrBxOxcYBTMEYXpx94k0kkwwtci0Q/3fC4UkEW3TwxSVNa752WJ06m6KPjlG4X
LKgvqeB5AybDNdVrshBUHQq/xn03C9Q6FZ5vG2P1jKwWHsvpX/R2gZO7cVhyZAGYnDfsnoRbuNIZ
5o5/agVuW/1CHXeu9+f3Y/17gcO51BiA5i3K4+qKNN88tmMpQ0+fvrpT8yySvh7b1ncKRNocQmJ0
zH3J5n6fVppF7DjQYYMVMZWEw6RWCRTCpvhCTawufEfMcnVfwPbTr1Wnv07wL+n3RpbSJqXZNQ0i
JrXOT32ey/Iizl2S00jg1cRPkVEr+9NTtyVHrE9lk6qCx0O3n0fT3PHy9WIsmavU1Hco1vZ9TFOD
ntmTr4nS/i5xY6AFHAeG13SZHUwRxlYchhrCja9hzLTr0agHZlpZDyZ6zefTP+34oGG+0evQkQS/
gx8H63qzoXgKL3vJOycEbdGGSJOM2ddJ4Ty4sWa9/MOxaJCjDIZdypp0o3vweBaEmNoerJwTOpzM
uEXEZSgG2QazQ0n7nw5FsADbjyCcejx/6PFQXmKi0F+EG5JPAhcwT86OzM14oLjl3J8eahPnM4Vr
YEIGk3w/DR3Omin987JeIIRWZcNYaLzvJL+KDUmMgSg15zsUtG4H+QOh5ijFXhWefpUgyfe9Nkel
KLJm39KVdSY+fPNS1+s7hzon6xo1uZsrtj50laH14JkzxVz2KD8tEnoT/KRuOcfFOzfUupH+Eak4
2IXoVcFQaVJ3u4WsBs0kBRvlABD79EQfX1TWeSZBCVEYTNHaHPi7RvbHUKhaSy8Srh1KWBL3o9ot
LzUVt0c5L+7D2MdamBeVcebAe/vprqNy4rJyVRDI2xOvWyr6GkaU8ws2TR9zNVN8bzazS0/2+gVW
OW4AOYA2xWSpdzbIhRv29Po+sdPux6h1uuWPnjU+ShR4//wlE9asdHrSxCY0peOZl9WYQcIenHBy
Z2/ftIMM505Me3gj6u70zL/zkknFM/EGtkD0LW42ZboYanMqbegBslYvcAixb3VPz+/Whovn00Md
nzK/XzJDrfn+9Zxh19w8lda0MFbWoXqkQlbBjqzGy7nt4Thx8/coJI+4R63eGdtRoH12jWlETpjM
TpHt9UyzvoAmQL2DikD6o+6JD+i05bULzOjMMt6c7H8NDqaHyVzxo/QmHD9iD9DWTGLhhNI2xBWZ
dLGPqSx/sMuoQVqQeIcYGesLaY1iXzptccnNP/0aO1N7rnPy+Jbz9y+BS0p12iGbti3MqZTlGm+u
HPLUS3Hbyyj/3tvtfFfObn9hVKgonFpvnp1JFU9NL875T7zzQWOAwzfFnv/7yD+eiBxOAq2qCtQR
S5mvcUoyXmaoAftMDE/c/MXeysU5D5N3HxnzQZt+0N/t68dj2gAhFHcunRC7HwmsVCdnR/B72SSu
8o3jdbmWeIG/TP0yH7LSPmeA8d6XROoIOBjh1rr8jocXuZZn3tw6YQQ6ZZ+4hkA5mUe3A9KgH6e/
JG09446uUvTC/jnWZmtWm3rqXPqLwtEqO58Q3MJ0sjcOOE221+Baugsnd0AUFHJ8sIAO3KkIy79U
Rm3finxJ/os9hLwI3za1AQzQNxeNxVxikSK5DgGGoNJv2UdRmv/iMjT/P4603RiVuKpyhZEqdPlB
RKJtNRTRKNfgwnNmjtc/6+0c//upNveMQtWisSh6J9Qae/og7TLeQQ3RP4Bk8Ru7zXZuV3tB0ToR
Bf/UGG+7adoDvDkXF767rtaIgdwkeX19/ed/nI2CRKXJceBAzlm6UK4duvo0GPtZS90zz/zeUDRa
szmjBCATullWCVoyoOtsX0Yym4eiGyywa7MRFqR3Lk5P73HU99f+xHpZu5zh91G3OH4qr2hcxZ65
nE4V5UUzsatXT+3ENS0AJZBqZzhDdFh33u3b5OxhQ6RLAaXXZuXEiyBAgIEVgq9z8NBGP1zr+j80
uFwPN1pSeSRySdBQt5kPUBWl3mqMIqXWX7WTVO7gTHLvV4GgdDARA29IjdvSNKo7gzbLM1fj93bd
P4ffLNkZLwOnG9dN3yJvX/SJCyzHLg/JZKlBzn0ZQameHU6/yXdnFrkBdX6XnOs2oW2NsVorfAa8
STMLC7MqUH9V5xrk3l2alkm4hS+MTsb3eL0oaVE2psOjZbS3YucNY0WNhe840bm+mnc3V74pEgRk
y0lubobKO+4nOXEORBa06IHSkgex02HGRllgaJYCBEF6tpcm/H/RfG4tR36lmE7rS0M+98yV4t3v
hI6i9aF56u3X35gdXrRwCMJsJMZUMT25NXG5v+0zow3FNIjL/+Jt/jHeJuJRk6WaKfbz8InXBC2c
CV9nvDML9b01Q2qQVmoX7QEH/vHbjMpRgUbC3toXSvkIyysOlSlR/4tn+XOUzc45VFOppbLhm0en
f8CG0tn3jTwnDFl3qu3OwkUdhAvZM8LgzbP0M9nLSuGbx6uiu1qcOFV8usSnL+NC+cyvjbQle0fM
7Dtdq2mHAgX47vRLe+fjWNVAuJfw5ti6N1ePwsuwcy0rN5ynWFwLTJ/3EXgfcIia+XJ6qHe2GI87
Fukzaj1U6zZnva1GnTrj3RAiLq++jEU34w9nBX1fN68dR9i+qCN1f3rMd1YLY1qr6o8wjZj/eLVA
LlNwaWfMOIVdnWSZdgV89lzx6t1RdJYjFTKa2bYnEo62IBS7wg1FX1Whq9e/jNb4u5/sqJ3sz9aF
d6cPcjX/o4GCM/b4URDaicXWeFOpUdKjp6huvjPY8b5IqIsfyC/nD1OmGf/8cyN9sZZ12aKR2G0m
kJu4YScjo7bkJm7Jt5rXeXK2krueLpsPAUorTazkZlZ09Gbr6HUUYiWcjzCf5vyQC6f7NMCB27tJ
KW8aZRieMmnIQ1upXaCok37IG3257MH0WL7StudSUu9ONSAius/UdY/ZTPWIyUiNgwnhZlJ5iz9B
WQHEoLeHolkGtu5yuqUtkgaf04v1ne2AWfj3sOss/XFdS9LEUbg0Yeu+TP1Ob8bop1QaZ5djrRWW
MShX3zE6z59cVDED/M8z47+Ts0KESHoIg0oKpHypxz8g7ed4KOrYDbtqzl844BBAa501GH7h9s5X
d7SmH7K3aS2OB1V7qvXK/KoUlFERgciy3jXSgngh4PCdC81/yzvfrBAyG6R4NK5I28NssIfEmAEc
Adk0aBxBYpwDwSiUO6Jl9y4tFO3zLMxD1g9FkOkRpBBLLH6HGvVJTqb5s++iL45TRDgVoY5rvTjb
q6mbfcBEGRIMTOTxTIrovT2BEh11CbautUXheC4XCFZuCfE+pNvFCOzYSS7VKDoHA3hvpYKUphue
lUMn+OaNtUnVUvHMeGO0T0OHmZTZ95xo2mtGPB+8atHjIK6Vf+qKyW0VLjjiX1qoSCRyMz5+uqqK
s8zxiCJcDbefhOaeXeckxT4bmjg8/VW8zcowFGItmGA2Ecb2zU9ZowiPhrdQnaryvp8EZKZsGpGI
JfSglDsItWD7BzCEr04+gqo8PfxWmff7UWkmYrXzoPSZrF/tH1/l1IilLN04CnP6w80AWm/+M1cE
dyi6Dc27rNC92Efgikg4q2a5s4fpo4JPQ+L3Rt+kvlklEmK7Kko3NDuZTb6urE3fvU1TcRBZQxYf
1HY0v6ZgbcZgllE07Dkh9TsX66jM1x0szHexo3aPXM31hzUx+bUHZyUDyL91vS+rvoPrWLbzhwok
a33mhvB2IdM2TzKIxq3VoOFNLYAqs15lhFu5lU67vnayx44s5z/OW67SOLYdvhUOre09pBFWipQx
J/fWCao6FS68lhx/5no5n+mReG89wS9kf7PXuuw2devSZuj1gpHoWW0unczQn1Uhjb3RdJb0lVm0
v+Db7ybFMs7VBN6dSpeUGuAHVvTvrPIfS0kfcmQRFlljgjoNs4e56Xecq+nBUBfnc4SJysGxm8aP
XaffjylHYUet+ppNTdtlJU1j9Mc/4DEzPZxe4+/ELWt4S5Swdm7xfza3wKG3OOOKkQTU0lsGZade
/2jTDvpEHci8m60mLumN0IrvS2zgn90NLs2T0uUjDJCExm1Q2mI543bydmvjNyGZJhQmYUVt+fi7
SyM78WxvcUJWZX1XZEPkCzHKH5pZ1+HcSgwQ2jI+10Hz9j7MIqQ5laImBTAuPsejdqhemhGnFyQY
5RTEulXtiaN+aLPmngnPtPUBjo40IFRow1gKXIrpCt08IGjR3gOHpoSt6hZXLv3KfmPM8SPbjbhJ
3TQDD5tM+msx9OVewLE51Pi1kwtus0ddls13tzWTH82sq/e2gk+DX4BOP7P5vrmSrL+RhUE7FN8K
0rnj6YjiWEkaGujC1irme2F1yneYqNHXPrflqlJOE/UAuXv+Jfhpnxdd9ofTS/PNJ7P5AZurWDdV
bmKZlRIKUdBunnjPckzOZSHfbAnrIARgXKw13Me0dSn+8V1mMFCzgXMmhNh/QynvKi+MKpgV46az
xuvBtB6tvjtzP3j37dMFu4IzKCZtiw1TC/HaVlIlhA+WVP4UY3mOY2pHNNseoCQqn09P5KYxlrTZ
+pAutrjIrDWi582rtBQ6GOHhRaGjipWWHVth1ntz4S+Z2f2ax7L9hiLSorkPkP6Ch8StDVPv9I94
83Wtv4ELw9qvgRRqG8PMrLMEqJwSpnTJIoSNWyqgqoXVjmg+nh7q3YXzx1Cb+xc1zpiGGRZOVc0m
7njJoyy14uL0IO+9RLSkAFFBvKzckOOFs8ARnGMlU0JdL5JoV8lGusiwXfUQlb36CVC28ev0iG92
RaJZZgmB99ouiZzheEQFQTVdWK1HNinqrzW3WG6R6RcPxRwDE5ZIyPaVtMoz28C5UTdbVR4N8Vgs
nReOngcomwajX3obY+7Qe2OI5K25UZY+OnNcvn2DnC40Ba4CIQydt92BbS6lPSd6FJpZ6lybamXf
aFpcXJ6e0LffPqPQm/Ib+UJxfPNoE9uLK/UxCgtPW3wvGem7T0wqtumELp4m2zI+lEDxJr/OivTM
+nkbcYGycTHehk9HDw1XzOPXCZy4mosaDsni6dldv4ZZwVgN7ZNt9DdwPTW4iG1zueDX99Fpc+8r
IZq6t6nlXy0u6B2zhRr7zyeEqx4iK9QAa7Pk8U+CMJl2VddGYdZ5Lp1+dX4xO4b9EnU4UwYmXg63
SAWnMqx0eY4DQWMEf/r2UEQlgnOUSyvrm5bQSSsXJBpjvEuMwb2O1662IJ5rKXb4Pakq0T+3n9pp
rA9ZrM34aFjDjFQknQqVD08HVhC7Sgdc22pt6wC6MjUQyqjFJ0775BMF2Ps6MiDsNRR/zF3SJ4gr
k9zAu9iL6paycq0s6S5Ka/NzIoSXHFYzGxoz6r67x/bSMP1K0aYH0xrVD8Lo8tTP1LIDm0j6ova9
XsGTsu3d0fYpm9EvLUqDpqQGUb7ql91o/HCoXfyq6L6/8WTee7vc6bJP82DBI6yo8pJnn6X50WiW
+qWjBYbnaZb2xQKLdRuNDnxTCJuV57eGxV8raGxLACB/tSij4f27HGaAp5Y94BePDshOEbrU5nzl
qCNUkSHqlgQbqamZSYanw4VXFq0VOPDMiYHtRgBbtfSFNna1a78Bforj0G4lWA6iaYDqlch2Q2Ok
Rmg3bp08KLBMg9LNcvcpN7CbHcHNt10VkEtyofparnKhtrFHD0YlOoiljSw7R3/WqBURGDk8X9mG
Lu0COPVi+xY9p7FBiSN11fpJS2LX1Q7CGYqSwiA2nH6FxV6CJgpk805Lcs8I1Ai8VmjZQuuAtyZU
SpRWdb4Oc5K/AgM1M/D0XlsERoH5GSIa1+LWLXJYriX2M+yXQPL7QMO/5+doGepDQ0H6ZzLlzuCr
8InwRlHiuA9dFAzypXfLeNrbwH/zi9422xFCpzo0/jxTGAobTbHhDguXa1u79ONHjIhJ5WgFyayw
6aFx+HreQgstDKD0OweNmrzi7uwOVCLMIsHIZdGx/EiMWNmlsUY30CBn5dfSsgZma9RIr5hxd0+m
pSNpmjtR76P3TpR9VkQDSx1UyJ0L+ssMCqF2epDUVuF3DTWcurCxsGkSZflBOcDJwsVw4sfWYO/x
NdhT9yPtjLigYA3QEgEY9F3hWJR/XqqY68GI3fQHrpfuwwAM+CNNCQ0M0xbjExTglXa/NC0C716f
O5hKhjWNIJxhmOwnB0Krr9FMMPq9Ct/F583Zyc6zZvWLzsf2TKZnnHaWTkYnkLHdXaYdRFA/s2qz
C7kfzd8oOI9fDa/nD6IaiMYQB3FpIMUb5Ud8Q9SPFD71V4u8YLJaudSLj8tl91QVvTXvSKKOJl3B
kW2HukhXz6FmgbpLuiT9ORjRcgV1CpJ9X6TJfWTq83BlaGV5tTrAVoeeU9/1ayuZu1BNlIm+wanN
KJPHNIG3VAnjG+w85kelU5xXOebWvdU7Q3JhZwkCxiLKrbCMXD33sYWMb00lk7OPhY3zfRJebLD+
JpANsEF06dMbmJWhuyBWwpkrsSV58cSsge4avQiXyjB/olmWxf2oGHEaxEmmTBdYbGhYXBDTGf7q
0pteJl1efWnx1PmiRbHx0isAVXy17SDuObAVX90sBhW86FFD6qIBpBuU5RSRu0vzagjINMaccYPF
nawzksOUGdOTPef6RQ+/GxmnZ0i/kVcCF4lvM/4Mla/hqfI5sdR0weso79iALav7Bja4eYppldeC
wbWHz9CLbO0Cr8DFWTcGgZ+EyJNnNbbtZz0Teb833WzuQ/wmyvkLWTMDv6YZd6ndkib6w5xG43zg
o4j41amhiu+YVhR6UC50VPtllvbOdRovynAZmbDP9kVHZsrX+pliN0Tjofb1JXKUoFFoUIIoXuSw
xxJRF4E6zOoVfE7sPmzS5wp551x9bcxciovFrEvNH1e8Pikuohw/s0d1CR0AFEU4i6bGQyfVUVFU
OFXavtsMzus49/GLaeH45WOwG0F0HAUSs2VWlT7MMxucZg0xGOY3YBDrAun/BHPSztwAOUguLrTC
Nl50ZRQR1hF2V172zgh7WaXdCTywoa6Q4AkzqL1QoxI4tz0rhyTp1V86nifqzpzVXNwUVjl12Hxz
ow5Eb07RM+imvro3dOogB1woBjyVaaDln6IxxT8KM6UlxB5o+iwAY1X+YqW5F2hG22sXWDjxquAE
i/LHkGfTFDbunFZ+affNtSZwaIqxVX1WW09+NrmBGjt2UBMetxGln2yjQ9GbTUgj7vIB6dIuN6sq
+wadqoAHqSOnpiPBozCqioJcrQEx3M9lI7zAcUDGj0rvleRhSE2ERZ7BJJJ6kr7S7zffyTKb8keW
9lSHSdxoF5mWKt870xTi0hBR/VWlVpIHKI1l5Q/Ajtg7vMGTxlUqCg4BGNhYuxCrTOZ+osHH2tGE
STcBWoMByPliL5/SctBewDNjjhSnOfuEwj3kKy4mWJWkeYefCFhzeBvmYD7F2Bt9bnH3IWQ3ZuIB
pR+NEbgylu9B1uXJJ6NygL3XeV89l7QR6WFbj9ovpR2Hn5Mhly/opSc+vNbMrp2ow6i9AUc9+p4E
zQ8lWm2ugebP1b6KIEUdCictLi2rtxd/rirznkRK8ao7iX7XWdhnhctS18Oz0WXp7VBhuBcCOm3v
ev6tyKc429g7FYDTt8TQsI5Ms6q0gmUZuc7Zbjb+1DUoYiE2GfZN1qjNq6g7oQDQ0/JhNy4DAmS3
nq3rAVPY4TJNZTsczCZX3EArKp0+E0G/cmCOCfunJ6XV7RHemA9mUs0fo8pdugNW5S7QeWlObmhP
pEG5xgksmxEdcRFBAlK3nKS0tUM9w843XJCMRYGtjMvXfMAtkKtNCZ9sZF5uFaemJdqp0YwjNS/q
MWiz+SrSuwmX+/KnMSZzGjStqdwWBs5voaRsY0026uaUJcRpQw5pPCRDnV8XbtO6e9Wbsi+YwIoh
GIVSpGHVNUIGxWAqn91e4yO0hqT/2i3LbAUjEby1A5PiXlX16kHQKSrqSo32ua+g+Q8YP0I/H/m9
flnq+iGrO7X/Vs44V+/SstDTwHTLiLrF7K2KVAIEKyjbPsIXBgTUlQH6Sw0zyOrXsLmTO3rHcPxU
B8d8LHDJI80IZ9y2TJ4aggXXY7PFzyic9KZAETjWHN+4GtQDPbDKhH/OjIXvzsA56drNXDU6ZAqN
AzvcmzEDY+fHLWC1j921Zd0O+Cyl7Q+znMUvV225EVWxXd56SG0sP17dW/xiyWwVWZSrlAFhU2cE
nS67iAsRAuzVqb2ufa21YoHDlpJDV7PZOH2P4j36dsuq+h3cEZwcCLL0c1nr32WB40ACIQwFGP66
JhG33allRzdnsSRKiCYlQSJEHNP4ERbz1wtZJD+yMcUx4JtTKYFS4zrDdG9Jtw3nIo0+pnatXCq9
Iy88ETuPpfQsEtN4ZlTdaPnWOBpQy4rhADBYD6YKwwqYAzSvy8n1s7yXgPrb59Nh2Tv5G/SliJrR
16jAKbby+VaOcooGNQrXvv2DZgsgj5rUgqYxrVvbAw0PJT6744KdmMGMdOuuF3ZyphfqbQIH8TwB
PfHZOrnbRLEze1M3zoUXmnoxBJOaiUf2Gq7j1dL+88D8aKhNHKpgw9DWGZmOvlKSC/x8+o9KXGik
N8ruUCwIJWTTPuHulX06PdPv5B0Q+KClAs7sIS5aQ9Q/soF2aXYTdW+PuKLTd0WetzsF1MaZMPvd
maSdmQib7kcIqcejSLXK3QIGcohCrPxUgk7FNB4F24Gs21mVzvuDEU6TAYQLvC0TepzoZpeSvzGz
uQ67miIpN89HbyFuOj15b+N3FgjJjP8daTN5ddnhg+fw1iiIzReJE9UX7srOlZZD527cTHhR5MnT
6UHfpuFWAhbdA7/pqrQ6Hc+lJaYoaQqBZSPiP/CRTh6m6l3S3GhRdE6CtS67zb7CoUOxlbS9jYh4
84AdLjpD75T4TLe6+XPyemsKDWswP9YzoNViTKunpDKKz7qQ2mGuLf3l9LO+szpJna48OfLVFEQ3
62ayI67dOnljQ5+cl7ZA1uhg7/ZXOe5vZND9Xw+0oRVt/vY/g4iO4EX/l4ijdeTvf2CS/v4l/z/h
Rb/FEf+ZXnQQy9fq65/wot//wd/0Isv+FxgPVPhk0inogS/6P/QiW/sXJVEOn9XGapW9sYT+phe5
/yJpuwIL1lobNfu14/FvfJH2L/4DgJsErIRJ/EvuPwEYIS0/WqdAzhDMgQLnvNAIjWl+3HwTsNDt
vEItm5Da1/yUlYxHYl6bTYARMbcYSvjydUTZ+yybRCuQaHpZGlgSJA+VyWH8OKGDbv1Fy41X2kHT
e1XvyDnQcqA8LUThPybZeCjt4uqKxFjzOBXxmrNQMOzya6Wdr40GmTCEoDF+rAmvHdz6ZP4gxGDd
aGbkEM7NnfUy5ylXhkZW9eS7RTORjjIXs/ALNnx+sCTIn2LVayDvZfHnHjbcXZqkpKD6KdKGPUaq
PJET5f1nWIzRFGKsWbY7fSYN1IHUfWibaBz9RBj5z7hPCP+7OiaSpc+oI6c4cZlRup7rnJrMRbB0
ZQwbyO5d86BUlXPd6pEVh6WuDHHYFKXNBc9ksJ2m167G3VWLv+DbJG7HgcDSj1xucf4Yl8tDgvGn
ebCTqb8qVVcRYUnj4gesqcxiz/1ntTxqvWoEdy8g9pYCOVDItjHD6Ymz0rpspIqQKLad5m6KE0Kq
2JqdL5o1rE6yDk5GYdTnXnKpwNvHsdUZM4u5n9DNx+mYkiBquz45DCSecSB2cuvSmKyPeT1GjwrM
QHGYaCdz/aYYtEegt3FBSsN1bk1+X0yLjWMJzJwc+Rx3oMl9W03cSxJimIRkTusChFUiHDQVM9HJ
sE3YzflFqXjf7G42kqCxreGbNoOB9Y1ca0YYA/g/WUOKPtVVivFpwgBh9DWzX/ZNLFoujAkxsC6s
q7TCHWqaUgAptfCa27GcLFBMAx5wlOMc7ZerGBhkAcIlESpare+ZbXItxMWYCfiy0M02GLLOJlLn
ktbAdlLUD5kwlx9GX9c/R2ghv8gmqx/sbpHtARNyo/G5VI1l0ExF0u7yvPDQOprKwCtrl/RbgvMT
5EJdLlx43X4kyo+aVwe3zDhYxJotqRZTgq/l3uBLa7qVNDmmO7WvOiWYuGbjbiC77jWbqAP49tQH
Ou6Q6V4z88Hctegvr6xh4EblkKYg8xMnKBPKtiS/YoNO7b4tSlTcEScXYicTp78U6WrNg69Wae4W
ev6tg6OPBc5luBvIEIODay0zymgXN03zZKql4QaUaQcSZLqNZdGcjpUa0FlSygPgvfGho8SRXTrU
RvFmrQpDC1zssr41ldTsoDNTTfc9so/23azoQhA1yemDprXEOnRRFz8Gze27685zkhu8stCJmuqM
u6RGdwsabEMCeW8k72INR5pfalklNHUU0ee0x+tLqXn1ga7Y9peKrCXvTjWbL0WCJ7Ffx9mo0PSz
qGhCMqvM/FZ6aRksUTI/ufpoZcGU6+Pd2CQJMl2piVcQ4cbXKTcXhVZPoGF+OVX5hwojpa+OQFUc
UsX3foC5Bcgp66h/osjvDJfYUhUJtYCh/VhRcsEMTDGwMdObxgokgWG2i3pShRhvegqAS8NOX9xI
TSvoAyxcgnZVj4HEgQnbVSijBBXjxtOuhNpM891oprPjDxN2cEE0j2K4gjvNdJgtaaygtNYIXOhK
UQZ00nX2E0WI3Eh8eD2oxLivZWxy0FZJOuYpYeCkQg6+s5o+dXYduZ8UdW7uLLfZlCAY1SCVfVMy
4iE/oiDpHopCApCWqaplXGeHef7Q0k2RXbQGmJCbGksx4B92Y92LQlmGh1r2Kihs6voRiWCU94+m
piT6FXbotXqltOkcXXWitOC/ydTWhO6bY7tABHXgNSCB7LS03/WYij07cqKWjdpWUYLKRCtGk5jC
+k4SoxJ3uhsv3QuErqH4mRf5ijdDKE1ynfdKdqF13eWQx4LMMRQN8xNtoO59z1rEoVrnvw/LWde+
rYVkrK+VLIN4zrsi1ZtOUOfccniamBscecy28vZZ2zvzXjFTew77JUnuLDWfrnpqJ5/TrIwwFJZe
dis1mgOw/xpxH8kWV2mDaaqb7/EQy+8WLIwPdZtnrw3tmddJYmufIj7o71ozgQ6fBm819bMXMv2r
mdoPZ5rEs0EiUPX53HCYNqoI6ykxYstGLShzu7DrIy78OjL1T8Y4e/W1TR4ZHJX8H/bOY8lxpDvb
V4QJeLMFQNCWt10bRLWDd5lwiavXw5qRNDMR/6/QXrvPdDeLLDDznNfSV70b0O3vTH+gi9scOHKm
ZcstVtaO0wbWztriUm2dEc00UW/cl255KbxiegIdsNVhkb3z2i3Id6JyndQLYADP3lzVdCFS2GbP
obUsLZ72Ef1rUjWi2eKOQEHswGLLhpNRAARQ0phWeWLMJjGtFYZIBvd0mF6Z6m0r0kgoSEPHmAra
iTc0gOG0WOVL4S3Sj5QX4Ekc8XKOXBclr1oGaXXZAjSiIeexuyO1nrZA+qnND3OiW5DYAgM6xa+r
ek7A95wPl1y9314WEP8Be9GLBMFd+a3tuvUVG4oDf5fq7nf63MdnQgnA0Bt7rTH/m5LiEbWO8ofX
acFxHgP50y9UdR8MU8eBYVPPGwvnCizSI14/KOKgu3XPbRu0+rmFg3qdyhRxk8zGgea0UQt+V12j
fs96Fvw27F7ndGrs28La3C5sKiHvnFZrDn2quhvZrON769P2GFvG2D0XkhLFcFOlPoSTbZhgZUbv
HXxtRvbepr641COAfiiK1hp3nt6aU4ykbzykqUego7Fhn6BzV4G+o37Vf7rLuql47eEGDsoBJoyt
Ej5cX+eA5MTSNJ9xDtrPbVdmQWISB3ZNWSxTSNOsZ+ZaS/95lGnrRkVA41tIabbWRdbS6O9w6/N7
oLejtYOHgdSk5tWi/81ytlsci8YUy2mSR8Syvh0WfV3eTnZWz7cNMCzBUGBoL9woenUsg8p49bzB
XCJrlWmSyyv1tGr6aMcq981sZ3mTshKKGmtt17bCfRmxlMo9PKb9fpWQkgOE7+mZgqv+njSEIotm
XdMl2F5VXzjU888xsOefhMtnP5lm1fd6KrsPitXgV7zx+qujjs/kp/T4VUd858lOMHp8qpHrpuM9
YdH5i1xrP42yiXEsXDwFbpZqVfW8lDRcouo03G8Edm/nNiucIXGsJQhOvTcabihAYIyjLFIoMB0C
+nVo5u4+C1TXHLq+Xn+SbpXLmPYx4PF0WvJY2K0xR4JaA/Qu6eAd6ZGYaYM2cCIs21bWMUXE7mlr
s2aLJso7Icty6WURz3DFpWnOuoVLs6edypo5GzcWw93GgpolkONjSz7FarwzIzR5OBGihXZyCORb
PoKWRjKdIH/6TFQeMF3QUE9dFFp5IEuyKCPNplMTdHMLHlW7wRURf7082+WQv3UWIDFkW5sKoHIz
f2s1tfzyvbLO4rZidArJ2gCnrzqtOCNqzB+mQWoDIVGL99z0JVQ4d3x2SzUh3aaG3iva33EHmSHV
0/xtv8+DW7poIAxKvmatNWnvFiGi1qHULDCtblrak7ZQNB3NjnKuFS72SzmXdF0vAK8E6TkyvZst
k59hadOA1G1lZGa4WItVRcGUQ/Z9rd3/txD/Lc0XJOpvWMR1Nf9HnO/TxEFEsO8/VuLrX/nPldj6
g2AtIiauhVBolK52pr8CfR3/DxQOnBQ8+ciTv/bev1Zil9Re1Cb86auAHVETgMp/rcR/Cq7Bk9DR
owH932zE1pe/6L+RGzZidG8gNoiJKCcj3fdfyE1mmsItkeOAGxZQp725gUOT/NkJAkddP098o+4x
+OtpF9FKtrw1bruenSxdTNopyzI92BT2vuaVz+UpC9nSWGzXlQnabzRJ0zTX/3idsXcly05CpTpJ
ovlSawlyGqNg1lvKj1Lbhp6CB2+y9r4nizkkZFunk3NxmrMiuubTJleWHZSpfAqtzcsJpjPp9YwJ
sTbNiApzwP6AxCsIqGLq7wKFWiJSPWEMO64ygeZFgwDsCpnR8GBu40BRLMsQBG/jeVHtC/s7Q846
xku35UYyuW7VHzPpQfHAcNbM4O11T7dTgs7CMXNUs/N9CZ9gdWXAjm65GwX3dQ6T7fv5a6sty5bo
YmzWyMjX4MHO1vQ3PFz2kjoL8WpWx9sJ/Mx6E1OWP5qruRrhME7NbrJMZqOZ+zDfoWxu78rWJ5FW
ipl4XJ/huo5M6F//2Gfe+imCsnzrkNF+FEXbE+ZV5is59ZTfDNRZ4NCNgSNmEuSszYoMUlZvgm0x
gcKy9HExV++tY12Bji+r+pmZJ29iXRbTM5fP9SLFAHA75Bk7mzX6wXtR6/NDPZoD1Fk2N/u+143i
0DYuxy7Jccw7Ha2dgio5RjTqfZHMVMO0cjIbLjZLX/O3qLAEiXkyyGzIM9sST75BHnA4aHP7mZa+
icCrHMk5yCgmRvO9BPbvEmNDHg9r61sQhGhHUT3Z24iiSBuu5LNGbysCB3tNlJO1D5YBvEp/9tpE
cALQmuW8DAZuYc+jbMTqi19QacV7zQxW7pUqKPnY3Eyj4qXOR0Kh6PmdWBRakoKlpMgg2iybU1yv
WzdN+B4R04zqC7VoK3WRMQ2B4p5zQUob17HBVdwak1acSA1ffze+vWrHXvMyQiL9rW0espoiaXq+
6uBBDQJLEIMarQG2Jt7XmpLek2HXenl0ERQ/jfPEPhZDYa/mi29nzvBdUllXnpEUI6Xpl9l/a20H
aYBXuG4WGY7Wr4dBaOnT1FTZGE0a6AlkbO11IW7Kun+kYbnxmIA0JrJIJ7ZvOeT04dzO6cBCjwsK
+YAtay/ftyzM5WUxl+XG6ExvilmyrrqQbGyopJ06o9qhl9jG+1SnDyHuUaww2eryasGwGTAUwX+5
XUWFLMs2IcQAZKFVpTGdaFC2uoOudQBHVdPaa1gYDgKAucrmi+yom2byGKYhavOuLJHCfK2crmT9
ZKrXH4wuH57KgHqF3VDZznjUnFU+u18L7NiMFBcsJMHETF3aZ33ddYOC8Ay8IPwu+DDZhm2vnD+W
P1fkNVtuwQpYnNfrDt1/rdP60LFaI6TaNCaF68qdrx3rd28O/Tc4eZKYTF+639KvVX1wHPVZX/d3
dCfZrwEx/u96dSe8R0Sk2JH5tfZ3Y7fo++ELDpBXZMCpeyHOvpVWP8kcbPn0vlAE5B8TTxKt2bfD
F9BAuAqgg3fFH5wvKMLKPJ8GKFnX5TFjun0YArfa9kFp0GJkOQWARvMFbnQjtbaR1oF5EBxepzuM
8udqvBLZ8+zR8b5+QSVyK2p7N35BKOqKpgRfwApqpubW+YJb6i/oBY6QOSvI4AXDHKd4sxvsyjst
1SS8XZ53s7bjcIuoRAHUMa74DqMHf9a3xaBF6gsCUoBB1RcsVMpMP6x/gkV+CnA0XTGk6oomTR0l
IixbYqUB44o3pXMAkwjgAQzVfUFSq98ATwVfUJUiN3jY+0KoCiCzHN4I3gPWctvtZ3uFuiiovp45
XwiY+kLD9FWCjE1fKBnZBSBmeCpAz0DmMmC7Qhq/ncWZACG+sLaUX9cDhKzzQSanYgm1TuQk+hHu
T2DaHBdKsig620M5q/nZ/gL1JtRwT+YX1Kd/wX6j3k3fi8mlXxpdZPC9+III0y+4MCjwyoYaAnHw
ui9IURWDf0SBawCdbm71On/Bj9YXFNlfUUlmWwDKRTRsuBoVG2H6BWES1dO8uynv7yivOGdlqDHf
ayh4gT+/oNDxCxZFZZY/0wavv82udgWFWsaAqNjc3H+wy0kPtUb1j1nbECSYgsfYEPauwx3XNT0u
F2Saf8ng/2+Y/McwCQn5/2ZX7j/FZzZ9qn8Ok/yV/xwm7T8QY197HpDwEUB3dc/8NUy65h80uWDS
CRjpXKyP0H1/DZOaEfxBhx66ZeaAP//P/5omNdP746t1m38U6R+5kf87huUf/IrLXXNNeMNgTYY7
/U7/zq5gDPPNxc3wYGf1U2uYExmLrOs9UqP4bx/MX1Tc343f/yJv/3olzGo6/hu8r/+aW+25cg2N
HBekwkrd9pPu3C9Ux+26Vf4vy7G+XupKTZnQR/yXf3v94Byn0Rx5U3pu3Oe1LCKKjR4Hkf4Pbr9/
EbZ/vg4edpOVwyXw9Upy/o1ihyAb6C4ISoI0TQL45Qp7wZppnHsfQsYps+rt//8ZXj+j/579//xt
XW13LCfkxvzJlv3tBecyswtsBEi7WlHfBZ0PHl+KG8SGdkJchRbS9Po/Rnr5X2EU/3hZUhThpUn8
gOb/c+35+/vEBDJogbTyHVyud49+qf7V9irdobjMD1ae+0/z2i+3qlLezhplf2AxqU840LzbFMQ6
doRVk7tdNW8ByGpSZmI5zRD89xvq6MhuhHPJ1SSOAYPJwYAteirnje3YWFGkkEmcRlsTEHLUdP14
7ufaP7lrV32rTafZoRMBK6uGtpORqPox1meRAtDV4AnpNo+RsCrv24zUcJ9b2miHcpHaHZJa/0eq
p/aHza8OEfcmWGdEtRIxP43qwlU5fnpd/TOvZsJHLe92ll55LswAYVZfBUa8WWPJ5+F5YKOOEQ2N
hRpJiPrA+uWG1Vhobwbt8beONyw7o5nHxHWnoYhWUNzXlqF0X1DGc1ctPlpqFO5HWwTjgYaqT70b
zEM6XEmwgeQ/sMrO+BSkaz317DEgNijyp7BR6oeO/YhpcfHrBMpm2gOF+BkcFnpOzZ0oSwyKng+4
ZkC5c4DvxtAd1vr7iH01Skd3uOSICMtITnoVc8OJ97mW1SPz7PLs5b1x9K8NIqa2uRgUWvM7YhyN
/H8SoiWYEl1zaaFdSMHwY62gsUMs/vQjI4IsTPPUeNasnl3M71KniNTYlBe3E9Vhbur0SIuJvjO3
IYtTEchTniFdKmuR3Y/1kB4NqrxAzPkfD1Oja0ZUNnWN2kM5SVWUtgs/uaZRQYrIqZ/l+KQaZ3DR
pbWLAejUeKexdPJvGVZMI9x8tuBtrt1oyyvSDzbdOqG+aD/NTLIKdGNp/uDKZn6rGjkdFpKwsRCM
wgWDFf7BKApg+YEywx2boBHbTTfviaK9Q667yWjYpp8jR8CpWYOJhcMFsw4tSxiPoz6KX5Ouy3OZ
Zu7R1flwN8J9kkLCTFM0tpA20A7MXr0JeEaT7/A+uHN2pJTUoquZVXIKNJoALLyiyDHaNpybYost
NS+Ha3z2K2Rid28Sw7XLs7aKyGBN3/yR6nWD9NV3zW70k9/k1aujz5i5hqH+IBsOTRymk325+b9G
qu2SsS28d0gxwE93VM9F0GSP7ey4hC/bwUsKFLCEmevvGfyyUzDm7Y3Ot2+FvDL0F2vLr+aRPr01
COJC/7ahjMypSIurbkl/FjRN3ZEZX0ab8qpzgA/4QXOkfGej88YHG2qo3iFfbeUPLcdFuDNV0JSH
sVV6l5CJhQzl2v+GzlflpGY/ikpawz6bzWE4+Ku7Ng+zbpasmRNmiZ9tUC91AraI6pgqLL/dp45f
ZDRsW113k7MdHwjWDsqXqiJyMsxUrf+UzKheohAjq11WAO9Fg99VqNwdjDRQmGvlR6ka7Y9t0Nwx
XkFavAS57DTGWlrZC5lIvQfDlvn3+tgcvFI3HMJtbDYyEfT2EoMGA1O2Dj/sp++p6bmYO5s6U2Yx
b+fYpn3j+5sE71d2s5xyZ0m7E0kd8xtDnD1DPlrrZzOjzggHGxA+Gky5/phI6dz2E9D26zIx554q
Lx9/N71UT4Zqcuu5xOcGMN+4Gpqaxtzyo9C0yo4bj3Ttc14C6iO+s+pHkWV+qBX4VVLaFnUk4yFO
Typs5HhxdGRW16LgUEjMltMo0mSeYe2hSHuW+uWUATUN8EERorn01ZoL7ENNWf62c7VFsJk4Moeg
r0E+3ZU/2PteaGvduGeXPIkW4LqaAv2sTS7nBZ/HUZu1X6Xj4buwtf5+BNyK9Hpiy0N8dOiuuk8e
/qeKx6sbddpHjOqg83p7Y2UEH/PgWU7yTrjuIW0bv+e1fD1Bg7rvM/dE3CQOnXZqsRrZxp1pq1f0
G1FLKBI30M4fxBnl5NnNtWPTe+d6rV+XZXh3Okzta6p+OIPxadHtXY723hDzBVr4xdfz+YV7aA9z
eNBdGAxX4MKqh2KCRhqh980FGUM20bLV7TfTAZhyt9cK7wa0JpakntSsuhCXrqpuuCVROYjfsjP2
nWXf2XYfN3X/1A31Q2sFLXJTe7+4hPqDpH1MnA1hQ1hdbHvu0ZvB/yn8tm/nNv2d28tzIcY7z+Ah
CVq8QNNt79Hj1eXBm7iWHwSQPKFCo5xkUj74Pc/RvB086h7zGi2Bol9hK/Mfqx5EhEaEWfALwwlu
ICeglrN+ZTcdwxrzZIhvAjygqNHIAlUN7cVx1m+F6x0w8RJSv0akLUb47Xc1umF7HD/FzE+8GZe8
UnfIE+Fj5RDSzcu82W/8iSGRZER4pXc3yqVBNe3eZp3JvW9NNw5J2E/0LOxwk+6HeX3GxVQhGhbd
zeCnB6AwniOzOTiTkag+gBeq1bcUfCXCsXBalpG+Jr8OTUwlHJYaetc56AAPNXs/YQuKs1VzQwUQ
ERmLQODsD+jqHQUsJqLOr7XQ9Mw9rDYCBCXutZyl1fBxuvSWLe6mwru3ZhtZcIrR7lJvExWbAxqZ
eSpOdjEHMXQEDikwu8JhNNSr9gamNNsT6ptMW3HUN//syPyz7ipaHPXhEYPFTnm5Cm3TPJGBzzcK
3zjM1VPQ+Gc1ZNZdiesy8hctOPACvPmy3Xmpinth6Yk3apCNq/+mUvXLxuYRDdjLIqiVnON0wqgk
0Te5o+E9mF7Z34K3NHFNM1uo6+K275sRp4w2PWAMC45B57yzffORSXUOvDJNrh4QaF19n/Xj+DgL
ck27bliSRksPwWYunyZVxTeDt3mnSS33adEelA5FbSNAuak05zj4WnfAmnoUmVzj1dM+LO76gzGB
HzS+ccMG/dCuS3UQZoZpCv3At0r3IxQVt3UeyPdcd61oEbglJ2nuVbo8to2s4nEq3sfAlYlY83fl
8ooLLxCt/vog5+K1M5ZHAL5zsMgMBrqj5i3ApLKY5q3haTcLjG+UE3zCXJA/rUq/NSw6j5v+IbDU
aSrkZTbEuobY21ccbjSoYSe7gercdr7efNRDdnZtcejWBZadxAU1mRfbAaFSxu+qWA6eNTwOefoK
TP9oOdZtVomLV+f3VTDNCQna9GFsOl6oyYoIS//hoopQStvZlX8MRnGQS7nfriWtfF0huVSCGe0G
/Q6hElWZ+H5xixfju7U2WBeK/UwDdVgojiBD8z8Me3jMFMHwEBd3QMc7JHcJWMedkHUVEToTG/mm
XVy9fR43/XtroIgnSSPOtbWIu7pDu8LIcpKWahgF8cv4cLVqXcEMayyfOW5E/Juu4F7aLsNqXLaS
77oUgrOwA7gpCsd69Ibx1uD/BF6aDPKnQHBX4Qdh30MXjv3khQG1R5o0jm3n9ztdbF7Y6LM6Ym8x
I02YP3WfX2IF0x5oNjh9pf3oa1tHkDu5J4xeeFNz+VJ39lObTxrVBTS8m0vbhNJ0AiRzligeHDFs
0TX8LIRJISS3Ixx/8ucfc9alUTv3N5O7aCcSiHYbX20eleCdyO+PVbSxJ8vtaYN0JeBC4PEhbiGS
ZLwn/RIYyTjXb844K/7J5ZtqjJum5r7xXIPPtseZopk4kexNdvG4yvKnOXvfSX7aK6mdleg+r5aS
3WqmdxxTO+I1q7DO6DLvCWIMB9fYkjIHtRdf+oZsfoJK4XLp3SPvn7fitrdl0f+qV3nGEJFz06wq
0gerAM1FJGlmVX5eA5v5rcSg4jS0II5mLc/pLO2kG4G8qV2+4uRG1+L9q9p9t7mljqepL5lZs4HU
UAsip1O/mm3qMWLM+ZXvLDgy+3Zn1sOwp2rHaQGayx7fmr6+brVaT2C8zg+8s9VzFYhbKUsiv5An
Pm04imGwtDZe8tS8NBWdAFjZXKQZWIzA25iPSR9avrcAollkNjkViVbnPxWmzgSQsfNdv4s8dRlA
NBhL98tY8+2iYfx+Ba8OkF1giBkXiygptyn7WBV4N3xk3cHOp3ExIgogf4TLdz8rvV4PwrZuNivN
k4VEuttamcWvcoJai/Ftuh8arZQRmL/D9cBYjSUqrQgOGYIjwR6rGSJhUsdiQk8Wlqvp77e2ZWnK
jMa85OlansgZwyOzDEPcFuN2n/runLiLs96KqhufxlE6d5ZXNTeiCr51G6kdBRKyX2ltGGmYFvRi
QNm4UVbxjHbB2F0Ep+DeRtR16UXlPgnVljvdmpzbsdWA/Mx6Jf9QDHEP4RLRVjnfoeN0X9VMDjbl
EBNLlOrljbvM3lkWhpwgO2T60AfUFlRGB32UIkIK52F6K1RunqGGjAfAgb4kW8CqbghuKZ7xkDL+
prq+DFHlpFXCE+v9QGqFx5cL9G3lKfzteZPYzeVifsd6WV/0asOy56r+nDeiAP11SmaLgO5AKKVs
IarD4bt/qpYl25vZ7B0GOx1vnHQkLa3Qf004fxN0tGNsp7n/XFJxdDcExvC0bKYWK7kwnjXGMafk
J6xm/+csDCSEHCQnSd9RBS0j4lzvOwUhuk2PgtpLUA2vpKdLlubQxqjfjeKEfFTDokhQC1OTeV/r
PLfqojcmFojfraS2qNv5Do/DvZebSk03uj0UxhIPkIpl7DUjzZRjqNCCWTt6akoR1UvqNru19uoO
xEszbqRwUvverXzjbbQb9LZX1R/Qsd1lj42tLoZjc7hisjvqeTajGy66ag+TB4GkyDYaNyQldro0
DUcM4fz89AyiuYWzTpiJYdTDpffNnNR+/2r8nvVdp4Zp55C0sTOGJt3TzuEkBJQuh3nCm4UvZycs
NUT8GzHO+hZFVesBwZR2RO7EGIMT+pdrs3lIivn9sDAtGWuA9ksF677j4t+isjQpUfX4dVX9jLmv
Xk8Iw/o9K/+Tmql/5BfsH1NV0Og5DrtyXLKbUq7fbH/75RZriaoKr/dsjdpu1nLrlCMXIWrs0Yey
qPCanjIagqKgg3RaMzXG9WY4ybqKfDf303QakWDf9KO/0Gm71ecc+fWpKCESNWVZ72ng/lj5Pu8z
QlBiG91jgiSLvtl0UruutZ/p4Dt4ypEJajAaTUcTOq5fA3qaxtQ9jybsgeNohFzTL5akfSuOY+dQ
jUOYGXclHvdbuGB38Y1kHYmG8Xq4DcfZvgci58mDEiRiwHITZQx8sZRJJmGTuw+ObZ8FRk16NLYL
P48TOWRoYMGqyiHsAjKiel8/bkXnXfgqk1MlSDXXEJUjusvtO9H3tyRMBsfc1ccks9fgNAQLCSCA
WOWb7BokmhJH9HES9fceP3vs1jhDUdvPO+lX3X5Vg72zZeZEmW41cbHIz0JtLentbRd1ha8leZph
ysZTdjd00yMcrBt7InuddcQpnlqqnRjUxzoOxD7pM4SV2QUHvu/eIVtdmJch4Lae9aRrgCHm1rDe
VdMOSTrngtJWCl0X37oF6lTw1lTLslU2MSvGdHYqRIGWrDRGIui6BMVQ2DFxRI3Bg5npVYpkFYch
LRnpmUXtUzer38Jtz7nP0bxsTX1bUp5xUwTpne+gqnOEOX+zEFoeA4VKnsgeCymcmQ7hYEztizNz
CtZN9tCPenHxtZZDbbOCZNbL/IDsQ/9mcDAf+0oX8dgO3g1HfBk5A20CrDH1josA26zv1dFaFuZO
Cc856tKZdrVprO8b8OpOUkdzAQdv7sp1USw6ZftdS0kCQTXqIHMInPKbM7bVrveN9Jjy5ncSGnA3
mKO9hED46XGC8T+Z5Kwluhj1x6B3aFtXAp1nRsfAi09JZgS7RNVx005PbatZZ3bxnvwMb3jD9b9E
Bkmj6Gzb4KilOPZDeysBNjFasxyVAZ27feOnt5gcDdT3w6uaqu2o0sqKZsvj6bREH5MD1sD0159m
YXAPkzVCQMjwutnWrZH1+h3WcYqkvICpzBvacsU9seBArVTgvZqlVpNKZmb7NRDayQrc+try2wBC
dC8VIn9koUaXdrkXpTSBMiwivV0wXsRqtfzQcLZ3HofyIMUGA7qUJrrMLjBCc2YEJeWA6WbmSbEZ
lKXx0WDePFijAehsIQng+3TvrrMkKbPxk6kCry+J4IgCv3fvZ1xIt7awbkVP8kK4oajDqq+7R60r
XsbaeDF8lLuSAuJw7hzmPzVQsdsKTgkeCV9gFrXmCuGF+zpcldetjem92ZKNLXGpKMSd2p299t+8
0j+UqXVvKf+jWefvjFIOI24574fFH0nXX3/a/WYnpS2bXWp7rB1Sfs8zigWqXh2HQmPJG/TxaIjF
uec7J262rhovgiv+0JSGjPuiVod8yNad21tVkhWept9XZledSCe4cQr1Zg3qU0Ozxsa2qKd20+Wj
vQBwEHed0ScsGndnjuZdTwgqgroVP2izGAvdYMt5MulhaYlteSMsf31zrJ49yvK1m25ieK4LG0Um
nonMJ0eEvJInd/ZfSTA8oz+ok7qpMME73HAiQ4e4Dt/orBhiM132/Uy+i5cfGBpiAN2L8mz/Y1Dc
o1WuE9zWHmZveloEcvzVp+l+e3T7uif1xEucEiik0Lsbf0OUCI2MlQ3HeiuK4mERMgYAjwV/qXN4
FstpOC5tcfRW59YrgvdA6OcSv05vm/stK0/ZYB/8rXlebZ3weJT6ejEdpo7zMigepDY9z3l/bVuM
ROcfwFSTfEUDBBwSNPMpk0Vc56SGpMavEYJAEgasXHnfkl36gS02FghNa4PLdusRZQwaXXOCNEq1
vZVec9jw7ju5E9XzNUrdQ9ClncXAt7cNzpZnJE06LxGoQ7JqK/4ZeU+ZXBI4zWuP+DkvxDd6fEIJ
GrNcV5stO2EaRrDVJ5WhJzbS+G9z4yaiIhZxkGEvTLwtOLxOKnBfUsRItHrsanviKdrioBoSVaEQ
LfOUwF4tck3uN7RXVPKkYdb8bKx+uF2bQB4WkzZwtZ3QnvTvi2WdGkfs83k52jm3epGuxyyz4rwj
Sd2mCwBw9zJSPc9iyrOaWpd2XI4ABtGa44bnJ62y7ltfipjcgYj7I27a/h429N3TOAb9jEubmNLG
aR9bCYCEQBtoheZTAmTodDFgBQx+GVNUeu5l9eQ+d+cIzOPesnoryso8Qvu880Y/0YKqvfBR3gRO
+jwSRlWZP6zFvMiiSNaiurcX+0w7ZEVIO3KVtL5XPjKbbeUfAX1m2QnMOZmy7JIFHURT0Tyl+nBT
K9AvbnRrNONtaOZ4dfU+bBfrIcvRyGzBh2o0ajNoxuHyAB/VDqtZEoK9mYh71wtq7Bvp95wX/o02
9edaDnFNEIyrdcc2Ze2f+I4FK8Rf2C8TmTVd89DX2cWay49FTvcqawsohPFklluU44R/BFhXjAF1
3KXTuHMdOlAmRDyadgUwBdafbl4frMoE1kYwgFKrvOfCf6jd8UYwUm56BYBgAq3x7qt5ZdgPxvPc
5o9D0U+h8OZzX8tdPgHE1ihmipzKJtugb4jCLLkEiN+z/B6D18W2mpoQ4eUROewTHb+xV5pnQmfn
qLXkspssSu7HgNM01TBj5Z01JWOhH4o8ZffkuWK33bml/WH5qQ8iMX3r7OlV2BydCHK3uCJExTbJ
2sxq8VNfJm6X6fear0ec0Ee7C+K1Lb7NufcAY/RCJibBM2r6qK35vFV+cISLeLY5tXq4QTjOmzHI
v6tZnfI5SNLSvVdBecj8lOMSsodic2TRaZB4hnhcHEAFcwmKyCjW82AbR6dq9mngvPibdkdprMRL
uOFbyOynqWhllIoxQnp+s8zNr7KzwnUw9/2q3QVu/hmgyIrAXUiCYfG7rnIdb33Rujt2k9jSq7NT
5+c0WB8rd3ic6KWIckee2l7ecv99dEVgR4SRvtRZvu4bc2R+8vxdBisYNVt754nqIsyp2qfa9gaD
HS4N/UR0QtU5UtBxS/WLv+nFk5Gxh2tTSUrJBitHbXPGpDGb09NWNM9VuaxRngKTVLqWEVjEpnXM
7dT4D/bOZLlxJNu2//LGhTQ0jm7wJiBBSiJFSVSvCUwKSegBR998/VtQVt2nYGZFWM6vZVlWhkWE
QICAw885e699brtwCTQ1nfaDpqIGcueDrIF0OQ3PBc9Hdt5Mlb0NR+EcMtaQs7aytftpmQuqYUSH
XnPaybP11j3PRnxwelfQ8HHqApgP29knJZmSmZvOnXcxMVuXumm2q7RtsmpTVkrka3W9bIEca8Mg
mSFylaVnaZtFt/kcJG+poSfX2VTR9UndqcJDQlgz0ar6sZ9i89qwI5WTgY5ylgep+tFDCgSZog0d
C1GA2jwMZlLt1Ogti8agPgtiAlFA6oXdM1wl6HpiKIdrrepwiI+u0/Gy0mEP8bPfuizQV0Fe1DcV
08OzMtXtWyN250cCu5wrmffOQXGJTlnRN6p9Nw7nddML1Y9qkKW0Do3nQInUl4FO8hmKKnRVZhbI
jYVrdZUwhsvAbS2AdbvNN4EdD0dC+BR/YnvjBxIXEV7P3i+aMH51K9ugYzF3a2tswSeV0mA/PrH6
JC1K4W40NowTUAGXgXs0gyxjxtxQN2ZsLiB6KLqx0eiSsLATPI0VJb50JtPiOyr04SErgnEVULlf
9ObgvEa5y/tZpwsapp3wHKcjsVlk4z0OWFSNiO/Ip2zWJbJOzDYDLwAAzvKs0YvuwumoiYa4eU+i
6MVuzfYqpnvgawjq77pcqJ0nyqbfu2Nank9zl97WJo1VOcQ0ZeirrnHRayu7NMneZZSiIjTkSmQh
Q0kaqGSWvBEHhV03ct3hfFSabCvBrnutOtsb26nkrirrggeIpa0KSfQutUNJz30z0nY7uuqc7mKA
ZQgTbhgNGUcY/+yDq5o/rqLqWY9OUfg9u+3HsRnn88yAvaA3bdEAJ+H9b4bQn4Z46v2WFuqaOIF2
3QMzvK6QCl8Gpa0cpjJC0mr3CBk9MwbghWAvu9KngZFZIcKdqMeBd8cQLG8TFBfegA/1EON5gRik
JbsAMNINMXYvVa1XG/o/DVlsVgYHcnbxPplAatSSFzvpWe1B7e0y5g5oGDalrpledGbq3gL2dRHJ
dWXzPmvg9Ba3Sb6p7KG7cqSaU65ZgG26We+2/eBijCJEYqTEt8V2Fk3dsi1AxOfV4FJ51mifXAY1
HNPGCdsLkcoMz1Q1g/+xIG/1m3wck7OOAegiV04C9v56Le5Q+BFkZo4GzhJXpQOAl829gi6MhVZO
ysSOsZ0OY9ox1UIN+6Q1Wn6W9nFE9BrWlbFtzUsMNCU/U7EOMiB0xcRtxzWdcjwcSal7/5qJODZl
p9FKcPUJI6YTqnrAeh1QSpRZoD25VmJFT/AiAO+MEZMtgKGjapz/q43g5lWMIv2wR2DFeIN0UWZj
baUerMpu2u2/Uqg2jWXQqJCJyzwrijnWauIeH1eJnKKHMDCoib+0Qv+rzvtJnYdC6hfqvI+6+1mZ
xx//tzLPcv7ASAF5FquEIFllAeb/W5nnQD5AEUoSo+kQIKjpSNn+o8xT/0CTR8wuoajkvAm0Zfxm
U3Zt9H//j6I5fxgmujPAtqQ78E26/8Tq8VdEhmozb8fLi4NUdU5DtyPIgEpIMJBfqfj9ZWnOW2Bg
wW8Azj8DFv7kKS8pGUz8HYIpTyMQaqZfWEJDpo21PCqJs5Vu/IpR8lLQ+iQ7sb9WjPLz27fwN1LA
Exnbnwxnc6HhoisGF7HASb7J2ApHYpmLGmU9BBPIMiVQjqHTBXswZ68jJuvLscAj8utjnsgPv47p
IO2AZAHvQjtNeB7aNJx4Wyi0xONHzY3ai6wJZw/GRfbng/dfE27+7orSybNU2BRAZE4jc7XSjO3Q
aWlHj83wUBYqkJNQzQAgUJdMRaCdGerQbmiDZef/8Bw5ng6ZAxy7wbZPPdUjzolhpkKv6Lc7PVMS
0Wq3eUlizToNgN/95or+5f7k2QFor2ooLMnUURd15Ldv0YTNEDaaqH1SVSmf44YFXKOA//U5/e1R
OJKNmA3Zo3oCimkne0I1b9V+B1Xi0il4r2Pllv4/OwokKB3y5hL/jvHY1k6OYhTSgDpPnDHR89O1
2+vKRtes4jdX7PQeXI6CqQxkCZBtFp6To0hE2U2RhY1PMjS7xlwbbku4nhey0oLtPz4hm8NoAqw3
WGMwLD99OSksHxPjI2wyavsVqE6IsXlv/waTdPrlcEIOo1OdL9h0TPL+fj5KPY1Z58TEP8iBRofC
ns4bpjn8518OqlMVBTU7BBBJy2X9dqNlNSJbXVaNP7Cr95ochVzeMYH5Z1eMhYG1niVwCfBkk3my
KE1mIvBMJNjWK+q8JJAjPvpWqcRvloflsfgmpoVkY8ENXhYHXcWKepqQyJdQ951bqTilm9HHNNec
6YqaPofCoZvtAJe8/vWJ/SWTd8liJA8JUyP3LNlDJ1ypKC+Lru+RXOLsIV6hMqh4NCXdWLqaXAhL
voYid7czGxl/opLc6SKL99D0pt+cOeye5Yb4fvIEUnC/8HbEIcku+JTK3Qh77m3I/P4Q6sJelU3Z
L5nws01jPcmlRBwnNddYC4Se+mZIazd/WPbsUHuDLpwo84fwY1IxPF0wcx6by2rEt/eE50W013SL
nfwCeHVE18rIa5b3DidvDNtFr4/Az5J4jXlyCCl5xFyfZckgrxstHfpNMch6r5Z9jkOb6E+Ij7pM
78ARifwssgh238Yh4pLVOMVOtKaJprfMrzqCnFRMSRQIgAO1dTMMsImDOpn9vg1m8RRqVTNKL7Lg
nKo0FlM6BbDvd00Ku5AsjAEUKvVav6JPN7C/n+Q8HbSUdq6y0420dfZQhEDwhsTa7su4xNwENhsj
WGOq5b3juDHmHbWRvluYARwgtOG7pJjqZJ2Crr0bYhtd5hCE0z5oDVW+F06e2x5lKY+slcY2sD3a
x+pq7rSy2dBWAG9cZm2Os3u0FN03hs5+bOwaNZoOrN3xGQuojGG0iFa8iSbxGuuoVa7sWhE7wZvO
wetJW32tghLblEqDSagIAa+uc7fCp2PEOtCDBh2gucZsMI9URKN9VHMbM1UzLj9FTUen9iEzTJ/K
XNNjUUXMvKdvguZH0lYDhsQ86kLfVMfwJdIa94ie1HghYsQG5ZtMfY9LMc0YaItBHbZqqoN1iBNt
QAIk5fDchHL8nEXBmxnz/1NXifo1hkYSrPN4oHMa4K9ssJyP1pMAoIEGO3AFNCDR2HurXroB9BaU
Kxhu8keKKCs6S+AczpsWFE+2KhlggG1KkuYipOihpCUJp/SCktsa+VfUbIypxNiDqLOExGqrh7qy
6oemAM61NXorRBVcx1JlhhS4WyY3luGpugQaHPCmMD059nG67tso3yppYr+0YSyfMP5Yj4MhQUdc
Oz0g3vLGVYNmvuxcrew6v7X1Yhsz0McuFOnuka9MF7TIBwA/KduiwSvc0X2wyPIcfIikC1R0oCW5
cxRELdvathgIpnWKaiAmMqdY6akJKjwgJpDJRmjaVyINaINkoE0UT0yYHfdhFCbIuGpgq8Fz6sz1
VRiOAzY5EVrvs57JO9mOKNSbucU45rjDuNS0Vf+iDJ0JUkGiTJvKBJYrGFn6nbQaittooJsDfyCQ
V2WpwwKSrcYUUkcBjQxVi/o7u0toRNRO4t6leJbN89Ho0kNU56Kn9yKMinziggRAY3DEszL3UJu0
dtTUHWLrEZZAbemGHyhtYq06YBo0rYvIvNTzXPuwY1Ix8H3awcVgEZSxciOMLBtTq1sGVC7DZOay
tdWEl1WiacrKiecOKHag2cMGzFaASF6PXc8qip4mQ6TQ6lBRRe3slPWKYSziM98FUY3AUKGfgvIJ
GOWqg/D7OQhS8lYIM2NUHoXp9miFEcr2PaPXCzhtJTfloBBEWQKAfp9cpxpq+mCquDSljN5KXmWT
V7QoVcAij+ZHJ/r8wagZ+27rThfPkyOiF5S18cOstcZzNo806IJQ4muYwtxK1pJotNsMfhIzfOZ3
yBUXoSr2APYWalxmhW9OoWJ6Ewz452wwprdhqsojapskoWMZtBUmwNHuEVTM2AGAwWBfNEo9uFMN
N9b3QE6mfiWB4ZOOJGz1RymYPfpdmPPwZDwVA4pZE0KYFTfWJwVahni3ZmB3FgjY6mDIQ7s6R5Nq
nPVAuVgu8qh6JLo6iVBx0uDEWS7KjzruFFq9maOhJXa1ZxM47dPi+nBXCTsM6aUKWYz0Q2II4wmh
3jCmjVRE547sxZZ72RbAaqrxdVaHRsNXQTeHLkLXN7vOUKejAwzz0y0qiYcd6CHOiyielTVKI/lm
sga8K0mqNB7uZOtGryDVQnJZKEmhy1Ta63kH+ZiLG+YbZR9du5oOPSsY8aZ4JTo1EhN7I3rr2kZZ
eLsxg/Wg7rrBVxJXQ98LUfE24J4PkYLqSr+NaxzZXmeUXb6TcLquUlp1yIwNq4RuE2Vd5gdRXX1q
UWz0a1OEJbJRO0Y4M8aVfg16wLwxTHw9WaHmP9qxh2SiLCxspA3O5BEVWr8Cja2Bj3SJcrdQXZ7G
qGvbVRWAjfRyXRrvIe+g6TxTJ1wjSZDLnpZNjpNjElKr6fqrzG00WoHNRRrOovZgzyfXfVakyCWS
TrtRofpJD/+cUm3AFbbDotiTR1y8DLB0NTLFKiB75NOFqjV5WVOKAtaMMu2bzuhtAuim8kZvoQYB
3nO1CKWiNZlnlojkoxOjP/DGWgMoUkFIf8hghDALtkuGXNFkTJ90sAxz3RVdWe9FgdDjTMEGHoL5
Mw13bdUq3AOLXI1q11C5HJ0s4tGeasu+0FATSw/9bnGltcCesevkGTLSDgFZ3maGdVllhr0o3yHb
AEnR+h3wPASRgJ0CYPE5auG47dTL2rYxlFZp0Nyz5oBS4cXuHpKBrReyzd76qFR9INCzbj4sY4Yg
kk1ZMm0RM3a3PToY24uyNkJg7kYjQwiMFK6HTEohqjafnzrVRo41ia45BkaM7LwaYYjPTNFfWC2I
sZ573lOFpenozVnpXiCKq0vbWBBjpgeteATupv+YYU2cdQwOi5VMdf2hRAoar+Y6Vq6QWiGEs2Mj
QoZcNVdsA9Q3wayp8nJ+NpNjnduBKaBQ37RGaNcybqsP9naCEXJotvcA8zMgeYHaXOqhbGq/dZxg
XkMcp9tYITm4Ic9FuVNyDd2XywBy39X2nK2g1vRvc+4MhETrAw8Z2tX0HNO8k6A3btn4pQ7c+Lal
xcmeWOvOC7wlAW/bID1SYOI/sxIpbhksWeQbgp8G6VerIGgcSwHdIqBmFmspMTR5JLBWA1A8Nzlv
6kgFU9nQ3/CcEYkTUEfHuc5sVrgVuyxL+rNw07uEJjC2NbxWb7muLXLroMGrOFSzsshOGG9F9TDT
ME8S4FS6MRXqeh6a5r6tcueyFowwtpVSBZkv8kajHz4HhJgkOSrrM4V9Q+zzVTXIxxkZW1AdGvIV
gl7JIjayshh90bu0f9vIwYwQpk2cr80SVaSP/6Mz/bqzEIKYCx3Qc9taVGw8FAe5btSMDxAVZauj
qgwqlJCpnhK0VbqYSMl7KMzn1mnVq3YumXk5Q8JGDGcfDwBXX3lTVYlOCLZmfk8f2QVNoWk5wy9M
QGvV0vtrOw8R7IHuZxvXF2m5qZckDL8O4izZFNEYlRsUhMSeG1UKPJK6iUCawe0Z/YMw0NeGo9U/
KoaWrBnkDqHPNSeFN+pgM1xVajemwpJu/l7ZPTD0XgrxXjJpsVZVxaDUKxHs8S62Bmx9lq3AUMMe
mGob0RqI5Ka5IYfBCGnZbtKqso/s5zqcdFUR3/dUB5VfOkuYUZkHUCLCcWKYNafFj7rpaxJpVPwG
GFwYcZqAFj7AYBVXfVk3T6pRj/dctfyDeWqlM11myARQJZJvM8k+R0TqJK4GUcQ+OM4K94WphV56
zVQ3+E0nwz1Q/ajtChEszfghTkiGhlYM0EEXI+yHwGgZHEJ6KO77fsrvVJu+G2Pzyn4Icid7H/FN
WOi0w+qc7A4W4dRozew8RJbGspkNnEfM2nSpdzU2PxGl9q3ECKF5qEtRbptE06PUioPiRavFgF0N
Q4VE628CqWm0zH0j3sPoVm62CHPKpBvveb4Ivk2UYvyMSHw1t6k7N6+WkQ3OyqB6Y4lNgZJsqmpI
9kZtL96OdJzwLjD9e5Xd4PQovJLuGadX/WQTGQKgbNan93BUZbuKiP2+LLQUe5GhT3dmIgfhEXCh
l7u2hSvoF33ovDtplV8YYp4b3kZ699KZU2GyqoXBXmnS7CqcTONOuHK4irBuIvy1k+o6YlYCCA+J
Fftq6tCzSIB4Y7IwkurSNyU4ubocH6PSDfDxFWQDIDtHje7JvjF+dNwJVCOx7qieDW7xNQ5T5Uop
s/4dlSAmjrYr2ND2OVYykLSJ6edtzOy+GOrhbio6+65PliczT5To06FcvR21LosumgkyF1vxQVC6
uHgY11Nb5kimNOaNRD1NxU0iVGiatlOOQLnCYUhW+YBukBig4i11JhSmJFkhliS2BuFiqk715GkY
R2C7FkExrSLFLn6YZIto0DFqhx2T1aoMD7uQfQi5gtNrYAP/QAEXuk+GEiO7wQswCR+Nrc2gJtXh
xwSxRGwy2GwiEhIXdpZT9LFHOIXzY8gYL5E4o9XU6yRXX5gSgdsaR0v5ZGZDNO0SSaqyx1uy0/20
X2Iu6h4LjmfJtoBH6DjavZwz6wZg3JRxHk2drsvaUJ4lPL8PF/06m8Ey7a54o4xyw0KdX0VVPT3P
cPTubbTtQHDyMf4M6qqWfj8W7Q+jbcOPrh/ThsswF+2afMuYHC1rqD4nLilK+96yEWkGFq/MWhe3
A8jYaFUXZXgG906LVo499S+25UaPHVwXgrDqkC57U7gRBjentXRWHUbLG6uDl7YOEtfYt6AmmcWx
3WYCP1WAJpjpucNFKzU5omEPbV4PsckewS0sWhZ1Cw/Zt3i5Tz7qQiCLBOouSU1fqU36V4JTPTX9
LX3OJdfpK+NpGJlbrY1KYr/vg8bkQf7KhKq/8qHsr6yo9Cs3Cr4FGVLYrSCDlEu0lE2Fc6MucVOK
IpNmhTqFFCpQx3PDPR+idtG/kqr6OAcOWvVLgpVJZvBLUMEzFklTAQ79SrtqdJJj1mBqSMFC3dtn
fvmVjtVRwfCxvlKzjKQKJ7mP3ca4tJZ4LZEEQ2HctVoVWPq9HTKxXQ9d79bYEbrRQRc+t6S/3dCD
QMzsJsQJ+za/+2gvIWBw2zHfEV1bvYEfGDVEPGoT7mGKLKEdX0li8RIqpn7li40RtgLkPA6tTfmV
QSaSJY/MslplyZKIyCkjBjn5YeHjJbM7R+IJlCMh1SyOCv7t9gumBPcrGR9IsB8UdUnC0pdgNKiX
4jZpcsIyWmt5UNWRvJkxjWqXviDRaj1pMZ+6q+jvbVLwotMnYnGw/owN0p+GUh+SSUJS22ibWE0y
DQ3hSkfV565yKx2uWyO6bhUNUqbMoxrVg2GlXoh5MNrisRJPY6cQT6SOdoZpvKRbvAItvVgYiVeD
yzDhS6Jj02XFeWhnVvWkJZ2jkvdWmOSxoVlnBWyYXuFT0/imPL0GuERmj3Rn1g6hqzGas8YeWFoy
iCUGNWHgJPs8KQIGvDM4GOec1J4ej5D5lR7idNGi7wVFn+n4E0Kk9hlvvVX5FUlSJZFzMcjBre/G
mOSjQ8L43lmbmDXpaiJCadqLYHbM7q6OiCQm6skYMbXNKR1AT7qt6HCUuXOwkyOGWYADeV/HaxWE
mXlws5mb0iOQywoCXEhCKg91i8X7xoAKPbxADrKyQyiHtg82gx4Y9paAK5ctgRrqKlRF5rkVGTYp
qX08AZFLFgxT/Tm+QVLggBHOWtvddLahUVi2k+syh2qBF/GCVIRUq3yvQRcGGoZKGLruGtU0mkDP
AvxJZ0NvaGiRfNYBVgtXpkpf4QdRZy4Rioyaai6WCqDb2DhiliTjdMa4eHxSpY42bmarJa+aLPvA
Ddhc9kXYFBoV14AtJ9ITMW+nrmS3OCK5TXklGDQjzVjYVNycQEGHJq7iCcMtKSypec8amEB1VGYx
tdgR0i7qiUuRLKAa1zs183dn6Im5VMMJdRUziDL/yPt5SZ+jd1YAdS5sN9upepXgkG3CknlR0nAN
fsR2gw+0UHtIzdzQ8VjtRyeshjsTsa0F3wu+k3HdFUK1aZTpmYkThhxNvNyAgJUu9QZFFPEtL6sm
fWixzOirNLLmCJK6WSX3E7mx5TYwKqfapbVpxscRdThXwhoNmHB4GpzdiAwTRxsRKE2OsQiklSB2
VS11Up10UVoGaRBuWQReVWGcPEMDoBjnKaMVfWXmbq4/5TDAjox4SkP3x8Zwsxi3c52k4/mkNaM2
+y3qiNDZYhRqlR45GEGB9IpTAwMlPWSqJNTjhtq0kFZRebDCeqOUWb0fbBBW7IgVhLEpXvWoa0ho
t3Om0H+OqP5XNfBNNaALZjL/XTVwD8DvBOnz9Tf+g/QxgEAy+CLECJ07Yknjf4QD8CGFS3A9UdM6
f0V1mZf9RzhgoBxwaAu4oCNR85vfAJGKIf7g7zAU+s8Ptf6JbuBkyoiYwRWMXpbshGXkY52M/oC0
9UIMdO/nvFCfm2yxtABEvmO7hufi25X5m0n+yaz7z2NpqjA4Y/Yw7sloblLV2Iir1PDtwiYcLrDi
6163nQ1ds27bMbW4TZMSXXEdzf9s9PjnkTmmxkQVGYF+EgzhjAbSWh3yahpiuitNwLESS+GvT+9v
L6XB+Tmgb5iqL7O8b5PHXHStkZYcJDad28bB+hv0l+m8/vVRTgd0f57Lt8OcfGNaXzYTsguDBkMf
H7oCLMNQ1cqdFAoQYxRLZKaPTETo5SByMrP0MZ7JZhi78DdAo69c+G/zuX9/EiEc/hFMjk9GhQN7
iMgZ+D6HFWC6dbMqL5VVvOWdsNX4Ny27YUMB4GFoW7EZvkGNvsrfKLMvMNyf/y5b/mS8/JdPs/z+
t8vP2htbQskMvx/CEguAuVcI5fqH3zF1FnZa23T5guF0OYtY5dtBhJiGIegKw7d0aW5oAGcHtAwI
JI2xPPv1F316PraF9oThJ+NYFA1EpJwcymhC9Lis+DT+gYemvFiitv0daMtwTm9bjmPbqBi4ZxFo
8Fj+fBy1U3DWwib005o5kofwP5rP9LKbGqr3KCi2ou+iaEuosHgzkC3Pnm4FhmSaxKyf/i5lSQ+M
SaWNYQ4DRQ6b6kBuYSiN6U3aV9DX6b2q4srMlDSEECpxtzKrg5BKSayRwqfrdrOrsxinM/r0jJlM
Ia3yBvo52A0mRIRVliSdZitbyXTnMp+4MudJSlJBGpfTwVk02q65B/waoimvVPo2CrGzFLfhqEGH
sXuxBjc03dtDC2SCUYBw1qNQ2uwsXv69lWncuGdRPcrk1tALybhgqKA/OVWFDhx1ufsABz4IANhQ
wULK0ExcvJPZA3ogDC/5kVO7U20OUnsGZh8oPHv0LPwQtF4Lao8NoqM5FrGNLgCDOiyaZNsKEdPT
zp2w2RAYGOkrNa/FtiHbj91oEqEclHQpN8bYOLhdo8CgX64NMV2ruD0fc0KQzsJZIeJvpk6l0d06
76IcpXblZgSMkPwYtro39gHQpyjTYuycnapcxoy9q+0AhnHyBytz3l01wSq1td2R6Gll4nxde4Ji
rhgOsoN0bLNXA6VQ59dszaZNEY9QQVJsBiSj1nB/MZ0WJI0GoXat1zoDAcuanOuqIH4TP7V9wyDE
ejN5RspVBgH16PYRm5MhciFbxCm8Vqg51tyvDdLUP6OR3c2aDRfFRD2CF/akiIa71ISMgEN2mJl0
RbZDQatVNVmlUs9+8P6k8zRoffUci6LNVw1lFsAPxSlQEKvih4In8YBqQQk8HljGrJGMYI9JOwyZ
rbVh9izcItOWrbDCkEVx5GfKfPYSv2DwI6SNfI1ad0b6Ho9hvdLtrr8aJlk8QgVigQ1lGF7FhkHj
0Gaic9NA8Js9o2gAl9ux0t+O2Fffh0bGEmfcMNKKq5RaLFVO9DhXY5CscxVlg+fEBDh4QquzAzwb
+sxj5bR7BhMxWByr6W/0zsgY7hjTcDBCg4RH0ZN/UOvgw9YUFs09WQLuOd1YSMJ6ZtNihelq8l5Q
FWa0Uw6tVYl79WaK8s705qSWgLHCgkYHYSFEoJABXFzpSh3PdFZsYqyVDLuHANDOFD7ViPGmOlR3
pZtTnWLDfWFkU2lbbjPnaqh62ip0uwawtHamvlhuQYS4CutEQlOX4ugGPc9lwGTtE0uz9drOEwoW
ty6TBR6hJVdFIKd7bikwaiHhJGskJcPIU5ZIUDoslAfY81ymBNvAsWEN0fCe8DUgtZ94qGfsqpeB
mQv2xJbRPk29k+PvJblzHXPHHPMCwhx8mTr/IFLbkV6dGCn3LdNM8l0mVfLeKshSPxNVku9MDcnH
ipZ/RmStzsON0VxWJEXqJC3B2LCxE041IXYrDG54IWNYZBE5BlParXRaki8kDzGwwU/TX48IuUbC
Zp3qQ1UV4GHo42BNTYo27qnEM3Mfp1XbeFmEwHtjx/acboiscIU/mDgK/coKTBLYe2QrHixkc7yR
iSxSL+7KiY5iLomt18vGdC6CRpICP5tV3ROcgfZiK2biLfYaMRsP6K07UlFISrqNGnpRW5hQarQK
4t6AFaUZZubD463nywWIez0jm9MJItEyw9OL5gpoRiJ9U2vsEa8DrvHFkmbitwi6KjlTp4k0c/w4
o3EmYIbxhaktkSWhJWSzIiuDFh7maPe2pxcEMyBWsGoUaqFaWwu3DctgbSmk3+Ta2G91N2QQRRM9
GFYM5IBNI/+JWn90OtIsc0Z3s9fYUsUXjYFXpQsqc7nB9m0PfhqrXYWBw4Hpn5o2w6soG45WLWNs
L4GpGzvUBNGArxm5JS+CKHPOCoFpdW3Mo3k96kMtV9IeDdOP1BT1+FzEYBi0kg+/yc1SV3Zap5s1
PdUS1Fpls6ImWi3v2WCGwneivj+AflcsP0yTzPHRQaKGKZEPq4gFF8VbuliBVvSFtWplqYml702o
mgxkQzPD+qRGRubLMtHbO4tpxbDmxWk8mmM12mc4K0cXxHPABSOoqxo3ka7WI5GwMhg8ni+zJCdb
Y1SByijoCU2KDcWHqGKontkxNfE0t00uWVaZDju1tM4FGaRnKpjnW82WMQTAPjBvAcQwTqsDvWDT
CMR6bXbStdD4RKbJj9AJm94TdT98yia1Qe3lCf37nPc5xfVcoGC3Y8QCFxmyWYGiP1+MrZwbRWph
649o+7OrKdWtp7YFC7lXIqUpWckUJC8gbo19ZTRgk0Rst+mmBpz28rWr+t+S9aeSlT3cfy9ZHz6K
j7n7yF6/q911wd/5T9Hq/uGoloX4cBHl6fYi8/632t02/jCETbQewscvFSe/9e+iVTP/oATg51BR
cl8Dt/gfrbsKvBZ9KTp4QjrQphN8909q1kVS/00YaJoEp4Na0RHHmkQsUFWfbFnJzcrpjwbrhyuU
A977S+xdx95V6B0i73D9sb2/+Hx6v7j9dpH+pnoVP8sR/3rUk73/zLpn5v0QrF8q7+Gm9O6Qe3lP
/OLtY4/NY/n1x9Z/fnw97B4O+9f7z9v73fvN4P3uc/zm5E/qP7giozKnnHxZPmjqWx3d/Po83eXq
/f+y7q/neVIQ6MzrdXM5z9J7erjJvdJ7eXh62L194L/xnvjfS+7N3t3b1fH86uXuPPTOj971+fF4
vj8cj/vVwd9vj+fb4/Fi+S//4sLfvdwe9quL24vV8+1hdXu7u7pZXXzubg8XN+vd7vM3n99cCqNf
fP5T4bRj4WJSiEddX75cPt1cnF2+XL3snp6227vd5VPo+fvj3t9e7P3j8ep4tblaPuLFze3N7tY/
XPymhvsqnn71WU4aD6gwU9lgG+Ravi23Ddfy7e3u4zr07uhDcBmPH3cx1xIPLv8Jxt87bj/uPri8
d+NyNz/yJx+ld/0ceZ+vz4fP9+fXm8i7eL3h7nq+/uTuurn9fPh8Zx/KPw83nw9IJbynm/3++fV9
93kbeTfvv7m+X2mvvzqn08I0bWl0gZ9crzeX67PL9fL/G8/zzzeb7cpbef6KX3hn67P1r2/MxWTz
yy+WXtr34pu4jyWoekR8+XUb3rx/7t6uCBn33o4foXc8cK0Kb/988fB6/Xr4zTe5PFW/OumlWv9W
+LeDwHo4cdKKdVZZj7H6EqbXDG0WFJlXqg+/PlW8P389HD1DyzYNoRmOcXKNzVTtMrYQwXqW1WU8
7LvGOEOe4vXis7Jzn8Sfl3l8jRWD6fRR9I9C5PzehTK/Tun9gH+yuwuN+PDrT/W36+6f7Uj6aCrZ
cD9fhDSbC+QA0XI3372VrH7H2Ht7u37dX78+Xx/eb1Xv4f13j/OXm+L0yn8/6MmlmFGdAcDioI3K
yNt8tJEqpPjFp1sHdVXdktTh7LT2N82tv7xi6IpQHLoaji5eaafa80nRl4ZkRUpcxTiC1CZ0dU4+
hMzK+/nHr6/r6bFsxHFiYYLzjtRJ2D25t+p+aOuyhYwczXZ/2QyT8dqLQT/WSZz/Rt7/t4eyNMH7
WdWXBvPP3yDdyVh1Mfyss6qdb805bJPVRAuE+c2c3//6tJaP/f2LW07LpKVMj5uWK02sn49ll2jh
BJK0Negx88ptzMB3LDf7zU35d0exeE4IZjTYWKgni0JfQ2+kW2rj3+zmbYAYZ1vYs7v+9bn85S5c
TsZy2PrQqceQYJycjDRjyOCkbK/RoFubiB734zBnIUMoQuku4rzWqXODNllXqQMGGzPDj6TAOer9
+nP87dmSG+Vg3oJTt4wTvi9DdhfhCyiBFoD1tWgn9eR/oYr+f8ydV2/lWHZG/0rD72yQPIyAbcCX
vEk5l6QXQqXAnDN/vRer22OJqtG15skYY8YzXaUjkifss/f+1ud8cxSLnKOK3JFqtkGmfhHp1HpQ
mbg3UsKqq3BLQzZtB/ipfEt1RFGErLFso28iJ4mecJng9ClA94FhQvQsZZmMYEZOLbD9A1/u04xn
FAVB9CyembU6i3DJqKGd6VTSXIjf9lFQKrZDnp7LOoWxAx9HnbeiDzN+MdZiddl2QmnTYixEFSsc
/a5Sy6R/udm1rbePzHqdSOmP3GpAtZuOPxU75tlaKo2NMrQ7BboaFLS1PkxPwtBcUtFwiDr864Ry
O0Tf3AhAANNoyBagkWAmxl/sqoFi97OSu3VbauGgDnGZpOtnFNwHMSXq1l9PqN9+BCHjQ0DsDnN3
8WJkxRPIangxIovyTWOJe2EFFL8jQJlfj/RpgcyfQGNi8WC03C+NI7j6p4nI8UzyRIq8WtdkmumE
eWCBLEPkeeqyNLh+8CwUsubf4l00kHvQ44aStE5odSaQkbDfJH2nnhn0wNJcBKLp66f6NLMoW3Gj
kqmccePRVW2x7sNGQu+mVKOrnFQX+nl7l51W9/aLBs9t1fyojqO78WI6C56mt/DCPvLWeAYeCIB+
1cjeT+7lr7B45n4oEwRV/Ar5nbiWr9BxnOVvxtY/Epc9uqELC6DZrXwRgTXY1ztxTjvcga1++daX
v8FiD+4CAYxyNgXzywivtGxX+dpG1fujHM7j1y98OY1YHkJgP2Ij+ibOWer7pEgv5KZuelfpaCdU
kKRck7aX7w+M8pthYMGxJQhmKufK4p36hfCUwsTgVAvSPRSJ3h075d5CTkOSelb30NIVgza8pRdk
O1CRaO1bM4U7XHjYSlrTyoQEbZf3U79pdbxLg+Ok6nepVrupdKqSFlVkoAW0CoroyQ5gldQ/m/5B
UR4GWoO8Yq+M43aSX1Q+oCz9MHETiw1cWaG1xOFL3hSkcZONDgLqwE75m+em4Gwga6AiS75+sSnn
kUYTjcfjpvlk/xxiX3vM0+TApvObQYjgNEFaz1RNTV8MEikGxi4AMFxtTOVNV3WX8DSHowOfcLHl
M1EYhOgA1xQIAEvdPdTCio6UundB8dEmi0/iKqFr/F94FN7XTBJgtvD/fNxvDLvXPVONelC6tThB
vjlSF2utA7vMfKy/X+HzsyikUxBrqEKoYl5/73Y1kMiGEpRd7w5x3K4asDHXNjW40wHrim3uh8KJ
x0H9FlKAw2AelMoB74/3yOb2cVDPT/MEeH3vdrWVH5nIREpcvxAEJBIwx7pEQ6dgx+EmXqt8fxYy
NDE+bRhE4L823XfPq4tUytI4463qAhw4xnoujTTqgY3zd9OQvYQuCx5yvjZ9fEBhjaE8VVKHaYpv
biI9aY8Uzvjjr+ehstwc5/eozck3VOPg7ZfNFVKCODav095FCyuoqFAdLUfVv+j60TqKvZGaWTyk
m9rIVP6IUNZ1n9cP9pDstK4XTKfeXEVJelP05poi4cmBX28ZGs2/nmEY3Aa4D6iKuZhbvtrCXOG0
dBXq2qCNmir7qQ9KcV6FtGPQsO1dGUaX7SZuw1zjFb++rAfIcDS5JehspEnNnr/+leaJtZjttooK
HWExoZCxZDwAAjMgZ+I7B58GFOIoaIOD6LRJ2v7Q8p3Dm49DsTOYiqXYfCHi9sXy1QvLR1PVtW4X
WsAnPfQQDQbdu86gfgUdNjyZhLwLBvWKssZwIFb59JyKLFuz/ZPBf8wT/eP8w4ujsrABKV2bKrWP
c3oy18DNLlG3fZBUyvrr1/ppHs6tCjKAXWgnCoMujjQZQyORUE9zse07T6TmvhCU8TxzfKRmLB9Y
wfMW/uHFKmwdukrvFP+OL9nioiLRhgoU3ozphDabtTxC3M3aqd0bTd1d1SDdOWD6ZOtFvrX5+jE/
7ZW/Rp4jEl4vc3sxciLZbVfVduwaIxVOVSpOqrbwHQRoj9i57LI88w98x0/7CCMSQpuKarNnIdP/
+B1DUQ/k1Q02qhIRdjHOxespT9yvn2vx+Yz5vj63SbEoANZoy06plEIR7acTRSsl0sVJaoVJfWWk
ND4iBCCy3+bBEBcHzoDFFGVQrEeZMfOYlOSX0VamY8toNVUKB7mon0Ogw1vqfBTXsaUST18/4OI1
zmPp9NaRjuCswYN5cRXpuBZ4IqYK2TShculFhXcTTpjEfn8U7M3QdUF2ARWyiD28icJzgS2JK3AU
205KED1VeLx/970xH2BPcN7TusMutljatL36Rj7x3ugoBlGbijr7Ae63SDZtVdYHou/lBYCkBy2H
WAgqzDKZR1pMwBFuV1J2dEkDChDW3iw0MiEI9gEZWpWeaJcyUDwaN7JynIzzoq+yh6nA6HhV6u0Y
rRMlg3uphmBbH9MqqX5ChM+iVyvDtRhr5axfB+Du+7n2p2rI7sDe18fdpNYWaM/YvvzmByLsxoPP
JOomR6XI83n17uyX6ratqsCzHLkJgo2FHgg7g7g/sJoWuwTgCkYhcWTjvk1+ahmC+n5eolZG24tH
cXalwlJ4LCWre1AgAc5KXsRSVMuMm28+Gx/Koi7G/KNKpixDqhK0JD1dfCgxRbaTJ6hpqVd7B+Ka
TzsF1CAOTvYcGVkp7okf36Ax2mWH43Ti2jZ9E6tUawb8GbguWQ4tydKjQmJB/160zRRUMFS3Z19I
3uinJ2t4d/gxZ6lLurFc9xEqXlh3+YHFq4iPx8qvYQyFRwN0RS7hV3b+3eSIIThiSYu7QTnAIYfV
7Z/1VoT1SVdOR0pvFddlgkTQD0J/U7dDgMy0HlYKdiVbs6z9Hepi5cd3v+kcmXPF0ACtzJvkx7ed
Wo0WphG4cxsJwy6EBrJBXy0OPPmnzZH3S2qSSJW5ymVmfjHvHhxBRZimJaNElR5eW0EQXPQRKOzv
Pwtb45w60einnCvP70eRanjpAAUS0NMqXM5WarewwbN/Ya4Q7ahgbFgFxMYfR4mDXJeSwk6I6Tsc
b4ZedenJGf+VZ+FJSGsxEH2aH0eZ8LcsiVkT9islecuBda0xQMFJ++tX9mkj4cNgHarxZcg2cZn9
OAwxQY37HcMgWpcuIQPACA4nOlOaoNmSc4z3Zgg69OtBPx3L86AaoTFZU4VHW7zBKWxwUicecBFR
t64SD/JOiwGs0zqWfnvLYgMhPiaWmztslwm1mNYSXbWHwCVTzDVMyTAIi6YkLtzvPhJzwWBJE8pr
ULUW5zKeVBrNdiSZM+CW90XPlaNc1XWoGmtbb1Tx+vVwnz+bSmkCDIMg9QnxfvEG0ScaNaEIw+Uw
Tit2CWAG/WhnqwJvuW2MI8JO5tNuvzvsvI41Za7zzFTCeet+t4wjDF5op0ygcMvYRq4NpZbKrV7O
UOC2ghaisGdFrp+m1YGs8uKiw8Y5TxlmI2xAjr5fpfl3A4NH6CC0BBI7Ze8dB7mZ7mPTx4lqGEew
RcjQpSSWzmg3g/qDB+eB5/58JJFPkmccFwkZmUDl43PTsVINUNA9x6QHuFup9hSkG3AsEbaQqSD9
XKhWpxyYUvM3fHcH+fXMJNJp69RpCLeVeQ68e2bYeVjPowRz8JCU1oiL6BSNouHAKJ/XIo/GWKoC
ulplSn0cxY6gXpAXBP9QdVN/UoUZ2UDIPlLu4hhjHfLx/TQcEaUKioj6zLyvmYttzW8HTW/BUTtI
tOVtm0Z3iZC1HRyS8MDO9mkk5gmnwK+rKbNmORIVSZueX3zsY2/IjjJakld1p8SXPWTmzdfLYl7c
H74UkR6LgW/ErY3+/cVqNEL+p4n+RCdQzQqbAXXoLo02kcJxFcVC9k+50cKibaLGx1pIdFiUfjdg
59Ix52dI9fKTTHXxWpNaq6hVwaMRPceRVIgMvzpYw3d5aWnfvejMYwFLpsTDv9Rlk9QIjTvNLbzE
gqgtjtpYyk9VLTx0X/zN5zOZ8yRBFQ5bNu+P8xKEVpZKZPagpMlxuZY0yU7XPnlWmaZS3zyUsvs8
3LwKaPpS2bvn6PrjcAOcgMnnBAFibXTHcHigo2eDcm6mWrr+erb8dqg5WUP1n4SauVhxfowSP8HQ
1UmxjB3dTi9hH5US/ghlq0oHjtpPmwioO+5W/xhsMTWVsACK1Ywawumu3xRq1q+wjUkP7I+/eyRS
4ZzpFOZZdvM/f7dVsVGN6qh2moNTB+LBqKnMK5/uaKgJlt78C+8Pjapqcqhzs//VZvZusCkEAaW2
vL8AFtlGaxIZJYsmnai0+x94rk/7/i+yKOUEwGdknpZJ+MkbcbSKGEox2/oymISFYjiWcWFMRryg
s/TAMv7N1yJbAWMSgCrm6kvGZGt3lQjzWsPzqIGykMr+zjbT3P16Av52FANhlWWTu/uUMq0Vu8h7
mnGdEBv38yxK1H3aRtG3L8JkXsi/U4onS831/uOcGIJGzW0zYZqbGHrGNeR8pZ/GA5PhN19IE3jF
o/CmTslZ+XEUfvRUg/zDjarxzRe+YLFuDZwA4rKmgkmHeXfg5f1mqlNZQ9NI/oXwXF8MiB6lkkjv
058hIUVxYJCZGq0Spfw6EyXaA4fYfMZ/PFkUjUYJGT0xVmtksD4+XghHTAdZKBzA4zZc9ABcfdb1
9qnfF7jJGPZ518v+gYQMV9/5KT6Ma+kml2/OFJVgy15mIZsumtQpngkuedncFIpX9rtGhM0J7TwC
y5hCR+6YqbX0ILI8OZWxiCP3PhYW5L4pMjexneGBZOZNeOVHUM5WtYYqAW9HDXx6pVu90wo/vY5h
CgoIRzlN841RAUEmjGsKByFVcA0LKtdRbzf5sVUgGXF8cOgIEQ1DJ4EnDeqtWur1Q4qUDccLHwiS
0za5uvHNyaOTptG0Z42/fBoXGsi8WJgzdhTAHWJsvwDFFbdm02Eslo83uFIo+yqYOyxy3c+PZGiK
r7Zk4wGaCq/ZxqUXneBY5JM/FJ7tO0GtR+e0ssy0grJPdpXUx/66KWXjZ66RzFq1LaniVVPH+Qni
iRJtUFhK2HxXpoqIIYr8h9KTCyRJfs0z1XIkjkdDHvEI9lqLTBikVAQDY5T/iAMMr3lHXnvDhTB+
aIF6JmCrqDCtfAwRr9q8iEZsrTjuV2SkQjikVo1SSDXycaNMQ/3iK1IeIaKr4xvbSsS4z8Dw/aik
KbukownD7RThxE0ncrgPddKEx20BTsSJOhMuaonCapf4Ew6gQCxTHEY8KGwrGErSBajsCLwo6San
CXKrRVMCVN8xI31AnmZhSotITepPp9pIy62JXyVEpET006offESloAL6HW7QQAOtQBP92jeC8GFU
jOABoyzM/ap6UPW9FFus45b+h9ea3q8TYmFe2ljjuizr5VDh/jj5J9iKNelaRKb1FME4UYGU+Wbq
AGfUhJPUIbKhRkuan2bRAxRIw1j7AewAetxY66e49hiPJZVt8zjviqBftZ1ZXsRq26ur1AaCskKO
WF/5Ho6Mjqp55QxEGIthPRkmFgGIeCYsF8cutdZdXYi9Hk4BdAUiaGrpoJVwtosZzBGxJfY1ypKf
sTokF3bf5S9tkNg/ENVGgzOR4D32iyp9VAqt/kElTboNS0V79rOZBgX/y4pAsvRgCU2zAyMSagRi
Rthp4xrwGSgxWbRicLKgA39lTxhJ17pQbqxm7HT0UnZzgQVxYToEeHiTYPRRc2UMjORYMIHeAvSa
njv4Ui2vDHzg+Vqx8K87dvibbrTHe+zMW2BcdYtdJlKXHqiGZoEXC8xSXatjpKcbbo9+tMmpjoL9
6wKM0kg195txkuqtrY7S3GsamxmRagskqde06S5NuvLY5zYZriVRaC+j2eHDaiqDGe8MuyvxhBwg
LVTEbhrJTW8E++VXSFYCe2qPZNJJP8gmTfom64R0WqL0fJQwfGv29C5kxzK8H1BEiLcuQ8tKtE3t
Nf4+nkqokJQCZ6AYgrt4I9Hd0+17lYhiM9VTclqbnf6aGNZwZZTZZEBB6ypEx7wCFKxpU8ku3r3J
jVRawZ2E2v1c7WuEqz5MD582krQxnCYJrcdJGcqzNGI9rkas/ew1Nctc36Qw/446MQymU9TSaK9D
obJRCfOXlbzhIbmCwJhFrkIygWZH4hDend7pP0FZ9BXUlWm44xAyzG1bj1h/DQooq40iqTpSWhhC
2Waw4ugCJwlLBk2j6zetgvWqW4gxgDDcVO1ZPaVwBztoEbFTqKavOTFsSNyXWPSK08MaReyXlors
WmWDPT0uoC9hAygFY/OgeWjrur6YROFf5pj8PapcxN9w7C3ZNWByk4FT0sRl4sQAXhLoTE6oedlr
GJZwWqt8SoLzUqYblnrTOF5HaUo/SFNE/jPuKekbpsrW6A4E5d1OGWdZ7wDthOduuju1aWHb6sgu
V1E9RDdaWRtPBPBluBFt2p9R/VfevCHNzsFS4lpljWP+1Jcs6lUb1+Knjd3MsGu5dYLb7OPkEdP5
Xqa5xZ49gbh2u6Eo8/SoCcP2WXhaFINblIaf9CoN8sbmfZ/qGP55vLqUWWvQTb0xUkr1a2+AnLtS
fAkmmSXZfbxV07C7DCJPuqQqKz2N8tSfzcWBxz7H+HjVwGe6y1AVthRSw5ZKBrwQgfPXQH400Aeq
IKjtqDUmWG0eiSxtnwmmmpt+aJlsM7vqWoZT/RwEghMBEHXFAk2U8sk3upGtMfI4SXQ8gDmaM6xO
sDsLMqeTW7iq3I+9O3BEdiYfo0jjHN42TZxeCrnxUtg7tQAuOCRF5MSRHV9UWt28dCLz9sPQ1M8A
zzwQhxkfjvnG5EW4i76Mg834iT8vjOWqViD1dSJ6KBKjqDaCkyhzTB9YmTRUxqOdYOGMHUyBsFC0
WgHDS0jdoxKH2KwMkmysWVcQFulASE5iE9vPVWD2SJ/HvK94OyC1LO4ccXwbIwYsoARKcAo9mm1B
KJbsfIgm8ebCJcnskRLzm67w5I0DINO4NvPrQqQ4gupV6lCPimyCpENz42YyfJiQFmLMbjXFCqPa
YacGG80okO6xv+t3njXp485AdnkNN93G2UoKcih8dNhNtPJDsVt5IK8FiMC6e0TyzFNUVpDn23JM
zRph2mDnbLqa9aOuPYtp4Ad2BawMuu5Ko0cWH9qwS/HnIh5ByFra7e0QT+ZLTV24ciUfnwJeS20P
jh311nPSZ+qPEjXfsdaN0SOZqepcwlrieejz4lkKFBTGFDlgCdLx7ilbzv3otMwkr3VQfcbSCtpS
cOZpISGQqrYIRj3Ma+yNGhoYcE8w0W9iKrSy21VSAZ8O+yMoa1ou/WybRP0JAjlv3TquopoXP1hs
Oon2Q6arGN+eJvHGrRFDlnV0vGxoaUziAXGwR1xpYe7Bkudp+64Jn1U71kxs5cpY2sRdnucPNvev
0JU4X3IXA2T9GlqxbyNG9QP+EkJYvC5D3v22Aaf32lsyxsPRZEnTRmrT9J6wE0UTF4Rk2tYNmEia
fihtnZheHnq7oZsMll0574dt3gZ4nwuoS8xmq3qOOl1uN9QY4QpyLKHGDdJoREoTplJ01JGB1Vw8
KW0E9QbbqEliAszJEYnEmodOIjk6bjG6gueF6j/C+CLERw9QODg7aa31TWbeD2Xq35jxUPUO6dMq
9jGdrQx/T41Dmu4sqSqN84aa27QvsnJKjswsoQ80DluiCyeEsZ8cS5DPEWO2eRNsMVge48tABFhA
Rvgsur6QJfkIILGvHumpHjcvWkCQ2a1Q7oI9SClhJgg503Z0MvC347bHSIEOQIpktreWYGf5btAV
XYhNEiqVB3+aCm/YUWgp4RRrwhvtI9pv0vqkUqCUO2wnWnudEN+0x0OH9zHkKs5JeRXSbFOt+dki
2oy539u3OOPSbNbrnWXv8CQR2pUg5PGcnhpddJ0XfpXeWr0ajzC1TTn2f5itBaMbNLAl30cZSAeZ
dYLTJ4enzpWBP6lb+1or8Q/NANfKXAnoGFrFRQqiW3COKo6hAl3CJC5N8U3lMNA3oclxuQUC2sc3
SsmHO2knDJGPzLCuum2UN/iyjWVodrcKQPzpAt6WoRR7H3QfDXk9PfkhLsCZGXSvludBEY7Cos82
pZBSbOt7ANt3plqHyXk5Q/zXWBa3+uQahe7JR1yGZ2PfFrfOx6ag/p0SE3FtwS0M4kvgALOu7vIe
xNnab2k+uLF8IbUO1mZC2gaVMQJd6KCEgfzyO4ndwM/z+7pVWFqdHijxRnhTRaRn6POFDGgor6EY
fAbm84X7omihsq1s0ysBUBFd1GeFnHVsrgg8sLHrsG2ejhuPHMKbLdtjsoZkJtQn0OGVdZobadNd
FVaii21ThZgoDn5ddndoKcz5+O/TZPwxKk0HUt80W686x/WPlD2M4yhHl50EFVc+O8ybFzm2YkK1
hlI/GQk9wN+Mzj0HflWyz7uwm/ZqJOkqZ5ZSp6MbSGWWbMIAqveJXQchNpV9ZHYXijzk1aoxtPbB
7JAynIuKxPlKVJXcviDk0LO1pXfdjyFS2aIts9dKV7MqwIV+MtlXFImUbC2wBc9n7LIWrCHk9dm2
LQMFd1+tMblR2JpeyZtpqAZIc5gsWsE6qryyIKTDutx8wzBN8c6GGmeBTTdO4haMWtg7GVH9uGmx
BsdVXU1N4Ta4DkjHdAcgsZBTgU+xLWnYwtZl1Kk3DR8x28ApSOHbe1EGlNhONGNnYl0ukFA3jZlv
p3LIk8uxhjULT71u0tM4wrvjFJtEuodGfKgxdZP6qbgml4/FbSthy3Osd0XU3PZankUGlrbc3+AD
gLzY2vToh3u/jWfqgOiFtGn6qnjz9KG+V8xpwj5AqlpzD7jaT1cA53A/7vzev7LtoMaHGQPnyill
0SfQPso4d8Ji9lFsyXkfUZIVgGHTlmsUmTRJuQAGOUL2VAfurAUIbLacDG96tzWIjvhfeMR90uQz
BnD08eQL7MggyNDVCLZJPozdz2GMM/sCekTt/QwnJQuOIm6W1jH8ESsGX0hSAz9pecxOAlGr+lnH
Lz6dSZra96cpVANun3ZSYYZMTAvbQQvo2twV8sD8r/tCM2Bz6CbmpgDahElsN/npHdajUvE4ReXw
Gg69jhlw5jHOlSU37FxpSFZ8DQFaPjKtamLjIgayxtsWnzY4nb4sYn8XNjaEZUNO0jsFhIq5HlrZ
u9CKjLt62Gbeui0idBu8sOjNZ0nZa0CiltgEYCbgkgcAfl0e3TpO5MhqjrEN5vqeCFs78oYI+X08
6O2JoVegBBqMEbJ1qUO9WNGqob41vUJbFwkGToY6LspnHQAtF7HaHC4ik046Vk+CD0NuxJg8xDV+
qRt+Hl12quTr91xx82k7tUNyi0VOMK1TGBepA8umhu6jN9rJGPm5WOddrtbbetY7gezBBGMLeyaB
ijyZarCuuth8m6poi9VjXmxBPHcneTv7BhZ20D5yNqf9alJ6UHQjmRRpNcRRfGxmIZjENrTjfh2q
RblWyk7+KeowU3d5NK/zSi5n2HVk2uGGCuXohki2bvgiZBEIG7yrBmN3qOx6r1ZOVI7ds9Erxstg
+lkCM3eYroomHcmxyUp5alYYITr2pOo/mipqda7LNP+VQ6pMToOBwhMIF6xKyrAbrC13yqw4qyS5
gIwSyoMM+j4JxxfTrOl3nZHEOLRLhh4/6VOqn6i2h32IPeAiuNblqLsmQ1Iqaw3cw3ViiUlzU3UK
B6dXivYOfgqgjKynudftaaB7gHkL+dDotUp1xjCuy5UiCvmtHDIgt4NCzcIZe7mZdpGkkHaVqqh4
5cMlICtGKe8cpGb+I0b0EokBreqxFrC16F4JweQ7uJ1yePp2kT3mGNKITdFJI4R1o5Me+myC9gsN
KFaUXaO3Ki49wicKibgktk4NzxFsztApvOKh1shgZ3nx0xRRnmKj6wVrux3S11oNa+6weXsP4as1
HRghWEiPQiIwD7gy3KLj6+OVBb1Jc2vcJUFHDEZ4I4eVF6yaRgNSqo7dW5CR4MFNASPOrR352ksl
Zo/phLlzLryBDkaDyJjspdXAZCYZ2R6Pmq68SHrUDpC6zfZG6WksG+JREF+UpPt2SSvbk6O3aaHg
6tMH+CrD+3rJmtjMuaxW4X3WkEOavTDo7ZUiecqI4rUxxxvV7h48K1ZwsAPbmdJRQ9+x1aGqSFTz
eBKVKCCr+7i9Qookd8bG0nABTu38YVCVCkwFTsMUT8LE534mGlilcZoak1v1EputMhDV4sjtWyr7
bK+TzKzGvnKQJIUGmNfRexmgpRgAdDU7ZVePJK5CuiUuCIaIZhPLGyaITXIN2ntgZC1P/dQJLc5t
muJAeNKzqPjxPgbYZ62wCYqMNRCf8E0C7aI7uhXp90OMzY/rpS1mJVoMudNtc4UEcVl2VXDWdV6I
wytbWn8aWgk4oQamNzYJVaESd8VFcUKsWAZOAG9VcaCATz80gXXbxhyrtnNCNj0umU1bAndB1DV7
Ig/mq996Pdbh7KnqztappR5rVYW0LfTz+gkQOhRps5uxX43WQBXMGlFDQqG41iNQwQrCCci0kJHR
teS6kJMxPZOkwIrXamCHj0zGZHQsjlzFNbgUbWF+R+2+K4Hqri0S/RkbBzEE/amKr7pmXqT+FouV
YlqDivaqTYtZG9cd2czwRmqGol5FosQ5hbR6x1aU2aQs2qHKAyJYbFvtKlXlVelDsl8hdU8GQJ6K
lq0lyEiNa9oNLjs5Ph/VTvIyzd4DWMEkJcTpdp0GJKpc2/L9qx7o/bWdprhQt2Xh8uPpacSttUYm
alfQprRWH1VX7pS0Wheq3Y2uinMEKJ9S6zzXiidDXnf6GL6lXYmfyzBMItgnCOx8w+W20g3X0FHq
djYHmtNGtTDPPIsbjENboPwKIjfhnk+4eFzMrmFbMeGJhWEGkaPbCLW7alpT3LI88JauqBJjJJ4r
0LWkpD1D1koeQ0rjjgKXJK9zmOi+C3uM5UPW6zbCxkFlLljyg4deKVzb4H8RbwrakoCugTbehsrA
3x6izKQmMkVkwpXchOFVBSEOh1bikdolWyJdV1Ea+hzuufyseOGMuCUzE+ynvkmGbUj1w1qpXVac
DxlZgFOKvnLLjaEdwR2onX0c4a49Hac9AbnD5VfOdkWjp74zZjl7lW/V1i2IYYnjj3gqdCc69hr/
isJGkF5U3DbOQphwgWtCvTvVoYc/F5hJYfnVlLNLSDnd6FSpcAYDlqSQWwsTYE2dQt/VoM1Sez0A
NNUibI7bKtth3qCHHGi8ZHJKY30+tO2EXTceW3PiIoiPKzhR4Jotg7BXH8wjds7pvtTRsq0mv0Aq
TYzXd1tSqtKuGWYGeT7YFYkrCTbYX/1x3yLhnBev2XVTvb42p0/Fv89/9Tkvxir0g+Y///3Dfzvv
Xiuag17/4A/Wf2za7OWpCfNs+Xc+/Ij6P3/9Y/81d5+apw//Zc0m3IyX7Ws1XlEMSP4a7u8/+X/9
h38jb27G4vU//u0ZOXkz/zSfX+s92WZuyfvnMJz/SjHyeX7K/rh+SvOn5d/7G4hDT+SftEQC2peB
zswE0X8AcdAfgGql8qbNnV4m6Zx/AHEo6uD/SiOSTccCfoE05f6DiMOV7U8KhXNXGO1u2tzT+h0i
zqK8Cr+R347mWH3ujaDbbNGDVDX04mp6Z16rE0Bkn8oMZaSxWce48ew97oz7d+/o4q8K4x9Zm17k
9BHV//FvYm5+eFd4hExBIz1qI0QXxixGWDRH4Ghgl+mUdzemPQqPOhgZ9FWlAN2eqDq4Vq8BtuKc
3cjkkHe5rfnbGnVG5ipM+aPI6/AwaUMdlTTn716EYnzNivYBurnfr0wa264qbUweSc/GW99TsD3g
7iitBdj1/Rh10RO2bT65AwxT3cDgHNE1LTvCImajeHdzCsIkvzWp64LUzcPXz76oLP96dCrLusYt
Ev3vLz7ru74GRfVSj9JBcxOjauB0xq+uHcX9VCn6gRr2oqo84z/m7nGK8zqdWMgIPlaV7UZOKgHs
/SYzw+aMqEPZm1xzXc9sTLKPfpEft7DRDnRJzetj8W3nIjbNSXQOockwF+25IgjyAfeU9KYqhUJm
sTXdpCHpqVGPWOm6ilECeH/HaIKTzByesewZbr5+xUu5868nN+glnMVZ4PDsRVeRDBG80jBSu+Gg
Vs/8EgrBYDX2CnuIs9zkkX3BDaPAPmITyNOljLXK3u6ZiHJMDSOml3TdxFK/NZIqfog1Eg4jJgn7
iI7AI8N+ILWsbuqgn06g13+za5a2MRps6ASUBe0O9KkvOg/8qRUioQP/OpIxPPKdXDrCAu/A1Fgu
+HkQDHUZQGewTwu+I4kjzXYg1wbmfkb42qTFll1gO0R3vz7Ft06J0/AZ6WD+1ix3+48nxFdnyf/D
c2G2G/3n58J1nuRYnf6xr5On7KV+fzDMf/Gvg4GM5p8KjAz6CWl2NWZezl+cNEXX/6SjC/GAoGeT
D8X3+x+2t855Yc6Gy/Pnw6WYVV3nf1uCq3/SvcRJoTDpKbci8/91DHMu/r0pc6T+U2vphYwBjQBt
ebMwyJyhMjTlLmZilWGCPJppeJG2mnpUF3K6MUgAu1Fk+K5ee92RUtPYzfHgrRNz0teQRIcNDG4s
c4223ZqGYR+SqX7c0/76neA90gaEbIm1PW8+73ZPLJuGRoNAc0E5wbz3tJzcZqoPyY3IE++1HxOk
1ORYT3VtgKgKRMS/RESO7xQJDnLqGU3w24Lr2Q22LRnGFlpYwtKEl5uTrMz653ff/Dfn3K+22v89
5/76dVEp0JyHGOIzL0eQfjYgL4cXidzg4JBTHLmpurzESRVE6oU1BoW1KuFx7zNi8qth1HPfET7E
W/zzzkhTqbddYQ039AXBrmUbrl6TIPe20mB4lyNllDcVLuqzrgXT7Uiy55p2gytsLqS/lvE/nQva
hz39f57DnOco8Hha8j6+diUgvc+VJbww0PrvLR+PFbqllc3Xr+vj0fhrFCYtNURSzyb/N/8W7z4u
LXNWWDYDE466hdtpCtW8oSyPARkdYq2wgN4dUn8PhWYcTTyhj73UE3dxaBeWwQNJYfuWdMAPGk89
rSXygpWt337/uWioRzaI1gkwzuJE7EtdU9tACy+CwhQnctI06yyLrFMlrYcDQunffCgbyRYxIXRD
1EeL9UHMFQIbrqKLKAvCTT8320zAVQ8cH78dhZ2B2BOdE2rdjx9qTHU5HMCPXiR+Gm34ExV4VWoT
X7+2z6MQu8wbEG3rKGSAPn6YDipEGzIaSnSBCpuKAkmDDZ4u6oFnWcQr81TghmvSVMiPQXW8RNk0
gxbiohIzFbgzu5maBjuJPW2Fi85/c3Zey3EbbZi+IlQhNoDTwSSSooSxAiWfoGRZQo6NfPX7gP9u
rQYzRZRsl49ku6cbHb7whp0d5ixgres7e3JAAeHasTNAJ28AQq+R5f/7Cbq2kIwWCi65wPVMEwuj
E9ED4hgi/Rel4eZEit2eoihEfWKOydIX+5iWtsPGibuzxA60Z94blhjVhuXPfztxlHACiNxO4jdF
F+5BKHW7tKyrjQ95e9igy0K3I6ABukO2sRqldXT+ihNfrbFesnrruz4VL0pW7Otw3EA13ltKHkwo
mWC8DeLf67HQJosmaVaJ31IloQzdYjGJV/Sudqpoj1lN/W426fdnOXLqb29X7fZtspB64UaxuSZf
RUqvFrOPOofuhsx8Z/w7lf0zrZbDEIMRStQHBEc/JSj06iEUjCLYu7Z6yOePyFN/Bx+0GydQVKm9
T7t/3/5Rtx+YJAAEK8EEQE8ivevlEH0d4f48R74LT+ELzq/uX1TJm9Pbo6xMJZYNLGxeBQgD6KTc
Ur0w/dMdGuvJ8qKlgGrc1BsG0Z4Hl6odgrz22R6V5JtouvIAQ9E9U3GTR8S8t9QKbj8/socLk5/t
toBp11etZjZO0CeJj2Vgeq4qgyQWL5JDli9i1WphHoHsxX9B4Ii8t9fgdpMz8kIKR/QWxLCzWmng
PQj1j2y8EUcmQDUx6sWi7A8u3gIfAN2oG2u+zOQ6tCC3IbaAGsayox9z/WV1DXq4FTJTkuf400wv
D4DpqFTtDmMlC2tsHbEsFFfq/EHB3TAqgnDemPK9z04sCvkGmoiG9uCyJr9dH9VE4m22eeLbleY+
GS19LEHMsqs6qXNnpcUDLeH2Y4LF0q6kp+45fTx5FhXYjbjwNSu6Xo1FZ4mn3MBIxAQheP1LukpD
WHHKWz+OWx6LqKxo3aKDXXYH2pGAEhIlz7rFOjt8ohJ7EAi81zuqZWXlLfZi0qtzpffNgL477sY5
HnxFB750V4aAzc8w7wQkMGlgqo3JuPMOl1H9Gw6YEdWS0HV2wPDar3Zvjn/hJOzQKdGb6Seea/Gv
2sGBdQBKBrIQyOcvnLXwNv/TvUdMvJxB/uawrwl7MWYNZh6l0i+VXvdkRqgpNShlkTXjwFvHxse3
x7sN1Hj6KVuhxLJoTuqr1Tbs3gH+N0rfaOrqjMiCRRBrA9IrVeuPXyiG4uKCIIRoAN/3+sNqXVXj
CKZJP+YpflRSknQ7UcV/GQW6PbcG3EPKYdej1BPaMiNS4j68DfbKWL0oZtr/l0FsNBDI95Za2+qV
ByQVCdDXrd/REz1mc6jvJneON56h2xvfWWpq9JyX5xafmeupTEpd0bRvW98M9exAq+afdHGofXsD
3BvE0WEUwMNGe2wtTOBM8IaxpOj8TO/kAaD4zx7n3Y1Bbt9TxyDuIwslcCb3WMWyLa+729pT5yd0
PBaHWFomrpo9kH6Gh3k2cg/g89YDcm9mS3KNRibfCPri9fIJu4b6OxkMqrall1p9R70dJ8231+/O
ASLmt6j4Qrygjb7a1XmhNZY7No2fxv3kufjc7xUWgCwVn+e3h7qTxi86qhSSSXYMg+13PSMjl06P
PUHjJ+WEvxImhAcw6Nqx6uzgOdBb951uRqOHZl1Nv0ZHFyGsjY9ZXSYH0dvjZ31ojT/i1i/hAowk
oZEXU+RCBWIVpAmrR0sqKlq/mGf3ZIf2z0BxjMPGxO8sMvnDIkLPA6Ubr5JXv71ObWWGmdpYrY+L
e/hFmZq0wQXQLJZ+5XCKSproMAoQDjF70ABUvIcp9+jfWvRfMYFK9qKXLX69TvGCyIDOHeeWebHx
K+/9SHq0C0OQD3QjZYdpKTUBatd+6y60lJlGaIgLp2c6cvoPO4FI4f+PtdoJtl3pOeWDztcgwRwt
OvsfzEhpjiWg4gd1NKNj2WvWu8pylQ+2Ch0lpzzhZWmQnBMtHD17juyN6a9Kta9bYVG10h1Ow7Iv
VtdV0U5RMGnW4FclIkhJDtTBaCobHETQDz+EFlvAgvCFAFuB9Ik4umbR+FSAKtWTfduCEQaoJPeT
EyGfFNkRVowR1V90bd2utT2gLqULX6WTxwgc+YDvbKalHhWSyhclnIGNkGjV2fjffIgBMSwgk1ve
revT5hTziGyL2/lxbcgD9qoJEDHccYqB5qSNBwi1seRnYlN8CqTsH4P2EfB4uxBQkkw0h6nIwuPc
YXDXVCi9GpNO2SjL9E9YLPf/Dhg+LYxEWLmSmcaW9QuskOk7Zh8eS8y43xXQoB+GZHBPDjSI/RBJ
+aDogFCgG8BCdZth41W73cBclyZJBqpdvGnr5K5S7Y70WR18VZGKF1HpfxGiKXF1Nv6Ma7isLdIi
rCkCVqRYBATXa1uPXW+K2R58pZmMUySznzXd1PPb18btA8AgNg23138QZrweRDHqtuFqGn1qbMO+
VCLbo7a3pWAp+L9cx6tUuiiAcjXR8qCSez0KhqYoV2pi9PtE/oxb5zGxh6MKs2zXt/WWLMu9T7Q0
20jOkF2iPnw9WDCYVpqXwQhcG0N4IIzTMU/BmmCpviWaudIR/N834rWh4rmMhjHN9VhuPCXBZKWT
34RW5bmhEz/USIsc9RpsWF8o9aM7pfK7Fgu99fh84skZnLHYWbKULqlL7rZAAxrDpfCBgd2ptdPh
V2IAjdk4qXe+M2hQGMaki/zn69xlkEg7qTzCPoZYladiVOyJBrzM27vpTopETYDcGB3+pbKzrmnW
ua7YucZ6zHOCWZklU1DwWmo24IpFgxxCY6vNGUQdzB5TSu072MwwPIIjkh+DjlbsxiNwZ+NRj0Mk
nlITj++6QGiFITiluJr9YY6177OCpB+HOvELGxP1bETOZGMBlg++2ulXA652eqwiAJTXDNgCtvkw
zW52ojcX4+YmwscJTP9u6Krga6FO6sc2y4xjP45/pjLwuikJsqhxmUv/nULU9abEwxwV73yc/Rpe
5mkGIQTYTmn3hRH+mcPj/x2KDUW90mT7rM9aN4OQivNh9gMxUwRxa8czOjj55iDl1tIub+PN0nLE
MNoh/6cOcD0tSGe0gQZrpuDkGKdedww4r2b4lKaNc1ai3qT4gKpsFOOePbtBs++NxfDeUqpPQaMl
G1v9tiABNxvdMIQq9UX22Lj+NUrVOAUGZrM/cTvspNZbn6EcJLS4C/kIr0CiXNlOB2LUH03TKxsh
5Z07jngSCj/kcB6hdbCndanVJjRzfbh6X9tQ2PsxL79II2k2DtBrbL5e9d9HWq06ZF2aygPo5lxM
2XOgJq521HQJUdvV2vbDbAooK1mQdQi5GKCA+7DRqUJUuTjNrTOiDEIB7lPYwnvbTaql9/hmNe2e
wr1bHpVCb3442Ox1iLlDyHvHCUUdDffd5F1Rl7DD6yoK64053d7ar1gB1GEQI+BesFa3tmVHY6FZ
iuE3TlofYVIqpwXv7UcmVC7gGNWEr6MK8mdnjHp5cWkGvkxpqaJWXjtBegSNNmPc5YKNT4HI8pIN
ysdU6bUvb98m60t7EZbEcBTlBIH0L2rm13ssjoE+zUkpfTAdlpdoxgxUT25pytyOYlMKQF4MApCw
2NDXowwiTxdCS+eboo3PjTEVR+FM/be357K+iSmbkWGaaFtwXHDEWo1SuFVfDbIZ/HFop3ch+eyu
An75WYkL+2FK1eTj2+O9dhF+37gGojVL/ES8AReZS+N6WlWmYVwgM9WHjW//aFMC+12t2aGy62DG
h16W2JT+y0Vh0OP/obdQJgwwNjHB/7/SSFFpaWTYwIbso/jFrjupQVctXKDkmtQyyFpAW8kZFhNN
u43EBy2PgYhWtQCFyX+NlIChoGwgik7+0zRa+Cy7yn6KBgWfizKyVLwN517lQSoCCmux1khoP7AD
TNif0FF3lZ4ujPcGV8S8g02+jwYTYWL0E2FPtlZk4ZBqGdVzrDhNCv1+rH68vYSvRgPXS+iYi/yn
Q0+Xpvj6jus6TU2LQna+G2sRNU0E6M4ubLT3Zg37zlA+W+k8fZvRBn5wsP7bqegDlXvaFUnp5Wbi
PqrlXP1bwGOId+ncKfk+T2Jk05u0VF6m3tYkDDlbfYyaSVbvEHSdH+JgaV/PQF//iTCehF9vt+6Z
z8uXyQc38tVGNJ9wIqS7EGaO8Lq5SdVd0rWV8dxhvYp6LiTlx7xrjWJniEmlEDlhQLBr4bTVh87o
zS9dFwJyCWWinPLUCh1Q+lju4UygD8/RXGO+GkET/VLNCdD4sqFI4i2yjqkni66rdoPTWRcagDBk
cAqPHidoAjXXfTAfQGIW2Ie6ExQY2DXN/KQMSJE86r3ZftbTIsSdtJOd44VNnURPjsiDZyWc+0tZ
Ovg4ZqH6Nzusg4sSdVBgiizA7GMCxwRPz44GdJ8wze5Olg4Nk60Wlg+F3pef4jStQb0OMBMwF6zS
8ZCHhQVTwaxOeZFP0RlrUZgETRE0X3STFAZmIJa8u3w2vgZCA0nN3dw4p7c30PpmIdo0kYqm+Lf4
P6jrPrqc8ljvKr3zVYQjDhoyhgckm43jH49CwYy+LPBWUIVr6cIqyzH7LApicBPnTAOj0kOWovj4
9ig3jVMmwzDI5lBUItTRVql7ULZ5Fyjd5GdS4kUiWjygqT56iTEPp8kev1ulBtdpMoAAd2TayB3L
jWRtScZW59HiGC6dy0WlZS1gEulVgNRA0NE41bR9AYCj6WWEfagovAz+8bmGFAfG8OfG1Jc3/mZc
qAQEWAaAyXXkVba9bShOTcNAYoMCF0KRLznL0O4GxXV/FRD9frkEIamX2LN4XwktP0IsdH2hKKYH
a+6LVgwFzAFiw8OkTU27cwa8VSE/QPZ8+8fe/a00pLi3yAHBV1xf+7Lo1TnpzN4f+56OdqGrANmS
7IDgqnoeK7cl97L/TMCYaJS94VCuX95rYHhrCVRoePitZqL3O/gs3qAmZHUUb/8w5GQUqoiIWgsQ
tDqB8PXUCq1s7VpVBn9wlPis9rMZeU48Q8nICae+tTBE0V+d6uhXC5m29oI6mLYqPneWlzNGwxEw
Evo96/pH0ndZk00KmfzgzGcNIv8pnPT4YhXYmmdN8Clvbf3T25/0pqa7TJxAlxI/vQoE4VaVPETt
RdCH2uTHqntG7WRH/PaexPGTTgd/qlWPt+97n5n71Gn9ils903QPstl+43fcuc/4HfTZ0fp77TFf
f4C2blru3JBsZ2zHByfSzSdIpOYjAs32DqtpVL/1CG5RpVXwvDS4G9Zk0ytSkATp4H7lha55wHQ2
a79LLLM6oOS4bLzlbiLfXS1Qhv6sVqb8MKfvRhSKol+OQrWlTuLyLHVuxdpqoZ71Yfo9S4RznEsY
IG1B6Pr2Ct3ZHZwCRDSXD8VNvvz5bzVotwxQcF7S7XDoYD+ORfcBxrS6V/Hk9UKjRFNSmaqHtwd9
BTmsZr9ElITKVP6XI3I9qrCypDKqiWQINNApEH1wFFUqT8OsBA/AwwqYwOHHWsu6g4n6HmbWGYtB
nwAjmda5kF8hNlIUGq37tH5nJta0Ay7aPgEsUo5NN9sPPUYvPyY3Hh6MCCb52DvZXu8187FXzS9Q
YqMDFzI5A18eAkapPOktfsz9PEDsK4qcMmcDQUm1aa606YFWYoZo62Q8m3FfbECilkvgZjGWrjBI
VweFt1VuI007SPpMm32J18rB6UGau0jv7KMcVYVEn8yNN2mdiXI20SUmGUXR06EFt7qU6pa2fNoF
bD29G/xUoOOApkd7SKKmPL39oe8cPwJRqs3gydnor9fEb7tLCWGUdXOqQpDVxHmYI/PUu8pWdnhv
FOrZtJVBpAvYBte7CYi/lpRWr/rSIpjVi94+9yrn6O25vIYL6+8keDgWMCxt1tdK2m+TKWaDiF1G
mh9kvK+gZJZ4zyCevvSiSL+F49i/WG4UtY8wK6O/ynDUcq/OLLs+Kqmp1l5WNspWD/Le3CkF05uh
b0J7ZnWS8EmKgY+6qu+6DgASGHlezF27Vcm5vSaWniMhDHU5MN/rAlUJ986IeZr9FLYT1Fo3xKVK
zWOI0YinfDHKJHqheDt1+yAMaz/pjY7sLI3xjhhmhAVoHprxGVZj8Y9wIvneGDNb7my4r65nmsiI
bFxrt8vC70VJ2lmSWJPe1fWWSHqXctpkUdxQJ55VmLl7beq3fARvTy6leBB5EBhetXFXG48U30G4
o9R9W3B5dDALyLOM9t0ss+icDPOQb3yHuwNSE15ecjAk6/PEUxfOk5x1XwROtEfHQu4AMGmHgazS
G1Gk3G/s+eUZut7zzPC3AVfbi+oAUtWdofuFMe1CO072UIMfY9N+R7E4PmpD6Zx7pQ0OiTsERzSI
zBOlmnSPEEj9F5WQYo9i2PRYyvr7mGIbVdOpeCjErBxHayPWur3W+Knwk8DqUa5AQfX6kxemlYBs
4adKBXI6zyuUfsCSHny1dGOou5/ht6GM66FcIp55pEHgu2be7mkVUFvKTA2tsik6KnmyFUbe282c
bgFPiyiZwvj1eKE5wSLUc903YjN8CGOVWSE9tDGre2eck80XQMJXFWK1m4NqKsch1dlcVi2QKapt
vxBp4pnEJEe0DuwDCDL35e0ddpsgLZ7p1KEhWi38stWghar1bu6kht/OhvBgRf5SK8v5RI9bvJMq
ymy0UufvQYxo4dsD3/uGy2Rx/3zt2K1eXUOgFGtpieGPVhWfubWnPa3n+b2ZZ8HOnfTuP4zncCFx
dpcy9Loy2FUWbPVwNHzcaCm8Wkr8bLtN5eWRieUgteCNrOrOcWC7kHPApAHZvYZAUe2Op7HLZ58k
hyAumfST0xk/YbqmGyPd2Z30I0EnI6XAeOs6YYD6wBBbzexDO1ZPRWQ/g33dAtDdmQ4AYIfuCIPQ
qFp9rsIYTWdRcvQ7TFrOxGTRftbpzQRlE27M587OoAsDzpq0ga7k2pvaxeMUcSll5ks5+od2LI3n
NBU5xlmTdqIKmG2cu7vjAQkl+SWAsW+mtkh/LvJEfpLM5tEmYXups+5vxbDT9zMKVRuNiDtlEWxi
aewCBUVI/qbGMyGqgN2vUH1RqahRDW5zMaIc2aggQFNOtaJj6NTarsqc/mjhY/Yoh1TZyADufE5+
A8QdDJEQa765rLW2m3KecB+pmOoYI8VAtzExTgYF1o3lvbM9iXjRPiMpwPpjLQCM/ksrBGhbv4/1
4Gkaw4RSXqNu3GM3HQpUf5f2HbmgCwyAcOz6jsYIx8n7JeKYbKf6gUISD7IBZ95Cm+VRqln0pLbh
8Kij5uYZZhsjntEqR6MS+qkUZf6QGfFPBNO18zBVxbFIh2j/9oX3WtJYveXUOxb+1YJNuAmTnSZx
Jqnmqj+5XXIOMTp/Z+FRfI5l/G2EwnUCCBY/Zln+oodF8c6eKutUjZSAiyqxXpQJtHjbOEAoerDh
9WClB6Vomn1bpFSVNgKde/uDrwbp+NWocV0/cIoaHS3saX27dZqTgv3TX71tLul5sEUduvMCGfQo
KdMt1Jcby3B9NgORWaHmQ3uh/03b4XlssuJ9KxIJFNjVFr4W7nWR3v779he5N0leBAzJLORN8CG5
3jJDrMso6WcNYkcb0AWd/5bWYJ2zRNvyJ77p8i+7k2d2aQ3oQM/VVQThBO2McJrU/dmp3pc0AU5a
mLf/8DQUHzMjEztqRHJn0YL5WxtL/bMls+ls2PHG3XMnxOCeI9VV8Xngcl3NeIziGD+vXvdDvRl2
XHfvi8FBbolKyX5OHCBHofbx7UV+vT5X256uOk+GA5SFp3D5Tb+lbRW86nQMLMNHoKNZeBZR9g5n
L1qFNC6zFJml9BEBE3huTpniN+7EjWUfsdUrkIEUU+oXtfWLzmIT7XX6KQd3Ut0X4SriH4VAUzlG
doi2hxNXAKE6Oy1+JckwDl7uyCr1UNZEDbNRUKA5OPbiaOvUrv5V6/Lp/WSNwwkjNUU8m5aMHu2a
IsWObV57qZPnT0E6CJqx6Dy19CesSu7jMkC4ulKG/glKUk+napYTHDQ1yvL9pIVztbM0DIS9MdIE
CjR0zZ41e9KAMJAolcCfYRR7wurk6GVTsIgwsFVOli2Qp1WK4gfEdIFOEeHWB6kLQGpqXSHxRc2w
9OrWKV8MZVD1PUJiDgLaUdW/VHOc7+DPJ/8GVlNWD20XWku1D5PAXR5Wi1CRWyYnOwjCLVD5vU0N
WEjjR1E5gU66unJnelDIMkrDB5nzwZ4r7R3qyvNnbC26X+akDo8txMW9TbvvW6EGyggIvpLvNUwF
z2/vsTtPDIkQCDOebw1mz+p0DYtrkB4MBiXWInyghQj70HbC0x+Pshxh3bQWBq2uL7/it41c2FIP
EiUw/KyOnWOgi/SAuP73PxxkocVjDaapSDZgyb2ayih0rC3aVvhxO9SH2hTufsZrZuNNvrn5GMVG
DWyhz+mwUVad3k6LzFENNNsfUUvbIagKCZ4k51zb5tbVd3O908fi5C+cZMJuIsjrVRuG1DTaOFX8
0k4MlJCqv1J1andZWiiPSIa2e9WNxr2DFtHGHO8MvAACSTC4eqGlriJWK5lnrUTAzhd0oy92Uw1e
VufdATfGfx01svBkmdt9PHRbu/F/ZYCrKw/kO0kwuaKKIQz37fWca4CnKHbF6cWRNkkqVZ3oKNE5
fu6kEs97+l8KvWGt6Z9pAyZnvKmqQxXP4I5zSKZmqFK4EIgQfzBb1/2Rl4n9JUaI5kOP/IDpuYEs
y08UVmIUeNKpCI5aOAh5JPwpDyhU5wHJY1TLQ2PgbGtLOZaPtdD1emdXAG72XK/2h1Sz227ndqKs
PSWTCKQ3KMyfm7kKK6Rv5tF3LTeM932axRehuP0lyzmA3oQUta/Vufsev/Lse1JqGOo40pUhlDnw
/qki0pckmrR+Bx9j+CmauZt3opX6T80Oxp01DXW+awcX9ybTlM/cool2klo9vbTWEBqorRk5rnfY
Wi1q93JE08oy/s2bUP1VQvslK02kXu0WMKmLCEMM1zmyIv1hsmJUEGCZyp9pnj0o3Exc/2EAi8do
2QxnJU0HpOlc82NrzShjhXEmzvUwC9TFxGTPh85Fu9/OwSfsZGRN0b5pje7fPhpxCY6HPjyEvW70
RxUdMXmgZh6fNSXTw/1cdhRTnJqWvV1QSQ9KvTiiZ/13Z2TpS77oTPBtSld5nVXySA3A9CkUJi+m
U8vIQxbNSjw00uXX1pRIurvEW9jdz8nRdKvwAYvq9BsahQbYz6oz3kcWjBfkrzMkuMa0kFtGsDdB
wrJ7qULQNeIbUxe43r0D6rU2oUF8UWUU7kZXVQ5aLMt9Z1btQVaTta8QQ98IOG+ru3RA0LZYoiSs
QtCfuB5VVWqzEJ2TYj5HI84a6uoLjMHJqxWlOuvTkJwcBD9PKHpai+S5fjZo5s7IMj/ZUsR/moLC
gyZloRBDBxcG+HJ//nbVJ4LP66ZBfuF3RAd0/o19Mg7mTiLTCqErcDeeltuckFjaok9JE4Ix4T5c
D9hlGfp7SC1etCTtdoatzCc8Sa3PaZnLD3PvTE9qimCXrHLtFKOp+peGIta3P316qFeYpPZ8B570
G1EUB000p0j0ix0GeG2gD/wk9HzL0PCmoonwBOkP0cJC3KY7cT1TvUNuDmkXE7349KSYI4Kika7t
sxIiaKRH7525HncOUnqHYULk8+0p3r57DM5zR0kVzgu2QdeDc6HpNlg107fMJny2TSwbsiJU9gGa
Am+PdPv64KC8sHyBUb1+1OuRrAhNabVJmaaEJxLRDZmKKTkhWAjnt0fws9Y7g3tauH9IFV+EPQg7
qAjRVIS3vXr2iikCXRpL0290t/GEYsvv4VibR3dwp8dUDMO+mILygJTrlivgnSNMAXzBulMIhq+9
9oWV+oQjQJ1bfpBPX6a0FZ/sTiSASq3oUUujU1vW0wN3TrQXZum+H7XkwRXZqVWif/588SlukNhx
fdk3HT1RCZG5nWX5aJB0H6yZfHpX9Y1+VjPlG4sPARVSSU4EkM6f3x763vamrLnQESnvALFZfXc3
TKo8NiyggfPsYcibv4vtMXzIp2z4UDbOU1JlsI0TbtaQLOXtwe9cI5RTYcrQi6PrDnjwenQjKlDN
Hoke+7hEHqSIq3MfIhSHa4jzt42q4C4yJe4g/Kz6AmAnO+BA0Xx4+1fc1NPYgb//iNXl6QZ2h7Vd
JGiS9Ko3os11xJIlwMIHsQlo9vHh7fFen4brcAv5KgHREIY5wdgaSzLCJBjQNhd+o+YKkLMkS78a
Ism/WzwUf1kVkFWvVZ0s9NqqNb4ST2hIWLYp0oSxPi3KflGAnUtoY4xw7AaZ45oMXvUrAQVwOdQh
RburQbBWyHpLDDUnhE9hZgoXrgSy7F+Rh9QVmGNpd840bZAIWA7Kj7Eh5nl7pndOGFE0XWPYjgwN
UPP6+9blSCjWOMKfRtrjuMIoD65s3PdJHnRH8MKwmiZ0vwEsIAiYiifX5pdWaGIeJXr0W13J2w/N
ryGyX+q06MKtUQRSL4d+KGvhA5RrLkXh/uSAD2c7yp2nAU3njRDhJsvTGY6dTQWfp5n85XryMRjB
OrZG4WtabLyzSgSCo7iPHjbW+PbmhrEOrBq5Dbq6kNavh7EWfDaXl+2btWL9AxiezH6KLlqsux/0
MuPcKq3y1ZgU+alHnfQZOfSnNnGVf6GLEVLreWgdQh0d2L2q54Hv4hO1VzMjjb1C66cN7MJyltZb
XwfBsVBguXTWUZOdqXHVOZPwBzucAUOG+kECVtyBpNvSbbuzLlwsS0r6Cipan7JUVIOIK8P20wH9
59B1tdNgT+5TOAbGTgtSePvl4O6b3lE3DvhtQGpbhKNLTAY3+qZgXqAajplYFF60aR7PU6+ED10W
yocOiTUvVJP8QOO72LhLby9yasiEf7SWucvByFxvg3Au0Gp2rOiCKET2hEhq/UjGV+3jWjd34zzM
2G7gQgPS330A4T/v396Gt2drGR73JZ5wqnUodV1FoKXZWrpaMnxfB+JMM6mj1YJJRaeAeQYptUUz
vTsewTfQFO4WuiHX46VqbodT5kSXpKvlyR6y5oxclOalmRJ9HpDG3Fje28O8oG1gVgmeZwvM+Wo8
ERjYAJKY97RZKHGAaigQiN64Mm4kV5Yshlon5J4FnAID8XqYDjQz7WgtvujBOH6cMOuRO/zHM/M5
nBS8OIIiqz7BmQTOm+otktphXyLwH4EDhAIUhomzM/V+GHaGGY+XdhbGzzwaQnUvJpl/SAw00DZ+
8p3XjJ9M8AJgkIuIpsn1T3Y05P4bo0ou0WQr+yKOeD7TXP+KTZJyUgsl3Feto50rreHXOkH1kBq1
DfDeUD6SRjuHIE2Ms3BS5xxrnX2YOnROtKDqLrYs4sfWmKYDrG1fDSVWbnFiyEdbOvIssM57xJRA
2ycF4rloKHd/nFQR8tM7RPoRRJJYX6zCDSyk8dPkklMcaBsKT30cm6Td6GSLSv/77QN0ezMyGrhD
EAeIj/BOXS9jY0Wz1TphcrEyd9oBtUr2uiVVz6WmvJG93dnLDAXaF9G5JV9ebbKMkjqK8E58CfUy
fSnVKMflTcqN5bs7CgvnLnwuDv8qd+nTWgkb/E4uxlyHJwgc+MqZ5p/qni0HZgGM/b9Rlmvxt8xX
QS56thJGiQxMQzoVv5zAxa1GrbUjTJr/cM2RBoIOX9BjdAdXS6eOQ287vZpc7MkyP9ZdNXv9NOFW
EinuYzdEW7W526cESLoQtoFyBGXcdcsnalTHzDCiuuiA/Y7wSFusdkR0GnTCQGvxCJriWvz5XU5J
zVYBwjNJKgrXa2pPeYgjTpBcFqLMGTMDTF0A0h2iKP5RGslWFnDn5SL1A14N5N402AjXw0X4oUVm
O6SXBJetnW0UT+2ofMxr85feGxd3TN5hFvh+rIs/Ff1g79DeIaXXFzVZMIergamOWFrGnR50wNnj
0DYOVT71G6up3QYivMaLsCWJNVGBvtqibRHIIFKpTyFjAocDElX7guWhq+6GlGtrN2eK9YDgN75H
raDq2cHkxIuhR1QoRm8YPbrBVH/iQ+BH8zyUnh3M0jo4QzIf2x4nwR2SD+lWfevO+wqvg1MLBX7R
7FxdRyNWGnOgUBK2h3zp7bf1KRZpfErnRHgTJM2NZ+TO9UdQuJDu6WwaIMGvvwUMwWxygoRyWtN/
i6mDPySy/wkVZkvj6c61BMocKvqCH2LIZeK/XRj1GLh51dv5JQxjaNJlYnqtbm/Z0985t87SIF40
VyjbWKtwQeSTZpadmV9Q+aG9pipiP0BX80rhpocC0aZ9g0jp4e0n5BZTsEBewEmQeCyqdOtFzMeG
YLMLi8ugNY4HmDI/urlVPzmACk5NVA6XfDTB15cosyWZa32v9LnYk/lbMKio6faxMhxxSijeN51T
vzfnzcLhnc/sEBQvnS+qtVAFr1d/6Jw8DMVUXJKsS58cdaauruLUUo1Ou3Hu7nxovjKFQRpUFCjX
OI62RcDJhol/0ZN69JpCSXdqJvPj22t+w57lEoFWCeqAB+E1XLiekWoPGkpLaXmBv2QCEjesxwBZ
5q9z3b8eaNon9FnfzUnYn4h8ymOV6vUz6qOUOiyrPlZzC6NHqX42VRkfAUwVhybIxmM/p/GD6LNv
emJB7Nar+UcIq87LFChnb8/h3kqBS6AjitQcMcgqdVCGRQGyd0piaVXjApYC2Ytoi1fyiiC7zv0I
1jF3g1pFZAsC7HqlQhh/APvc6lK0Zsp2TPr4VOUV0m5Y3hnZvjOq+J8ohRm8r/XW+DJPYWXvBkwR
v9OO0C79qI+fAz2sPuJqKv4JiknKo2s3yaW09OAHDDrMtgTRcwP+v9UwI3Fwg/zzpVoq30vJ+VUW
8XoOs1sbdVym1cUwy8zTkE7Dt0Hm7re3h7nlw7Cr6AYuesmQIkk9rscJXVHhVenGFyMIEFMYMFSj
hZIOdMAkVX2Ja652SGqMu2dLet04PMhBfS5n+/z2D7nzNlN+phlKZ4Uaqbo6rwbKAnzQIrmIsoLn
hfvoQ2IZvWckrjy58/BrKuxjF7TNZ2Mssg30x51VIDwliXfAIwokh1eRgZbiZQYDr7g0Bg6oc4sr
pxFh/QWPSJwSQ8MWsTLUxLPUMnoeUB09VKJ3TnBUcRuOGutQmEa5ocd55znn+lpognCkgAG5q5cR
ely4eJbWHPgx/N7IFD8MA+TWtwnDoXyn4Pjo7FRsBVGqM+OnpG6MM8aIwBm6UFODQ8y/9U9ma+RF
Y5xAKWnr8Re+0vBVkyJQae6pqrrVxXiN2a4PHxLsVEJoatNRQKnlekMlQT5mkEnJCaXZ/GXUkfhM
SYLKYUj3Aa0ohCXLPVmHG2CDbdcPfJHqhPp0rHhDXGF8XlsBZsN10Zn/lIGqPbdM7qgXY8M5G5V+
8UDrErh/gVIqnuQuXMp6nQ5cf9JTv1dMGDl2pchvmDbxZ9ACnQFt1h6vEHNMPjhTPDn7yqiH6qBB
g073rft/2DuP5rixdE3/lY7aoy68ibg9C5jMpGeSUrKkDUIqSfDe49fPA6rutBLJIUb7WXR1q1ni
AQ6O+cxr4ukO67JAcynOjvB5AhO6QGPlWOr5paDvlApIrjeYTYSFIy7spTuLlUGVDYTSlRB0oXgt
zGGzT0JDznDmMfOjLtUqGOF6rr+ZUIRLng6pMnI/p42Ne0SM5sdyAJgxa7P+N0ZBOn6oqlB/6Fq5
SxxZDIcvYm2oiQPiU4ntsknyv32/Lz616awPHsF0fmhNxFecpPE1GcIu3jGOKuAzZM8j1rDX0ZDo
HcVXHDMdifMdcV7fAGtSZbl2bBOtkinsBtO3BM5R5UxWQ9cUK3o0E5IUxUm7axrzx6SWNGI3tvrF
NbBstQXTRqFWp2y1WtiKoGpY6WrzUa8SYEOcB4hDVkUpYlaDORKE49kg9utmK98LVjqIH2PArbte
ztH8Ax0i4XcmzGNpN0WtfJfH0f+gYfre0VCJA6ee8V60cffEsIZgT/5c9rPfOjDnhhto9iL8Vj7B
U9SRz3ldoMqfIrMNM3uaa4jhqlLrbjxJ4408tjMk3LCuGDqVFXsCrPclyuX5VIgpG2cxj1JcPxXT
RwlBLTpJ7ZRgF+rj9ugUGHyUXjJiZK6iqyq7hWy2sjuw4zVbtaYBWkZqktXhz6R8EttkulIr/Ozs
pKvMfm9JhTLYtapSqBjTFks2IFiYQWGpnjiF0lvazuzKXrIFWBItPPUJao2B7ZeHUV7mQlO1Ukep
pBw/JS385pdBEQGSDEJMTVPs46/h8+HL6sdK+EOc2+AFJc/4WcIOyrypah29wHJhJ6iKMIk2TRnL
G7IZTNqQJvgSCko23yRwpHPs3XX1E/q1PodlFwRf/CqAcz/IEGbrwQghgwtAyh1BqPy7MMmS4j7A
ZXbAiUQT+z2209q4m+uieH5/jV2kQnT7FpAJp8eC6BFXkUYY+XGKV3RzHGIzdbSyxPJHro+NGNR2
r6FIqqXD12ZUrI2y83K6nZ1+cBQglNGrptuyCEOfn35TTAwWz1N9LJNUcYoO6eQikBFd9NVq3/ab
DLM33nNhqlM44hInmVm9ZxPnmJ+pPuOl/k2XUp/qMAcD4JvdYIy0Z20VXiMrv53QEoXyjkSa1OJo
ba6GlfVAMme5b47hwoJeBOE9bHa38BYXMTwNDWOBn4JRogKyjuPwXmd7ill/lCrjOHbhl1RUrdsB
a7+N1fLGQIQ+izoKMGnWzfLzX1I1v0UEJ5C77lgggO2StMDLpJmxS6p6K4x/YyjA7cgscwDqFARW
Z98ggVQgfhyPOQLDDmfC7EGnNG/grSUbb3XZ9KRa/etYq1Q3VgowSt04HocEHaO2ogUYzIiHKYmM
zAUX4R7vCuOkadzIZRjXNjX/wnt/I16e9bhwoCPJIqUCgsDR+dQaSQZmxDTGo4y+nqs3unWdT/OW
Ntcl4pJXJY9dQmWWCgWF82H0Ok4qrRbG4yhLxV7I9P6mFib6H+ow3QB8MB2sYeMnMwU2lC7iw+DQ
MCnEAex3yws8yKuGNiUmso/1g4xTjA5u1Q7k4yrmqEOleYA6Cjex8A96f2qlt9bSgh4U2YvL66/m
FsEXgDppPR4bTIaTNPg8mGb0qaoqG6/lPSZmbqIE+2msrkA23ICh/tCy+uzSUAQcPCcR4rC+Eca/
8Uh8AHCNdD4pe6zTiahTInPurPGIJme6RyZyeMAkWLiuZUpJG3HEW2OxgUiH8YKirLd6fatK+0ml
6nGstRYgGu6+z/GAF2WmoBL1/lRf9h4oFek0PfG9gIMGdmW1voA8CWGgSscBwC5pH56G4k4l5Mrt
3rKg9UVDXAq4lmZEutmiX/hRFCThNmpGxHBjpky2Z0MrHivuy8GeOl+9CQij40U2FSZD62eKB+BP
/zrDCX1II+5cpx6HH+NcJH9z2XQTZnvCfAXVlxvZGIGh3c3+kP92eYwX5emWpPBVXHSZ9F+OQmBH
vRJM+nTUlEKBGVLOdkgh64lOQrWRdb31/Wgk/0RVUbdc7Vmh73phSoTpaE2YMOZJn+J+mUHun8JN
Adelwnp+L/NacKeWTinVssUQ7tfXQvCtkGedsTQ8Sp2irUr4+zqy5jmq5YoQ3kGGEdwEEv2B73E7
yFaxcTAsI6yewFiko5AXIL8EhLR6AkvQRmLu6dikIPwR+FqsLgNUTYWZ/4kg/KdULHLapjMuiu+v
3sugBAAI5HANBb9Fo3t159Csm7WwS+ejRjpjq1mGHJU+VCRFKgOP0sZwb3xX+sOQm+GiA/NdC8pV
eH/1hjGJRwsijxHJ1UclU9qrcYB1/v6LvXHsw9JaaE0EXWSdyioO6bKmmcs01Y4z2I+PvgUIIbZM
tk5VweKye+R6rwoB4ISd6yl6pNZsjdj04YsLLLUxTu8/zuVdtwDgKfryfSkHrpmNOZK1dSEtiODR
+gR8TkU516w2TtjLjwkhCBwZFa6lYLNeyblsRVUlV9qxVsNkN/Q1ryyr8ZXUmpWX9K20UYZ446VM
SiLaEoUhErhGN1CAR2wjqNWjiHKPPeSUvurCanfvT90bb8VtCTDN4hZfeu3nu6Mrm5oKeaMf81rL
rxNoL4cuUMI92cMIsEEUfxeKxXGwFK6Bvy8faq2j7TdVOk/qpB9ppUhORjTrdeJAYTpIrUNbTVvE
7MvdD80HLBbdGRQu+e/z98vyAPUHKTSOkgUMyYd/DvOlFa6CijKbNNeNM+emsZ+F8Nv7E/v6fc7P
HW7jV+whurIqZ+D5yHrYIhhSM7P4YA0/VJVQOhDS2tM64SNT3DyV9PvdqDHB14sp9Jsy1l1auqqH
HMJ0L4Va6lix8rUhOLTRnM6PJqLFO781VDsysHjfeN7L9cblQ+rEgfVKqF2dk02CkdfYKcYRk9rc
0yEGOUbXxJ/8Am02cUAhEn/wyCXJmm6LJi/JiYPIk9pScBtDL+0Qvr2TDKCK3n+wy+cC/gEcY6lX
0NJZ40D8nunQcJx/8mVg71PQyk6MKOXWLXF5UUE250BCboUxcHQ5/1zgyQYtpnv9JFCPPOKEK5B/
44WO8EzZDl+K0VePRkXRwJnpppi7OEBAyIkiSSrQ96sxByd9KR5Sbjs4V2FkfsVwqpOvTSyRDnkc
WPswjsG+4c8cTfZYRsFAvaupZnfSrPY4VRreYXpOem2LWlyrOMFp2Qkt8flG1/Ma9+w5tOA9ADkH
nyyqs2eEcXKILavPPoF6mhG16KoqsVNDTz1KNcWL1cHaxwQ7eeJ2zr4ZQaS2B7Sn8o9VrVrAW8pI
fvJnw9iRzGRfxKoIa8Q5fByddV7mO9gCccYZvJg/yUqCOVfTTqhKKENdX49lV/veIFXSFeCV+FtU
SrHIxZYmgWNmal2hU6eXN01Xxz8qQlJkzOVgfqkKWX+Iqy7DUnNOlPtMRl1wbxg43CD8PfaB3aGt
RzPHL8N0nw5576RhqrOuKsqr4LzG1pPTUrsVAkDaoM/VAeeSWE+kjfVwURanlkB8z2oA5EXZTDlf
Du2EGKqRttEThujBg6UPsqtkRvtXowqItyh9e10bguIVFU2uGdG4jRDt8thi+NdqHX0tOpmryCGa
8Z9RfWx/8kT5KxtDaCphojvGgK96oxjdI+2S2R56NEzf323LLz47tRBTJUYCKE4Kg9ry6r31CEea
DtTAE82c+m4sjN6tQ126jimG7TQ/Du6I+YWNLX4ZTmhE5tzebD0wCWSr57MtpOxL9pP81HZZcetr
1FKHTBjdjJ77VUXcdqMVib8rMRyjSTDnnpkk+S303GrjenoNXFbvDy4CRV9wnYgkrEsfbS1LA8+i
Ps2hDqJu7ExN8GJZGx5Gc5LupTik2usXYqnYuhp0gJZ67ZPS4H0AWbTqUc3HWPSmJzsadn2eq/e1
NSDflGezOLglgRLKkiU2Gk5v+fluiIMGIDD6PDbqel3gASbFNV0tcFlPyGwIS2ck9l1Jyks0yaiJ
505cg6gHL12hTxgYLTfY+yvgIiLgI3AU8g88wRDKWWUHehvXQ02c82RRpwV9ZmUOJMl5V9ZD7uH7
Ebnvj3ex1JcK2msdjfYqeI3leX5JfAK0tnGEjJWnRq+TO8yMFGjHvpl+rMTiQ1KL8qeqGLRPuB42
G8SEi5tlGRmFwaVPzQ29bj7VitA0sjApT0M9qnaqCKkD6Gbr/npjcdPdokSyhKZL5X01oZmVjYNc
VspTNAXFdWSlmGNqWXzIktTgKpsD9P7k+F7i437WpuQvs1WjK5Spt4TdLtIDXhecAnwOMDgKDdrz
iU5LtYujoFOe4EtMH8QhLw5WSZMvbIXg9P43fWtmfx1qFXUR22Wqysn5lJkUJ8cSO3oipMF7f5SL
MxpQEZAbqKnYOFCpXJ7il5UTGZKIwlKnP4UTts2JGGVXIN4VvDin/NCVpXQdyAqeWmI3302JJG0c
lZdlPgBN1LrBH4D1Zz5XIUOkDlz7uq8+lepoerGZ7aMwTm21rW5A437qc/G+mfurQq0feiPaGn2Z
w/OTCuQOoTtJtabTVl/NcT8YgtjmofY0z+N81yWSckRFN7zrk3Z26wicKDTb+nuiiNnnOk0/5kW0
CNfW8VbguFwJqwchzl1IYnwGiv6rK6OxOmM26kx4EmsSCVsyBjrZiLK0DzU/e9Qz7GDtKh9LxTGR
tvsxBN2h5ZCFRjo0kzO3ZSS51WzFX99fHhcbT10qkzC7uFZkcGfr79MkAeBxoGFHuZuC/Shqt2Yw
KQdDLZQCv5xsuka6t3nUErAzVZxhti4k+ZcmUKKt7bDeetCf4NJRBKA6R5S5BohJRh2FOtXmY17K
VehiDF8mnhwSxFtJleQOJBl6FRr6J/OtVQqAyMusQrgtUK32L5O/67sjcuwT6LVOUtxZMdOlATao
kVfPKDLZotroHJugm5ETzef81jfSwbDrIhEOdapqf1eQCG7pLAw1RNCo+WRyl3Y2/JdysNEo77+q
3ay+WGIZ3VaFSG9BIXGynCKH7udk9VI7i4NkPJnK1IJRjrMbnAI1RLXiXLaJ3krZrUllBKRLynl0
2jnNY+ostHttacyiLTeqCyDUklARMkDRBN16qf4jBm0uDWWVPAdqUstX4wzmxm7DAGXHqDcb2ea8
T773iZx+8AW5oXI3J+2z3HbKgfg7/RpJsQrCmmIxZcPYCkIHAV6qGBJuOz821uFyDvy6QXhWjEVA
EkBwB6+0Ti3SWSuaLOZZYeUiZJmYaev0fSXtM0Xs9qocFlehVGR7Oa6T52kRrAR80bvSkCQO9c8t
JRVpvWHxbqHrAvRkYZRw/62iLZR1o6muBPlZwDwEkfQDxWlP0j+HJiWNRt8tGi6F/iWT4nttZuaK
/qCOyW8G2DwEFAq8VVHHgSvyKtLxy+GNvIrWab4sPqdFpzs6jpuOOE/6vifyvs4asbLLMhw+D2hC
o9y5EXNcIJUIcKl/WgsvjluZE/T86mi7VvMNPTOeZ/kxSu8a6aGgK2sqnYs+pbv4qKlI8sbxk95a
GLf9NUFUU9TSCbS7jIi0Nj01l2xLfonzeC9m9cbNdnG1vD4fYMl/nm/tgDaawygkUmo8A43dZ555
1XumPXqhfXx/ba6v0GUc1CloZLA6qeet5kEdyhG/IOYhsWUHKRSntweXLbQx3xdH8XqcVZAXKX7Z
DzrvIzqS3Tihiwqk68U22JCf6+q/zoy/f5rC/12UqKwE+Pa9esT/nz/+r7vob6Ls4kf738tf+8//
vzjJ/+dPD+X3/Lmtv39v776U63/z7C/y+/8Z3/3Sfjn7g5e3UTsdu+/19PS94VL7H7v65d/8f/3h
v76//pYPU/n933/8XcBdWX5bEBX5H//86Orbv/9Y+iz/9euv/+dn918y/tp9Ubfh9zr/192XOvqS
f/nXVZN+yb8169/w/UvT/vsPmkR/ErTAXQJPCrFj8Ywavv/8ifon/xd45gW8iRwvnypffve//5DF
PyHi0Hum80U5n1b0H/9CBWr5kaT++UrRh0CzJHLIr/zxP0/6+PMo/PmNgu/FP3/+V95lj2Ax2ubf
f6ySUH4/mQAtYXoTCwF83cySuIapt2gj2g214tLP+WwklerEuYgSc57PTlg3WyXtVcjKmDBcltQT
KgjgmHVTq2xMI1e4Ux7nvut3kZjPblhl2dUv3+SNN1tv7GUYCua0h5dGncV/zg8eqYzTIZOl/rGW
wvw2jLPDHMajm86q7MbC2NthIwd3lNGuxtx81mmbbsWNF5MLZIE6Nr1SkKBLwn3+BAXy0tMMUuLR
RLP2oJaJtRuQIqQG1FOAajS0jzIUffwwiBys/uQrZCoocRVWekikWkMBqZ5uulBJ7qRWCm6Cvgy+
KiiabMzUq+3cL7cmGJLl2pTJ8LkpdBhv588pIg0cA/7NERHMw52eY0KlwYzfYyinHWZ57lE6nRvE
R5TqPhLG0BXn8pMUhrGTqfO3lnPj7xyQ6X0s1tV1BuD2LvRj65DKRrcj/FT2ZWDGO+7H8qCK3eOg
T8NfktKgHaJBzwkbqYc1K+af9Xh8/t1FwNJm+l+jU4LBtU0oZg7C1Ctq+qhZiXpdASXBqFCLbsWB
cgDOoaLTqfVwr3L3e2E+ibucpHHjSF4u+fPpBaUNd5JwBMICZd/z6S0aGgwYciSPQ97KN7RyXtDc
yT1l0LvdZDxYcyA5il6HW8tvVWdF9pkyPAIzIrhXSk3rXk0rWg3iyFkAP3QKndmUXlLAT0640Fr9
uLEOURs+G/5iFQJlyYUsIGxEHmsDRx5hEf3jjIE8igz/2mwil6wij/UchSjId3vcZFS3qmbjKcgj
AH5EzntpelaDGMWriZYxZiBNVKNp08mzW0RVcQPKO9whyz0dE2yrkDfYy7mQu2kr/YWAkNOqdm3M
1u/1g5anphFO8oApKpnWWrUsadWSoADKb41pEcTBoffaqfK3Io9VWrm0SpC0Zn5oK6CRvybsy2NR
BIVhzg9RnF2NQSfsR7zfrs2swe5dg6rS1uMXpVS/Rp3BsaVPdtaZhvP+DlnHZ8tTMDQgX74PiduF
pWGCoWFfzPJDrvjivVb2t+I8pp/61jIfW78E4VEpiXQrZ7Gq453RfwVor4duVxomC6dKik+adhc2
FmSaNhGtzjM1soRcqxvbN2K1P4Rttdwlav157sAyvv/4a5Ln8viL0YEFW5eLDIDY+eYKChp6dWKJ
D2Gm3dYI0X/Ch3vwYmLyyanRnQ7svrPiu7hqijsqvQa6OWPvXxk9Cg47+ovkL1MofdZQUbqjiOW3
dq9MAc1y9Dk3nnV5lrODgB6Vtohz0PogGF+DWWRrTDIcN9oHJc6qJxlQ0n6ofKOBMSjtBCFAoLzP
jZt8KsePWVEygZlUTEuWxVFbxT3iAip6kHaZxe0DsnYVxu251f//sI64cQnrlvTr/x7WwfiLfg3h
ln/7ZwgnAKf4U17q5a/pyz/Rm6H+SU1jaV7Q7+SaIff7J3oTJPlPjg6OXpWrFZVXi5XwT/gmyNKf
JNIUvMHg0fAQIcH8Rvy2UoUAY6eKrCbKjJTmXm+X8/VfmSnmV3KjniYQ3NeBMDR/9aEqfM2bWnsI
lXx+QD53cn3D7O6FqFeuELUdnaGS08epHZCt+mXK3oq6zg+11+dBHhrIMyGXTgF0iYl+STaFOAiR
MBOME+JmylWrFq3dpHFxo84GYAUL11pBKPLdHMumBwQoACdSyg5A3Gyjv3AeZb4+CNhUuJfQPeln
rsM/f5YVP7c66eTndeqFQdi4sAu2PIZWqKllGIxAQWUQOoPJU9eSO1OqC34r9/5J8NEYQT4wcc1M
nB3ckOmi+a25H/X2BpHM2ZGbefg+lmhZgn8yrvQYfW8lqdNdJlXdfsSDytXzObgyB3gqeW/hb9pE
qYuS5Hijp8K4S0q0fCQxbD5mbQkIi1KHRXZcV16gyFvRq7wkpP85rX6+GQoEZAdLZoBw6fmX1KZW
znqK+SfEKW/KTqACVd+j1HRbgciqjfxAxGjriyJYgUAlFCcFuqfacV6N1SEMcA8R/Z1MVUrODQLd
YhfHxgHs1TPMJbsU0G6TJyhGv9Vp+J+nJmXCnI+Ie40Wlv0AVHnbmqcQvsFBMBOYI2XVbBzll4uL
dI5IjssFMUkqsedzk43oMZhRbp4mSiuQPGRA4I0x7jY20xufAGz3IpSwoP8uVIMDKG6hnMrhCwFQ
dOwkXFH3dTn2xMtB2hzrRq3EnWLG0Wmqy67AUWWo70ITVoWjc1VUHk22YfYq2CpIwcx6VngZZmvx
xnO+MRvUeEDrqBQfwPyu8pxk0a9VjMw/xWUpoGCH8bY8NVuwvbe2GusQMia4Paq86x09lLVIhULw
Tws089AXUXlTySK801xrsXvUJKdEHxCIYdns0SE1namt5GeLqu8nTY4mV8g10RlquutTkX+LiFkO
w5gjnd7qia2HOFRMna5QFW6EXTf3kA1LXdpN+GaAl27FY4YCybUcy8UGoP71wVc7jQSF+AXEEyWi
9fzl+AvIHdKNJ5FC83U98SZkfl/p7SR7U4ei0xVpv+so69vUNuu73CgquyhS9UkATnndoTfooIC4
dZaf5y1sJYPdT0F/UQXgDF1zybUxUM0uhjgRyPjGjpEUQpgUlRsT26Kbqcb3j2OtvmuyptvImM4D
pX9GRoYAjXLqEhhdnG+vVpk7nQZP8JKZ2S1JhP5sCDEVGV+4amN9qw27XEln0897AsihXkyJkrt5
tZm1oUgUpWeX4aZSO1ZhzG43KAG9Z7zjy6ocbRm/9sP7e3tJ+laDLpHrknMTO0ALP3/FJW41rcIy
Tz7Z030YlYaTK2ruyGpe/GWEFuIdav6idPO81/qh39ixFwcLAiOcJ4BFgR4sekrno2PUmDQtVLTT
FPQayWf6OQSZiS5xsiVIoL4xu+juySClYUMtiOnzoSoqY1qqRdZJ6DGHQl2l0fcB1Z+vfdWFh0oZ
bo3BNA7SUH01Lfx80A84zPWouVZg/OjFrHKBKhW4b8ifu9FHyrNSPxFXGbtZkFHikpPendJcQAEr
+ZGoVnSPSHzlSHmCBSy1L9JIv77ROuVlFifRK624tadJVj2pE4wbpC0jbzLr8gaEqu+BKPJUIB9V
atVXRSZM9lBE2Zep0CywA1p7VdQD9tsNQCyLDpwjqbPiGhJo5fcXxxtzBtqTVjYMm6Xxulr/jaGN
Sl+Oxok0ytrJfVp5WeYnmLdl8/WsoybdZ9nvtQleNx11acrTIiQRBpfPP1SsBUAtSt06KUqh3469
rriSkQuHjLP0qoDFBLOiKl3yMOPBr4ZuY0O8sSQhMiHhD0V1qdisdmGriZPSpgnrJETstMvk9rFU
kH3KimIjMlxVBl/fFCAtAQI+DIuH73Lw/RKj1uDodWsKrZMezfmj2Ymdq0SK6NLYK2x6hcMuMerB
GUws6pIe1SC9xUfn/U+8qtP/fAiFAiWhMoQOQ1uFV2PWDIOgFcIpLTIVuVmjuM1KqdondYYpq6HU
15hVK7cyXM5DAH1514VFeKBbE25UO944bJeexIJIBW4Lpet8NqKkV0etKI3TiE/vXiU0ta24KO7j
SXtqZ1Hy3n/xN9Y2TlmYoBNZ0qQzV8FCPA0qaB3FPNXRqEM5RsI4NgvxVlBoSaXxJN8Plv7t/TEv
AhReSyULW5rmC2VjtbaGdKhnVRrMUyOGujdF+ZcaR6SNS2vV7Fu+KN2dhdm9MD5ZVqtd2xoAeFD/
i14KoeztYq4oGyXKdDUMuv7kG3VzALo+XgdZxX2GffE+lGThuoys9j6rOtXrhaHcWuoX6dhyhYLp
BDVBnkqSeP5xoYJScywaQgss+8AqTv1t3A+zKyV+emi1SdyHijJ5flRFLsrmw3UzSMO+asNp47O/
sd4p93MJLNJfxG7rkLlALDoLoIy+UPwPObLD9mAVZf9A2up/Rqm896LRyPcFhJuDFmbJdd7D/azy
sN2/vxguwxow2Hwt+sQ8C0n6+ZTEI1Ww0a+iF02Iq8Kd2kT6UEkBqTDOYUjSLgFfa9dZEL60Zlco
zvvDvyIQzm9+ABIWcC8ciZiGVxGMX04f6CcVUK++f/GTCr/kUkYUlkqgY6pN5RCdDodB8PuXKkpN
POXmfF/5VvVsSrn5EvvqeNuNffMZlE75kKhy8NxNYm+bbVpfNzN3YZ/jzA7UuXFzPcS8W/cNu0cx
8lCBl0VjXJP2sdWBdqNWh25J3bsUHbfcAS6PFDrenCjE6pAFAGOcT7FUpOFUSGIGCBVGXFmn+B/F
su4WldXvm1EeN+b0cn+TWBOoAjEBW6ZepKp1Ojelge+4lvURcNi52UN42fJuXJHRlg1OUAZck/29
ZJZr63e9SvN0tpTiZdJxFg8qDc00C9nNYh49JZ4UoDVj54lUqB8ybQj2VdR8GyJZ/DuGpHhltlm6
yyHYn8DA+r99ey56/rD8wPpzh66jrCJLhTaT8+RFjgLFzXHFcIu6UI5iKWy5917uH5AgxMnECYxG
5fX849ZKV44yMucv85TnjwPGE1+7KYaQl5XDPmyQQpMAf+wiaza2TtjL0wyBQkouYAhpjIJFOR96
gFaBAV+TvkTAtZ4DjQNCMUbBE1t9gs86FF9jX0JGPjCKb63v665hCrUTNNIWZvlygS/J2qL9sPA5
AKadPwgGPCGoBS1/gQCXOFLvo9mvF9hd4LzRiOWWHuVlLYYDEIElIjN1qTWu1bU0GeA3fnr5S6TM
I2L5c7xvMrG9aZWGXp1p9MdKAoTUZ7XohXJMbWXMKluMK/nWGNP5IGIQ4lgh2XEeZsI1uFgim3hQ
4IhHwR1oInQEMKXba5k5uQjKiriwdeONopfQrqthC6h5GQNwijN1QPrAxAC+OJ++oEgxoMia8KUZ
h/RDExtApdTAdPuqtva93NQuOnTmVsR13g9bti9VA5z88NqlAMtnOx81K6COhn4av3BZJhiJSsZ1
gUrxPtY+m/rXWsxrLxPi6Saes/4+zo1qI6q/PKXoBFMkfLXbpva7Wr1NK4sD1pjpC/dj66oTBf4h
LH/P3uP1Lcln2ZZUY+hXrHPnKRMxFa+M5EUVm5S63NjfJHFp7Gl2bWFnlrDp/CbjhYhc4SzQXoTK
cj6hoNWNEQuN9CUtisxuDL9ylVhByUI3tqKH5cY4HwpgIT0bVKE0eJtrGT0rEnQBxG72MgSBsZOo
DewExEoPxqAMtonxxL5rur8EozR3Uzu1j10yTqg1DKEHoC7yrNzacri//JoL42jhVcEDpOi1SiIi
hFpqNc54ImRUwJfhoDhbwlaifrlT0Esx4FSCZl5gZKspNiRfmkppyF56tLNve6PHHBIdLhxFwuxg
qZ3mCiOAwfdDlIvvCrSEvoW1SCUCojRWg6LJoqRzaE4v9Ji+d1od7vomkT2kO9qn90e6TMUYCogG
QTNIDZqtq1kUxcBsRYTpXrosjbxRR/qfairl76DKrwM643BHW2zPlLG7zbs5oDKjbiFFLr4kepCc
5DRk6IGijbR6BnmJS01flV8GQ47d3OhHO6FrvRGjXHxJOjWgACkaYzyO+NMq7KQMVOWioJQvvVxH
V0IjabfiOA0uEnTzDq1ZH05eGW/sm/N7igiTRhPzCup/qR/T3T3foYkEcLozreZjoOm3UhcfmyEe
7CyUTlGe/Xj/W75quP5nj/4cDPAIDtfQOojFlof5JbCFa9hmUhl0H7NZq3EWahFNF2Aa7FHqN5y2
sKZ9ara6WwGT8qxaUh8C2qFeYiDZyCXT38x6g1x27CPMk7eTI4U9ekMZxPfMjBKv7qb+STJSC73b
CEeQfDL3lQblvsLlZuOuUM/vCt4Fzi0cAu4nqjD8cxXBRmw5Yfbn7jSBqL9GWV7w0NtV73xshLAR
e7UiG5DuglLhFQFVEkVWmkMf0RJRtdQ4tYYcedDPSy83UXIyde7QJMuTk2ik+b6rhhob5s68TkfN
9Fps0J4FAljPrCrDxRQP+SojEm7oYfwYY2vcV3A1XmS0pBxq4/HfpgVix27HqqDQZSTXqtr6N2YA
T3YONclDAajcjdVguLpEXfH9z3y+W37ODFj8ZWktUfC6iZ22gzRVptGdhiYOvVhHdBOVp81Q7/wM
WoYhymPRkk+LNHLW2CnZRzKkVX3xNPWmzPtPFooAuep2fdH/NU9Jb2dzpO2qWtAOPopKpECIfQgj
DCDkMdLbJkPXpO701p0Uo3R/dw6QbKHryrpg31IzO1/ppi/UU6YPPJyVJ7YqwS+n4WVtbN4L5PUy
B7ScjVfxB2721Tmcx0Cjok4TTyZAfnfiDHNVaAUYaanpA9EO7yr5oekpSls6zEv1WZQF056FqXNS
dNzsWQPw65emlNqdltzTZhg2ZuK8jL18JspnS4kBKB9l7DWxR0WEX4xMQTolsaa5ZGamI0QDmApJ
6x2ty8eDX2nhvhOCb2bDNnn/O1wuEkobrEQw3zQpqGWff4fSL0Kh0AP5lJpjfN0ZI2Z9ATXKLJzb
jY9xcZJSryJmRfyS2iho4dXx7aMSUZdprpxIJrKd2km+SxibO0oJiBDTjy1x5FVj/3VmSaEJ4hBb
QR9xjUtW6PqO3PQKJXpf/TRlqnIlIg3+YElNZmtUEZDwyualsa9cCcKsOnKd+bu5S5LHJKm3SLtv
vT41BfSX4OAgN7k620MxESImRzlFQzm5FMA1eyQBshXAUm7eGVv2Em98WboSlL8NeookC8sp9Mtd
IoPbDZLKUE4c8P4NcSFrqBile1Bb2cYSvhAhZA2jd8I5w4GjEM2tthlafLjHdqzhrimMh5nCsNsP
wlEfAt2b1cG4D8VSfBGR8tspaSodKquWHbLUiUJN/UEu+ArxV2XfgPf0BA0FiHD8bZbq6zOyx8Dp
AvcAdnI+H3qahSUCW9Jp6GX1SVXy8W5oitSbyi7YmfR6d1lcGG7Rz/Hj+3tsmemzW32ZHQTnoO/h
OULH6HxkgYwJ5oYlcdbJ8g6P8mFXm3N99dujUMAQCQYR+KKwsKyHX763hjNvMkeCekKnTkK4iQJq
E6bJxqd+411YvgtYgz7yogBzPooxhrEVBql2aqhVemqRf6jVfqsO/MbShYKIIgGhLVBCbXU5SAIC
GeYwaSc06PSrQBSCg9oV+Y0OqPr4+7O2KPawLTmYgDufvw82YNTEZoaCneZ7ZU6rMleybuPGXx54
tQKo2fJdWH00K9edClKvUO/qUT1FBDr7OTCMPbaE2nGYhuRmQsb0thDpVCu1JW58L5wBLsdGLcgk
KqegCOZite7jApJsr+jqSepGK/RwEp18L87a4EuasuoBD+eC4giAvW9wyow/1u3/Zu68ltzmzjV9
K74B7EIOpwhksxNbodmSTlDSLwk5Z1z9PGh7zxZBDjGqORnbZbvKrl7Eil94g2B+pHJVQTiLzH8I
iaunMtWtNykM6tyZe8n/LuSN8CFQtPLY4rPd2AKyq60q0lOPKyPynTyN5x/ZBE7WQb02+T63Uy55
+hRlpiMnOnUBurXlo4W11E6p+phHYJASDIJKs/4OFYcSpBBp5kPem0iLG+gacNuTjqKIhFZeO0NK
tq261f7xI9/4YVV9rdgNCpWxHWjQ/h+RhpcdJaeU6aZaVxaehMtd9VBjk5Y6kVmL31UkXH8Kaltq
3jiPwx0AUqF1EqmoUjcIk+bThMn1J0XtSpUeXuG/wPR9Cgs0Axw8IHLxULeq8Q8gWBowUdkMHgHj
EO3jOaBkHEuYf7iJX8QPlpYMlu1bUT8jmCC1j0nll4veYog72yjmxtdpYFvaXS2bYBEjCfDPpBAr
+2nfzF6TjkrjVoWSPldEYnt4zYQwVaPOsBYNrX5rE5MaVEUHPNwNFa6/jjb6+fc5Ax3U0h4LDjky
RbntK5Pysx9bil2EdVy+Ta4/V7Twol1adnntdNkAbaqw4lihkFWg4aDNoRjdyWLnf+qZ/tTWk7w/
Bb2g/7a6VLiLlLg4LinKgVtVyg59kNc/ce2FmKVkZZE46LAiIdfofvcqp/GYu+Ql7WtZzUOyb6W2
+2KOpnYXy6MmwQasjZ9JmM6PythUdJlLoyU2K2Jsgmc8ugnboyl8riSQOHYnaFXqlGgOHNR+LmlH
qzCv6qzdG9OoyndTTLJtq4gcZpjm1tOXHgKZ4YhZIN2nSESMNr5dLaCEOIDEkMp+9VVmP5IjS61l
z5mkVY4h1CgwZSBhfiPkQD1NirBbtUVxVt7Msk4++sjfW0g7R+pjG4hi4vZTjBeLqo/mUW5L34Fd
EX6RMlSN7NHs9R0swLhzKF832qGY5+L37ZvsPDt+j3Z46YEC0D0Dt76ujQlzL/SUMYHR8ba8jgh8
5rZVjZjCjGx+/Fn8wOtyVHJvD3slxNbotFPLp0NG/26dladGU44hKggn3Ry0pyryqzcrF9BC7rX6
d1VrPiiQLvYQ9FTccugqt09V/y7IZPWDqUW5J5slIISK3I8jad4nhRJtvIzrmaGXyC2OQgDwU17f
da6B9oesFNi8nxKtj56ToEk9s48NR50x/4TUIKEegGDR7Xm5NihCEdzHkCZUqnvnDwvSTICwuqwn
2kW/LUbHwkHjc/bE0JusndHnP2+Pt77ml4+kKkiPclkEkNfn4/UlvOFRqPqTP1f72iSzH+MJIWJ8
cu+AAm183Tv//s8XjeGWxG3pRVL2pLB4PtziNjopvdafhrkfdmj2t24KmvUYFoijxbwMTqM1madY
Ue22WezfheR4jl8rCOKUceW2tK6xKUktjx9eeTmtRkcostgLo7h5wgRvcudumjZewyuLAmhhiV7e
m2pr2AKiz40VatFwSuRJ3/WZar5IoSxx2HPpTq463wsHHC7+emVQtkSmYunaWmCgz6eKysuAX0U+
nKyqru4mUxDuehB+NqjTwY3bfsvo7cpOWDCERJwkv4vB3Pl4WA63jRI24wlrg49RLKO1kwSoHZXW
faBOtX3765Zfv9oIpgU3hQL2Qs9bU9Gydg4HKlTjqamFDk+WEId2q97KMK580yJHASONiolK73v1
TQqw7GSsxlPeVoPTa1N23w76R56D9oEUfevwXh0O82tqVywZ6rXnwxGuiQgQyeNpjuvMAWcyehog
6ANU+J8UnoqN03RlDimSgachSqPwt0Yv4nYwDP6cT6fBVMMdEOViVxiB9Hp7pa58FK8DPGImclEY
WIXuuS6YPnS06SS22nct7V4suf8VTOMvY+y3/NBWgEw4mbQ0FoU7kkEdxtYaqxCEpjGWYEZOmTF1
rpzEmd0jx+31caPuJ6MM7wYiLlsw++jQ95Fv+7kyumhTB06TRli7ivic5sQIt+dgnVlQcENEkwSV
8jx79f1a+yNJsiL8KvJJ6k5C0Pe70owVtxVE8w6vuGpjUS/KD8tYiHTRNJPg2Kjrc0hLTosi3+xO
HSG4DVRb+FzB6nscSr30lAbn8FoZQYBafeCIljTdj2pT7n2kCg8tkfj+9pdf/zncC1TqaQPRAz3f
06lUAFBUw556gFAdZpmnF4DG8JyF6oisObWnpi8UoPcg9bB7U92smyu3k/LmLuryYQMydVHqfp8d
GLrLjl+Ch9UtVfZFhiCQQHkYfPWDiMCFq42EshYwBFeX58hWwyzfi7jqwdaJ+ucxwv6lMpEZ8qdB
dOqyxoW3zfYWHVzHFBL52Myp6Wk4eDx3De4PcypnuxTWkwPwb3S7MEzsNi2GDYDQOrdbPoSLnZIC
4jy0elYPb2dlPQqlQX+S0zlG0d1SnhOVFCsMW9E2QxwMUloID2qsnm6v6LuY3PnVqwDwZe4U6HaU
X1YZv9grNS900Z+4OkqXvG7+DCiV8Hg0xE9Kj5lDU6vabtCqad/IY7JH7fJrFPvyh24uy7dCiw1P
ICR01ECM9tSCBYwvJc2rB1rdpiIIcBEQ1xA0tXG7OlR3etWjWa9rmT1bYfFqpp1pZxw2uk5RbUth
3T1IIA5tBUl3vC/UwYE7nr4Istzsq2aaNuK6y2tTBZAl09Cn/6Wgpnm+o5OwBS47RNNJM6d4NyvF
QOIZaRvre3llID1BfkznGywOKfT5KFNdiANKk/MJGdbOgeJpIMdi5Qfkm7ekxa58kLx0tRd1miWE
X71yiLKQMbeieOrAce6R46l2qZn57u19c+2DkMySF7A21/PCmf+zUBTQlCUTT6QTgBfT1mA92XNp
vZiZ1Hm3R7p8ccBHg76FZU8cQmx6PlKiGDX9j4rqey/diYlUObqUfSgn7R4dTHXjvr08h7S28Wym
Z49yOtHI+WAWlV2p9hvllOiJYQvBJDrZpNdPokR9z29j8W4qxOItFeetGsuVzwSOB4YaeCSN9fWE
zkLdkcOHyskaAuNzE6jfpVAUfwqR1bmoegwbN/mV9SMoAWhMp3WxDFsFJ42am22JNtBJzETJFevI
2EcmEgMyUsWvtxeQHcGsnd8xSNwRBlE8Qs6SNvr5rEr6GNRT7Bsn9FYemqrMTS+q2+CxLShWwQdR
jc9j3DaYQCSC+aloQY24g9QnpjMPen5vyT6Y8mIiCO1alaCXHEhTqA+Y8MatschRAIrE+Cvl2uC1
NiBo3DWqVEuuopK/OrFVltTGswx5ntrsS7vNx1BxEKMYcJbW8yFGoJmwgkdUVbCprDv13hgS4yPw
R94uubTshk7jqW0jYIoomlHtJVQFki7clY1RfDR8FAQhJ4QaVJWq/1gOaaE7wcDE2zJ1qcbV51D+
oheSMh6McZK+hGr1cdDGpLY1uUVAq8+E9GusJnG3N6EatHbAU5q6RTOBoS8jflswNsIB03elxgqm
jVyjNEiHO7H9oMVA8am5TL18p/KEfcZgQPtJO1p4GcZs7hzTKP3XaUosi/xd7FEsBrB1j/Yl4VQY
9j6hMM6ztlbjMGXXgPstJ6SmJfHkpK2KW4pV0mWINCyN4UWb+NHqw4h8p0hhTkMHaanhBAmWEK0E
nLFIvqIgLvzgdqAABw2s5D5N9Tspmbn35VIfUG0qEvT/LDnOvoEPohaz1D01p5hm4WsOBPRzXakJ
pDY9knNU6hD18rDEbF4p3w4g34FOfRLFMXhAxi3d1wikfmpEc/4mGcJQ75swxycrTNWaops6zPre
BOoZY8UytaOnN9AyX3F3qfyjNlgzRjTBGD4Lca9vKTZduUvgzoCnsEA70S9YxUoStecSBs18yiMk
DxGMvcuTxNy1oSLsJs6ZTeNKcg0x3jjalw8AZuB0CahIEzOSyZ+fNvy5i3TEu/NUjeBNJzzIiRE3
uRGX99VCd6XwSn+I9uP6Wi4x0hP6ohVOhGftvWrpzV4esEkytSr0Mk3dioQvLyzGI/6F5rkkcOrq
wRkKPzRQ7RJOpQlu2S+i0e4b5bmBZLjbuq8uriuGot0F4clanoLVUJIPOXRE7PQUNUb4EGIs7UlU
NF3RaGntVJi+BuhnoZMatcdWbfPfQRlkrqUNihvrpbBFSztHWy5Z0PJzDOS0eBwW+uH5etLp6wgT
ZOGE8NnktmEVvTS1P93DCYDQr/jVjqOPZZsaaPe1XlLkZHejRxZt1QSubSyAn7zCZJn0bVZBjITd
YITDTPA2CELidupModLvtvyiryw0bzBJDwggmBBrGhhV6joajFY/yWEIv0dJQ6+ZZHmvl+14d3ul
r3yQrhvqol0A8+KC8Odr+iQUfmedcG5UD3KQJ5iTADq/PcoKXPW+gPpSRkHZAeEpajjnC5hZQ2Ki
6GXBxQ59W+yi5gHzhmbHFTx5skXjQs+R9p2DAaWoYtZcPZyEjfbhCvf//iPA0qAwARiciG0tyYZl
W4JFRx2++WEPlr8xcv+RLGfKdlmkFgHgheWZlDGfoCvSla8zRNrynlNgvsqWAEXk9qQsl9B5SLAQ
XaCdQNDHQHYddlfY4KFnXEBqNOpZduBXBdVOnkutcEPBj3CtTbtWvG+qwAr+emiadLzlJqVEMp81
NT6QzXHMuTdPgoSZe0TPCifN2XKaJPuaNMqvsVAF7/bXLlWR869FaADJVWiGAJYhEp/vgFjoRB0T
I58reVJ+pUCBF2ZDU51CNRVAMPhVr9BCsFBh07VIxncrByW2Edte7nboy2AXQb4CYASwcf4j9KKz
oqiVoQdjZOeqbdzcqwLsg9ufeqVocz7MqkI06wBPYgRuT5VV0qnSjdI2uDoejEqWXgwhS4/JaNav
GSq/ntyj3EnGYthpEoXPZa1D/Oum6jhVsbmRgq14QcsJ4CblaaTpLPNerReha3xp7iJROAmyXuz4
v6XI0NN9ycKwfEz12fISKEluFGW1kwddSkF3Hr8JcjXCRY5jVwqGYCP5vDZZlL2Xew6UJ+LLq41R
V5Y/B/24UFyUYZ9ASfH8Jc4V0il2mqmn5ZJL/b41h18giK1jqQ5I5icxd/6oKo5qNqndWubw1xcj
+dt7F4g31+LyOt8qhR/IOh0m2kC9MuBDX2VuCRVv41SsRWOWFSFzXIIVEgNAJqsHJcxgN45RCY9A
yOLPQjULv+VILicvqqQUf7lQihE+a3lvO2XO7djPu70ixl1glyGCkbasNtYLlmD1BwG0iOE2ZaTZ
UjyKGND5o7FRbbr2cxEaYGLgt1CtXhsgSyECinlixm/KlJjP80x7DleZ4JnbHSWFGYCMYgjNxyb0
o3ttImAIpz67R5UxsRNdbXZFJZZ7UYfDrCFKi0NI1Hf2CFBh46Bf21XUnFH9oJuG2/laSGwyKHWF
8mieSpwGbSHNkFBPZcyPodT/CEa//xmOtfq1CNLWbaSW2F1rRgCgsB0XrQzIulpBHYd60d9B1Zcz
yIULkIq2FeUuTKvON5Y6x52gxqN1ahOolFo+5G6gCr5TFla4sYdXZI1/j0UQ916p1fFCXz27kYBm
ldXN/qkUzeyQyHVAt7fB9RNJea/q2syJi8y363Ca902gZfsu9YMjuIEBxrJu7hUjH5xRqgVb7GEJ
Nnh53SPPXn+sOnmyUyKY174y271mDSKICJG/jL6aZxmd4ARBlp5uX6yX1zetMlxYdOR9AWGsK+9l
HxYi8inJWwJ44g7DQ/NeKorvtwdZ5uT8oVqAXsSaWJbAr1rPmar60igMYvIWjrJlh0GmudQ9O7eW
zGkrzL58FAH/0BZhG3AJAMI93wtyHOUTpgbJWymFul11SPAJcV4/1lnReiJn404gpnrEVLR2BWUU
7w1/7CkpdpIdcn15wZzpR6iWkmdmeuMaQRx4jWL5e4322KdAnDc59Evgv5od6v3A0yyAt4DyV/cV
pds0KPM5fiNs1AE8Y7+JVcFYybY19PhhADepjmAryjet4ym2RStJD33dYJgZqlMHuUctd+iPho+D
P+EkOhhYLedanH3kHhmpgGpzcuoxwfowZGXyJIzcQzbChQDaMMvGqMMosacIk0oAXdsp/mNs+VXm
SEWL5k3QNNF36ptZCPgyYpu0FN0l5lh3rSxCb48/cW8medaSbvfZp1o1K1xQ20mqHb0du5SquQxv
isMrCSAe0MfKpbT7KlZBDtQmbTECub3Zrk0nIdhiPID9CIH4+QZoNE1IeRbjNy2Xwp2lZbVbUpX6
MSRF6DH236LwF/AcoHjUoKi8LLDy8/EEX6YfpgoxxB9dd5WqjFwTZSRHVWvLk6dx3EjErwT+tDSX
BiDMCm6gNXq9GAVjxiWkRbmjkSncTKb1FnbG9Lkf+rDyDBr+TxD6If5maSoA+REjtHv6PPW3FAAv
vHmQwaK4jagJbX06DNbqMuQv4rlSCf0bhZX6kKui+rkwB2tXDuW9DnnonvhDe4E2INqFGfxThWC3
I8Sxd2JX14dZ0gJPnDhq1igNxMyoCFIWjb14mL+R9WQb6kEX1xAAR54H0AjkZhIygOcrZQIsH9O4
RQMhI3qMKG8leH9k/4mI/0o596Ym7pl67v9RY/f/Q+Xchc5/Q2Lt189f9ff2189/fWr5j+Zfxe9/
vX9d/os74k/xteXv/Ec/V1f+i6IhhAwCwgVwz5r9R4FNMf6Ll2lRbKGPwtHiUf+PApsk/teS8dJh
oqjNf1li8v/Wz+V/QVDXsoj9OB0AXP5Gf22VTvIHiFLZtGB04AYjFnm+YRYUWWaVefIkNpEjma0X
JILdi1QPM9kOrM9/zNbLv2/8P9V6V0/xv0dDAWnRluM9WFumzNEkCVPcJ0+F0N/VnYLE1kbR52IE
2jeLcL6OHDE98LUV2thXFYC6TH1CDFLGq3DIHNrO/sYFfDFrvLy0ORY8M7ciWhDns5aZhtBraLM/
lVqK5XmnqR42tN1+wEzYq2ZKt2YlqVth9PJK/vGKvssO82/EgMvIF6CmNsqjsoAM9dQQKT1Kfv67
NKbUTVDhOdT5MBFsqMEBZm/sTjN62AT75ujkvd5tFAIuBHeJPNDGY19SWaNRZq0eBEtWBoHOb/3U
5pG5K3A1AuJYS1+ExAju/KENPCuV1Z2KmLcLqZCeXWaE+8HsC7cSe+kwjkniTamCSTji6nYfEZXk
U1UiFNJ/KXK1cDsMH9y86sy9lIEbsyNd7R90WkwffSGMQ9rTRUscYeqPIlJmH25v0/Wl/++ZJp5b
uLYcjDWaLzVjAixY+E8EwvVO0Ya3AmCTTchMHTNog12MltWHroBFn/lG+AztGIBjT2kct27NxSx9
8gycU0DmF1+oyU8vPsoarj7qNBGKvt3IhlfxAD+XjIWsk22/CJJc2MbkE5oP3DBPkF31/WB0xm7k
WaN6PVieVtNivD0/l4cMOh5pJ1cTzzSN2fPtr6WwhmaMOJ/EKMIUL7LRd3FvD7EmNfBN52OsjpjS
6sNUakr01HjZ84wZ+K5xAAd7gsO+sBEc9uTH+r5wkdrZ+LrL2VxEZLhXaZ7wr3V0VYqCHoxoLD9F
7c6Yw8cop8djTg8TUrK3P/K9k3F+ohmKzh7XOaEVGef5RMptmNTJJEdP7U7fYyD22Trmj/o9+136
Ej9mtrjPH8ejvDd25Q4O5C/ryfrwXD4XB/nYTkBsHe330Nv+cUuEf5VhvE/+n79rdb4TAIZRBZ/h
SRkeJikBma97Qt3u/WHexZFhhyDJ43AjdrnYVQgDQEqzEI6iPQJF73wy1FmoZL+Lxifger/VZNpr
0KM2Zvxibd/HIAMBzMaZWZuRSl1TirmCwLdexbZk1o7Wcf2oL2Py6/bSrsvGlEGXr/mfkeTzr4nj
ELx1zUiKjRT0PUhr9x/NqZ3muJUNXCwWIxGgwjLkJYfHTqhwhiiAMZ/qi2h5TO9I8QeQ6HBPp+/9
/BY1vZfGINSNjZrgsjHPNu77mPCalqIoYLNV2KCms+L30DWeLNyVY+DG0LhwGXwyrU9NKjlatfGs
b423imtnoVWsXmK80KcRkBZP/ZzvAum33vqHwCqf5GRjwGubkcAM6W9Co+U/zidVlHtjrPRifJLw
GjwMrLZjpOa8sR0vlg5ZddpT70BHCi3W6iINMDRJB62pno2+oqUM1yAyXQtCCOx4O+jQ1CnCA3I5
G+HLxWy+D0vk9w4eFtf8eAx3FHWMq+pZsKIPopDsWgziZqPxKrn4hoigHbTy338pqF8Es5Z2DoC8
1XGoDEFCmYsvraCiUD060LrbNRoqeGLt+HL2ocNTtrEOt0/hxXEnCwZrszi3gctm8PNVzKLaagH8
Tc84JLrwuz2/3huxBAg6/+f2SGsgPudv4fegqCDxyPLP1VKaRYrZrzIrT+qTcFTvh+fknkqH/Nnn
sQodaQ+R2lMNuxMdZctkfR2N/nvoZVB8ImBcrm7rsVAm2Wo05WkG1c2z6WqUeCeSvyZDXp4Rb3/q
1eGWSg4ayXSD1th6vB8iZQwE5SkwRSceXlAcwn5zeqD3hLMSWdL/zq/+LzKG92/7Y7DVCuoRYntR
+T7Ygyl8k/yPf/v3Fy7d8g8OOWie1bLJRtkqkYiKbzX4ndcVs466Ihzk26Ms1+Gf1yXcB3iwMkyN
ReP6gre3YGoiOSuC5xwBqV1eNd9wP03v4ilSdrdHWt9bjMQoBOAkj9wrxuoRLUACZHM4R89wjaKn
ELSS24fKVkFvfa649cEVK+iGyEsC+l7w/wPIG0jTglec8mMoKIjehabyee5L6QfulKBExfTb7Y9a
31cMB5UD9iahLTzXdUSm1n0czkhaHimAg2IJj0Om2FRV3KmRPw2lhBPsxnG+8oGkqe/LteTla1p4
WYVzFVd9c1SUtLBbaThoAf5WgGYfqt7Y2IMXu4PPI86km4vjNXSV1R5viiKnt1A3x5brWFWGyY5V
FKct7eH2NF7sDR4bKgloxS64QJ7u89vQT0oAmkrTHLu0eIi6h0y09v9vI6xOE1J0cTL6jFAZQNDE
o5lvmXRfmauF68A2lilvMVvn31AWvSH3QdscDYI3QbyXm4MQbckjrDueS4Hlz1HW4g2Z1My+lTCK
+loeDdGe35LCEXCR+RChhWanvwbfLbbazBf36mrQJf3/41ChczUVVPCbI2he2HeC5Pl0wkC6bb0X
V44TZxdpJfCn/Nv6VWwsoWrwlm6OxViSkxYvGJnh2ZeEWMfXntBKlT30P2/vjHWks8wobTCL65qo
Q37vvP3xcWEgpcgMzfXRnBzs94xnJb5rUN7AxTl0mm7jFrxI4JfhgEggvgE6BfDGKtzQZx/YnqbV
LKB2V74Es23tlIf5IXkK9vM+OSj31v38Tfg5AG//Vbzd/tZr5+zPwZXzhVTrDOpFz+AiVE+leEGM
1b09wrUVBB8HEGORJMZ963yEzC+Gvs8YgffExRvSS5BgVQIt4uaYn/0p/1bk0cYlfOVQQKSnkYZ0
HqoOF7kTBT1T7hUBe2NJws6lfwF09dhIjSsVqtPLA6VDdVcn30YxwRPesodBg1eyEdFdnn+NajxV
GaSOUJVa07ngj/QTFpnzEZ9jx6h9tx0PmrWxWa99Ki8O1EFAYwhdXkSrtTlGTP10lGTbp78jOapi
y/+YX8bnwa5+9Kf6Nd/qNFw+OXzZH2Oudk0jJYjkDAFfBgunRg8hgz6bU/jQXm5vnjUXhdsNxijI
Id5tMjiACue7p5ojKpqlNB8zLpre1is7M135p/GtT3GfdptH5XXeEkC7PBPnYy7r+sf59xFACRJx
mrH0ADU9vpXtlvzze557FmStPmv1vCkSvfsUYMpRoVSkPFRPoy14vUO++CAcBDc6jHa0x6UpKmxM
k/fZ73BvfTbzjaO59aGrJ7BpyoAkYZyPVhjdy+Md8NWN1PQ9wL740KVEsgDSYEWsHopZNpIOnvZ8
nO5FeOH74hT+7OtDWADBtod9+sn89Cx5wgfxH7+zhQ/Ch/i5PiWfK9fydNt/6DbCiotSx/t+gogK
EhBI64Xy9UwV1qi0TDwmJ6oOlOZKbxHs+aQItvF1K6W7ejbNP0ZbLXNSoqyNiAqj/e5/aspBq/ZW
A/zPVrEkTWzgF9NdEe38jURkJZ4KAHHZXn+Mu1pYJTTVThkYN/sdfdR24U51k4P+YjyEn6LH8GGu
bPFt3Diql/f8Mib2tSgzUxBbF3ZBl4dTIDCm+Fs1HpP+Ljukyicea2VjoDVE5/3rwIqD6WRXLRyO
8/PZVVrBq6VPx/FLu4u+G5/nf6yH4mMS2NGD+DrVLhQHNNF0UPFftpTTrx2ZhcRFywYmB+Kv52Nr
gm9Z0eRPx1nW7VFw5HkrarwSD5AU/THEavEMNS0NIGvTUbzXXCSDd9Pv8jF/lPfNfX6ID+o+uatU
T3nO40NU2lsCJFsfuHqupyHM5KwO52M6p4JdjsKu6tItfb6rg6CfuwTHVD3Wlghmik5pjkPBUVA5
DkPiNNVGXHPt7V30pv97hNVnCBlCDmXKvdPUpzlKHtLJuKsy8e7283TlHaRShBYP0Q1VxrXidxR1
6JUs13hnPVvTrhve6tyDmHB7lGXBV3foAmDmGSQdAq++2u+zWcVFPPnzcxCoz1Ow6+JXlLo/TJhq
C6p3e6zL2HeJlkBu0StcnAxX+9uc40mKrVx7lmMLrd3wdbQOYvRg+T4NytGu29yd+62Sw5V7EowQ
YK5FU1mhlbVarWpK2jquug7pEumunOfDhOeEbwq/O+EwGa2XtbqX5vmur3/0sumiYUOmsyX/ebmY
tNCA7uICARr1giSphwogw0Qcn6HiTg/yZOyo/VdOVDWfG1PYaltcRjbY09JNp/gOKpL3cfUylkjH
CMMoB0efVNQeW9XDq/nQpvnBTP19SL1q8mNE5sKDGXzs6w47jS2Q9MUhoaMDLhO44yKNfqF55/cx
7dBAtZ6jyuQMqiWdE60KdmoSRBsN4atDgZIxl8eJdHi1wkpejUNEsP7sa7PmpSnKmGLjmzZWlcnf
bmEy7XeSJ2ZwpI3rHkM6tmLUBeJ0HObZFukEjeGvaHxF5fhRzHp8Co9hu9FiuDg1y5BLnr9ggOiQ
ra5stVLkGiDBdGwq1Ha0/G60JDdSlRcqKM4kt4epmffzsGXds0za2cWwVP0XLuNS2YKsv8ocMWUy
0tEa6mMvV7IzCX3/YKX+7I1hKOPyLT4jnSEden0qdrdviSubl5EpO0AxWIyo1uAIOl7AINOqYeRk
X0TGnYZPmSCRlgda+IPGjhfE4q5HYVST971vSrYOzPn2j7jy9cwpz4fFvkHoYXUtpk09TqFR1cdk
FkTEeTI18dLGKoFzWs1PXdQCrqtSeumleqsqcWHkiZMPtQGOL9cWqd2ayq31odglaVcfa02IQtvS
hXRfGIl11Iwif5LAjj4YVjjj3DRlTgkQ2B7aGa6iJVG0MCxMAacQgCHw4bnG+AQPAtV5F6eNijhw
Zgh6h6TWR9sos2p/e9ou3t7lpy9XHPrm8lIWP49gUI+Ywzr162M0YCAK3ipyR0G3Nk7EGhYnLjNE
4Y60lyYDo6xWR63KecwtKkRxbBEmtVLp6Vr3JUli6aE3h8hV5/lDkKe1M8SK6cVmXf1lj/b9FwCQ
Bv5CF+fiKZujHF1TX2yOel92h7lO8904mOnGdF4efQqiyyGAWr4UKtffCZu4MpH8OjaNrnowFLPv
g59bjj5Nw6ckTTq0a7roDlvd4bmo1PTj7dW8dgg4h0AeuXaWpsD5atbqULUdyNjjEKvqXs8r6GlF
jws0zTipHOKd3oMjFVRhcm4PvPzh1d3Ddb6wTBia1V5tI1Pw0XJKBv05aengdJZS7eVm6Byffe8I
sajc4RT7z1+OCXcC5ROwqTyYOufv/GMzulpSaAQKp+6HIDxFg+9AjnSl9DQEf6fLzSu1Gmv1fSN+
3EJX+vLRijInMdUHXLkfCmOryX8xje/DLJ1GZJLQLV/FW8UcmFKHt8hR1Wz9V0C1cbKlp+7t9sRd
vL6rUVa7BKXvthVjoqa+Gu+KwnCi/j4M5o3k+mIvMorFjQg+BNkUSqjny0NulGDki7zGUO/0+W5S
7seak+9JxUu75UJyEaxRtAQjT8oJ4Ufl9TsfS2inVEyNkS/6AvFBSz1EjJSN+t3F0V7GQKuchiwI
RiCR52NI6PE1LRN3DFWs0/0meU3a2TbBlMxq4/hSgWTdhP1yHbi3l+vyeT0feQ0voTjUSbNVieRH
8GC6IrojTnKE+Z86iz4WooHiQ+PKuuC1IHM70YWHsiHKvczf2fFefgEQaZA1i1jrOqLhdTeTYCyl
o2WkO0MIvNB6myDRd9mHNlA2XvLL+H8ZbbmlF3EUSLmr1awJTnGUqaRjOkruYOj7Mk69JpTdoY1P
6vjFT+UvYfFJgxg+CIk9dwgsFelGUHNtSxHAIahB20l69xH+s+yXZ1KRxGh8HbVZcJvmm5JFttH8
FJst8Y5r+wqcBhEUFxZkzVXYNieWGdd1LR2VTzFWk/W3Knoofqb+x0o9AvG5vZeufRVQWYl8hleY
1uT5Jo5EaWqSRFKOKGR+NGbxAfHGp7bOvtSJsXFertwyCLz9z1CrVRzjaIysUVbo1cgfEQ/Zde34
MI5bMtjXtuaStABSJpJhDs+/qMrQbsBUkZsZMQUHlvYXv0e2oFW7k5IMdxVGcxtzeFmSITclyhOZ
voUyvs5P8f/tkEGp2qOILumXdJIwLq+xB1TkcHKCLKsPXIe/UjExPCNRC2/IO68P+0ckhgrbF3mq
/Chz5yKqnibcHp7KpPkHgdFoH2lN/3Z7wS+Lf4irAe4QeVTeYYmrFUdGVJb8Nm15JfuFPZh/ray2
9IoW98kAzrujEoo+9BB+7VBsRS81yt6bqrlDrQaVjQ5hOzvrkNwqUkve3f5xl2u36ADyTCBTRdSg
r1r+Nc/DUGYp0VJvQsdo48cYuSC318bZU3QBu9O43EgH3wGw51cZ1bTF5xCOHJD2Nc/ACmV84ha8
K3wc41tgduHPIWnTT9OAUrpNJX74NmaKVTjznGVfiy5SdLuNhYSyMP2bT2NlRs+moOaNXYAmre0J
aa7XJI2Fb2UlShlpjwEuWJis6JsSSXNpD2wSyw58Wf4Qh60INDKU5/shbrUPaikLjVNjKGwijZFi
NQ99yP9soonCHx7lGVVWXWuec6GknClJUfKV6vkU24kpGN/UWB4+JNKUIE9VdsOPqdHp7PZZnH0W
KWuD1031/gR4JPsxDF3d23mVBcdxoJ2xcSLWtwotWQAVPMCLITd8gVV0JJZBA3JEr45c3W4wepP8
v5j7th5Jca3Lv3I07xwB5irNjDRA3DKz8p5ZVf2CMquyAXMxxgYDv34W1We+znDEF6jOeRm1+qG6
WrGxvb29r2sByymXMfjsLiuMblN0QdplV4apBOEQ1AcmANgwGlbdhem4spzlcz+riC5FuzIN8jxs
aCDFNdFDC2wLJtjKm67vGBIEyN3hjcOAEiBG9VQhQFss2Vh0uKtqepvlAMEtQgpoYnCf1CWya5e3
TV8QSq3odMQtAzMBQNx0NALaoIWtrYbhrsiR2ZnMVsQiQL//ZSknDxnSq0iwIL7CHCHAW7RtGzxv
HCyjQJNGPmw6ofJokP6j5AqghCSahhnlyKCJASH1m1qBOAuCAYEPrNZl/FULBALljZLxGsGl40Ws
ayKfF9EQrCxP171fUlCdR3oD24nn8/ihQTyHJjbSIMlhDInd3wVWETF08FzexNOjwlo+SdE0nBYp
pvM8hjCVVgDaC9OvqD2sESjp08IoD0PKEiJCEkIoPYfcu7My84AiTpRpUlH/jrM5kvIDddy4nFtw
izj7NlSwXXOOF2uKCBlH/I3at8baVThVG/g+qB6j/IbvQrnoeF+nugK9gJPm96NRxU3oAcm3TeYS
LVK2jFPX2XL5gCnFlStx8vRg+AV0uYDIxjQA8BztY6kOKD0mlI6KexCQu+G2GK9cIC45h/rr754n
njYkP5au8CXBq52nU3fCshujuK8saWxNEMFHtWuvpf5O8iuIsBD+LHxVyOEuDY7Hy8m8yi8qjBze
YRp2jJzSttDlo6btsIykKmAI491ykN4Rb2JCxFKwdq2xTldcfMGvwgc8PhMZMJ3otVEFB8+pJe8G
tF4D16lWwN+u2YpTuSZFszGg/EN/MzPl3RhibrtGg7+PiZwV3TgnxAUhxbKnyBnrzF+jwmjmiBzu
Hck8PJul2bQvBliqt5dVQ38Dlh3DYwkIQoAKY2RfU0EfTk/AgFqMS+g3W4yod2BPMboEU/zFlgvO
VwzYybLgYgEkDS4PADGWqs6xjpDWoW5DLH6XeQNM85/cfbm8oEWXtXcTAtCtDEVY4Ga0mwzf3GPm
gHnoys+isIAfgxJR/vqfCdE0fewaaACA1u8KjOpT/lXNT9xfg1M4v1V/r0Q7GjCYd4C2hAdgsT+A
7BYV87Ri53WrBx/jaK+0N6vmuQf4c8LvAOc6HmoRObioFFXqKJWb3ySdRyJGk7as91MPC6hggwpN
VvyuJs8LXwJT10hgrFwb3aTqQjRTZ7XgN6DL8bc/sJ75wB0gyCNCXxGzdjaaCVgIYyRGkgAYM7wT
NBwWayHCmhov6/y0WaTA/Cqo/fgdOCsjo7733Wcr+PM/02LtLmL0uy5oBRnZhH7g4I3Ur26/kvFe
W8eigp/WUTBv9ucBKkZrjJpZaM0CXeRqOXrlOPSGUzULKtoQKxmCAmP1ecSdNdD4E0N5rL366FMl
sIiW2/zOt+ie+wpjCXfKBhZy+375VM5qMF7PheYV86F6q6cpAZTldrj2CC02AWo1rvrDn8jGDx/T
34SH/etKfpKl3ZagwPhlw5ZQpgvj3r+xhhevzpPLCzqrAp+EaHelM8yiUvZix4CBWZG9GRix9e+E
f5gN+HvbtAsjVRl24pcUO49bAGILw44gOu6b31dpNFCivIFEJIrlRFuPZ9hdKAwTxt9rYwf8D4iX
IxAyXd61M7YZySR0EyGgXZCCtXeM94KmbSf4HQlRMUZwDSBpUNtFiqCqGgdr4eaZQ4I4eOToiUNS
4qQEBzw/1OMV1Jt/B1pVVJISHC3by2s6Sar+Cmo/SdH1bXSrCskgfgfaxCVyuW3vywc6RSZok4eI
/5i/5A/2WuB5dmnADFo8KVQ09GnkUha2Yec9ziuskjRVH14/JE7VrKSnz4r5lH/Qnms/QIYclQg4
HvRtRK9XZdyW/c/LG3jGCB3lOLQH23asUroGZNC0AmXyQ2e9CAn067pa8QzOn9Sn1WjXCbzSapAC
5k4B2MBGOS+ag/FLp+xvrMoSwgJU8fodCtKPLrhnqpBeDT7ZDXa28tCurVh7o3xWIq2qFgtFJZhD
7YRITK+b9i5YZdk+CUh/aeenNWtvlRWUzMKICr8TOYABkyaN5LN49PflS1rFpE5QB2N1zLbpbwJc
Lmb487HqzNSlZVQl0JdhIWmVyCqNhunhsuKcxmaaCN1j7UFSgrwFvwPYQfitnyPrveRRKTFzloTZ
tnZXFGjl3HSW+Myy2BSiFeKOjG5STl/sokR7abOVxr9luf4+Nb31snBLWM8Ckgqbb5ziipfD1ipf
L+/fyuUOFwfkkxtT133WiV8nBEpLt78GRcnBXONaOfPyH6mBZh1TQ9gOIzgjs1Y7a+ii2cs2dq8i
o7ztrGx3eUlnH5hP+7ac4KclWW1XGO6ybwOgzccyRQ/wrp1ZEjovYK8Ci0KKtqG1mGZNLTSzMsz/
Tyj62GFW7nL1EoxfZ7EybKGXff+6UKiZLchDSz32eG2gx22aXsI9lw3blq4ZIRUdeWhy9kMw40p2
289fL+/meYkg/EMcjX91fWeo0/G6mvF+tmGSUnrTNlPcNECZdINHQGDHXK41G500jv+1yr9laq+B
zIpQeTli6cYxYkW+ATs4CcgA8PJiyxiAF+yDFYKs44qsDrGenCOmPdGZCKhcVJ6QWtIeu5z5XiVs
w72V7XdSgREJU7kA70vQW7/5zY3VJGmLDEMaOKrOvNvOvE+5eSACC6QIVWXxIsG2gfLC9rJEHTYe
tvh4cdplJ5OnPCuFSGeX2Ffi1Z5j1MxGoKiICI0kkb/PNnWMisyrezV5jwHGhq6LZK2ecVLh+/UZ
aODBCA2Ig4AedqzE3GjmapjxGcWreFN/dkl3EI/dU/bgP7ab6q0/9E/sHsJRQktWy99nD/iTcO29
mEY1p54N4d4XhZQ58EOsiNAYbCXDtUjq+3FXvbAmGj/W4ENOtXrZ/aX3dqEBtdHBdLzsktQkANGV
dzt2yTBEYZ5MMumMTSE3qYzcxP7irajYid3VJGrvvllNIC1kkMin8MFunq0ZVPTZkHTp6wzalcva
dfKSHAvTy41m2OQ8F4s+YwoMOJeBz5MxNFeM+5oU7fgqY27SrsSSmAC5PLA4Ubpj1o/LSzmxedpS
NCOg0JlMam9R0Lze2cAQ7ptwT7pxAzLDxONdBC6/lR6+s2qJjnMoBkBfUDs9Vo6Azx3qYql7WwVp
VFdj7JaJUV3la0Ne5/fvbzmaCSiqyh7mOXBviwxjT+S2NXc2XwkY1tayfMOnB1ixarYEC2FD2XNV
9wlAXKMAA1aNu2LQTh3bXwf192qWL/kkaU5NwgTqZbcgfjAfwh/yqTGj4sY+VO/9DwWCySioo37N
q13bQ+2tB8/EaHaog982YpN3KgIRA2g+Xi7r4JoQzVoQbmUUcOLurWOEm6AotrT+ENTeXJby3xil
v3dQMxGGiTYc0IG4t6LZDM6d0cbhW/ATkY/31TCTvth67coNvqwdtqlZfybQwY1QwL3lbEfC6wrc
LBg4ABzh5ZWtidEMxTy1Tl5lOCQ3a2PgVKIL+FszJna4hsB74m4e6eBJrcvEGBYlEw4K6JdFFsEe
LYPhO2CWmEacs/g/W5ZmJ6RpmKwMsHvS+ZF6zlXL3xH9x6ojyWVBp4EyupgC+HtArcXc0Mlkdu00
fiPE6N6OmN+jQ1w/jsAoi4qf4ZB40VO1W5ukW0zPUYFjEbjM72MeBIVufdzLmdBG3qE2fBsSEMIA
JBh39/KaztwpSFjqhHiBAbmoKXuIXnHwZ0GCmfMUGbtKbCcGUD6/dNee3hVRuo9j1N7g5Bgyuq09
Gjd8Q+0uJsWf/9F69D6HAHQ9BUcPy61ps6gEG64n2rj21zR8bS3ac2hT9DWRAWvxfRU7KDyYxRsb
1gZkziscGl1Q0l0GDfV0lhfONYDRTffWeqpvF2R/IEUgmncSF+zLbdTxCEy/gMr5d/bwb6manWXz
ZDJgIbu3bGlNepbuN28Nhu+c3w29+1uGpnfLANTsg4fiFp1qNy44kDfNk3+bJ91TtQ0SkQx/0jd3
R+J6a7+bMgq/s3e2/4+WqXe5OinaKyw+ubeT1SM+DROEphV7uSzk/A3+r3XqpGzM4mnZpFinMl6n
HPzi33/v911c3QAxKFqeF3h/HUwbFBepLDLe3ws6VwmGBT+M0VybMzyZN1mMw9J3CCw4tCGetKIE
aBi0KmEN96XRmGMSjKnxRxB0w7dymvvvjt1wCj7pvvtKqxrp0D53CgQOaT0kZZ+Nr4Wy0Fo+Vbb6
w/Jad4zRgpFVUYtp1q+kLUCcNCJZPUU1ALaaqDaENDBtz+WKD6v7/ssq0Olr+7hOaPzQwTzCnrQy
A9/UfQ4GxOeh4UNEO14jk+nncQNi8AXGc+Uu6X7zL5kADsF7sfDq6E87qfqa8ZDIe9jy4cNSVMXo
gC2iRgF00gV30/fSHF5G4h4u68WZtS5A1Au/AohuAMx57AbS0JKo9pvqHoBADyovmm1eUzQ396gp
AMIs39m1//H7IrGz0EKgMyKi09yLqUJPpZpddZ8GQB3N0+HDwKUCv9OzJPOXtK+G33z4sbfLUf6X
QM0IUxdAvJz46h71k3yjKuM5rD0V2RPGsYRIfzMcgTQsChinC1eSCcCj4x21gtajmTmq+zDN7bic
OvropeqVVX76U3TDGm6J7qwt4oBxhA5tyEMXhWaE8cDYXpU16t71gQxEpl4mGYDg4pqVaWIwHqz4
oCduL8bo0EqHTlV0taE8pLebZa4r2twIyH3l/1mQ7NEFhmfZOvvShO+W2snoBte2qr9Q3t444BO6
rDwn9wRddCh8AUUEPSrAfl4e3E9hS9gFrkExaXdPJvrH6IjsMJmZjFUjX8OWgCq0zf2ItmsoTCej
Dlj1kdzlGD7JVamnqmkkWDW1vo6Ts81dcq0MGzOpbTQzGQm043YiPVBloQ12JBjGaVZshP5GgP8L
sA/oYwF5EjBU9T6ZrgpMo5h9794tzSBhxG0iJaa10thZKVAapCwduK+/duLTSi2cbreMqd2DDYjv
mpqAfKbEDMflczwB91uAdVH1wzQocLddcGkeb6gfMNKz3igexhEsj3YdBDROVWregQevYRGvG++t
oQLDDVXBwNBXVRJ0f63ftM8ZUDIfQBM57ugkD5lg5XbOTH41U4P+9RT8Fir7f4u1foTIfhG7/f9H
VHbcnP9CDUze5Ns/PhqQxE23b/XH//of2+6j+ZH/44n1Mv/omn+8NT//8X8a+db9kMWPf9zgj+II
mh0/9hc0u+//E8bBWZBUQLCCiT9Y97+g2Un4zwVBakGrgnUEcBUU71/Q7IZl/XPBDMAUHNwHIIwv
qfJ/YbMbTvjPEKk/oCKD2Rgdwv/7f2Lfsw92/1cAJLQ/f8ZK1x47DN9iGAO/tBivAHOqWvxMiwl5
/jnLgReZi2ewuZZ3mDHw3gbTSbcVWaorsjRXNP3XCOmn4AzO4QLoDVT6pbUVUA+a6TBGASRZJwTr
I8hLeH9ruTeV/96FNzN9XAzk0KGN9JFLuqlZB4D4KrHoM2+enKJMBvW9d1XEfPNQd++dzdE4aURA
LbHTA+bKDnU+HLz+oRHDdkhprJwsLuiNHT5zK9g0AjQgFB1v5bxxxBhPfbMbcitqTQRV7c4Guab0
1wCYdZTpk+VqF5t0HHwkYJKL/afgS3ELkxyBXjkxtizu7tAb81C9wvVDpSdaw7HR3oYTydpTqEYM
WKcjJKde30dkVHdp9y2z6IY3xZ/96B4csRJF6lbsRKQWnjDXA3segcj2IDZbvtmiIB0BzW7r7tI9
O3hRvX36dA//pdMXdfhYm/S2JgTdCjjykJgfik11B6bYrVoZkDy5JosIIP4DM8QExos+NW/1w2xJ
24C37f+YgwID0fcZ52ACf63pSliix3d/beAnWZq2VG7n8wF2OwaQZxO1P4Mdf+n24zXbqW/NbfaR
XWHmFNTp181DvstkRMDOG6mvl/dU92mWr0DEggAJsHYYOtfjZ6cSmH2nFcAljA3AtAIQ30QzUKyn
TeuBeSgqrAiTI5eFao7biUxNW2ur80xpl5BJys1Q9LtGzgKw70s7QTlvLws7o6gL1wzG0VCeQ2M5
gcH+7L8AGcQAr+8C8MYMJ87sanzIwiDdllPuJQ0jZN9PQm6bua2/OGErErhfwdvEu34vOOHXbS36
O2At2HdGEZQfE0jEfk/rYB5ROoRnCt1bmGF+2ZXPfodrWLB/hRE5bl7EHZABEmAYgccM9BZxkALZ
JM26tfBHc3YAjQA4OmTMiA+Ubx8AJ8fbgrmosLJsjOb2uSuA2ZZ1W8sMiv3l3V+swKcXAHBwWBPg
2ACeuLyMgfYCVJMaKBitp70XAPo9tpnXy4h6jfvcmWZ7N7LJv+5qazIjoCn4RYxu/DVQXj1FhL53
jDIgFQmIHow+IsA/XqnVhgMBWI61t4M22LhWFWIiRbV7pyhQCndqBs7P9o/c6xpAyYTdNc2LdlsW
1hSHhkyvht4rV7BWNDOzdMlhImDJSGDeCNGntvczC2WTiazdSuLN4Kua+TUoq/nB6YIPUvhqLzEJ
svIY6378IhTvMIa+MHYEmE6dZoMRRqXR5BA6jfVTW/fmtujD8sW3abnPCenQUAcStsTJAMEG1OeJ
LLUe0U1gsh1aB+2qZbOyD3ofDr4JeM5oRXPAQYZZHZ0EdLDNnCk+820OdMG4qKfyOvUxE8nLLt2a
afCzVNVVyAqGFklwMsmQr7JzLCHwJw0FDhrMAlBvQAuLfjhPR0Vz55SD+4+PWw8qkseOaixoRTWY
LMp9lj82Hmb6tgEoQqfdMtf5Lc07/gbMOOZtwwbE1lE+8vT98rXRR0TxVZhPgZI4mFPBP572ODiZ
EsbA7WFrFESN2xl5zkcKwN1944r60XdlwSPTAUoygDqn8YesCzdIKp9MVjSDQfw+AOAjuiNt32Ab
n8/zC0hRslWEJM2QL88kWAIQMSFExHiBnh9ERVL6ym+8PWxAejNWGFq2FHpnRnQoxMYwWduSWCIK
fPBZudQyDnxSbCMCGcbFZPexkzpA9pXuPW5cuRsz2a8UFU+UfvlCMNyg8QVONNozyPHdLycCehtA
Au0bjJZWkdN41sbiYo6trrUjZY3qilkpAcZfN+B4u3pDgfcA5nUgHyHftjbltVzsz8q2fM5SRIDp
BQ4DYsDjz2lRxJIg9/L2wGRGTy7J602Ztgp3ywpWHtkzopY8JIz7wiIIFq9jUaYEU3wtM38fztmH
2c0yUaTzNzUoIVck6QYWagCoPwBcA0zGXKDxtffcwlzMyN0y3SPj8wNTtnQnaytPbNKUYKxrnGcg
BPG3nqDjyJNll5QYro9dcMsuib489hVnD5fvz6+5luONRpsbcnqIroG5ckJfrQiMmJ+76T6Vkv4c
K+I8hL17MLPKiCnaG3Yw8uy6ykF/2Rid/WJh1jhSdJZAoMEgeJsa/bUAIlIe+QN4rDolm6tyFvVO
MkofOZ7jjYX2rcPlzz49M3w1EDoQ7CFuwoj48ZlVeL4CWxTpvh/8+aYoQrSU9NzcV5j3Sy6L0h2/
5dCAVwd8KMyogfFDb3F2yywE66sb7lnr9M9BRzO6zdEQti9rbrnAi5HZH25Qi488JWRrU6vcMxBB
NduuoW4QX/4a3Rn+9TVL8hCWGGAesHvHK0d1HP99sNO97Dv+xFRaPjijKx7afCRlUqVOPkSFixRf
LN3B+NngahVR67TOZkZqSGzlTOULwzR/cBiUIfiO8nxs45xUYbkd5EBu+qGjb7VLXbb3axcUsHVn
IQTsWjr/7qu2bG2Im2BhhAyhvR72yhx586zEYlKZ+9u6n/wlvyP3tOf9xq0Bc1S3Pt0If/Y2skNR
IrP9fnd5R8+oEgJu1C2Be4RsrF718AT15wDcwftw9Ict2H3nXTpU3nVtl2Tl8Jbrrd01eHeYXYVp
Q35Sn/Wl5uAFwLM39jkK9ElPhjxBqkFs6DQGyeiYOaqMgPqSDA0ClxepeZeL1izweEsCBdNzKAAf
a00VgKeMgodz30xg2cR4wxsDoGtM+AwrD4D6xKgbc1Nz2d6Bv5St2L0zW7x4b0AswLAqRpA1nS26
tioBx5gdWpa5N2k/mfcNdA9wA+Ha/dAdxmWhn0Utn/IpQhhlXpuAe8kOuLLBnpu5e+hNr0IhmjBg
M6R9ArCKcsVEnF0fageBhfo5wJ01370mA56PvgTkYQbqUymMrz6u/q3pA+Tl8jmeXR7Ah1HuBAcI
wtDj5YEl2ZYBs7A8RCWJ6wBl2fSL7xiVSq9InTpPrjmv9MSeLg6mD2OxqKICZY142kvsUCS1M2zp
oazQBOsDNmIrzD7bKrMOV2Kg0/uxiMIdBAgS9FWHQzGI6hSR0BNBwY8YmR46BdtirgCM75JmE3QA
p6iDGVGJka+s8nRjUfNEXRx5R6QXIft4Y8e5oiHMeXYA4HBzMIICgxj2MN52/uI5Fm0K9Oy5XnO6
lmt3bBBwIYDAu7j1uJ8nyUYaVJY1BdmB5e2I/LVtdxJu6TzVEZ9VffDrDImNoM264RDYqXVVTaHB
kftrsu9szNcyADoxGswEkq4Lfzq6kWEn9EIRTPTYANMn3PPAY4lyRL3PO7ifXs5F7MCCxKLp0EpZ
Ge4hFHS6KnPEZl5m9LvUN3k0DFX6UJelGcvcYnvViv6KY5T7W+3TbiMaE6xyI/GuC2Cj3FdO0B9Q
kCoPVTONSYWo6yCnrL63xpR8kROprkygkICzdeBX4xRUcRHINaCf03OHOQRU0hJSgdjC1UyTcgrW
zbYZ7sceDQP27dzZEZoUGn5bDGtkTGdkLc4KnFrEAajhak7LSJnf1V2THYoCnF28D7/5VmZeWy0K
jWFbPYu5WoO1OIkbl3gDVOILfQDKQnhoj/W6qGw5ZzLMDhlNf7YWyfaeRKVkMVR3s9mLfe+nIcjB
wxLcwsS/SdmUrvhqp7EPPgGWH4HaUn3UnV4gBVE52wCELQM2RMiyvRk9zxJvmu2Np8o1Po9TewUS
EWwuIAsArAHYoOMVo3e+IW2WAWu2mforYHpwEDTZww26dX8TKxXXZakWLChb8J1B+qO9qpOceoBM
N+AKC7yrjKVdRP3aTxxHVDuB3YT/nqZPnqm8hDsAMLz8FpxxTJe0FMwWkJwQs+kdz0sntDHMRoFn
lQVxMxXBgWcEiC8h6WLo+7wXU228i6EC5ThL57uGGV8Lb/DDlff9VLGXJj0AGaLWSpAcXf7+06Mb
VNStxzwsDo3dISPAx8Sqjfk7SNbIly4n5hDTaViRuVzMY9O5yARRJOguwN+gP0tpR5WYkQg7eKQq
NqkFXkS4rGpFd0+VCV1zgHcKQfMHaBMdFaAPg95ogJp0UI0JrF9g06JReSZRPptyJbd56qJBFJQW
0NE+ZoZ1Jwngm8pRfkUPFRPD1ZC6z5XpldcsTc29hTAqdgZwXNPWBExM40wrY6Onl3SR7ixEWXAr
UHA9PsLWYn2ZBi09NGIEAmHK2ZanLo/AcnaYB1+sNED8At3Tjw/eKLIiML/IOWp2yZFS9dPI6AHw
mnmiPH9Ef+yUbaY0z/a0CYxbcFKKKzPr6BavVbmQJOf7XEqMe/ag6ZBmn0a0L4p3s++mSJbM30/S
TRO4tOkmVS69tmYg0fYt7fE/02xnpJi1TWcjiFPkX9/cQT4QT8iXlUu51AdPFgY7izrlkpjSywRZ
aeWibwQ9oOxJoz7w6k1g8wk9LE22o353jS5+80qNskfrE/5yLCZzxUk8u7kLkSpMAmhpAatyfJgA
4+6tAFBFhzG1+GZEdjtp7ZEEERPWK3qz6J2BXjVQH47M2bu+IW/sxg2+WdYw7cwhyPc24997Vc8A
LvSKSHieij00dewDg4Q3hpO1iQ//+qqxEGwO3EUB0jCcBo6KeiP43donzU548xrL9Dk7A3JP+Piw
NnC3NSXldVvQPB8piCEdugUgcrOZ+ZRvjCojiS1SjA5gfOrt8omeMwGYVoJVCwFQjWrX8WY6FgXp
NHIjB+71bmSykSHNq0gSdu5vdh8v7wmy7+gICpHlRTuSFkcUmegtCvj4g22A2rlIzewa6N/V1gaA
0a6EI74SFZ6xocAvx+XDowv2goU8/bPdDlnnoM4CXbWE5SXE6Yood/la99GpV49VgZQV9hq1fliY
YynGDLI/I5vpIVXesEdKJI9lIVQsKsTb0mzCW8NWDARzIl3xr8+uD/l7HyoDllYdLk9mdGipHdCD
sIL+i2UZ7FWxsLu/rCBnTCeMJp4JOACLLdPcuinrcyQ3DJgyQKVvWGamX6ZpMPaGb5QPXirWOBTO
y0ObAKKVJabXXlvMited6rGfQ0E3biDY1vbAWYrCmBMFcq0Eee704GSg4AmXCtUvzVCXQPrNQh/S
fGHV17nqy0S6zbwfyxn48xMYfcdvmZGxzb+xqaiC4ZajH8PUUfnAcu51aePSQ97a+Y5Sn4N3tgKu
YzoZX/zCdB/+DXnoXF/EWchIaVcP3MdOWA95eXBbkOjY4Gq9SYENEgE3F02dTK1BeJ157X+RRXoo
oeNW6M8EaSoWgOu5PCDPiSFMq6f7UcBtlGCrPRgmgDfDyWLIsYb5XplGvuJsnDFq8McBerhgHSHx
pp0qTRsPz69XHlqsLUp7d7wdaffH2Htyf3ljz0uC6jg+El6oYx3f/hyV67DkeXWwBppuMHra7bsC
tXLfr8uV634m2IG5QoIdvvjCaqO/DxMdRksg73wAGGj+XpKZH6aJ+1s+U34ovL49ZGMTfFFsTmM4
Q+KbO4jViGsxZ5oDsLCboJl0ydA6vz7ykzPcAui5Sa2JYj7FTWPTE3hTiZFuSB3OyBsPFlBKa2sP
3c9i2mCCJfMIAM79tN2HtTHsLm8/2uVOvmcBakSKHIEuklN6wtgxCMZB+GzsC8otK5J+zv6spWPd
+YAAn3doa5qcvWxL52cFLH2+85xU3Yxcud+FRA+dA96FJ68Zuy9y7CbM//ej/ZUa/nDlqoG8To4q
zWhqZXUPoAcM6JhlPuURyCKRsSi/D7J5RFKjv+vbuQ+2KHDWHynAr8aN3Y7u9zEjIoAZoQkCRyDj
tPOj3VvVbSMrsUnhVDzWjtPeGySnFG3ONdjXMZU9VcDpgWOa8NQDTUORKauMyNzIZPAatDY5eRaM
wG4iAjl4lGcrAF5XYtdTAPHggStrNF9SEUCoK6sfjMzBa10XeHHrEUikQTtVXwKzyr86xuwBE6bO
UXT2FMFce++jNJ/3rLaTrOHejdlZ7ZeRA/w1IXSsv9kC1rDrstHbodiIb5vGrC+jycnFxgrS8I1P
TLzWs+H6ieXWg4vRYGk8SXx2Hokyq61kLmrre2022VM/siKIDOmVfsRNWTwZLmuNHYptQHGZ+4xF
lUXdGxW0H6qgr5lv+O5mrBrrG5cF4AbsCTXXWyTY1Ts3g2pTmqlHIiSH0budUZ/sl/327+qxEFOk
8qy/DpDXaeK6hw8WF6MDZmrSFdPXoBzKdz+3B7nx8NJ8d5ivsgRENtN3tIZ7/hUK3k6V9EPh37Yz
JhPcskjDQ2f41sHoOgKqcuBe3c6SiTAKa8DRY9qk6NJd47LgR8HqEcdXMTT4GF6ffglHr3sCHj9q
Kx3aHqzNaKRzEBV94+OpM8DqkxhFOD/VToGSaZ+yoNyU0h/muMqH5qUm7YjRNzeUeydn7BHjpt5h
zl1kmKhnfsFwQvsIFlMkudOeo+DgD8Pw0DYgno07AfbRqJp769lMYU32XdXTG1Blm/ceDt2JynTE
UIFnGOUYYdrbzHdtYWb73uNkitN66oPEEt4XNnnjD3BEgjFFOn46RBmoDXjCbLOqocC1+TOfUzTu
gzcCTbp2n7XfbNUO75koQUDQmj6nkehMjMi7BfsIMWbwRNy5f5vNwhqhzCNJHDm1+JJM0Tsqs8mN
xeS6765UnRmnIzcxlId+HgU1zNH6N7rdU89LDH0HKXzQuOld702IHChRE0zQG/hjAYgO9N/wm136
dFcg+UgiEhRtHWfF8jsVrfp4RnOQczAVs95dJEvLXarG4B7FpcyOmpI5NC4R0iShzJ3XAr3JVw2f
MKRQFVafxkbWDBiFt53mj1AhtxoBP9Dtkd+dsmJD7Ipc5Xg+GCq8HLBiHS+Ju3HwKn/zpzrHDEDY
4iY5BUpUcW/mHbijmn6aNlVe9CRSE2beo4J61X0NmNN7UI9MTURGP0tgBrofTIz1V4NQYGSy0KaA
MUZPZ9SkgziEaiSvc9kMPxVSwOjjKrIhiwFXnAJotrQADDanhoGGsrzqv3cKoE2YNCPij4ySpots
BU6rrRWa6Q9Fe/mqpsoD1SqSoU6UkQqgRPjuvE5yNJuCK7RwJn4IgUnzKpq8vq0UByhMwAFlHWW1
dB+pORME3W24xLlNN97njmqfC9EqHGgP1QXGem1/5N3s/jRTBD/R3GbTfQfoaQN9BBScVpgfcKHq
RVvcw4BnQD1wyTxA16bsTSHdNsdQvQF1kEGWNwOIg9+HtMnf/clSdmQO6DGJ0s7EFCIp5/BxEhgu
SQRDAeka0RF5rnofiAaTypAhV54wrQ1u3ggO26kvYxTrq4faxLSN29JrORdfzdl1+m1boosHAU0P
kFLQsrZm0hqKJzW6TlWSostNRdUwtl0CXWD5fZs75ra2uN/smT0P2ZUwct9PULEyHvqZeHRT0Ll7
FEWfP4bBEL4rbOZzVoub2g2/InSkNPF6PDYxpkUCtMI2/Q3AN+ZpQ6HA39t+aIsINiv8ZlaZMSO2
tSdMQzQ1CIeCsreLTV8WxTMF7OB3YKXnr/j5zkcHVIhzmsspvZqzIQQSqYHLgkHKgP3JnNTuI8Ck
1i81+iFfegFKISyqGr3ImkajTULDaDIws8IXiXLhTkCZnon7GEw921Vja99UvHSg26Ph1hFQSIz/
y96Z9bbNnfv+qxS9Z8B5AA42sElqsixPkp04N4TjJJznmZ9+/+jkPa8lu9ZJ785GC7RAKtsUyWet
9Qz/AY5/b1W+XWqeRzAFcRISE80stcxwpG+COF6MVVYgbmCQX01p3Rn2UAYNwueAlqAsWr0f8PXw
PWvqXHrsOr9eYS+C6ZkuFank5L7QbwlmheG9Uhidm7V9gTdx3gwG/M28uWpaC4DwmOn5Y1rikVSQ
IEJwQ6cVA9OAhjPM7BiFvr7wAYHKZSd9EQLN3JnFZP3W2v0jnP3/bwh6i+LsXyPoV+1T+hoiP//0
L4g8Qmqf6OuCkud/RSaK1A+/IPLzJ5R9lES0nV9GZL8B8pLyiRqbzrdJKU8lM3eFfuPj+YhsH38r
cJPgDGkM/QlC/hSsDjKHdijUDL6cNA9PTlJ6n7a7KPd+et1rRXMw07Zde5USfZO6qjLZ9bqMLrMR
WGvREJNNP/XlwsgHxV+wLrWGyB2rdSjvwjHIh0XZxP5dalnCnSKOIXKPlvyZ9RIeJK32vvp5ryzQ
+7ULjq8rbErGbjn4KMuPsXrvC0O7Re1QuBNkzILCwRvusQuIMDYBC3EZABt+9sRhSf7S3IZDHENx
rdTOWMi0UgOn1ybzIiUPrZc5DQo77PvyEmys/Bv280eB+7+TIIJk/kfxvf7xVH3/x6ZOZmrI/N/d
s5tnT8lf/1/9Ovhf/tZvgojyaRb6BYvMwBkzyhlH9Sv6DfkTosPM68AxMPOQTArXvwgimvyJuo9i
2qDEmrlu/NZfBBFN+cQAG9164pWyjGXwJytgro6PSry5LTZbtVHVAtU1TpoFOqBDr0tT7I21Nl1a
aaTjvO09ltmouVbrKctWG+/7vL1/9fBufl3gNaz/hXB+dF2QsBLEGLAqAMkA6R3X0lYzmUVueWjm
wUa/KcTayqmKvPwzO0n6lGSBcJdLRb7oDMBcm0Ydxs5h2kvN0unxIsjyLl+ohbSNyPB9RwQmsg2D
LJGWVSLmX1Bd9gPXwKP6h9K2asEpMkS7sQ27nwG57mGcgvKnELUrNZkG3LGkdj5P43anF5L/nFXp
faVKRetw/gmmPaGe+GUUMsTDrXCFrFZmJ7qStnYn9w1HllhGgx0IkLmMJIx+Pan/rLh/Qt5/FTRv
OFlOUFExpk/171V3tMDmX/19vIjaJzCP84CCFQNhkKbB7+OFTzAuYoMHCDofGK8WmCR+YuCo6DOW
CJgEreO/FxifzX9rBmvPncn5L56Qrj4iYb0Av15FOoZorCu+33z2qSATudJRZ1qZ/DgOVGldFrVy
IScxOjClgC+zWxSam4dWOZG9pyFQ/Egpl6oFW6gS46e0U/rLlGMot6Va/BYZUbEJdP+GRgMg9U6+
sxKVOrNrouqqDOBAdb43PXflIEGglka41OqYbVSv3uVd/xvM/kdR+d9t3VRPSfiU/cNuqx9P7T/y
n//YN090vGHN1f9n/mPPeTFWoR80/3X8T57g72vN7/3oH4sXXt5t+6Ma737UbcKv/mLAzT/5//rh
b3bfYSxg9z3nbdbMf42MOzsKoxkg+69zmquw/fHmx39FncCY4dNscw0Ebg6Rl937V9i9fMQGDTQW
ZCy+IrOq2V8bu2SSC817Prw4bCWZbL2KO+vTPLckFwISSaiQ9fx167931A/jbp6M/R132tyixFIC
VKmOGScyunPb9lXzbtJQf08sobgXhSKNbbwxq2ABpfciocwrbG8yyqsm9DLZTuWRVkDb6TSmKllC
a0efensMhwif3XTyL/vK8jsaYWn/nWTFAP0eFfeBWPaVU5lFvStqMfiGT0/8a5L7R1H2vzTbmJ0Z
/3XkPTxl7VPTHgcfv/F7yzPET3ivYfGIBjOAgbkP+nvL0/VPDKcA1TGunUGg5A3/N/SUTyIxxdgP
9QNS6pmQ+ldOIfMHaZ0zF5FmpzfSkT8JvVPZPhYFI00VGYIXxQNO7OPQi6AgxEVqVnscpPTPpqeO
TskgYCWMQbZuTIScAyq1y7qO5U1YtdG2ymL5yUh12RnCPF8IgHmBQBjTtQ85C7aDMl3P2LNVbTJN
mEBsf3v1dN9JR07mUC9fGLwHXCdmQDjAnUwPAbKGhYb1897D0NtNhmladDmlfS7X1lLCEMr9+Hov
g7S/FyduWzwhgPNzEgRe/U0nO6q11pwSsd7jNyQ+qKV1rad4Gwyp0C/awfwcJ2p+0WRJtLaMsEUu
pB/Yz7tkETWGiUJIt4sbv3aiBLNNxq/tZdcDvq2apHTE0cQTy4qMpTqqxipSNQskoDyeGYacJI7c
AYJc81AAc9XfB+jR9iK1On7DabMHMIPVbopG6xj5oWMpdbIYE2MvRlW9Eep2//GjO4UKzReWZ3YX
6aMEXOZUKVgYoi6dsqHZ5x6gqFGQw5XsF+E2bWGSWA3yDL0htJvc93DJGQXBJYmrXWge5+Ze730T
rk8DDKdujoJTmXqYdErhJWW7x2a5XkdJrlyawdRdhm3ZrEeGMjetWUrLpharjaFFzVKt4cmoedA6
Z57JOy8DaByVrIVgFUXGfBa82usLdYgl3FGmfTzmLQ7lCRkCmib3JRG0MsZkOFRDTZNnEE1HGrPi
itUUL+APqbaHBxu44s687eFdfUaKU97BD+0eTCFJrkTfUs6McU65mbxABGewiaXwYLN58wKV1JBQ
N4jlvYnXys4IyuI5KFLf0bKw3gVKPznKUOmr1huzfVTo1YXeZYTYOGXSEkmzYangqLDkY3JxptUw
NAXxzAOdc7Lj5Ql1n3XJjgjomBTu+HkKrV+qfhYpkNJrZRUVI81JOVScyIrPISnfexyM9VlCBggX
YBMn+SG64YElDqq870oV7oeZhtlk63mAGXOTJqHsRHBZkeVpNDSufFG8k7V+MKDxjbhxWkWF2lUg
hXK9oMXRDkvDR+dry1RB+oxdg/L940ibd+7jBzN/Q2bL4CDILOYz5HWg1VqlTeBhlX2STuGq6jzm
gDDSVmIzlg7MZnlbJtO4CQUzc1PVk868lxfNj6PrY+hOOi8x6VVAmJ1aPrZqUrQJ49m9InXaY8Jw
Aq5m6tfyDCQT9403+3jUGQ0SxgMqo40yQVbWNeh/MroRa+0rDNgxcwHcWBvJK7TEHoTBu1fUxHi2
xCCxjaHWtnEqGbWjxyPE6EA3h8wxxcB4DitdbZFx8k1/UafgMLi80tqj1Uf1pvJ1r7CttszBeOOb
5TOD6/rJbVp5mpw6z9IURelBPXRWqRW272u40jOVib+XuWR9N2S/9mxvTP3YweW1PhhawFJAymj6
ESv6kDN50eXSLdSR2YevotywYiIx5bZW4Cm3xEzSkhdNnxYrvzOlxjE7iDtOIjMPZNqhgEqTumTC
z7CsUFoYW0AqS3+qoi3YfqGwRfpeCVJTkhTvojyKK8wwGHi7s0em5mZ1cYj0KqRh2/qxq0qVIi3H
Spa9VQfKZ3DLGDmSTaH1IJrEpgJyJ6fBdVFnJmo1cq+JTlb3iXTmHD0dk+NaKUFAY9ODkTFvKicb
n5+pdR9FrbHX08FaCOiiYJKph8tOKNSvuSanN7DgaHTnmrYH7hJ8H4JEPROUb5KHeT4OanbmVNGS
PF0TUp4HaZA3xl5Iy3glT8XgZAJOe52f5evUkM85rb7ZnLgeSZ8MtmrGt88F7+s1aEBeGhs5MPeC
EPbrJIADouW+sTQh/dkfL/d3bk1FJoCNGmIdoOuTS7HHRoLWT9a+ytEZUgLNX8aCRJ5Sywjmy9Y5
s993bo1jbNavAoI7uxwf3xpCN62PR5K1jye6OlOp6iza+EcmJvKfvzSyXVi2PEqA5aeokVINJNVL
RW/fgxdlDmj5ro/w2rrjQHD7yhvOoFTei1QE4sBwA2aENiTR0n791tIiht1iZcJeTeR8TdNLQQUh
ifcIaGVOpnOihQ02wyWshUWZlOraiqNzlJsXwPjx9jk7GwP8kwHJQZM8yXM9S+rqKhe0/YjwPdAD
wRCVTVyWYuUmoWd6rjakKluZp6LN4MGj652GIMSyKDOUe0i7qCsaxcz4+jjO3qZSUEZEzlwEESiP
EUc4fjqKkpqox3vWXgtb3Rksb1N4VraRShAbMEqNbc5E3rYUr3NFwaAtmI/9FUxNffnxF3mbmJPP
wbqyCHuKIer64y/C7lfqYBXiQ9KkwrPn1+EXLbfU6zJQmu8tD2N0pbFBQ6CMkuEJcKmcOmIb+pKL
XbkgfbGYuz8ETYLggaL5DxGY/dEeDcGTdnFdiPeKzA26ITPAyKFUgwUkjimPuUhUBTGbomDW+/Et
vV3DxLgCyZ3+E0XjKXKwrYpmgLzi7YWA4Vih54rdTrq0rIOsXQ5KdW4Nv3c9nhtxznCFfvdJPtMq
iS6mKDrsLblaAwD33DCO78CCXFeNec5w8Z33RYcPUgslAQp0wKeP35cs9bUcAA/YZ6aa7HOlCa9l
D8kjFMwKsAGjv4Hvg6i0KFduUDW9qwzUBUorP9fszDu/EUDdjF63SmQtWVuRbkbM5/FkSz0fiYxg
rM2NUdXTIinKaTvqYfmFOax3Jv7fe2aEG3E/twhJOY/vAua8JyIO5pPm+Zkd6t7XLpq+1538LVHP
CTS93WN5YrMulEkORw6lHF+LUb9c9rUm7JUeJTkEz74GfQEhW1MePw68dxY1V2KmQChAm5FPMWw9
/cN01Cz/kAdl8xW80ASkmnG7nasDdnRjqUWCk0VeHVJod91k+0BwvvbQASc7lYSm+EOOLtkCX4gk
YU4UKCLVk8WtZo0UpkXmHxK9MtbIJPQ3zThpTl8Z0VqM6maBqmxy2apZsTAtz7ymLCkuP34qc4Z8
vAWjIjgPcGaaHAPHk52uB/5l1kkQHCw/6TdFYvQLLUTy5Y+vApWGViNdIuqXU02jrK5qPS6H8DDF
TeAGJGBuCCviz8N2HhtRyFHJsWmehFJa5ah7ymF0aGqgFplQ77VR2eAB3LlMVH58fEun9H7eHrUn
RyhdLwl/2lN+G5N7WTChbh84sd3MB1d22YPyzBw9HCtpVQWNdqUmqJa6XuKl0e0kz6JOFb3wm55W
pbiYrGa8T+TCuulMIf8mZ4W60T2nNMoVIv61QrKMQ6yjNUa1/vi7z+v3+KXTsaC/NIv/wQ8/1QDV
pU6wJlROD7VYX0Q6eJPSqO/zRN2KWvIsS/Uf6lfPz4oLWsCyoNaSdZxEuhYF8QReNTr0IBlJKgR/
6SWtuCi8zjoTBG/3EwpCXFrn6hUlo9P0N8k0P1WAzR36YrTgYaAj00uVZo9Sco76/d6l0MZDo5bt
C1DsyTZZyRFggZrDmfw3cqcy91d6FQubQJbOcbJepDJOXxnXoCMI/YX56Mm1hkCKYkXFlyBWy/bW
1Cv5iz+Zxjc9E6XHVhqV70rXCrsZ9srAJY2NL0ElqLENZRRbN3Q4hPsu57Gje2EAKar8/DmOJzV2
fCFKB5Qdo0p2W6gr5IFT31x6RVxNLiGpTAsMx+obzE9zlXWkRoWdJU31qAuF/q2qPB2IozJ0s5Ie
hMiLSDK1CJs/qb8WmtLYREDhkku8ZYdLsfaT2MY/Bf+SdKx0xTWSSfHtIQp6ZpuTrDuhNcjjVvTR
MXQ4PM3bqh/EyUGVIWuWVSSCQFD1onwUUrUwbNkLgq9iMSjggaK8ShalIUOEbIao/yn1vsKxVbbL
SKBjane5pcOLb4sEQP845leVUNSxK+kMExxAR8gPpnoMBTiMrPpSKRthssdmGK6AKd03gudFoIvH
cZs0hXiGIf3iq33ycuHHAhamD0vecKoOJStYfsaowRxSPw3ATxGrvZNHHXPcAalHz5XEKRKpxk29
A7lpxt88vRolp0yq6jbvqp4dQymNzxM5e+MyfRKXslki79t5Q70BqK5sstEvHhK/0xhOZyG2EwHy
8XqrNFdd2bfJojGV7jZEf+i57gdauXLa950NUjX+UWpiiDNgmsiIpQSNNCyMvom+hEMjnCuDZiTN
6c5EOcmzYEpEC/OUEhRhLtTgpl4d8Kq2nrWs4Riu6jZKbawqi45vEQaEUDALU49igQmILsxDb4Um
v+WoaJgt09S0Gvzv0NawxSH3ngUjVhBsrUpZR0xKfGyQYkHTrFSzHbdUdI5akMPb0RSiEBELMT3s
JvElxVZTLbtqeAF2WYe6vvnTTRjuB/UPumuz6N1pcVm0eWR4rVUcxEEWlpKVeReB1D03glIsAhNN
MiMGM/nxNd/uWMyWwXoC76DVyUCEx/+qMYuQRNVYXZ0fJLrWblmgcCWnqrEQq37cf3ypt4kFVd3c
RWSqbXK9k6FL1UlYnEhRefClOFjoUt0urGGYziQW88FxvHK4ytyuROGE6eJpw4UGstZoQVkeBjUO
3Fo0r4NWKBe+1yHR2Ix3WUmRoXXxsPj47t4pXZlLQU7mxc197tP9eJTUIkwNoz7UpB1PojGJOyMX
g91oqETpJEg3RdwkC53Nz4312LyiV2r9gGNnrMMq9c4c6O9+HZYMg9p5lvbmRG+6huwx0ZvDUEjD
Sg3Tg1whpuZpwO7HIiDGRXO8Rd9ixu1jCzlMY3eberF4IRdhdiaxfefVoxsGXwu4EJXMqWiHHqlV
pg5ifejLTnbSsg9cMevOUaPf2SsA8MFRRpfKgPd/WmuVvim1fdj1hzCMpJ3od+MzZFWSZpAIzSLK
9bFCzsIvF2Ku1hcp33VcoFOOvGEptm1gJ2LCQaSLcU4/VWirmePtNyl80nB6bpO6bl1NRzkDECu2
3O40yvV2EIUxdU2Pf7hy0BXxGt0B7dkLGyRVGyG1nAkBqt/4zCMl3dfwpJf86HWY04Qg1HiYClqG
DPhPMttWMjvVRz/3YDFhW8ldzakZ10q5KVGqaOjjrDKlri95I/dT1kX3aSYXK0Dxmh0wFVumfjTS
sijzi8HLumUe1NJF73u5G/ficKagOLU2mjFks1wcKpfAWd5hW4+SHjbYBxx80RgfoKx3zpi0SWKH
yJwsqjoS3NgU19Ms+CkRK3fCNAibGvzVRWn41rUcWM1jpLXNmV7K6d43f695bbBkQdqgYHC89xVd
G9Sano2HMkNTtCjDbtvKXWKb7Rj8G5ciHk0QFS956MnrAvur6Fkjj4cWMUenEPE+huSSrlolOGff
eHpgznfF3GOW72QLJIaP70rEV8fTUn08zCej0xkoK4+9Zzp+VHa7DHGgnaST1Hy8+532B+aL4jEI
komRB6J2JxeVrLIFhtpx0VJNbB8CtF2pg7DofPpRYhmcazG/2d644AxroWqXGfNiNHZ8l2CnkqZu
G/GQ1ta4VEhO8Bnzw+Cy6CrVlWPIVeI8TJgGjX5IJ913FRjBAmLYrs/86kyIv/PMebV0+Gf1MhA1
8/736hRtC0tgbanigXYlAMCwHe5yeg5236fSsqzkYaEN/VmxtPmhnuwBICx41QAC+M+pioFZqUos
F+Z00CBNbCcL/flYDeG+oFm4qpHrh1Ik5IeiyjAinmLxUDN6c+klFdu2b3YC446tVqnibVsIDUTI
Yrok08/dUhfOWc2+s9QYjDGFmLXH6LecnP1QPhgt4xtzqIIwfYjyVp6zK2tZdXVxZqm981TIMsid
FUJj9tE4fhe5NLABq4l0UI122jClGDeIKslLLakUG71OkRoDLPTgxefMcU5PORJ1RizoFouMucU3
STtQEpHeszUd9G4UL5pKHm+8SHj6eKW9vT0d3TRSYXIcBkovbfxXoTYOSUqJm4iHrIhTt+OfnzNR
TW1LRXZfqYvhoirT7ir1m+5MhvPiKXUcb0jpUKvP2SKwX/NkExs7HwZNqMiHYlJHtzEF9S7VPD2j
H9nKhQ1HDBnFCZ7VU1b7L9pq7dC7DUBiEKxiaiyYYYqiU5idYrEwg+JergNtPTD6r+BHTPwlNbKu
FCOvRHfKxunnIEPccwrBnPamHrb7PhceNW1KbswK5MKSMPAlRwWk/FOdtHxrgSWZLprQ8IelV8fh
19ZHsaUKwTY4KiPGh2bUEOQJKRCvEwvlZVsBslKeSalfmiVHzwm2OJpOZJ/irNTyxssq6eZJnB7f
R7VYbuNMFlsXhb/h0hjDxF8EVlIi28zUAu6Joaa3KQpmopN7aSJBd6rH1kH+KtdstVR8wfbQx22c
Ti2fhLRFPT4dAM1PU4Iy85BlmRtl3YBKV9Cn+VZoGmATECEjQHNp2d1NhmX4S0tucEG1PPS6JU3A
OJh+T71mkmJ2VyoeQGf6qi+7/fEDeMFOzzKxtN9gVZwsQSHt4RI05b2hBMG2gCCzlrQoD53I1zOf
HSjPQzvF7v2KsiZa+33SADlt9Xx01FIQSmwwVVRvqzFQZrJp0q39IbYWSVdagW2iKKa5KoOOnVma
jJoNK84LF+Jc8E1lLtWgXRZHy26id+J4mVFdQ2+kx5jqk9osEV9TzxTr8951crc0McmyuSYFx6ky
EfOLoot9M7/vurJa+pwuis2bCy680FJXREm+SJEOWIt+oKI4lsbl5uMt4U0fW0M9GXQZN45qGOqK
J6ev2sZt3Zphd29pcb+O87Rc5EYTrxux0dzJ19qN0Mf1KjdlDmO4Rk6f69FtYKTj6sw3mbeAo2dh
wVV5GVABwZjhV8dvvhOHUMmyfLgf0755NKTeBDHXwAN24tiMEscvNOZHg1zIXyZxojDyjdi/zlC0
6pbJmDS3Ke5sjhiPya+X9B+k5j+ZS756SW9Q6ldPbdUe4TTnn/+N0wSNyfwDhJMF3ZRJPcf23zhN
/l/gawyDOU/mkPoLpwn6HAQw/h/8hqKYIiC3v4GafIhFwdxFVpmPay+L/98HCYMPZk3NhQ4gCjIc
cqzjgNJlE9IpbrI3nIbkdUE0W0R9AyIyrgsTgahYxnJMm/UxTN9z4x+VUB4EcUKV2xjdrEl1uxYG
40FCiSgIh02I9JLDUNN32u5ZmORvL4/2P1H2T9CgH0XZ7qmqg6ck+U2FqI8Cbv7Vv4DB0icU+TgU
VN4cThbsH38FnPhpbpqDFUbcjTQZoMzvgJMg4aFchT4pE0F2lzkWf+OC1U+z+xJn2DypYuvhpPmD
YDspYmYODm0pZM5etLC1l232VWrFXC9JezFM76pBRNStRLVcNPddD5M/GM4ad50kci9XoyqGe8Uc
DCWNk0MSU7J+SEC+3xlhHS/TW3nyr3slshkR73KFpi8qH+H61Uu5+bURv24bvHNNljOjCR7xDGyc
P391h2mEBVqLBMBdNxrXQ2jl66EZVkUdLsQuN1ahHG/B5TkfX/SdxwqAhYTRwvCAA+oEAtXpndUi
BJvcyZM2rbvG3DSD9bkRzG0SInz+8cVIRo+PIGY8s0zgjNycn+sbpAYtsYyTRtTvrGutW5oaRHDX
jL+Lgy0Nvl1H30Nds7PsS+vvJQj97ZXZXCvZWovtCgkR35UbZ5KemPBGntsG303/O0f7UH4O2hux
2zTdT0Xd4INAW70Jlkl0UOtrPdgmplNqi7BzsCSs0pVZP07IA2V+YQ+VIx9afOEDV72MbvNgwWhm
zA9qtw+yqyS4ngwmJ6upWJnmytPukDIs5FtRvZunJjUovVJGE764pa5f0dFsaReuBnktwB8T5pnI
neltlJVxgRCjHaR2blxbD9OTTsKjNc6QXISP6uf4m1w4sXAzac+JkO5CoAewssv8hkGOo6Y/TPFx
NPcYjJSRZ49da2fFrVx+K6MYOnpkF/KPzvuK4pudWbbfLmtl0yEXGzEmVMov3nTrQYUPlmIfMVdi
RoCAnjB+AdNoS8pnIdxWwwX4IcQegB9KW7G4KGKb+VEI3BCBB1J/3/GtJbGA2FkVb1XPNWaZM0dX
V77ghjnKpWdi8hTt9BIlczOamScQcXoIxyuhjPzKT3tLv0NYvXR0Hda3inebO4pqQCB46tKsQ+Uy
60sI+JwpeQNf/ONQfbMuWAyUCajw4u/D+XuyGEejaeJ41NW7xnxqRpjkDSqLjl70lg38R/6zDs18
w6hVsSbmNgWLkJ339dLXBLlp86nS75LWuveCAho6Ij0OvcHLgcn0mau92WhIa2nOzIJHrHvq1OOr
eb3RCa0yJIcBlKCtDCUiGsa9UXgbAKBb3QrvYdNHZwqvF4jaq+zzpeSim4cHIvQkWAWkM6/vcfR8
SuHYiA/VqD02xjpIO/PeajyM1M24XEhRzewo0IdFTZoMR4VYLoJDmHa3ep+ZNjm0sknpGCMUiDH0
EN19/MKN+RkffT8sf6igZSIOOCaZ1/H3C2VNSGPZt/ZZsUNbnbdtIJtgrjXZxVWUqawqrsd4LS2H
jdgzCncRGQiKhfAD/RJG1yKETqrCPZrt+AUs0121lS7KjXZhrKBmtOCHSsfa6S336PCDFT6QjA57
t0QJ1tFzdF9s4UJfinakInJjC9+Fy/oiX4P11a/qb/4+uJC31dfkwl8GK29RLmQDnKgtGzaaQd6d
9vjx03hp0b19GhAOKbmgQZ4egH7BqGYsY2tv3vejozz7pUPZmrMEKprUjvcTUN09ODX5JtnOagsM
L9CyqJalZSO4UD3gey2A6d4Xu34b/ci/cR9GYXfnouqFr/HR9zypaSpf7PupC6x9tMFBk9m2iddX
tcy3+RqNd7bRnxLP9kt8NS292+6LdJ1djhftwrA97yqWV17geLtgY619z5HvlA3l1xguw3xttYs8
cWnFJjAtA3eKLyPVMYd7atWM1iHSJFB3a4cTDBEJKMW9DSRo6236G+l2uBvJew27QJyidAe0jQK3
bFeJTrl8rQ7bSVvWqPvkN6P3JOaPTcPcy1EqW/2SXHl2vlTXxSq6LXb5tRw7+b7aRSth+fH7teZz
/fS5gehD+YxKAILfybkfA4xOvaAz9+GDeCFdS5vpOrqsr9Iry9bWwmf1AYOn27YkWm3Q8P5go1cw
1U5nLQXJiUBlf02HRcIkJnfqYVP1N1W1wigjk5yqdvi9pFq15sIIl5O2CspFRg+gd+AijdHK1Byg
7m3mlOqCRkJ9GW212M2+cu4Y5kIILsqCRbdMvpZ74aLdmJ+jr/pnaUfbbCnccPAopR3dRvgdm3bP
5rFvcYpR91a3CRDkZvibrxGYEfKlEK0A0FvdIokXYkNLw47OaMW+oFPePkWyFvAAKLudsonGiBwn
ZXPfeztvFz60F8omuPecwk0uy8ARh4Ug2nm+DGADZI6V2ulO37TLZJttw1XpWrf5Bv2vpboUMxux
BxSXduf8uFEzPnnTgMTAN5qzLjN4Klrzx/taoeYDSrDleJuYqzBd5dIF0kpmtdRZj34is/9v48Kz
a2uRIo7tXxThJjFu9e42yjaidaH327p4VK17s7mo64Xh77TRERX6ROuI0dxzYS5hdzbwzX6O1wEu
upWt3GZwE0Rblmz1O1oT1pN/U/yU9UWb3/vjF7O6BpTA54gzJ6MdBc7YOyY2F4bT494ICT93Q3k/
5W5duiNuO9GVki6qxPXCVRIsQ3/dGEga8YAllp2lXCf5RSfeoyXnjNHVFO+KchVAbWY3rq/DyLAn
YAFqCCPBcuXsXleuLMtlYXbtD7582awMcRHdQXtrv9WSrej7uN1G8jKPbzthpY/fRnJFPVtnU+2C
FwN7pSxi5pGVhly4yi3yZVS8KE0E03vsFFNbYI9UNIcQzUA/AIKBtejbmqvXPuJJkl0Zl+lwZwQ3
XburTegG5kNoHORssFMkcYDzfrzWT1MZ6nxa3/NSZ95ECXWy1L1URoF2CsS7TG2gt6EaCwhIWZSe
XAOSN86cHG+uptHYp/cwS7XQYj1NLsQ0UoFAx9UdoKDvNVhwW4ljtIFKcExIWJ6Z7ZyOLxEoplSl
3c1YeeYUnRosg6XWa/Qd/X2kp7hnSuXkhln2zFBmzvMvgkgVndDYZB1+Ln5ZMkL1XXXyq7VVGBdV
rpwzBH7nC4ESRaaTLwXikAH18XIT+kgNxWAQ75C5+1z1gbYkccQXTL/0lTbBH9FbNQqHqpDeWrGA
I7Jxq+nIGAFJvDVGNVl9/PJPcz0yvJlzBWQXawWK8ZPMkr1p8FNRnu68ql+pU4tPVd/YelkugRQK
Lq1sz+YR/+FIidfCBPDFRIqCVv2lxfiqlqXRCNM0b8W7NizqhRjXotNJ4JSGgsj70ztkzoL8DkYy
c9H8AsV7dSnBT5A5zNP2rgEEZufeAs2m2tamIKCy/Kooke7Gknrm/CRVPt1WYbFZqLJi0su+/4a3
M1RyodBclu/i+ALR+RStTfW7lWBlnV9NiaNG69a6MvynLO1sBTQFOl22Il6Z4k6zYrvIH7XyoDZ3
XvGQiTfDsM2G/Vg8jPW3siFKhn2QXPbNt1Dfqs0l2XKcbeNpbY7rrNyN07oQ0C9cRKBlJNB0oZo6
OEvA+ENgfmOU61jO2fyo8MzrqVqE07qK0FK7NUJW/U3W7jR9nYqPYskGrgpX5bRGRj0WfubUHJOM
hJ4c2p6wNDh61S+6f9dad0b+UBpUQmuDL2JeA02Uleckf9DGRT5c1T7K5WvOuM64TcSNpeHQ6ErZ
TwueQlVf6ta1aXDTqSskKzFEKjvBwMOehIUlfDaje3m6koM7KmxDdz3uCa5kLFzI6g+vXWndk5Rf
ZcptWB4Sylu9AbO4AnTuduMm4lkJHLSVawiXoOlQRjMXFQB7RduN+bJ9DnLBMbMnCSnbQPtaAyax
ABPoK4Y5ATzn+jYbKXbWVejk2garR1ndUD/rxqFrDwE/Gsa6Uyn7enQG86GFza0sZGVNjwKvzf9h
77yWI7eyNf0qJ+Z6oIA3lwOTlkkmM8kssm4QxTLw3uPp5wNb3V1MqsnQRJyIczESQyVVUQQS2Hvt
ZX5Tj0usbnDpjfeD9omE67tTm7QMa1U8zAEsIUJydWpXSIMGhuarpzAKUgp2PXPK0mxt3EdLe9KE
2okkIJUfb6V32TTgOJArBlJWzMPx4Ly6ajgHQzfmonKa9R95b2f17BSzJ1aBbRb7pPrVCLci2oMj
h2lwr7S7QNn5+VryD2p1abMVAaUZnwVzlRqHbDzI2W0kY9Op3ZuUAtr9JH31A0dV7ZJ+AkljvRtS
L6C1o++m+Nioi3YoT3baobkP0LjfycZNbmfKI1ndfPThqlv3Vt952EMhOw6brMdlDD8awWnM3dxj
kSPucnE3Nj+DfKVqHoCu4oevr0Wenbiz7vvkcDuDfRjuwvipmDSbqbNdRYAVu5tZvS9BFRr1xVB2
aAVG9V2qrAx489EnXC6a5O9CxwKWXLw1AZ3Q8buqWcymQqowV+RTpOwS5n21jSnHVjv6XuoMv3oA
aYcZ4OiTijYqw9kJtqcdTzrw0Htx3o0wRFcZJeloHMrwJlVflv8IYiQls4uvO1nvpjlqiJjp2cUI
BXQlnKfbYt7FxiHMD3cFvTba7MgQAZnbqpzNyvRzRNI0UZ465GKMgl9uCuyypXKl9LaVfrWib1N8
sOj5WI5frKfoHKJxN26El/IoNQdDcKVgH6Cap1/86bHvescMkBibvgXqvQIMVGsO6rwW9LsSLU3y
AFHKnGwgINR30/TN7G6sQqRgOglRRx1907tF5fjtSRTo2RWO0O1yUwaG7gaa3c8u7O5QsbPgodEK
tHFfpGhwYyGxtfpBXAhWUNipB7tkI3IM1AeZ4jqmho8QCcUldLR1w50u0k0nHyplLQ9Aym7V6FR/
G9xAOiItX86dbQqHVEdrsLrT/Fs/HtyoX2v1D4XYFh7kbtxEqG9irnCT18dGu0iBv0kYB8vlXdV6
yL6Gjta9FKN207XRNoTla46VXY4vKM5mxk8Rk0A0/O1mDldSsc7rxsbQ1Gi/S5FjZD5xfcWcfSmF
/Hr96g5TEzOTyRbUh6zc+dN2TNyyo6/XdUcEfYBCv5TpD015kO26d4VxrSXrLiJn3sSTG5icBaT5
q8K0H3mZ6/zrRX4RyhWixxmeqaIbn4THTnSlHxj6mRQv1UoZPKtwrMSrx0MSrjkP+vv2FjyoOcKO
dRuXgyZdh9spXvnGuhAXwLFXJbspdcvHNtnTVl2BIZu9UeXgsZVgK7o3ZboewAE5Obu+OUSdh9Wd
vrHcxiM+hM8J1J6vwd5aFbfJN+FYhdB47P40et122HR0h+86eqn61qDvcgq/QnUaBVvcVGd4xf09
upWV6mABs4+/qPCRnekerJH6Jf+k5rtm3BOK4VjJMMglBFGooK/6RAW5fJZYuXyK69iEhVmKaE32
DgViaAP9itxOsrxYzJmtGvS1grRzrcLap2Dn7KjSbxFzemwE46YRP5P9voK44MyygIQZCDJjt1AA
uko9rarOIsEH3hSj0OoEmgxiEKnZv5tR8tEhZCETA9xEZ6j9NsEF5u9XZjyJpzgiqyi17iKG4lEV
e4r8+VsrzkfkYz+JmSC1rmMmvUqaltgzLE+eGcLVVXVDkGMUj08ZyMTZEQ03Ezc0oiLIXsGqyl36
36MCcHmTy7exsA5Zp/MlJcbShS+35k8pcl8IPyXU9sLp0r0hnYK4cEbh2cCufexvI42YsZ/Cn51+
nIefUvZkNHsxfem7YxWjo3vJ+18zyt1Qs2O8YB1jhgFrM2lIYrfTHHJOiS68jT4/ayAOV/kERsKx
Rq8gk4p3Ub3NDRfIDS5iKa7VkT1ERF6byUOY7kzayivNUTfynobGhkTkHjdEx3foF7q0rtbw5Z3K
61eNF9ya9/7X4pf/mPwqnwoPFbA9cxS+j6nRqvJ0r39OvmQv0nO1l7by1+le4FftCE4e4qkpMkax
wZHxlQebGb/d+YRHA2JfmF6Nw32+NpVNmb30yfcpO4zyXsRRuD+I8V07IMiSI07OSVNueu0cVzeo
5WVuXt2wwWd5FVU7KdlbNHGC7WI8rKwsPHpHRIYpb5DUdfhnfxIfqucERNIz8uhG4Rj0OyUiGyHQ
TkfbeI5ePs5qKHTfLx4AkPC0lw7I+2pkamEOm2k3n0Is7KrNiJku4ujqSgKJZHkklfy+qrtytGUE
ZyMZzcJWv1qVW6teXz7kxktX3NKLN+dDS2I92aq0RsK5DD3wvBp6CpRvsR2UTnNKn4UntKKL28Yh
uaZDAGQZYQlvkNw48+Q7/zw96akDyrdAe+Fefeov0i8soy8Zq+E+uEH73gt21SFcJfwA62s6uEjt
Fjf+XbcyPO5xm1/Kb9qlXxcrZLcEzUnOhPtfWm0bLLgaWzE3ktyuRL7ZLjfhnbFJkWcA9OUaG31b
Yl8qPeh3+qrchV/zwklVO/WabfuLTiAHp2Q3z9oh4dYOykHzLEfwsnWy1l3UHm50m8PEEVe1RwUj
fAM33bChYgfiDn4wZ//GfxAH+h10fcQf8haXH3o8UDdiuzoUu+FW2fQb/UdDtPbQL39BPX+P0Jx2
j3q0+lANNjsOMbvSi2cXRd9h2kHlKCVvzjciM6v+R2ncT/12Us7Ita+18cYKV3Hj8GeRiouCHea2
cRKf8y/JQce0x+54JYfssapsvozS46v2XV3Y6NhJSI7U4ufjhIlTAbnhcsPGava9sDf7QzGIdOue
mmk30MMkvr/0G2NtZk4707X3hnAdKW5/n7SO9Dj80H72B7llimHX/CTTzphRJh4dJAHddN2BwOT3
CD+vG20tt7dJehDNlaG6fHOROLlqhz9D1c4rW4+dMXZNUEDdytd2vuUir4FQhiatfGUrSSuz2IXD
fUKLFfO67pcakU+dFUbE/Saq1o16KHxHae4GSpPYa1uX3+wMvIjWReG2A6HOhq2a+A6NbYaIKC5Z
jO+YRH5SRbxvgUDoXCY9+E6A3X6HM1K1OjMNP5tPWWd0Nnbf6ARFY2onPfOOMDF2bXKS6htd7o55
4ZkaJgICfzmZqNHiVf7UgfuPcPx3HSluh2NDWTgOzNeuR3m1gnj+0IXSCX59bk2eqJVMWAvGGqP5
yTnFqO9dqNHh7IAxRf8RMPl1N0JMfaVPJOwbRjfbVLvudrwZLrIXryxvOLI1MGGfJScLd934UCZO
LXsSLeJH+ag+TLFtHumSx/0Rf0nkG0yBeoRKeBVZqNI4SFWZIOy+z4+TaDvaNxRhFM3WIU+hUV24
9DIb1vZRxrG7vUsbZ+g9I1sOqC72xsKtKctaWzzGv5aNfjc9d/0Gimeg3k69B0FBPE7Hci8/15tg
m9203rwL1tHaOiVrwWv301F1kzW91S983x3h/ZJ/G27KW3k1EJeUWxVYXXxrsCR9t8GNZ0Y7fYfG
Upsc5vY4JodM5T5c9TjGDh1ftVrCoY9zRe8Jxr3EkQNWFGYTdOqj8LjExoN45PaDrwVp+KN4ZL4m
Pim/BGJkuqdPbCAh/jzPLnMYCiJijH5UTrqru4Uj2dpqviG/Xak2560rr+ZfdWqLli085i9W7JR4
eCp28jiw70y7+smDXkLNZt7pT+EJz/HooXigFBJ25T0I1PAndElOTeuHdYR5rkqOgEx7ZTcvPUGL
UVJCgWF3vwovP1R30RNtk515i5zYRj/FPwPO52FX36QP2vdpJx+SF0uhcWwbR5rC/CqMu/hRURgr
uwjES0yOAH4ry1ad9Zu0v2/8vdncDpYrrJJiB9xyGm/G/r5rj5F6CNQV0p9oQgiKW0qryCToEB7c
VFhbzRrBeqHbILUUhavBwBkB7pyjf6VhrTcEbjdrHC1mtdjJF7SjFmSBYOve1B7L7iDLm6lbydNJ
VtGecELdafjc+Y3QHdIWrqjvJNrBii5lsPMb2/ikr/sXe3YhEVic2WD2RfEKAWB2imH5Yzuf0IUs
7wQlyvd9tlg+9KPqVa32N13/SJ1BhyLaatD7UOFIXCW1C/soHgYhOfk0lB2YrETMutoVYvJjMgX9
k478tcThPy7HYAZoH1o8BMu32awVl9B/QzM5xY1fQlXKXjQ5746KgXDS1H4XJQLmRJUUtov9EYiL
EBGpNF+M83SOqzaT6T01jOonYd32MElKCwKOFTTfP06drl8DT55u0NJdRwEENscS7X7rrVZjJ8Zt
nEWnVxV7oe5Yprre4resOPMgd9uPL3dNnAKWjw86giNogwGDgCb29npJaWVz2aTRycR4Y59W080Y
++YqacLGjaB5VcgSeFOsRN5kzgxaQtNY0RrOnUJN631fUzPyeWpbiFV/o1tCR1uvNG7KKPnkjHvV
Pfl98gfmDfwEKApOFZ6NdvVkmkyo/KRW5rP8teN6Eg4Hdvog3Klr7eyvkVP3invmpeE52BU/lS+E
eoai0VdIVEJGv9auo5UeH1X4ryRgKEIDgOhuMxou0UqIVknikpJg4ijT+pEizv9zp96q/cY6ZfE+
kPY5vk3VniyvSp24tvOJgdMKD/F+9jSztxeXqXbV1SQRK0af1kB+7VbZIZdp3t4L/mkg3cc8Aijy
a9Yy7flXRbCjl8Kb7itMlw27B3nQ2HQyeoUWiRORLpHLcR59AQ+egrHCGgfWZuyCqC41pxw+ecSv
oJfrR4zINmMd/qLbfhUDEqg8tF9T8TyX9U3eZYmrGKOGtw0HZSmMkFQK/Vufc36WCdlVJt6pkv8L
kb1iy1Dk+PHSvO7ZQRWAgosfGksbmsy1xgqlcKizZfMzihUSU5z0TlWHfu1H3yW5I2t9nPpiEw/j
ZzKR133g1+vCJSE4oSZovZY2v+1AHHwziPBRfu4tYYUASUoXCVY9Ii8I70YyzSy98T7+qO82PR8V
KhyZG50E/RVb+vumF1SpbSSlys4IufVebewnRfcp8sjm4yxZ/e2LLRtpEYGwaHZf61uPwYgqlKbx
XOPqCQ12EmzF/FlI3eOURp9lptfJGT+eJgLQBtLB5Vi5at0olSLS3A6Gsz8ntNzyhlwbv51Povvr
YfF24WKcTh+d0ZAILPaaBRSrytigPdWfzQNNN1qv9viApMGg22gjCBlJn2NS9EYbMz1qjRuInka+
A6A1f+yibZHv4/AkWHfluC81L/bXhaU5WrpKNU/O3LJF4tUdqlulfigbNw1cqVmPgmupG/QR2mil
+fsWLxoKRWsfqN6kevW8sXzP0hhRu9Ivykmm1iOpUgtV1o0esgfpYowYtHlK5JS35F78eXpJehsT
oir0pMrBaELGkaV1CkaG6W2heG0EReUWmdjhtYifAzi5Tg/0plqhSRGgHLtvs43or5NhDbNx/Zlo
6fVck1e54OUUwMdgwUDqvT0pVFFAeiEVu7MIvNzS+ztmfPZsySOS5vVTpxV3Ie38j9fqO1zioh4C
dV1iGS2L9TX5/30zGuGQp1ArzvArYsrA0Z1QYvfQmgTb1TeqCzSfllA/bnKhDbyqKD8bL7//2AtJ
WwGiDZ8EMZtl7/52B2IwB+Ggjfk5FdRLGiHOWKuh78RVXnltLMtuXPzqjCL95JO/DwmEYPCYMgkZ
BqbXqk9NNyV11Jf1edLrZteaawEsnhZqTiYFwif9xb94ylhPKjB/dbjoBjizt59RaHE0HuqCiw3m
uRKlTYMOLSOBX+FwLIS85LTtUme2GCGlZfFZe3c5Vd5uXpCnKJ2RfpCaIbv29uoF532YIwl0FnLR
YmYxu6hqHZROq1wtig7TzVDFMUPA4MJk7unjBfb+MaNMsJjDIjElUq9eXVtWI2yqzLw+N1mzrxqZ
uka0iBedbo8WCkMfX+39kcbVaIshibqg+q8b2dYg1kD8tOYMtKLd0Mga2u2ICKbdyfpFkcPQQeNo
YsCc/OkD8x8r8ndYUCDgCwd6GYLJC1tRfvuQQz6NIZRMwLJsAuRWiw8heOi8O+P2tM9rhV0sM5Ie
W0OwLQ4EB4So6al4nFsBEMwyFVftLK6MQdXPDXP2jx/Mu/Sc20ObX+G0Z7APlfJqQBeXqQAYNxBP
U9XCzR6nX2FfNSu9KBtbTpjukwwYQNcZZVrJSGRuKaKr8EsbyQy71ExdoVUHsUwn3SuVE9pwnVdn
IN7K+JNbfbdigKtar2rWbEwy9as77fN50MdcL89WCX57bpiYWGUlOb6cfA8rEGUfP5l3B+iCyYYo
ywKV0Gx61dP7LfxYTddIeWAU58kYFSDl4FZSv0s/2YPauz2IFCoQGvo2DAJA4l4F90GrlaKR0+hc
AVaDjGjJz4o0nppwRo8vKm50FbRaMM0MgdWq3Osa92EJqXJA0OsOs2jrWPhWsvJn4D2joe0wfRlu
Sy1S9olET0Gfn1QzY7Rbx/qdFUJp7OZOWs3ydxMgrxD6L1YQCltug24pTWE5HW9R3aXbnWNkmNYT
aAORRKVVhZ2Q+MXJymB6Ki0vYJ7VdWmIzX1Hd9Rvzf5+NrzUl60TsIJJa4ujUbUTzgmfpKfvKyce
GTBE+DEcTxxOytsd1UToUGC1Fp/nNoudAHlKpxerAjq1VDjiTMsvilt/13XJkWD+IOoMPlskTsRW
PCQypqyj2n9REeWZa/oAtWzVK6x3PhO7fRV4eRNdl9vkFhf5LSq9awvsSs6DzjLz6KwNQrRWhl65
k9pC8IK+ldFvYjlhYwmaAEtHBuRAT9tu01QhCxoxLaemEXAM8uesTLPdbEU3mdG320Tt1hH6Hzeq
EOxbX5I3Hy/6d2cuSxAmAHYuwDGgjl8V60qX11i5Df2C6LLWCovihtmajb014xRrwH3UHD9Tpvyr
axIgl3wDziZB8u3rHGQNhK7Z1yc5br/PafMzC9MvqZ9sM9PnEGTuJYifyWBIr2Sft2+HfJ+LLVg6
i/R/uavftjcW17Wsp+14yiNXyQ+6esYcAGbOJc/toMZzWnrSsgM8pLbaZTqYHbCZi5OmRY0aOENV
eXhG2gF8Hvw0RTgZEdr5CpVaM4Er8JFonIFiyC9GC/z3ZVGlLpR9TcMP7o/c3/VyQkNsE+f2lJ3k
8bYH3YNkiz8d29Q1Ji9PqDUphC5YCjp9+ZhJLziqNYzvOm2rWisr/AXsNw3pDOprn456pj7qxcb8
kiMqlz8pyn6AaIO7be80R8300Pe0BwA/jEnxreocXNnsbvwllKeE7nhWufmISeNB1e+M+tGnf6d/
UVMVY8S7gBuuT5Bl+2JVom870om9nUp3wqb2majLwCvStr6xMhaYKT/KS3LIFRznACHX0t80Qmez
YpjBtpKx9QJ9eZ0Mp+KE6aQuEyEVBeTESHPTj24DYLXF0Cfux9uBGMwyuF4my06A/IlIoH4thBlp
WSZGlTqcOnU1yPeFjh3MHXYcSPRUjtZ4WkqjQHsyzG9WefB5iYV/DtunsNs1yrOi/pTUn+NAi6s8
BuXPVDiEvl3Nnpp8mbs1mLeu2PsiM5hHyXycpg7ZgS8BwkQ4MNqWr68ixmQoM7Y+Ew1AFeh52EOy
9bvTEB4KeR2YT6h0YcT8Q0a4YFboX/CGmi5a1GvsFu8aafxi+bsprG0NNs+ga4v1K96jqTM27bYP
BU8ZcmdyBgB06tDROhloytFYTlp36oFHMEuzCvgMcWG3Ez1JUQUfzNJB/0tQfkraj0hAdE86Wk8j
xVQN70sAyJ/TLQieqgIXdW59op9d86cyFKbBF+mvXkDF2GI02WLDaZIw4O6fta9QBwZ68bUdX3rA
SqkjI7JXnuLkh8rwGNU1+gFbE+V5hFKt4D6qnwv9JIKYCZ+Q1rP0fWVR6UIoAuiWxSefm1GtrVWs
u/IZ+BQwZuyAFdATrNhuLWiuCS6dTnS1NWV7vhSceZBzbcty6LMwR+se5V/SeQxdJuCSCrgruZFh
KqgOtqRZ6HXlvXDPVLB/UfZj5tCfj9boNam1NxARWlsFxkG/BvSa7BYg+TgkRfSFXgb5IlheEXjM
grLQ7Qe3S7xAcarQ1bs1+qppvraojf1dBIxx+Go1tCS3srGtplVcr4aFjYd+1CjcxK+/PU53bQ0I
HX5cM34RQwza5OeueB6Z44LCReLKuAw/ZsNlnNeZa8iFDGhr+cFKdn7q5PIuaJ8Cc5vOX43+28zK
NCGvmKQby6y6C72EOMY6YSpqrYvOQ7DOHPfg4QmFfOX9TS2cE5BRyZaabJR3SQpw4CbrvLi8xeXc
zpuXZJknj+hCbXPpXuXmhfJHL9336dkfzzHDxgbb33Fv1ludE71IHvPwkPu3ioRhyTrMdmqw9uOb
pNvF6a5CrU2DXbIBHZnPd1K+1yU3V1eZdpqGLxD5lP6xS1fZtivuJnM9qqsyeqgTqIEnqTt2DP79
LzLbYx63muVZ5g1A9kzbyPnGYkQKDGqnM5AsPmk04bb5LpCghoQFCig4iXTvXfZatEXUTihhMACM
wJamcWsbeTutJkk8x/jTbOdKH+7UtlLtJgtu8lGOXN/yw3Uo0kWpOpm+cILCRiKDmKswXrCNXmkd
Q8/AMWQ+IxS7s/oHM84fWn+Z38oFupBotOMEwqYFrNVm4biuxoAOTF+Kq77hmEotMXG08IvVKpJd
GlkFWraHd2J6etU6UaqD95yLddLP8ieP5H3xS04E43CpA5EpgRT49ggWSq2JpVBIz7IvDkc97N1K
yV1ZxTsboSQO4x4yixm8jF3T2KIYdJ9V3+/eCTew8AMX7uNSfS+5+W85gNZJvTFrWnqmeFNvgvJI
N2Bala36K2qADrZt10HuoTlcT+Pg5Mn8A9I4M6eShf7xQbO8/TfHzHIniC7LjH/wmHztD/92J8Oc
IsaC8OEZq6PnQJs5uycqroJUd63Lt5pFXP/4iu/T0+WSOvoJQPg1yr+rAhw567SZZZXWZzO0rlnk
KNgnxneltMxjpgYQJzp5q9f4tptIk3u+Wt/Vo/ygcBjuKnMC0adnj4Fc87+ZU00KlPdOWye2Jf80
Rg4t2M/jJ0/pFdX19jEt8rlkpyT9YNKuU+po9qNkiqoEGBzro5fycN2PooyGeYeQ8hC1HgYfsy0H
lEs6aN3F2/vYArEIGDd2OeYfamBJ60kUu7XcqbZWNYWTdIG0CvxGX2l5Ya1NY+HAZDFgjKZt1o1U
6pupAHUVhtH3KTeam0nK1sMki598OvXdGlAxKiVIID8PjePV0eW3NdBM5egX6pycZUgV9mAilybG
m0/e+rt8Rnl7kau3jlR7IiNKBpCmQQEpmo1sFSHvCo6Gf6gmjD8DiSpdT2nFpnrk6Y31VHV3+ZiW
q9gQ61VKxS0N8h3qxbk99EC+mDo5IlAGd44ncK6gfP0R7lKGVhjYfXNTqgG0hFIwVpbL21VWH38k
6f0uXprpMl0s7JKALF7t4jIy9VALZ+GktwCbCiPEFkLsaQ6YwbANS4oWnbygC260cWnvBkENrdbU
AWgN5iev8LWFf7VAmVzogCWXEQZV6tuI0lqqj8dNIZy6Kl1rrdKvq5anKMzqFo8VSApyOa1mUHlq
ojky2sh3VtSSJMCT8FDRT20tY9ISG58BGf/yxrCaU+Dv0ddEpOLtjeXlkMdI8gqnyppmpw2GkzJX
W/KD1CW2Qf7N2+e+893R5x1mobAX6SM4qAoDSxXGxlGE8Fxk49PH7+4vghBVPFGPt6dBbHmlbv62
5uuuj2Lkf4Nz6pv57Uw9qyvd2k/NYT/nPprjVu2WiRk4I6qdjsp3OXpT6ntNk7xY2I/FjcKUVBVz
YRM0bUauoP/KrXBaVVMuOiO8iNcb/v+6Kv+LSvi3d/dOvef8Lcrb/9r8TH/m3/73f/2f5vvPvMEj
9NXg+WGxn8Xb9Me3/3K6PPz2u+bK64/90wlU/QNRYWZflFNAlBBNZCf/Q3RFQFoFARXKf7oluJu8
6rH8U+bH+IN5KASkf1i2yQzd/yW7IqjI/NCkpyBExF1nVf8N1ZWrfAQsEwKhyxQQRWAkXgBzvd0j
85iNUVaEOzEJ+3TVIJorp24OnzTf1LnUZ49M9sriJUjUERJpKCg1qb/UkWbFshGC0//tAR//ETV+
10i5CmxMe+AVsi9oGUNSWfpIb+8HCfkpMS34pWm4kDPMqiN37+MyqxVHV6Yi+i70jYn4R4E4HXCF
ZtYs1NSaWRFogRmFnwveqKNdDj7J+gy1ctVAwekN70vStsUcQ6RhdO3GFlgZynU9cP+CYQxoecTV
KpL/1gjT9USiKwCxCZnYgOxdgCgEHS01q2Ocp6O1Qqd1gUIFgSl+gqa5qtiBJyzKBosjMfnc0iFY
jovfQorM5DMX9GhX51paTN4sdup4IyRWx/C4GlKkSiDhyDOFbCcmeXUh+qn9NpGsyMDyr4993XSU
QZhmUJZWXi1o2amJHzIpNb6QkaZj7yZ1HIHHrnutA1vkS5OY/iM7+2+IM6in8vXWM/h1E/zbUPg/
GsMut/Ovb/ufYTTMJP63XfIuDD0Uyc/0W/cmwiz/x58RhjnWHyiXkwdY+AZrDF3+HWEWF3lkhQE0
AOV/jRX/1HUSTNyvEd5l68OVRQBp2fn/NHy1/mAISWCiRGAAhV743wkxr938f+cHsCkYBpHiM3VD
KA94xZID/r44ITJMs16KZ1m6V6o7NAj9VZzfT/K+kPdDsFXEUxncQJiyfUj/+m2ZeU28mneqZddf
rMSZIUFZuy5fF+UuYEH7ox38AtcKuO2B1gCSqRIR4miMtxBQu9QN1LssdEZp3+oLA9sa1sHkjcpN
Zak2/D99loATUmvgPoDM0GNYP4uRk5VOtYZO1fbmg6CXbgt3Uop3Wn6Moq+C9Kznd6N4sGa61Xep
fJfDLhQBuZv6QUougUoPDNGiSd1MwBeDc4/jO39Xd021I4j/vSD55xPllOGVM6RBDO7tEx1EuS3M
MBPPTaQ9aX0QuWOgGntlNr4aY8fgwmKcKqyGL8LYagdDmXo3HgAT/bYK/ypWv03el9tY5tSMMcFK
0aNcBOx+f7F5jkq00qj4iobyReok86QFYrSn56tF8dNgFt/0Un3MxFGgq1WvZbGUHU1Jp3OB6PQi
C/zx/bxN87kdSkiWFxMltG84PK9K6wKFRfwdzeFcy7W46koUbptZfWqVaZ3F+k5WJGELVO9P0av/
hrB1V/7Mz23982d7+FZeR6//kXHpw/ToociDt3nPojLyr6ik/MG8CqUzyhMo4ovH0D/zHoP4QtMA
9CexhzERL/KfeY+k/bF8N4GMxJ1z7Xd1Q1n9AwHvRdHI/GfE+juZz/XqXeZpGiuXMLiAz65Hq0YS
xRqqhNrjaBbWDeOnZmvFmeDmMYxojSNvIydi/qBGCrIORYJcm5rL43aq4eZSa9Vu184IhIVSPXsf
L+Rlof4eMMnDqPMVdD2oq9BYu9re2ViKQRAJ7aMvhjVTRiYMlV5JRyBHyaoW1M882d49ieV6y+GB
vTcqJ9ctobAH6TZPQf8YNHnnpUMJMzhupM/CxVKTXn+sxY9zwSOQqBhX3cAQDxvJz8P+sTSgf+SC
hddcHZoCIj3WcDK7GWmf2GxvMhkrmtZoekeo6u748bNdnt2bm0DsC2sKsGHg92k4XMWsKInVxrfM
4iJowrRpMIF6mipYjSaGrV+mWmxBTGbdUa4KEX4hAPaPL3+Vb/NwGarT7OJ0XQ5lulBvY6agas0s
IZN9yVvI5X4ByL+TR/OoiK10W2hG73YaPrlK1Yy38ag+deRdn7yId68bDUjqTg2LR9iEgADf3kLe
JsLcpEF7qTFohQdDj7WtDf2Tqywf5O2D5irsX9oCBjuMMuXN4TCO8VBJ4dheKl2pt3KUwBwKO21d
x3jqffJQlw7D22thdIsIBbsYQgpA77fXmst+kAp1mi6T1GhuMHbxinRIAjtmWrte1sLQLsoQekgr
POkD/OIU/NYmEvLoix/4eDRG2BL+LYL/8qJBIXKcIKpNVYOV29t7Uukqx1lXDxddEb52YJIgJ+Wb
eNTuEZ60w6j8DO7z/oFTwQFfo5FGfHxnISqbKPrqZTpdijEGQ4iyhRvIAwl9FhmfrOJ3l6IGomKk
GEJQnvP2agW1lTY1FBr9Je1gOWcRRPbZ6kPIwM1nFkTXhzqHBC+V7JbrkcpeA+LysorL0B+6Syfk
2Wo0LGHnd3rt+LWmnYpJFz3JqA1bKLLPdEf+6kPSmSOxWSClgBDfvsC47cJSTerxkjHb2EhtJyDw
U6QrVZtC7+MF/C7g8yEBHqDNQHm5aE29vdQYgEizZnm8+Kp/YzTJk9RjqDQaEdqnjfLy8cXett1Z
mEsBSznAPuGo5aG+vZhRykba9353ScYS0jx5Ve4ksdFsyikrb+ZIyPZdDj/ib19V0pgogF/hDKck
eHvVep4T+siheJmTzH9JBiR8ohqESCQLG6Fr8B6bBOXXx9dcHtubsECCQVMZFD92BPTPrw4c7kLt
sdMWL32A4oM1+NQS/IDN374KXgeUUGggg6J81dz4rbzJ+4HmT+vPF70JLS/UmtY2sRFdfXyV18HQ
1YfhuWkUYwswlszl7QP0p0LpS63XL3FpHtCit8sAqm9bHtMIRYUaKx1EFzXbijdhehnFAIr6hMDs
hCoC6cN4+fh2/mJzLJkC7edFBumdgyA2TqWQFpl+MWEHNNAv5mJ05Tn/f/nUC8qahgvuTugAvf3U
U2Kg/sdw/oLaD0gtDIKUfXQwz4PqKWCwbHlbfUd+MfgBv8n/DJv/Vx/y94tf7ZRCMhbbska/5Nbh
/7J3Hs1tY+u6/iu79hw+CAtpcO+AYBQVqGBJ9gQlyzbiQs6//j5Qu9si5WOV7+icql3tVsmWSBDA
wre+8AbRntv2ZRC+Qyh8ewh6e9RxVC4ISsHAOT6/Dr12NVXi5sEY1HSDZ4pcYxbYLeLUTP54nbJI
efDJK+HI8N3xoZReChEmrXtf9la/SnTaa3CN3jNhfBEWPF6nuIoiiz6vDDJ4cbLvaTgXRkwf3XvH
6fIEpkrefMNjAEKLH4OoWPo5uI2FlU8l6jCp3BRNE34vsxTwQKANse1hYiM+qa10mRz4VpgsgUNl
X/F+QzQ3azRoQb4IS7rjThI1m9BMbR9qeYJFn2M0414UZXcAUQtlxoHJBNJXQIZvlVzdBlHJWqnF
rElqoCn53cnpfb4T6N4GHc7fIMmEiM5k84U8+yocmFhEM4nr7fusTvNVIX2D2Wndv7NjvEljweYQ
u+e8HY4SWPHjm5kZql7pTu3ejz6xM/E11Hz8Jrf1M92NmACVYmzO2x6xhthPZvXVOpV/BE2d9xEm
+nOjltwGTPNplTLRVKyHSAnuTbz+dgMD66WuJslW6fNslYQgIn4fct5eWERlab3qKtsx40Lr+JSZ
EpZSq5rkXq2CZGlPCL9Z2Gm+c/veXliOMrfM6IjNY6OTB1IfNH+I9RqXbnZqsG5GYa7jsUT+pe/M
QxZ01T7ImNIY5QCgMQiKdwLCL48/l6WgESmBT/EBaOeKdLKz5B4L1+iyaLpPSgmrK8pJciypIGw4
DCjsGLnyCGzyvQH5SYN7vqmcPgQEi3kZKn+nMhxD2jtKGFrxfQpnvUf0mu212tuBWtJBG4u7OAzQ
2RkBpsDgxFu3nNJtifveO2vrF/cayAiNSbo59NxfgCWvHiLdL4RZKNwFOITTZogacNltXm/+eEVh
4QYIgxyHePWmjTYFblli1XGflw09x3QYzgo1fk/C8JfnQrzFiQVnbThmx+s27XGYMZ0kubcaaIR9
HxZQo+36r+b5fwu5f6FqHsfdOZfTHCiWf40ojg/T+l3jd50a349K4iA+nNcXilmh9xDUptdG8jAx
FtYX7ijch7wvw4tUuvKjheb+s+oiRJ77/rAyMoR/7aH7bmM4jgZubwO1U3AD+q4lir4RgzGhw9RU
4yqNEvTWfMQK/E4DdPf7O/OLp4CTgY4yn81crh+fjD4ETFD9Nr6XEzPl1uZZH3yaLbWiAc8adeEp
fv4FW73rohvfw+aezKBeHgJogEgqkjhy105Lt1zCUMVvF0WYtDJXXDtwhUqh7SoV0mVSaPFmNAZ7
25etui7N3rzMO3+8GXw1WgeJH/5/PAvQl+c5NpMxTJSPr4VF58ftZRbfu6lq72o1yuFkieydZ2F+
lzfLh9zg5Ti02E5y5c61hwp31+h+cvrE85MBIVY3kLtIymk35ebwzvF+cZFn+XcuMU8go7DTtJmZ
fcVyrep7t+8+FTb6Jnmom4tes8bdNBjWo9Z0j51AebDL+3intSo6HWpX740qT97ZTd90ZWY0EBkY
aSZ2VUzmTs4eWzSgaWPW0MnXtRJ1qaY+o1CSq8Ctww2rvn7gwmVrKxCAQItwJgeV6juL/kRXY5YX
Zo5HHjgz1RGJd07udKlwnxPDbuaWgcMko2weSE+DXa8CQexVCMYyg44lKpmtRzNJvzStMd75iv4t
c+UhH5ub0azcdxpmL/CNVyuDvWDuZTBdnAULyTdOE7q8dzJQ6d2jzW5/HrRF/GjVNWBnH0YtemS2
gwJmXUEcWQBTNi8CJy0frXIU+F3FE0poY2qkl2XW+p9DrZk12+zUvLDs0KgXXQ+rDnWz1IJbEXTa
nRQD8GplDPOrxppSUOVg9R5RbW+HxdT02V3p5gBVFcNMD3Vfa9e020BPRnB17vS6MAZ40iWCgVUe
lJ+DKA2f0QEUd6nMYwQsphoY70CZBgi3mMAi6qZf3nS9kn3O8Ce+Hx0XNW+zzZFAEobPGBdMcfik
q80E4jlM3H0+WNkF3LXguZNGxq6ECNcXY8JRItdC4yt8JpQe4kTqX4zOiVBJswbxRXOD8lpMKuq8
BX7oQF8KlWR2Yi0hammEz4VrSySGepJzw2xnpKPrVndKnYM+lnHhToAVJ3Qw87CIP6nZ3361/xlh
/Jsc4tXO83a02nZPaXs8WeUF/8ww3A/zRBWk4AxHeBlU/DDMsa0PiBlQipMsYQA/dxz/HmGYQDcY
wbtgK1S+4qnzc7CqqR9wy5nzAJ2XkUH+yWD1pYX66skkaUFfksg5y/BQPIqTIqC2RdGYhdkA/QXU
LKEI7AcDcLEpW7GN2trZZfUgN1ZQ5Qe9M4ozUfgFTl/WdKiNAb/VJEmh22ebIIAM6ORlcu66TXmn
aUN2bmfkfBauLVtR1dM+0iYV7T+z9lE+R38WP5L3vFOPa+G5xCffReaXxjjtefaF441OFZWJE4gh
bk3QictAZs4qdpxnjE2U3aubfPjrEr1GmRw3FX8caUZKMASg43ZKc2uxLY37ojVvdQnpOgwHhy0H
Ib3MLCSA+tC6KNqCOOSm2vROkP/FSXJE6iaSa5fR7UlXMcRXd3Ck6t+aEcr1aI4H+9QXAHFNa3xn
V3tzKBaZQwnDOVKPQ/c5vp4x66ZzO4klV28163C0nqQVqp4yaOY7yacxV0U/VyIXlFkVJlEsQwA8
gIpPdi5QQ/gpWmN5l9gq9sb1jr7x2pma86xUV+Ug1/hHLUxs7wMMWsUDEfpay3UvRuvCf0Iwk94a
5K96G/bN2SgPagVFoBM7KWiHpLdmG34cTNSQ5Cx2Vu8RLNlXHSDXEN3KVtfe2fHmD3t8MsAVjDnx
BCRNIXaSsDvDGFuhniZ3WtIj7acCl8WnGU/HEYpaJJT3mlxvViNc6FnknAYQ0xJWxvF9Knp0JGPa
FHeAe6zN5A/Q+ZUBESTpZ7ti6N3rRLFBTlbvrpDj0mS+bfCDKTZ58kCf0WQ/PrIdxwOEW7bO1qYl
FBQZ2k66L9952k5xmByGKg6ZcgZu0OxUe/4Yr6o5rdAY+CPocdf6GiIaSphsBTOoTSJtFOmcdAkb
rl74ARSHoAI5WvuhhYNxjSWJrCiC28xYKSPg5fLpD+MAYpMu9oYaGJpZO/0kgBZDmbZ57AcfIz/I
PT9t2itbg3znF3BxNIhtq05DqsEGtvX7A59Ua1z5uSC0yPb4n2nNDOc5uiTNZKmhZVYfGwH5B8IR
MyqEFvrsuqzHh8ro7uJ0HD0MuNU5f/rS4I3VG0hASuEjRNgewp70CaTqU94Um6TVvwWa0Szo1X7J
obSLuWouqNkRd/z9Jz9JlfnkM1bRYcXS4GKUcAo1U4DKi4Ce7MfS1C/8ydr0abHMHfeydnGCyYRn
NtkiUsSD9kM96D9Zyr8Jm6/uwpss5QFvv6h+gZ2u26bNWOXfsgbizO7r//nrtf8kLBYQibmjDKWU
m/PT4U+hUTKjxGYgxpxH/J2saMaHOa9hHgziaxbjIgT8jQIDnzrT9zH4I6pb4Dy1P8lWTqIAVTXV
gE0tYdHDo7NzWvAFvd1GkaY2H+M2Jg2vDJleDllkq55J83AzyxUs4iEIktU06t0XgJ+YcDhqDdfC
wM7XL5vyMh0MeQP0cNrU1I/v7JfHcf/lA4KDg2UBIpdRzqlGWA+6X63oGX8sYxTSkP05Q6bPgUgh
S/FOSDwOvD8OxfiEyQbNf+7X8ePfdHYPK2FqPo7KiFptXwWrQA3jd0bQbxLEefcHdTfPvnhc33hV
9JCrlAoC1D0ldLvRLFhWEpGNAXCDB6G6hOHfFvDEG5/NLh2dy6lULpIq3Vehj/KgFmTU3cm0wl3E
vJUOV1zR3GQZj2Oytv2bxIacnwDO3cYB4+yiDv0NvsImnjyu+l6/YC7Bf+7K8yUDw09mTbRUZ4WU
k0s2khlWo6zDe9tWwq82e8KBVlrtkWRRl0eFC79ROxsENgmtGItNl05eMCbqUjYmSgAoiqa1rNCg
uDNFF68wDY7+uqn/iU/EGPd38en2SeYnMYnf/ycmaR8AI2BYSz7FbZxpXv8AwfQPWMioNpoocy5y
HJcEWRgekihQU0nNIJVXcYkQMsNTadKxgeKd8Ac4sJeB1NHCIu1ijkL7hQ9BSXaSkaMGxgbcDcZd
EZWl8gkpAPcqGgKKdUlHdZekHdiYyc+esi4pEEySpbmukJZAJcSfiq9F5CMT3JjmItfDUfUctaxS
z9F4BVZjejJ706hlj+dYkSGBarsoPPe9nBZ1alkHQWGP0Ztq1IkXJKNuL2N9zG/jSflcdTV6opne
519U2q7jbA3BHAnRC+WGodAUznOwTi70tBuLVaua4VdpFQ4ttAwUOLZLFWrWskmLQ2SQR5dN35Ve
r3dD+07cfBPMaEqio0IvjzEQQmYnuUzFjY1o02p3qRr5eIu0lSel6JavltQvarY30ZmjaDCOGR3O
LPiXEuRVEplWZGdlEdEiykS9ysK8Wg9G3a4VhGxWRiffc1D7xbrgVChEZ2cdukgzceN1itbqMpsM
FHTuLLUYGfrk3afBcBRjHdOi/J6woSawmWJ3UxK6ucua3ctFbRRIFww54+mi8WPM/jLxLDO1+ear
uYtDJ+p1ttfYPVIYwZiLWxHNztx6IcaPrT2a6JkYsBxWUQEHMRv7ql4xCUW7gO05yZfTpI3WImn7
qfHCws6sBWI08VWt1YhZC6MYUbfG+E5x0TtZWqJA79W3y5tk6ocnxULvzVPq1ngyI6v6LmQSk2EL
+K8LAR5EvlPpvrlhM0wBjU8MPlHR5yIeX78ejbSmHazhrgmy7/6U7wOFazPp7hZNlWj9sjr+E3v/
jU4VAZJxx1zGA9xhVvXqwXmTK6ItXxTfqgaa0q5On7Kvr3PFX77X33FadT+gBTgTcP4iFr2K0/yI
CIy5AeMBqvwZy/sjgaShxaCQZxLky8xpm0uoH3GaH4GcApM35x+EfWQk/iBMU5EdJwCnl+F0QoH4
adRGrYh3rdyHIl7Y2jdJ+BMM+hWkwbXxEk0FvV+OpTdOH8sA070VTLrYXDm4dfhnNJNDpO94+sQq
T7b2c8LTg9+HdVOWB8u/nNwNDCeRbu3pAcuS2P46m5NkkAGj5rkU15o494O7zt+FNKdsD48VzXyK
wlsnuVTaS7s4K/V9bR1y51zEB+YUCV/3ir+foqt62DgOAq/+XkNWQY8uK4XONpzEqbm0Z5tdLFOS
L3a29VHudO/N6CrHdrTKFoiCVjNkwUUCFI3x9EKiKdrtLG3d+XvcUazsjoZ1Ynh6uVTirV7twv5J
77B1zFFK9Wsvbm/keBsad5O6U5IHbfrcJTs7vPDrrWx2FnGt31S8T7+2yOKgb7rnlgaeIr13MVtM
vGYA+nw1jBsrAvh2FbrnWr+K031dbIfwzOgvxu4wqovahyl8NjGsRp8FDwHKTgNGhrLwja2NSvr0
iJ3PFiXk+U++nsRDOFy3yV3R08uP9xLlUvOyErdlfeunF3G4Rfc+xnXTWUUIBZWLZFo2TN2ss0rZ
Ymuoo1OtrfViU4ZXfx5Hfs0umkPR/zDeEKGAeIA2Il5s9I8QLv1tmvYxi5pvX/912zw13+p/XUQ8
wv+6apt0jLLgV9bxv3z7H9HCNj/wXGNDMo+p5vSM6P6jNW5ZHyzKSdopJGh/sW5/BAvdmYtNOmoW
/W+Srhn8/HdSRxyhI87JMIeb27JQH/8oXMy7y8+sDs00ItlsZM8GDr+Ikd7x7qO3yEl0kRV8Kju0
proqNG+0Or4saGUrZfmth2SUT9OtP7K2E0ewD8pV45TVApZ9v6oyg8D6Xyfx7HXL+bh8+fF5EMYC
/z3DV2bOw+tsoq8QExvHLvgkk6JcK4GFsdn8JcFuY6kk2CHLVn34/TFPejUze3TWkQSfN6sZw0Od
t+hXOVNt6JkyKpFxN1rK3tSqlZR9dR+MYbloqjBdVeUgvKwEg15mIfjF98znWX5HNwHtIPSt6BEx
RJ/r6pObIMOs5ZIOzs1kjgsXX7iwRGtCYIxsKTsKAwqzyLhEVWDa/f7M3x6Y3IOmNF1cwLv8d3zi
VR2EMBEM40a3FCxBbLROe5i9C8Pvbt26X9fCujW1Ylvm4tPvj8zmd3TSrGBuMEwk7jNA/5l8fnzs
uBMmw8RQXieLZIEK/eLi4vNuJz3bCzaAtM7NS3dlXjZbZ2ntrF2E4VG1x/ToUllhaLh0PXeFDxf/
Pv9esa222bZZHKptw7fuSt/ph2aBwSO/+Nx5zwdriXvGp2rvrsTS5sfxl/7TiGcz/T98ipnG7oqV
djldBufux+Eagc14MR70XbdQPKRYvG5hr6rV84E3fX5u+Hbw2iXXyYuW1+ay9bB6WYPc8wDXrYwF
9gOraqlu1E2+UjfdulrL7/EOZdJl77lbd2su402+hS6DAv30Vb3UdsAiroYrZY/t+Mo+1y+UrbrB
dQOrG6S7eTdAFS/v76zMnbI2Fu52OohLYze/U7vwve/bfb7AXcuzl/PHcJflttzX29S7lQtGsh5+
vBuksnfYLm3cu3rbL94zq39hhPyMJD/uJxrgLoAQ0MSneUeE8rpfmkp6vV5e3WHpvS+9fBNcd18i
VMGaReigyLhC5Rvf522wQrp5pS3Q111P22iVb/jVFVn2+tvm8myEElh5t+Oi3wZLqsMF/7CKV8mS
2s5LueTZ/P/FqHn94jpkY1xg5Zl9dA+YiET8fdlvlWWwzrz5tdvt7xfuy7Tw5DwNk5EHXHBgSi8V
9+tgUQjZU+8aEn6CG6B31jtnQ1fGaEllmz5CoD0f49mqzqEZ3ZTnf33B6CJsZbh7+Vs99p9AyNWb
UkYNujqgFqJs7DxtKPDW7nKwRJZWqjtf671KH/Kzly8aCnihjtaL3fKEMoql928TGniMBErH/ZWf
xeqZz406Iwf88SXLZ8SAH9jLn//28ntI2jve76/M3Ox4FcZeVgCM9LmBAUoMCv+817wKo/6UDfGI
GdY1I9gzRSjnIgtv4iY8d+Q3pWluNd9c2lFyaSjahW5OsDKd9Sw0EbiriSGGjjWf+jUIjfNM9Hd2
nD3luXtd2hFmSu6+lc1DC/HUrwE3Z18i0X9C1GGbI8FljhXuD+2lm1ubSLunp+AA83YPCG5vymLA
gmMKN5aBYlKLZUSTrLGmXfXCX+XhFTNULGKKlY9EdG5jeWB12xQzJMgBSyGafUySaaQkiWV6Awj5
tsfhucej/veX7mQHerl0YKggAL8A7NCvOb50MnZaV9dleK0mbDVNDLQZwB/Iwu8qDK89AF7NPIDv
XoP46t45+PFcbb5j3DB2QGoQUhF628fHdrDvG4dG81fIjw9e6faRF099sRCVgYp+3TQ3hQjR+AJz
/PuzPlkvc1YmKNawrUVkiZ7IyXox+8qpBxSkruJa/5ZIknfkZeV6CrCHAo23iBvDRMsaCIgLzW7z
+4O/EbeFs+Jq9ovbBTRY8sPj0y5E6wdZa6p3pZbg8SGCm1g6yV5rEWZTfSVdAwLD0NvML/Ii30VT
1F4kJoacGmUVIDRUIbMnIaZsGTRTijN88VzERX0n7eq9/vTxdWLc8PJJmSOBuEVNQT/JiTIHLFtK
/nDXatEnmDjITas4pUeGvUeI41Ob0FOLECFKp/Q9CvWLUsPPaMcUi9kuDDjakuDhmQKSir5+prVe
Vo7etPl1mrXLtO/9VdFNuzUSEgWKKhWC7a0eMIFOpvpSRiEsJxsPgCxt6QTNkn5l657bORG/Cpt9
J7RHZ8z666bXq01V4afy8lcrD8uVKXAiykbkbRqVJk/A2MMw1SunFPG13RT+R9FcTrIfz+PgzLXD
7hYkUUV3JxjoHo3qMhzM2Kv7rDubIAssUbVvbuzAv1StDq7baHx8WT9/1En5dQX0ugD6v//buMxz
wv1Pvv6ma7L5BmQrOuphzy/4q9gR1gdKCECBiJYDC6dL/HetgxKLqs3jUIYSLxIK/ORHrSMMRFoI
QcwsAG2S9fN2P2odoX2gsQ06CJ4EDVP6LX9S6fBRWKo/lzKIAVrnwAYAB8xDWbTljpcyPEPXRpOk
Wk1OUyabdIwpv3u7sO4jE7LDOmx9tfbKoDOstSWq4aPepc4Tn3jY+U6Os1EHSi/ECaQVOJyindKe
AXmai/zEcB9Nv8WUomkkSgxO5CbmBhBHj7bm1HVXg27XJTmBTo0F7MP53KQW6ii1q45YNLmlf5E5
bo1OY9+Es0l6ruQe/BZ8GhO1H86bRjP8haO1uhfY6Ixc9Z0fb6NOdc8bKx0vA2i4T8KMy+80z2cT
2FB9mqYRXD4ck+RT7mapQR8l7XGGS0P1MkIr8FNTdvZHN5N9tAmB8OXYOYYuotBjgGOe3wu7XvSp
nEjYAlk/YTijfQ0zqWHUNEXyQW+41Qt1DAwAjs0kMSHVutJfOmEt2S0Re3s0Q2vaZ1iXWDsFtChb
c3qliwqP07Z3qzM9pLO6kXWmXFapiRKXm8fx1zBOFLhYQoxnlVUw1Ve7xrZWYT/WKT6swEE9U29w
pxWV0nVLWFd1tGj8zACJqEDBpOliGCjSZW3BuAvbEKJ3FHQYpbT6Z1FnWrzIrbS6ppkYzMKVGDfG
DeiipZoIomepN85VlRiWgl+dE05eKWuMIhiXqfpKUUT1YOSm+wXWe4IMqJEAUqxlrz11AK4rLwgB
gC6TGZ3ThYxItz6KtHBoihihDU3PGiQDS1E6C1u208GqaRyAZhz7YuvEIq4XgZ0gVqn0mb6lN97r
S0vtU8fLSWg+yqyPJHDu2A48F7fiZOE02kgebGeRsmkHF/dhIRS7PCvrArXY1FSpH8ssL5HozFEs
9+hdF/q2KbG1HYSLhiE9BqdbhW7Y4D0dVdhwuXGl3zo9FsTZ0IT06icHvPZA7h7pmTGiLMQag3M/
1vh81t3HIammDsnTeOSeu620zqYwi1svBtzylAYjgiE+s+596bR+tRotJ5ee7vizlpll2nJlygKv
DTCbzoU95Vbiid52xoWObg66uKliOYvErqdpG5ejHyxEVJnmNnfQpEerFhFBSLsJFsyj0IbPWTO4
nwpFV0pPNE7K9alFjbyRO3Z8n/bjWh0r90s1NbxT2aKiG45FdTEZGTivSIvVbSO7FAPEOOexNaxh
ZgFYIb4WoIwYZAxsvnY7sakhtt2AXo0ZeuxCy41Mz1WJEIuJkdZ3DVyv4cWQsZKlhnr1jMtmYLNI
DSVPIRj45oMt8yzxDDGgs4wqXMnFFKK6r7Mo/Z6Csv0s66Y0Fn1V+N+aosC3mSewvzQ7fYqXaQEQ
32vrXGoe2Hs8ihK3SqkBIy18cBJX773eKC3Ns4dQDTxYY23rJZEWTMD0YmxS0PqIcQ/SnEkFVZTh
ypLMi8fLzLi2zzLRlPpCNKEIPSPpcCssBGhrGp7KdADyRXJYmqGUS9VppIpaUtHiuOkoQKLQerHV
nVU7fbxpKAN8r0jBD6zzKdf79agEhCYLpLOxHd0EfWyA2IRDIxAVHRZmi4h5iwJ9manolQpTZpLg
tV9SZa3VLhGPuVlhbOw4Q3TvNLn7NffV9hH4h6DeU6O62zABRZ4wb5vmzh1Giyw27RJr2xaNnq2M
sa3xj1Riu8eRVgsKIo9qxM98nKHdRZaMhrVq1eLz4Ao8Mznx9ia0kyBcyULp+m2Vt5OxCdJJa25E
FbJCFGU0rUM70GzfcRmVpwySW7Lu+7ovlm6Sll/VqG88Do+Mj7TkkqnctSjTgSBctrHmhbktWZmy
2aLH4i5Mn8SumiJuK1AFbp/pojhrxv7CMuUmYlZ2PuXZRdxTF5TS35ncegc/OCcfD0A3V24w4qWj
9QtNtpdJgMglj7EsuitRqs81x1ZN2jtGrJ0lVbsxWvppvt8vQosP0CX90nBQy33JteFxGC5K1gVC
rxHMrboyH4Uqvo51djvQRBd9QRqsP2nBoWvKC5mMeBGPW6MOd3UT7wrquZGJw4RksoZB1BCNK1mG
j1XnKMvGLMutXfV3beZr0SKOhq1h4dKcZTfMJgltpYmVgnORhYbupaW5UvGUtttnR0aZ13VQFF2O
lqo4wFVok/e+c+Ya8YM5GuG6SVUYoTE4OR//TCRv+8QQyylJ8Wcdz6KpSM5EbShnCFfcIdQmF6ao
lxhg5ts+2eq55Ekdq10SIIceZs62CuQ6dbqbGoRWZ7lnLo2w3IkDTwxfpk7Fp6O3xx2vf/Cr4KGO
Bdi8TNymSXTW2eHeSYzzpBtxD3Iml1g7brpyoI2v8rZFIK7DdHg2lThbyS6sXa83tQ7sJ0SPDIvF
TPKgVs1KEfoa3REe0WkfF+pZmmn7XlNwzsxQ5DXFVRv2rBoiDnplu1moFK0lp3xkcLKUcfItt1wE
L9NtG+tbdXTui3qms04kziPFzv2kCk+1iqtapxsTAcmfHHlBLMLpbJDRKhzifBVOEF3CDG+kHMRa
o82JTNo8R7l+U5US/gUPo9dO6tKmZirz8q7T40fCqQcoPNwpcI+6GbLUNDkxIMIlWJSQb9ekPrel
ne/LMn3S0/BhwCXiuco17c7WFa8WertAJ9AFiIOaq+IMFzXMjmXshojc58N1F/KejGSTVd6WOEgr
ii726Eg8OwJ92dzutIte08ZFMzyKAmM5N7a+cbhlzBgqjCosqJvOdDF99UnRpHYRa4yiQ7/cOKQb
S71Qvk6IgCONuZrSyT/Ti6q4rYVNaqJPDK5nw4uDiDF9yoybWEXwNnVbzN91C4V/tROf2qqbzqck
WCYlPcG0RG0qG6910a9ljGh4pjOpcriHIAEPMisohi6roAt2YCAvswm7FKXZVWnmcuWjL1MUXkzY
U04w840huFQsc9eM1sFuYo8EI/JQwlki2nurm7hthz1mn1awCoWNtTx+KLNNXLBAL5DxWdnoS5H7
+qJJ5LZp1YWuJBdjFeyTxDromrzJoAnXNqZ7RNRAdQ86+4xJaZ5oGqphfrJ1SxabWyIWtsS5cWGk
n8MEj9+q/kiS8cgMZeGGz1nBeC+9jkZmfhXLOb9tR+PM8rn9ZvdEEqh4EcKrBu7YRjD1hza4B9vn
2RptzgrHPverkjfnI+5SdBX9C/hle7WJ10pKD94ZfYrOb71mYAUptFUZJniQhgNi9wpxHeFifOiq
dqsFWIcDKll286Hwjvvsu/lBoAegbXwDfx84m8sgsdx11ydXJqqwqWsxlvOJzPr0nJQjNmCJOS0Z
3LeLsSIZUafma1Yjqoj2zzKeUPjrM4E2uLzszXqfDVW2TFLCSR09yh5NIk4Nb4c+QZjbLJ9IrXEu
zJ8GfZ7wW+qIrIQF7Owz5S1O4cGk2l8NTEW13i9DyoKmcVahouo1XBxHzdZ50lYjVsoy+YwwNy6H
sZU68brKMVeP6kbFQT23+h5LgFaBHs+AZlEXbYRfYl9Lr4sikSGQJMVzZcbySRMSw1sw+H6xsmzf
qjAikJIGG6LXpFpZFlVLNGC1rWl1eIG6g8WO2KB1toAeUe8LR2o4ww61gQNJ2X7j2ibdTrd8O1pa
kY9w+lA41nUcSPk9NTVU33wVwX5UoRB7V52yDxbDEGT3akotf64MpFdXlh81BxuFlBCWaSduCz3Q
HCRpXJFS3kuB1eE4FF95tLCdGaoU+TKJSjfSQBlmLovB4cSWhd3A8tDYGq77Xq9rT2ua8SpViq5Z
QYxmXjs0cui3bD2qg8BtAF+sFzEfUOKvlZ6phSXYFh19TizdVLfO8iRSHvopVy5JTMZyn4xWspL1
aH/VIF9Z0JRaYCroWk9f/rzH8N8KNP6vbjOAgPhdn+GmrevjNsPLC/6GYFjOB4Thgdv+ZBX9GKq6
H2bxWIREgFkAGp1b1D8aDY72ARwpEAywkSoSkPMk9mejARUGupD0QgHe02j9k0YDsLrXfYYZ/gFo
FxQW7CbmmTAUj/sMvpGH6sh6IuyqIkBaXI0sL2jjqn0cRFOk9BHiImnWeYmOxUGFNGfd+I4Tx1vK
L3c8VMwBDBQhYEc5EjR7IrstAP8Gg52xQXCm8Cv1Osnd/B6SuYOFqoSTSR2ZRCYdbcu3rkVo+v4a
rR+FhpyWZU7F+NJU8qFe1wkGXVhQxOg7rcpSb29oUKhUOrqiHrBcq59dtVFwwFbcmF1v0NjtKJIp
FfLIEhsYenjC+6I1H7XWmOnmMezXpdrTRCRJAXlh9j7bcRJFMBp70ZBKZC2DiYUV2WG9jiMzuVFg
j+JXH3dFulb1TrN2KgzIVKyteuRSpYpbsjM2bhVQx75aRoe/uj2vx8u/ujegYmeiBTeaOfPxvSmV
rNO5ZnaMElIQVzAxqwp65VS4e5loVbT8/eFOdALmtTBzzZl3vPxBnOX4eH5EH1toDTCcmPCArmYX
ICOGcp7ov6i6JAuYmqgM93mWj+nz5NbaXVf09ePY1yyBMaI//s4VOO6C8YmItbNgA6wKvrGMk09U
B8oUB0FG7l3HDPOWQsn1ZZtPCpqTsdFPmIz0Yb1yUrcmDyqzATdvaQfvfQx9bq//7MYJpIHnmQMw
KQCAiN2ZJ01ty8raSUl9Ggch1jhos0conlwlWRKxWYZNr66Fr/jlgga+muyHwDK+qVpaLrVB0YH2
JYU+PRkM0dx7ljxUiw09mbDMFonTFhOB2fDtG9EYfXjb+9PoP5vdUGPPq9I8Mt+bfRI6Ts6FB51G
JVQCWozI7xzfZTV2wjGCYoh3DI7Znye403JlhQZ2jb9fT8dYwfmiIWzENUNmy2Yc8LLcXk3YzMzw
WR0+HbbQHhrLUzon1S6EHBKqERSqMesxJdXU7496+tBwVB4ZAykzwADAV08GRNLp8SGzQtomKIdS
GyXo1BtW7i+r2K22vz/WmzPE6uP/cXZey3Er2Zp+IkTAm9uyLBqR8tK+QWxJFLxJJBJI4Onng/rE
HBWKwxp2X+3oUDALaZf5DTwLjgvuGyacn/OpTNBPKe2ihNIQ+6VuMQXAle2mn+ohvMWF0LPveoW0
R3TlVJyDEZhYOmDwrmxOB7KaFwgQGrqhU8nEJ/BJZh9RXFk8VXFO2F5HsfxiTZ089MCGKY3/3+r5
/8d1tAzr+6iIUJKmv7Imls02/YzGdj2GNedZgJQb9YMKw1ZtMpT6fr4+2nKkzo4cJVlYbNToGZb3
bjW3KHjYwzwHebKZjULddF0bHGPlOEcjLqMniQYiVo3OfJsywVe2kP1HkOV8cHrl1PktUOxAntYL
G8eFsDPhsH9krNs62RYR5dgPsiPb+bcEHisjJLj43cfQmwPwAkUCw2JjDUaJynnRImEG6lD2vgW/
u4Djh5BxPoACGBzpb81aoTYstOETcJfQbnOM4dXczO/HRurmGLPA1ftmrkku/NGaqONjriqmD21v
+piCxL7hv5/jIZt/O5lovfHGlH4BpnEYAxOUZDYYwzPqLnPyeXTHgbw0n8K8eHDHzHbfZZR+xHvE
BXy9Teyk8fPtWDpJcFeYuCRgQWKNYUymhub4O5k0QKh0qEU3HZI5s2e1VVad2V9zUh5/OEVuUrnt
RuVBVH5O55LKdqqT2dJEtqkL98eZ9fxNhXaGhPPg1SAAijbxSeQDlRrhqS3LEdPhxHTSd5Rc6vxI
Tlq5N/yNJJoPqaGbeNgWjJz/KOu0j+9p4HUl3m9WxNUhTd8Im3dpkId5dWLnBnrctdrT0a6fB8xu
MY0yjIK+X2DH3r4UdqWdp8rSYnJ/145fj92NaKvSyHaNU0eTjYKpK9Jgq5x4IoJPpmGiUpFVRvgc
GVWkPtvdWFBf9b02ICdo0qD9YXgtGsjYYONplzlapv0+skZDPhPZBP0OSGiaP0dRWda3hhMTk1Aw
yYVNGlG3Pv7yyZxi+WiZGgEvt8+LYuOOUjVbOw/r8qtrz6RGnW81462t/Cq6GZOxomCRoCN0SuvB
MN6RnSW8PgaGEfIjOfhUPxG7tL+RGQijD0lnjKlPbQ8Zq2+UBZKUN53qU7nxCz2ZD0SFmY0vHl3V
u0FPsjk4yp6o5Bd+5t2GPQ66/i5D40B/pgatb5IoiItDizYnv8sqSizl2yofvds0qLtPmVlZmIIh
60DaXBqJ8ucfYW0gwLRpWbIGFbSwcYvjaEmn7u+lsFPLP7Y1DRcqkWORzmh8JbhizEaPey6+avPd
6IeDc9SyKsrT2PKu6G0Z9JkKk9swMbxA7IM8cvNPqElX6gtV/XlSW9HlZnqCTmCkbN3QqvShsJ2y
xZTKNPGLoVtO7ZnekHLN22ZIBr/aDHjVzdTGdek140ahDRw4GzX2Prm3a1TjrnMmwMrw7FugVlS7
qe1rozDtp9CfmFnSPzG7P+wusbITi5u2eze2evhKSVcg41V4BKTmOOr8H23D5T541KDUu9amFXY/
T6E1PfiVomxNfcuA2VHYo0CTJjYHfT81gZUewzGwkgfLC5PsS1BmSaEehrxqQ7lHhKjppy2bw9Wn
NjP7OPxRdlTZPpOoFrjOz9BbNOikYOwRFgt1HKWf5eBm2Y3vynZUtxXtUP80FEHhJIdQ131nP3ZT
aVB1Mqs+aN43FLSlsSulw01Bgcdyy+8TeStgF6MKs002G5b5pQqUqe4Cs2r0yeicPn4w4pRCtB5d
9+fUoxRy7UE8f4fJoICmctmSv0AjIU5chWdx7aWFEeLcKCYaKvQr5ElWjdjpAD2XVgfDlQficjwb
MThwQ7wOxN9rMnm+iJuqYYoORTymN9BW5E0T4LseOlzS8+xco+Kfv4XL99lLSL44ai0AxLXmpRH7
w9CPYXRoiyYE9ePrg06HmdZRLO9DFVqbporDneE714TvVjnBn6H9RV0Q+TRsTi4E2lRDXFHaMwma
SmV6W3BV6O2kQb2bZiq+gleYTiWaGd627Tpvm+TVWB1ykWNr7ze1dYX8eBG7ElQCf4HK6SNmBtjj
POCyEsfI6NjEv1N6ube5suyTtwiqvh56nC8v8VXA3/YABoAnCWj3r0aJDYUBlC673wUPbrsZW8OU
mEgRV+I5F3b1IRKuUVwZdJ3qgGgGhYByOku85GErhKkPaLltqAb9FpyyYVtS0yqOnW3m+kCOPsJZ
y4o+xpgMD+0N/7o/hTFqoN/e+ukL0BVHB1C2hJdr/XTt+SIOnXQJfFKaoc6x1Qkm2Nu6DJ3uQZAf
JtUGYxJHXDlS6y3uR8Cq/Cjg5sKFBcn/85XFmn2ybYHRlgPAO9/EKZJBx9BW1oea2zE9NhL0DsXS
AdQbdXnn5vXvPs8alm1uYlvP/9AmA9excKz/Rg4ZduIrtPmCwwRf56Z0bHGb2GP6Lq4JlK6s9Atj
UdgBi7nUcQCKrFa6tPvZyUlTD8TY0T2Gr6gCQwR7av1c79/6WfAzl+3EXl4sG1ezWipzGCdvcY1I
kwAksgYAkjQGbWHT6dsrhjXnacmfq4IHFtgVRavFIcA+n8PJzgC01ElylHkXnvKuoB/g1h0NchVv
adiZ/gbJCOfKlfDCqNAkSEsgKlo2+cn5qEkoCX4d1ziUXtm/b2x7PPk+8nG2Nu2PmOTA6DEGr7uy
hisMJB8LFz+ALEGLA6AbGuXnw4YgGRwcwjFKDebCxItiGAnsoXmWGxoTPh2jxIiTrTXTit2XZVs1
WzmZwbiJzC5Prlm8X2wpSiOwwflNtDYXcPz5r0nUECdUgosjrVpj3LYKZuWXQQmM7SeR9W+d8j8X
FQmvi7wIK72c5b8S+7xD8gsuBu2nsBtAs8Klp9UN/tedimoXBpX8pfws/B8rIUrDyXPzQv55fi0z
5WjQkIByK/EWkZuthnUHAX5WxPI4FhqjUcceP5i1HKHaK2VsqN3410Y8v5P/jLj4J1AoIdnmMlzt
aLOwDEcR/h2T0drbXZU81vTkj7Xdt1/Z1N9sN68/VH2i7xPCufevn931jcgyUvTiOFGS43Jai6QD
rzZL4cf9cWpIOosSKbYia+Sn0rUhPtQABEajDXY6L/SV9V1p1i3fbcPuIO9GUH9JwJft9tcCAzU1
knTQw3FQyXzMwh44hq6in9084JWRuXgEj32xpcec7ctBjTc+uKljAUAOyHQI3kyBdlKxDZP/9Tm5
2OdsI2wWWEqk47lqVvu8aX0eh76bjobQiH97qj0acv53qLBvfH2ki9lnJHQJkIukeI9g0Op8e5mo
0Cadp2OZ4Vmra9sELSTxrc8943tvpPLe8qGQG0HSyytDv/SRPqoalOYZnL7e+ew3blJ37hxNR6pq
xHjeAOLJKZN/I+b21+tfufYYA+QYBovML0hIVCVgfZ2P5Rqo/dJ6s47MAKzk0qLd1XfNEXHA4iRK
X24bmwaVHYrknY4m69jL3IcO35kf23nyD3MpvrqV3W4TEjUgb1YFwqJInzEuu3brnK8I0TZUDUJQ
yEdUv3g3V9XwvqoEA4X5zstgqN2WhnbnfwyjBH2okrh4DNpAfqjo/jVAnGg0X1mV9fCLq60L+pzd
QPGUa+h8poox1EMZeDPeVMFwqo22fu+J4V+oXsORCkK5lekY3dZG1h9eX6PzB443ZhkYXp0L2xZN
1D+H9a/D6IHpK3zgUYfAtepfpVGM1S4NOhNbLSdoAfa5/vAlo130+fVxz6/bZdwloVrUUlF3Ymss
l+Nf41p20SRBN2G6lIX2kaK7vasbbR/LFG9w+Fbl6b8YjzXmYJNcUfU7H6+dHE2xh1K6F0MiCJAs
fTByujjdnP9ILW1euV5f+jx7qYJHFq0vwqTz4QynBYgWChP0bBM91l5H1gb8zKNb37SU3VCtuxIz
vDgi5VoMVWHOcY+dj9j0TpRZRO+H0UX4CVSCfZwoG+7hr+WbSrvNFdXpZUf+bxHzPwvIulkLgJhr
fE0ULF1MFXVrM6EuALYkxbJ75P/ZDf4U/hdDgW+xGYxQCIj0+actqvHKteP5gEAG7fBpMkD5o4m3
L2IdG296BP7zXdyOqFUtGG30Gs8Hgz2UTG6YWYd81N699NLw3hddu6mp1n14fU9eTuHCg+XoEdfy
EAarPVmNvj+PuWcebLR091EaFRsTddHPhRTXbCgvjzlQyMUuADlWUrB1rNFHwEsRoTAPBb6we89V
7q5LctyTRrJ9dEDANo1RceVueen7Fu4uK8cS4Up1PpXKT0dzCHvzgGh+EAFNdptP2oUydCIuqq49
bJdXqI8ILtICS1OIC2l15OxIFUM6ZPYhCwwlHq0mENMmq/sQ0VbdSUfsytTGCJAqaDh9Qn5IO/8j
KfH/jCFfmGWuUyqafO9ilbT6YDyj8cMcFDzz2ZC054CQ1C2O0IJCwLbNAW+7c16+KTFaNiwq3n9a
bnBAsOhZvVzBXFa2NzKo8AOMqAnfTwmv3d2UBQCCnMnbVWrq3nwkFzkdRH7C5dWEsXC+tEyuglKm
nUOW+98GsxwP1rQIuVWh/A+9/k1zugRKbF/6JfgknI9kyEwr8MLOwXQIxm3oNCfyJmLEspiPg7Eg
p4zW2735ZKKDiUMm9kicinVmm4EfyL1ZOrxOU7rrfbDaSszFjVxgmK8PdXlvs2QwKMFvLA3N9Z7J
HAq5hj9ZB2Sz7W2aGc67McjG+1gb6YfSBtX3+ngvHEp2KHHfohCCUO1qPiu/GYwxZzy7ARhrzb1+
ctPqVyF0f/P6SEv6f/5CEOsvHG4+DnG5dWhB72gsCjXNBzyD+m+mqoHtmWWdX3nZL4eh8kDVjk4a
PFT46+cbJJplBdgMb3pppu5E14QS09ZubOfr659zeb9QVwFRQ5BEEYm34XycEOi7AbLVOpgl/u89
F9Fhpgz8y0wBag8xfjrUt4ZDDmz3ypN0uUUWqA5iejZNZ4pIq0QxdPusSmZtHchLrD3We8ahFs7v
qU31Q1r612qFLw1HaZIOpU/2jYD3+YfWJA4WoppkgCAodpzyttyPiy+AHSXqJLIpkFeO23rEpbzu
4nhGVYcSHRHh+YixIXC1S+Z+cfhLt0NkPSs7uNU+4ir0occr07k+AYzGu05lDNQLuKi1zkNtVUPU
mBGGZ8ZgngRB4dGomrjcVEAI6zeGZX8GI9SF2I/pKTv0/NM8ctUm7RmsVXZ6tKHxIA6oxO08JHpr
to1/5dCdFxWW0jIfx8W8IMIoM9urVzDMEHMaBrffa6v3EM9tp/cqKmEbT6rK7xhPosDZxSdb+t43
/ku88XpZxoffFrJ/EKe/2KuyIHZCfbnf90mptxRU88NEgxeD2W6+smsu1hEMBgJfC/gDQAa4jPOp
1dEQA4Bw2v0o/en7kJdt+tQKJfNbtP2Kp9dP/0uDIUzBi0cJjKO4Ov0OkDXHylzipLbO7+KwQCmo
oUXaR7J9+3dRb1xqER6bE1GI1XfhYuEK3233s5WiLgK1fgArHzeIJODCUf/z5g/jpebw8fgwGsbN
Z4lYofwYJBhnL6GnfiBNCr8UIsp3fQqA//Wh1uERVRWeA9Az7Auy7TUaEMM4DAriAOxp3Pe3vvTB
yNrufnGcw6HDybdtOzdX9uOiFXj2CjEolUsCX0psbJf13ZKFDh3qspH7oI3qJ8Njm0D06PqbeaTB
ixuJdRfYKj4AgTPjLbW6aZ9pNxObdDYqqL4u3b6ygYr45rlAzJvKOYkwb+NF/S0qeuTfaObbLmKU
tZ6jcitcjNgTADo3PiLGh651sfR747D8OczDiI+hMNtUMs5Xu8/dxAEqgnLzgL4KFq5q43aQqABt
zSez76g6WP2VB/ri6CxjLjhDVoJUwFzf7ok2dFo0496dyuJ35ihMlgkYTk1ryrdu5mUoxMbQZV46
qOuQw8nxYfCmbETSwDM2ZbXQz4ZSnOBSF1fi0iWs+Du6YTMRuFG/xbIUWfh1szCbZ4FWKhrY0jXc
d3nQtVvTjMe3HpllFJqFPm1S6u9rOF1WzriGeAEajtKJj9ouICxmQXkgDyAlBaF21/X2fHj7Jlm8
YyiTAB7mQT7fJI7XK0dAJt/bwnZ2kTeLjQC28z5FuHKDwjnMAKXqt956yz2+4OqW7yRhXMKvvwpC
Gf4xlpUrBoVQvTPx7nrHPTTtLbsSb/8+2jncCRyChdK/OgQ2Ov2oDFHUHe3J+YWKgK62OT5GwPSz
/lPjmvoYk6D+eH1WXzgGfwCRIM+WQttFDzLFmdnpUIrKvOG3oxoLs7U6pMzmTu//m5EWma/gj1f1
6sC5VU2B23M4cJmZ3My+wdUSSRg+dNKv3CfroJhTwEf971CrqQzi1IiR0xv3YVi0COAVdbsZ4ERs
/cLpAYbF6ZMxJGhIds14JdJZwegIdZaxAamDkaRqz7Y53zFdHqK8oOZx3+OLvDCNxlOELcVTGWgN
vLgqhgaxKInnq+9DafDDKXoyh1g/mljP3Anb+GKXMrkZMkxMIXzQCienNY0rM/TCPUHPnfeOhxw1
2/Wyx2SRkUu5cQ/34rdVlxOksCC8ck1cBNBMBc8qGA6Qm2TmyyP41+GZ/RKmdcSKyyEobltu4UPY
xc59OKTO3tKTdaXmcBFlLuMh1hn+SRKctbwN2KqWy3VgPAErT/a0th3lZgdaANYuDJWE1qeTrRxB
/petvuY8dRFI/BmeNHaRCmPhlzn/63OVOxcqzkC0CV+XD5awBvMofYhxQYOC7SZsSvXYe73nPrx+
sF6cZjJMMBRL32wN3ZitctSDyY7DnkjtSG3DOwkNaOdXJQShIrzWFXhhi2P7gWj+8lwjpLn2Mh0k
0MbZt4Z9CzcwxtnXz58peXqfoEXofjOUnXuYAOP+GvJx2LVdliDqaLriuZmsQuKe3fZwLHAp2A+m
zpoNQOlml4Q6/Pf1ibm829gMJItI37Ie4GfOF0Q2Q0VReoBDNZCYtnPRWnsyxsbaoo7kxFdi8ctl
WOIJmohUhHBd/CO/9dfyc9gcvwXntncKWK7gV+bvEDW4ZOI+5WsN6833KUEFzUp8uTnCxOXnX2e1
qMkMM/oAdPJs9MApyennsp9nYxuyQs3bh1v0B5ehiA9BZJ0P17t01ZWZqz1M5eI402H7aibgrWM7
yfPt6wt3eTuFlk1hgXyRD2SXnY8FiG4KJ7OccLRR8tkeXAfIcDB+fX2UyyCc0OXvYVYzKN2xG/1s
nvYQTb2dDPr0m9WZuSC5se3fwpGB8WA5DTKitBXUVxCizq4Gg4vqqnSOppvVH0Um42u2fRfbluAK
ebZlrimLUxo9/3q4eGDaiBIO6J6mqL6TFTQpTq8TCef+9Sm42LOU99E1Jl+lPI1j5urKSnB4xVW1
8w5NNqgnsGXuPqmAf5mTQKx0KpS+8jy+MOCiUE4LFtVCxM+Wb//rkKRjofoUXclDKL363mTxvzgh
3J4wSr2HVAWGvvLQXbwJxG+LSzBRNy0NZvZ8QBK4sq+n3D7gatg82lnifzCdwvmduLBRNhX4UIpz
Jm2U20RFZnUjM+NaUnURjSyjL34jNKSWRu5qmxHqRU5ZDPYhqVPxvaaZ+Q5fPvXNlH0zbQudwyRX
MF273BZXtvjlVmIuYYj+YdxxkFYxV5COyo39yT7QWlm4TR6i7Z7jqVNSTW50ZTNdvH98p0e9c9FT
tWmLrfZt62CH586tfYB9Xe8yQMgfmNHfFXo1iOaq/KYcrbefFToH3LeoEPHmAtpcLW80GGQMzK3n
jcVDMRly3IlSBrDfZnvKrzhYvrCZgINikv6ng3pRgNdOZCCC1TsHkths59oTUokixDXGctqPTjt2
BzMpyocBAhsKCHbz/PppvbgW2ShgUqFi0dsgaFsdniSf41m1pXWY/aK6jVUQn+Yo768s4wrmxTQS
QrBZWUb6RQDbVpeCSapTYSSAzo02469C1+NJZm78TVZl4u96hfQaBDBZpvty9nS7bXA5+Yfqc+Be
+SUvfC+uRossFRchOcPqh6Ct68mWHtlBF4n3RYA6Ow2lFFdS5ssraQEccTtAYSFWWL/bfqfDviYv
O5Rd9tu1IRltzIiVBTle3cchCPk3ryJvKOniIhtH5Lk6Jk7hJwO5iXsgWPiZokW+84zwWv9m2Qpn
dQAWjpAAJwguP2LR1bUnDV6MuZfuwZ28BCfyBrXAqpY3kd0Xx9e/52L+KDTAzOVbgDoSDy7Xwl9X
el93JHbwFQ/ZCGYbDS0gQj7SCU+WbN7HeTHsXh/v4tMYb9ElBBXOM0KzaDVeYGd9MPf0HXQafzYX
fUng/zhPuV2HCNfrg13caQwWIHuGkvzCe1u33IygchuZ59ZhsuvpI4x/+bkqZ+DJzpzekpzRkEd9
+Ur488KgSwkZaT/iOxMi7PkXVsroYDTwhYA82/t2iMw7vwm8I9erv/cjOSHSAjX29S9dL+MC7gRo
Q0TkB/CW/6gx/rWMC0XS89o5ugkqmo+HYAKTeIhsMTwhuNC0W78HI3UlGlgv5TImaQv9I/qoAeTM
8w/t86jCSyI2bujo5v3DZIp407uiS99NlXpjEY4kb4FkkB0yIEGVfT5WIDxRNrTHTmNvyp+jruK9
mrvZgRsymVdSgcvvwg2NiQRjxrC4ZJ6PVSVgcJNgTG/D2Ft027TXbx0DEN+ub0M4SG9dOerkAZwM
JhGt6GBZ2b9WrozpZzhpHkMsi9ybMprkk4nT+25WUbhDs1ReSbMvd8qSytCqJaBgStfOjyhxm1Xu
pv6p0AacGkunN4PZJO2mF110zGWWXQviXh4RlBRAogXWvfpCim2untVM50h4X7JQWBgrWvK26TX6
u944HF+f0PUzD9GCwjBlHLqNSGuujaqLPuGNm0zvVHTGvItmH0k9z2z2jioQPTON6Sar+nlHwFge
48ipDq8Pv+KfLK6TlDkZegHGLHfP+vxjXBAYfRmeFpmR72koALDX2vxuYiP5PRyM/sZrIjwNHK8O
7ysX4SIKg+4tUoDmlZ+yDl3//BIeRorzVKOg355vLc+pBG0HF1MY3YU7T83TTxnNwaHDmfUxt/pC
bVrXSG6KsS2eX5+FF84QbW3yP8wAeFjM1RlC+CiUmVciTQjP7bYHGrXP0ir7GDRi+Pn6UC9tL+i2
zDpP8iW1qYriwoaR4J/a2m0Po8qanQjRrjNGNcLNjK5pHKzv92VWgXAwrzjy8kwvn/7XgTVDhOmg
rrKdrYnUdoQ5hEhYi760NLtdN/FobpnVt9/wC+4BtU4upyUlWcfKdYcobazdU5Cl6bfB6tCSnBW0
Kkfi9gS4+spDffmZIIBgRcBwAU9NseL8M6M5c30jGR2CNldve4i4u8iFFBfHNaZsIk7KJzQf5TWi
2uXGYdiQOB07LBTl1sMmdWwut67LdYgTrpUI7xRKzLmT2vbfv75xXvpCin4ojBIg0JtYHY8csUA5
9JV7mkRn/pZx2H2Fn4TsZpv7iOjwCs0PdQWE/60zSyXGhrSzAHQWsPRybP/aQNkIY6kJ++jkp3X6
ICCuFltACt59X1FUNXSkt13oZ1de64tjsoxKhMe+ZciLqgyiiJWs1BCeGlCDT0nQL/XsdswXkeUG
2wea7FdGvFhKEjqyLPqjNvcPF//5d+okDONQ294pDyBp+3FdpTfZZFJyLFvzWjBC7MGf+ztoXiBr
fy/n6oBUjWU3o5TtLbfz+KHyasjebecPUFoqMUbg9SKEoty477x3TVO15o+gSuVJcDn1JxPrtfjO
gailN3qwx3kDyi3yccmZcRo+0HJFhBrb9mrao6NZmXvH0f5TkgcOyn7mZH7i8dYSI65kMjahB/vi
lCVeo55Mp4qr/TzEFcRd6aOvPFZGFz5hhZiU+yCNWu/GpV7T7SY3ju1vbamzYeui/ujeznZDW84Z
lNnsBqwDhy8SdIbzkcfNkogUZhAszG4ix6mLMv7cQMCzj3Yd2PkeobfkS91YRrKzqwy+LuLqyAXy
se+8UFTpnRhH8cHINQqUkKXLYJ8NrvhYEnz9G9hV8LF3YwQsiR+MG2whnd92LjGA8wZpbKG210hT
uUYGQbrMKcH0Tss9ocxF5bdVhdjnjZUpajIyfRrnyvbfkYhlSP5Z1fQY0ED6gFhe8b0mWPxOfxLn
nsDtots89npkMYWpm21Sh2H12bJqRBXHYnS/wSfokIOzrFnskynunWOoan2nKm387IRb2vvREHQK
4LL2iDTWhVo0tMKHMa26aOMMTdneZcEUgclJC2d4CIZIiE0uq95/COMWTzJYqUYMpy21/Yc0H5nW
GdD8RyWgJB+roUgfFiY9zOKwHX+S03r3Vu0Oal/D6P6ZB1aTIeDhlN+TMg/LcoP0jTDfG2VbpPce
nY3yiQqea/woHDHfYgsTRj+Ax1Y5xFhbII6IBEKzRQpER7dGK03YGuaIVtw0IUSZ9Frn+8ibLPFY
0xArNhALUPSx/IbXtTOt5uilQIUekzYLve0gBpFt53RIYK0jN6O3Gexr82dr4ZL5YAaRkHvhAqf4
LaMswZZqHnL12FQ9ivSJU3m/2zEdyyN3RncfyDHLHUwIpeU9xlQM0NSEcY7zZjkWOwTaY4XIWEc/
CHKv49734M6kQvvREqPeuZM2nisRze/dEB7ovyrwmglNRnzefrSOmfff7Sk2/m3HntMjKO8PyA7G
cNK2uexnBCpE1tr1Jmk61fTbxkFz9aNInQAhOGMayrtgqhsUygv0BApu7Kwwt9TQ5dKmKArjI6dx
6EA8NsMtLHRTf4IR02G51dtGcKjnIegOBU0P5EF5vNOvRQ6LaFNMETV/NrP3k4ZALG7KfuzuxyZF
hblzE/sjMhKzc6NpST0B4bECYCeL4lyTTeVzJzLh7sKhFcgf1yF8NtDRZf9VFxGyxZiHVTdB0afV
YZy8JoTaCPzmpp4RcEPQEeXPTVvM/XRXKuHKXwG8UflrMHDQe0IWJvXK7WDFA3rG6OZ7WxdBxlPd
9Eoc8bcYp01DGbXaGNFo5ru4R+WBGq3jlo/FqBHsleBQfgHNifSuzLiyN3KcMmMzyDxoEWdECO8J
5Sk33FmZZ33turF+yjzDDw9JF+pmM9mNl22VXeQcDDmrj7Vv6vdw/pvFWaCVKnmQ6G4ghRj0dX5v
OV1qP7P90/AOHefgIUyaGOeNocmiUy7t5HOdzhYiokHCP6DPKJG88JOQtWarHFxOzG3ninbYDIBd
7ioDhV9kOfuy2kppdMW+xG4i3029ML9E1Wx0u1Hmw7Clh6dQMA2y6gQB2HFw7CobsXFRZgm2raxs
9yjmNnTvhUj8f1D1CR9dU+lhJ92FlDeViy1rMDAPP7oRI2AEElQybPXQ6Gxrm7rItrWvY2fTBUIm
h9brFCWavMvGbRJOg70R6Zg/G9AQf49lEv3QOGx/8jsHBOeS3zab1or0r0Hl3D5OEU13eZ+kH2a/
8T3EHEYujjJNoy+GMYBpt1MaGlA1vfmUs01RG4ub+KtOSoHEc6iyf3QRmA8Bel7Jzphb9ZDaRZig
+DypYR8qQ5+iSDbfSoNy4Wac7DZA1trovyT0MH53hi2DLeg9IfZx1boIpegg+1VgLZ/h3BY0kbMZ
3JJLCIFzIz22gwtdorX66Ig4YEkdo0OXe6uVySLNsi8e01SH2ZZICynOSaDeOSlPlY9RWugvvZOU
7/MszuaDEfmieXRzYbjv4cFGiFQRMMfypPM6+d1P7jDtO6cQxftSz97d1I/BvOgB1/+0ca+/w+L3
Cmz1uohidVt29yn1xwA19d59Jyd0Vjaj8gXaMtD7k6OwZv8+qC3D3gS6qT/Rnjee46CxxEnPAXKO
QkhWxZUojpo5NvAorqZgwVGwbBbB1YQsOUZJWW/HeApa2N4LwAkBtvHBjqF/8+C41cPgjf7nMW5R
TdXCi279ggdi50sXkZcuFqM8OWR+/T7vc2XukZSEbhLnqii2ZS7FvZPRdt2iXoK/DWYUSE95Eq0o
VN16b3zwmrx6HMl6xS6HP2ruTFm5/YaufXYPki/SkCGo4t27aB/8yrvY4okL04xCHnWofKMo5n8I
KzcYSIyyMt+T+KtnFVbt994Rtbuv7Lm/IaPF9CKqMOeBy+4V76ssRicJ6+Jy2FgIGi2uoSzWMRsH
9aEIFzMMwj/rcWoQlkH+gxQ3KuxgfqxLNxw3Xg5sYGORs6BdT4ek4cWpm2YLZrSB+1pYfcA1FFk/
Azpx41bDz3zojbD710jMsbh3zFE+WxX1pA2yzLL6aCLDl7CmdfjV8SSi3nhnDM+5YenipCJh1Te2
1cbJHf/CidB3lWmwkXaqHlG0LvI7hPPHX8GQWGKb+sLrv1hNX7T7RHamQuC3cqwbmom6QzFumpqH
zIUwfMywMvjgpSrP+EBywh2AqRCx9jgG7Vpou303qdZvb9OuQPi+JwZ2nhFf6rNjONtxgSS1PwDp
lHG9I2ocngfeE4QJETJpNiNgBvfBA/lkbqC6J9/Qaxo7BESFne/Yz0OEYA60Zvo+5oAqTFNN+dEw
wynYdMoU2Z1a2BEbuo1xfVMWY7o3IuXFxzKQzpcsFaAee7/o0m2vJuKyKJoRBEbwDqMATRi5t+3a
p+hEnIYWoqG94KaKIsQDM2N0Donf4F/UzkH4lCeWhXGIsKyHNnKa5FZagj6fM6HGfaOKJHxOo3pU
m8joBv9Q6TrHWyFF6pf3lc72rmgVqx41ad3fUsevMBXorTr9KgIr7DZNrKyjWc+5uUO+tUt38HyX
75lmdOp068PORFTcjTEaig1zkzVxlp+KGKeHG2e0UO+j6ojASI2wYQ48x0ibD77rWeNtyqY3EQUW
8adgTo0OId6E/hVip82vZlFJtLRHKOgFvDa3o60RMh9LDkCBKeydWfqsUBFTbKWZaqpyL6PEcDZS
aG4iD0mt9L4UOUoB7oTwVnfAB7x00WUFybFs6rzaWmWS7Gs3TM2P/4eyM1lu29jC8BOhCvOwBUFS
JDXYsmVZ2qBkx8bYABqN+envB99NRLrESmVYJKk0AfRw+j//gLe4Z3wKlpU94Y8CGihEcSwUZjxg
TjhPT340Lap4cGuzbgmhNLtI4dkjROjVHetXNcvUfYVAF6jIJ253Cb3FEU+VKEbrq94Y8biZMSZi
AZh9HuxGzKljLC9UamB25fYGzq11000P5ohp/sF0ZhGEqs4EgoM2bXZJN7QjXRNTh24YOwbecFwh
RtZ7MMbqmTgAEhpG6Q9JZAxlTrLm2HjBVsle+1wEtbBe/ZT/c9hkZhuTzUHYO6wRo9Q+dY1tUBqw
czWR3zYMK4kzru8UTpmUKZhYPcp6Gb/6bVBmJ0f2KLR9rfT2pMWzf/sUp9Om0LqqvjUX0ywOtj3o
VmgEK7G+Nsa5v4dR4wWbvOqa8c5WgnIGkDHXPlFZr1YCiay8L6jItBean1b8uoyyve88o+pQYUv9
mqjwb4iCBb1x9eZAgGedYSZOAQ7Td+T1YJwIG7/svpiGNDf4Bds7Xcy/1aCZ+49BjD+AyPm1F/uK
VVex+vucw50jiSxSw5/kgN2Cl99a9TBZkaCA9yKVT3iF1njCOCFhPtI8xinbUNiMg3lTOFpr7vpu
GIqNS03yhBk/dvwJW7gXguVm/9Bn4Cu4RpLe6m3at5GZZO5XO8Bk6nbyG+Mn4Fq1M+d0Tu88p+Dj
dbOfalE/9ILLssZl87Hx8sw8mdMoplvoGoW7ne1y4GWoIt+Uel09+OPAphhqbZBMr0XT2OgwF9/+
TZZkbB8MkfpPOgKE+baWk/PsdmhxcSOrtd/Yl3EJxF9Zy3adjdklty+/yU6sUdlxbyD9imNm7Mqd
XZetH3YTfa297FkLx8xz5HKY00zvdkBDy2l2R7NCb2akxjbFf/hpDvw+fWq0eBYRV8IJFklfWDmn
Q3eNenQBXHgOpG1Yv9AqUDicN0rB0xQxOVZ61ILKfhyVtdwWIjNFOC4lrNEg8fCgqtt9OvVfP548
lwgNbG2YVaBRqODgI71HaBJu9jqGefkx6NwjLhjxL09Uwc4yxqy50hW7gJ9gEK6qbIZBXIhk9P1Q
Wowe2qkK9zBleKPOHWvPL9S8aVrhfY3j8koP5y8oPOOttDp6wig/z91OXDto6APERDKiFLuB8ZZ/
0pbRX6ISb8NvZhvghs5EOZlZHy8QvDxqwH5o7KMOheTXx6/54gNjuUkjcmXmw56mC/L+2SkLzaCr
PEzl5UIKMaqdXT5BMsDDqpTc5Ov2VfXmjzyNY+8K1vi3oddmNXn1uCM558pjo8Etke/iHqxkreu4
vuwoFdpdQI+EUpUcn+8er+nkFdpwpfvwt09ACwDTGdxuoJScszssW/qJ8GZCRbUujkzkZV7I1hA3
UeNrPd7vKVE2I/AKQZWo0Th71UT7nna+f18GTjld0Zf+ZQpC7uMPGt50vM9bz7hnNdgDe+C9C+GQ
zVgRVo/+Tj/2U0kwBy4307D9z1+eIVfKB718QO2zNogKjLpFpeAcnF6YUdanyX50NC1KMzs9msY8
7VWrBdw1bPH48ch/OYrwX0aOydpeHQrO5pwyJq+A/e4cVpv7XRkn+Ruo6xDOaaAd0J1OpDaai/jv
0w0BKI3sdemtkq33M90yRZys+NlBLamvvZVlQG7IYJLZNZreSLrIiMOQ3Y9FuUvnhZSqjx/6L7N9
bdmurljopS/8CmZtWjqv13joAi/uCnLKac3U+SSJXKqwu2jjnwmGNDcVVby4chBfth2h0q62Tqie
YG78Oaf/hepXE1AqAAd91R6kIcwlm9KGi7okeYvYPByq/V5sJqzEHtxscO8QrV4z/7nYzvEYYndd
W9ZI5fAAev/2634griv1nYNStbkTs0wOddreFl61XGHdXK5tNEbwSVeWvr9yHNa19q+nVd7YKHNh
X+nBdElZr0yt4oT0Ac5EapfydhBlRuyV3iYe5nNFLj/DKOyIXShy/3YcjOFaW+7MAoi+Kw0Og32W
5wYQYtN//5PgS5Onhf/AIW2kszdbivjQpurfu2WwnCY/JjgypRP9yStlV556XRXZya5cez4JnIIj
0ipBLAoja7eaUFjIfDw3LxYkDX4mJds/+6GNWuP9zwt8xRHs9/mxbAbwWDcfdjREMdxOPPPXgghw
kIBYVwa9WBAMSssQdzwYGhD71hnzr8+0KFvRfyiKIxksGqm/bmLet14hT/jllQsitMzowVBmou4T
Pc/d/7odMDytHxhGmAM4yCnfD+/o0uTMtfOjPnYuG7tvkORC0w14qTTkTd7JBMqIEw9bQsiHLx+/
8MtnX0mbazGOpACDqLMpypcfzYUu9CFOWnXMzMYQoRlwF01UMh51ra8PrduNciP1Xv/98dh/7Mve
VeUe3WG2A/YENIL6+W5gcS2aGzFnB32u5qcS05RqrxtEqGELT6tajTR+bqdKwi9Rqejib6PpwFZo
+kFYAAl9IyK7qwd8nJeqJ8LH8PFFOZHom+j7QrTWjdsX0/ePf/TF+bieFlgvrD07VMznfh5EG2pg
f3ZDyRTfonyIv6MG73am0/4zTIFdhx8Pd7FbrcNB0LK4vfDXObvVGCZas9JtDmUiza0NsPob2Vmx
Q8Oo8itjXS4+xqKT9Cc5Gf7Z2d6g10adT7VsDomdqUdYzNkS6nBPSZQ0pizbjv6gf82yebhSclzu
k7xRmEQ0XZHQsOPb71dAD9GPnXEgXzzA8esIqmpuO6sa7jJKrxfcdse7dnYyMsuCUsQhuXbqV7ta
+27gNSRXqD8XbxyhLAwxFHig/qtT+fsf08waQEsnrYNRu/Ozol36YFuJFRxEYA/VlbP44pVjsEGN
BQII8Q5W8dmT274kCKCGhgO4ZWKcj1jbuMmYeD5xldAVVsFsgWu3LOfyCtH3YiJDiudKRV0bkLnM
L3j/nLKrZUa01HBYkPKYRBxMzZ1V0ZuqzeHBbbwrCp7L18pw0BXgp8NovKhzEw03dDC14dCS+hE1
3Zx/QoeQ7yfyPa9sqJcvFctRODUrG47+3zkf3rFbIbKlGg5mpud7EnvibV7AJSL01MRyvTLvhZFc
szH726AQeVDh8z4vKZvQQLyOQBas0/tq9KO0csthM5Q6nR4al3Z5kyxS/iIqcbpmsHWxhcMvZPfE
xgS9ARLc8wkLWuP5RbAcoI/FzzbJ1Z+Ba01nNaDS1RE3Gk/iLCsI18iCGJuej3eoywf/w+Hieoy7
Ea5bZ8dXL0SrcTuxiVCvAxl2upeGpV3Wx24szG2hxC9pxP/NGJMyZuU5YlG5spkcyrizdZNNhZbP
nKWHGsOBY2k4g4V3oem1Gw18Kb75+BEvlspqW0HVCPt3ZVVeoEdBSkPA8NpTI5txDTxs6GAheKR/
iNX8L5Bd3vB/HhLdzsrOQ2hJjM/61v9Vk2RV6nfkhXYn6HkGnc6xpPdW5hQIBNpNybFJ5H91jQHC
oVI1KYDw+uFQPptHeVBUMROpP5Ejmhh7Yra6/tB0NAx/ffxsF6IkRoIsxYaHto4Bz6u8lta/m+f6
dMolnLBDpim32mRAt9k/iZrcL76jpjnYLABzxYZEUv9FZ/6KO/op+Se6tGP2s6680Q0xBfSumZRc
fuxVfc0PXO+kHoyn929eU94wmUmvnxoBOBmaBgGpJjyCz34/jzckbl0BYS6WL86DMJxQJ/H6qXrP
9uGiTAlfnwKat+U0eUflLfZ9J53fiLLTfRK7Rv85l5Z+kw9Emn78IS72ZIxAV44+d1FMGlBGv39U
g9jGDgN465QH5uD2obAsKMrOFLvitinH9EqdvS7Kd+XearkJDZo7CJYsiEjfD7d0VuE3cVWfLL9u
7W+aV+vlTpSd01xZr5evlJs1ZoN4fMOhp/3zfiC/cujLulpzKqloCP7smnoYw0Xvi2fhYIpy0CBd
tZ+Fp4nhJ4aA9cvH7/V8fCw3AZHADJGyOLg+rFPsX4t3yBIdawcvJTFIEy+Ex9ibuXDMbW72ZODF
bZ2/jbjq7ZHckYX78djn2/GfsVd0gfMPz75za7tikpqKTcauOV3DrE3lkRYIHUWvWb53o6i+TWk7
PX886PmaWQdlBnOphEq88j7fPzCLPfdntCWnLGbZE33Rq0d7lHIBTyZeNqe/nlzZIC8kPIzpYvSI
dxFe21zmz3ZI6I4o/pIFSxjc51BspvFhlEX3yfKyLnInt7xpYSxt+iKujE3bQVbzeqKmPn7wv3zp
FUv443uHVPjcCSeH1yIV3aoT3urWc0Cf7oGEM3HyyV8YNk6cT8fA08bICaC+fjz0mcerR6HB1OYQ
BJpeQ0gJjHs3yxQMHmOxuvxE2nVd3hR0gCe6oTSzsExMmicCWQda9nOLCdDSLMuhmfEM2BSJRuO8
G4efWdKa866fYVfB2LeiCV/Emway9olWQv42YBV/5aNxdeFH/XsP4EcjU2ZRMDWpVs63nB4H4tEl
bufYjkF+T741L2fNGndDEaS+GWZdZR0xEnHyDbSWcvqUExT2W/WWn4dVXlTeU8uB8rUypfoFrWt8
sqYsKW+03HTxJ3Y5LG4DGIvZSy3GctoRCJnFtwIXegT6NJtv4duI5Fsq7fTXlJFfufUqd/xmdd1A
zvNstjcz7VwY302i/U6beDIwx7fidKZTkzfygQZFf0sCSrtUIehdlUdK9b36OtOjL3aTlA0xSqiW
dXOPuMA2+BK6I95wKzO27Kpa+op3yazua0wTJbMSKsxm9XD81E/VUD/VnZOoUJuNPsGrx1KOfmNb
Vf0rxVrywUiX/rWaDJcAzcQcnhLaT2moLdn0uxuNRoPN2RbyULgWN8WALW8IbQzMTnh8OTYewIRO
17ED0kRoSrozrdSPj0HQtt7tVBpxgYA7GMqvhPVa+UNrdPp4Y/VOez+6qy5Akuvj3IzO0pFVUtPp
2eTt5GnbrJWFuGvLIj7YDuyfNeNW9p9nV05I0MkHJOSICK2CqBZFwL30piYnzxk8IMp0MT6NXSyq
B5to8JqAj4Uoe90f3NNsOzLeOH0PKBxkC/7Mjaq7cK6ngVShJBsI7l7818rrCw/9h5yKKKfj2UeJ
MKsXM21tPczHTs30rtPpR6/VNN8zqGO//BHx7v1QWK0WdqVpPgZ4NCb3lTmX813DPlGF9SCFRzjR
BE9FzJ11cnNBOAMa/FZtM3oEry55XJ/HdCm6MLa9We2XhGTBDT381Aq13gp23ogsaG9g0ZFH0O7n
FiacKkioHQhSTphp5gZfbV/fSWtpxc0opJ5sqWz6BFam7P4Z5kT+1PXGybcDPfnyk+3FTXG7+LFt
7DG+l8ZdEEviGmTv+t+W3lmaQzBAdUFvPvafMyKbjFtQxPInEey9Hi6LSedknw+NYq5xIfziJ1Mz
/OrllDSnBp80OIG9JV6hd/jJb1gPafHZGYU3/Xbo9BVbYoS8OBJL48ak5cqmC52+qCAogE7tR24e
3FIna/7UWzmhzbYlk+4wB1MitjlhZiIUrIEmKmypFJHfUw1PoGaXPEz2AMwO60A3Hlm4mvUlnkro
G96QZtmmtEb7J+3YcY2ZWhlPRYaOMVz6suueIEKZzz62xdMnNaIRVXWpG18zsuaTTWz4mhvNHjvL
d8xQRq7Ssw2h62gmi/2P4fKSSD239XbjFYv4vCyZi+otSYuoT3XnCShuKp5M7m/lU2V7kwpLkE91
qJPMmndDopUtFgR2PRqoZeDCDVExLkH1xnat3ugTLq8V6dOErwtaaEMK9ea1U0VLLHOr/H2Q4bQX
FVYsh31M0G4PNaFfimhyYF8jWBj4D+2gS9qjocBiwpiY+MeywEOC87RzbkeymKydmnpHEtAt4uok
28nCU3xI2sjH98TY5J6eWRt0k/3DpCTQttTbRbxodFJWI1adhZY7g+w2rIe2uaWHGvdbXXox6YST
C/Zmdml6JBuL08TiYHhDf92QoQwrrQtbbnono7endrvUo+fs4qohxqMycPDf1kh4v6uMUMsNwKaq
aVsF9ffBnhtJ/O/Yfp+DhkUbc599trIkeMn7wbbvPDMJInwknf6otXG8D2pb0zdDonpxA2JUl/iZ
AOIem8XEmwGGKdWNaLSG2Jrcdlwon12TPxppNdvHusmbFIuzGNNEZ+nrz2tsUmOGLeR6I4JKmd0F
dtHPx56D/aiBthtR1caVu1358N+I9GrSiFJt9MNYEfnFjlxbL6kwZLJvAtjQe25suRf5kFP0TTpl
yn5wDUUwBAnNRqkXYTCQNh2Q8Ks921lpVp+aXnnq2PotNKG8MRvxINl3NFwPmuRXrByk3HC6zcHe
dsKwp8gaO+jHM1RILUJ/Iv3vQWIGz1LTsmWjz0J4Ydzi+xVBw3VFVCYQ6A/Q2f3xJktta4qgaRPW
OuY92M/D3HVxfY/F+zCegL4WONQCZgZ0rDqrVPcy4leSHcbAVLelHxTFrRja6Sj0tNQfh2Cyj9yX
SEPNpKn10ex2jUE1PciDZfQyjbjfm+LQkGVE5FxljQFS+Nj9QsJM8GSLkfCXtp699DmmJB0/rWSy
FzaQ+kdnpdrdkmVWeUxnw2y/O6Ac4zYtFzYjLdYEjjaNtIuvsLcMeez9ON1Lna12q+dOYrxxddC2
vDhZ366KmIPWC2OIRInRagursDEdOEAkgin0j9nS7CdCORtW8mQX3S3S+cS7Xzqi4n7hl+z9Ssu6
rnegYHZ3oy9d98+sEvjAddO4sAxiO6cVbNAArqOVRwGpiZvFfnFE2/4AKR2byPVL+1dQ81PwqZ9S
YwdH3LCjyU0c42eTukZ1G5BSHcO7h5RdPscolvODvZhG+jsmVWHNro2rZzLKKv8myZY2IbOd2F28
uWz/QEKS842wiAV7EjHrYAIgwOnJc+bJ2bZVq1k3s+ZJezNmtlmeHOS1b5mXDV2UO5qunVLplsnJ
7r0y2QRJZnu38eDrhEAEXMLqSmT6kz7pwX6mrUN6IWm7YofzUV39SNgnkk1VSxuulTd7uHXBKXFJ
UKCPs1s/J1mVKiZHXHWdtq9taHJoLUC97tmhMEbQkwT3xoF0soPAprlowprIBTdqDE1v9onti2+a
lcPKbDSsHHaisjjwsd3Jd7BqTHLkswoHT2+Z5nxHjThASMw65u5gYLJ5VxEKHGy0MWn7rZGUSR+5
Xec8T8E4J5uGH1mHrSG9fDvWQflDkpti7MpggLjYZaW38+10oIzx65gKLZCwdi0teDITvFZ/eHmd
aQU1td7/9moPqljd4bCJFDQDPxxS08/viHQwzC50xZLf4cFVOofZ87OojAVJyNoyWW2oWZU7h8bo
KQdX6saKt5TAM+w3r3AJ5e01L3vNkryk1iX18qEAQlUbB1pkH2WVP/j34DEqfRBelfdf5kGr9sIJ
Fko6OlrBnjg9r4I6WScz1DmpfAwLwibAJwKbosTwPqHlKZq7NgMxeQRByr814CjVzRS0HdVW45gy
Gq1m/q7VAxz3sHGxtd4MtMybG03pgxe1WeloW7RosPelA01tqBxiOkbfSSe0sdDKqrCUqTb+NLM6
GUOvqS17y+SGpOabYgaYBMvesOEI97UobLzxY5mPBTsV0F40mZ5yb2TmVqek01SykaOl7jLLVe49
NmNZHIQ6dOHmVGcszq2rwQvGNrGz+k2i5QZs69K26FSMflDdwTRvWoBXnG3zTU1xLG5Hz0a3MsHO
hmQB1XqtuAH5P0uoQg7Foy01b+X8SnZmV4gZEnWrvuJs7BSRUftVss08rAK31lT1D+6Sa/PPcdFq
wipJRzxIvSBe2hD6FNwlcbmMaoMrSGx+aoJRfV70pC9ukVcELdICRZp0hZKo1vXbRRjpq6s5aXuI
+2Bm3wIZMR81vyuWELkFtScqVJVsFcnOKZ4Dfql5YVBLeAMl0ZIWtgdNTyxPTk8k6lRZJVGVjOWN
GzueeZfqg/MDIn5De70LvHSvFeVwk1nB1IREOBFG2UHD0W/HZdSsDVz/rI0w5TbEThBcyYKGZvOV
oQW5XHJe6mMmW3fcM4mkg3wpnwjgVoFVPMylWrS9owwBYtikcmMSMBPcD31GuWSnaWV8E8vKGS3n
Ki2OadzO6dNU9EptIdg2N25SZvrWKCYueAasYJt8SsiXkVPXOp1mWkFanIWODGTNTiaDajOQ1SMo
Rbpi/OFrFCRh2fnOtE3I4tQjxGVOEzqI1uYD9YiJ3egqpl5k4LahC0ofw4Cll0jUjtUFTAVVmVuF
1ePGKYzCv6uCxF62vGW0yanectPomsX9KlyT6nPVoSQnNQslURu5aJv6bkL2UxJ7zGZVJ9ux9Jf0
qz2oeBdQ5SdV1I9B+82LzSE/YjOafTWwcZ635YwutguxBfWc0Gz6vN5OWYVx79D2bXmjBsk/X3Fh
/wTQpAmKnRZaP+Ta3kk3MVnL7kZkrvOy5kqXYYzvvb+FG0rl7MxVM5F52S2dwyVSy4xNWrBH1GFm
OWVxO2Wup+4016zvfHMS5k2icPZhJaPnVCEMw24kXnXS+W5iLjbD0MbfXR/6T+iiP4uWklth6MIu
kZtmnCrvmKQwq7bFNAyvc293PINlTqR3IxTj7UO4dr+lKmngx7rjgEmetP2tZk1LFRldHfxq2UGK
GBaE27U/u6LOX6TQ7embKGskeXqMvrAaM+snOhA533kKNut+NKrkNbWWYT7qwvcJrdTqovus4rY7
Chv/sygdhTXeFJ1p7owGIyrYwqnMjqL2khqfqWIhk3ZYsGSKEmeuOcisrIcLARqo+V+xWhva48j9
6420XeN3k7loSUrfbu291fNtJw4ysQ0mR1+iCpf8wQ0bMntlGjYLUb8h9Tk0SFOh8wsT6N6fDXMq
9B2E0HI5ViDM3c5b6obQDntwCNgqZf00CwlpFG6Fi/mmkAU7qe4s9rOXk++5nYfYaLYGxHMjklZm
bnoa8uK5LniInUhNzf1iwl1WT1LrJLmuixB2lCxOik8dAUNeaGfO4m9MJGjLa6zcabrnEB67iJ1b
OIcBcJqbr6PDMJOFRvYyHHXPhI+D3f/R7vj5aEXYxRKyIMGK90VRuSrMc7jd4QLPJLVDKQpR3Y84
wo8UiS7Oxlx0iM+kELTHu75o1Wd0IoosYLcynf2qMziOLoSr0CgFsh0nXwy5X8gh1mF9VHpzV7B4
3tqMjSKygjj3SaAc8hkRgSQoYBtbqZjuA1d23jcOWsN7SjKDcj+EUNS+GbGj8k8SobBx6ysw103r
kZ18h/AJA/lxnld9qieDH+ysnGNk4KRNKMESuKTJGap2q1DFbMueWL0dBlb6s4KyqW/anqgArmTd
ANt1HpNfbpJ3Ovc4V+uI0DYyXJ2voIyXmK7lkCEJmA1vzKZ9+h7paw1cFy1Nb09GaZbDQ+4aCZul
X8LpR0/Z7FsPPOJRMHPVzccg4+XIsByw+McRyoO/dK6nd61ckTBdlyer1qtdK0k45nhck0m9LO/2
qpblcMzt1r2W1XnBCaDdhgQZFzX+DlXMOEM3uwJhUWIyMqwQSjhu2qUG7tWY9MSTREeR5YkfyVQg
4MCnNgvd1iQLGZDlH2NIxJXm9V9/DU1AaHMwI2njnnVKlDc5q7FxcRI+9AuO+2U5AhmWNShI0zxJ
+MfdaS5amlYoP15zLwUSgL6CjM5AhfHxR7kAndk8+JPKnJrLwX7g/XTQprlMMTlKbrPBKbFSXfKD
MjBZYBcrEf8UzXRjdh7Citq6Zpx1AfRbcKRgadKZ1Fce2dnQkgWKy9pUHL2iFt/NviVA1rZQftjW
cEJ8ec0l8eJRmfirex/UYAzJcGR5/6jYsCdLZc3FcUxlTWbO6DwQrWzcLfxGpsCKRY3dM4sxvfbF
z5mKULEghHK2EmyxWqaf9XAml4txawflkZguK98Ws9/mny2nnycUmH9oDH3ibYhcGjCWSKcqjYaZ
CmfnVTimzHqLPoi4yjnYtsVQBeSqT/qyL9id7J3jlnm678tktg+lbxRVFKMzutYgOVu6tJ10lEJQ
WaC0QXM877aphlsfEKb70mTZ73wkhgoUZYEFQVc28qah4zZpmFeamWfz4/+DQiKybRu+I35S77/X
YKAM1UXvvgzTCHato7SEoL9Mj55h2Uj+C2TIHy+Gs+/0/xFp9q2mDWvL62xlBhRd5dBUzkvVqqXd
VnO7nFx31UIWnhHfc54jubDAuojP9Lx6o7fWfIVJczZJ//wEHhW+ECkypAecTdLekp1eKh5aR3i7
70pkLbBC6w3MefLACg5OkVlVxEW9urITmOv7/Fc75c/Q+KLia03rng7y2SztrXnwEXr5L9kUF+Nd
XjEjHtPSdpbQp+PYb6dqKtp7ZcTWZnZ739rCY0zHTT4a6X3tTGZ64BKj3QxgZctvbidmD8e7c6ts
p5RnTD8nvAAROVVdajwunMbo3Ubdw54hJ83q4y95OXewArVxp4EDpsN5W1/zv7qmsq25Cdclr7Ex
e9DJHlVXOtklkmcgqXujj6srLbTLucOIGJBh0rl64pwnHLnJGuKuOc7LMEK1X2yt+z5p3bxDeS6O
QWkaNwrbCiA/HWMyZGBXeG9nvTA+HksURi4kD7QecP/fP7Bea509lrH7EoAQ702/7qIkRaeapNM1
Y/nzA2wdy/hDQUbjAOX83Kc6bWzuCUgFX9yxLbOQa/BEgsYqY6ula3fR4PflptN7484L6iq46Vhu
W3MEzAvLrKmT/cff+nJz4ucg44F2v3o9ns9bEq/tgSuQ+yJnc/icurEk3mMud166QouYX+y90r5m
DvSX9/3nha8yE88DsH7/vidfQ5DcdO5LbPbe3uV++SP3vNzYYP5m/zcrtv+/b+xtSfxG0YA98fux
5ti1VJsX7otRm/m3ccb/gxYTB3VdV7uP3+Xl9rN+29V+FS82lDxne64MnErTKN5eSndA74wqFtwH
t+S5qA+Zk2ibZOkFBNUkuzJ//z6wjQs4nxLY+OwZU6sdTK4v7os24nGPI0t14wUA02Rrg0D1kLXH
9g2tpLiy356T2Hm5FAMMCkWVzCKoK+9frgO44NipLF9XqLH5OghcPUIL0tKTxaUI1aOT+85u5gJo
7+DeSS9ibhVGlLvQt052iiF8NIwNkIUaONstrYM+9vFH+cuCg+cCFZAS1oNFdG5kmtVdTYk0Wa84
gb8i3Sp2zpDj21KWZoTqfcavRbM3tlq4dCQTMaNTgrFco66xyy8nPYbxREjDYIMKCUvv/bvqMl31
aTr4L9jyp0ejG2iWyUF7m5HYiCsPfbmqoexTm6LOg7JLAf9+LHyIG1LOsvilqMruFBsW2FZKJz+e
de3bgpVaqFbt+Mdv+vLYgP7BSsNGznIgoJwNmi+JVy7ukL22pqU9qrwIXvrYAwqNU7tHY9tP//z3
AeGGIQRcvbcugqV8UZO6buv566Cc+dmMTbUNICWAsBnz977Tf3w83B9KxPszHnXuH4qWDXEKAcj7
t4p5ECio5yWvMvMb90stCrPZ0FRT+qlM9SzUmhykuTT/UYB2p9YSKY1yrzP2mIrE28FFRLr3R9CN
nTN2+fC9qdRy5ZX85cNzMUVVxB2VUvm8AqLPO1v4hPkvcWtjFexQeOHEQc+2KcafGLD4YYuM7ZpY
5C9Tm+vh6mhL2gZXkrMrokYm4GLNLqNaS3YQdWHeLkAy33Utv8qNv9zrmFvUdvh4Qikjeeb9R9BK
4ovAm/JXnYvvRuK7vxetKhFSe8nJTfX+cTZ64pJR513Z3i+fcs258THP0i1uX9755+9SlK99Wr4u
S+2BNEOC2YyqStHtCzu9gjT8ZbIxGowimLxYWZB/cPacgD7QHFXxCkNFNzdVJ3E/bmwc3j4Bu1bd
FsGFM0cJWjlji6GC771NQzE9NHaL+tcxY/233rdQiOZmkJjbl7iefi06xTz9eFlcvBY8E+E8QZj8
Aw+cX28yLoteR+zAD+DUQGxqUNOIKnmOtz4ZV18/Huzi66+VCvyONcQVuuq5Gd2CmMQZ8yD9IVYO
0eAW5d4XwqH3IqdwqDXrqYV6YanhWtrnxeaGP6QOX4r6FOk99PL3nyOtppJWr2O85ZwPbxV3/dMw
NNPnppTTW+4W3pUd/O/jgTNRh2O/d07mRn+LLf9UmG+xElgllIH2PNA52VY9hmWwNPTyigDibwOu
trhoLbgTXeSneDFk3gzDxrdZb/y3ZcAvriprgXlLVkXWYF+D0v7gRu92U7anVWUNPxPKPDKz9290
MQgD6h1T++mLtncjAP2OG4+ZZjjQBFl1giBWDj9KY/Yc7ZBWTVc/ZoqO4hdgCJnsMjBn2d4Iol3U
lXKKepyx3/02hMDwVTnLLAiyF3WN0olCgzA5/HREmUJfMREqUkmpUmXeBqjdd+Jbv8PdOtH8cnkA
jXf0kH/L5U7LsTa7bxIkenbrV16EqlWM913T+xlOFbaubloagNUB66mUaLtqqvQjN2TDuVlwPs9u
2tnQhx2xwUL73mEaZW2yvgHZ8TH6+WlRK6QhtTPV+TgYWfVYlEK56QZ/O5IHtm5jtTg1VcQ4PvkY
vc3fA+jjL5bDxfjOsDP7hftJXv5cYKj02xynpHSjxFz+SLvOy8Km8vxnrQlStQ8SmQAZDNOcfpJm
C1TRNfAUyo2jcxmJI1+V5QgNx3WyR4Dx/pHuZjzdaFUsvpCw9j/Ozqs3biRdw7+IAFnMt+xuttSS
FRzGGt8Qliwz51j89eeh5uK42YII7+6ssYCBqa5ihS+8AaCeMltGvJcJuKe9kk7VjRSd+Dq7baf9
kDl0WrQe6NzdD0My3Vh2KGNvBmiZHUAZWfm31phU9dqZQCcBGcYeY9y3lEFv3WoKnJMROnrv2SHa
GwesZ1Lw4XHldteOSXfhtc0DlWyi1pppb6FL+DkBFWR4oxan2a0jIXHw+dzgm2n3beG3Wiktz7RS
47t0RiQh4rJK22MgQ+UWtPvk7uIRW52vVi0jdTz04CHxPlzae3Z0VSJE4fhTn2hPs5Koxksa4USD
lS3wU6ikiv7biIO5RP60dNy+3FsjmMotqPzFtQhGHsbWEuwteplrMCfwWwBOlSpfuCK6YwR6zY+N
LvSXrBoapW7vqZ3XezUe040U4GJkGIsQFuH5wI9zeAbOT3Fp6X2Ty8H4ZYGFanzRt2g4UivVHjsX
HGUDsXZeJNay0j12UZj2W+6iF6UDAg/kwFRWYNEwWV8jkoafmedvQlwAPB512BpPtGZmArG8uR9B
hib4JgTNIYn6/Buvk9x4qS9CLpeAYKFPkmCSgq3XPpsRcyJxSZ8J7zVgHLkR7qtCFqiRKfYdHLbK
2ZmtW7l/+UJQTcSBd6Guk0MTdK9yr8ypu6miV/csFcXy61nW1xWKIsfMKKbPrlmjMPTx22usLkX4
58ARabAvDgaUnFdPIGVSQI/2RJ+miu0ZLUNIGcryRv8d7w9GJ2v5xteGUGRhQ3G+pVRFqWZeWfeZ
SlHsoVM6fDXLMH+lOWtqf72IKMsv8STRi0CNdHkV/yh1CVRMZSzG4Fkty/kqaefuRAta3RE+yV0N
/G9jvDVY/m1yS9MAqx0Oy4WwSIaiGYpLpfvsZmb0iGzWcB84ldyjtQVMU43tEB82agZ5UxnXel39
FF2lXH38IS9S4mWFCWNpo1DT561fxevNoFVAEzL3mUYnmleBhWNYTIT3Lero447SMQ6RlaQv4xQG
ryKax3ugUEg1mrnq+B//lvX98d9PoUmw0ODhna53cdGrqCAM7nOFgo0FcnZApmroZydEz2kQ3CUa
+qNlXiaPWi/Dx49Hv9zSy0L8/+irhTAnrI/6WQue67GIQao5IJWAY29+9nVw9TZLetvckEsNYk0t
kjqSQtg5sOCZSL8YbqP5dGXpvE7ReGPF7pbgwXvjWUsajsCSTp9olSSVg4PYkSud52k09a8iR7PL
lXIEseEaP7q6iTe29ToHWOaHcjqRsYsEt2Ys6/zHMRowoVOnHPlIVG/NBzE14b/w5qbr2UhA7n38
zd6bG9w/Sg0O6RHR4/lYaUNE2IiYsaLBno5lb2U3pR47aC5mSBIdi8zUv3085DvbBF0SHE40yjbo
0q6W09Agkirg4p7RBQLSTM++CX015SnfmNs7p4GBlo9mIg8NDfl8blVOIcOo5uC5VasFhh+4P2e9
Ug4Wsj9XopG4WJZB8zVJmvb48RTf+YJLlmFCC6ZFRfXmfGQBLSdG39h91nS6pcdZnZPUEwYIHHUa
8nkjali/mewXyCEk8CY1WTKOVdRgxaJTMi1UnjMY/O1SkJVIcAkregkqJSOK6BARBmjw9PEk39k6
XPKIBVAZY5de1J0j8HxBabK8QRMiq1sOV6SKsNCmWDmYaf+X3NHlshfA1lD6IIVjzCV2+eNY0AxE
OEKVyrNiNcpJmQZtP5TwGw6KEye3Bqugbmyg9z4jVE76Ckuvlvf6fETaTokbBJryHNZzFO4dC866
Iqyk2BWYdmwM9t6xWFSauNBw4FLXxK/MRKu5iobgGSeDXhyc0qifNG1CiPvjz/bebiHuIN9Hk4Dt
sjrx7tDUejrbwTNos/56FiPsgyyNT3WvBrd2PWfXjZy3qMbvDYqd45L8GXRqzNVRnMqgdFNUgl8A
ArrgghosLwGmX0URUiB91RufKhFv8UAvB7U0qKALNYtHgtv0/PON8MTjQLXClx5pVX2Xm6gCgtzt
kX2bwvq2EA2ex5EIjP3HK3z5JRl3iYCoa6G6sCbqU7FupjCyORNpp6PqyYcgJKFk9PvjcS63Jxco
TwXLSVufPu35/KweXGdb9tHLNNrurS7BeCajbX1G+GbLIO69oRA3ACxjkxvwg8+HykNkVFUQQgw1
5rdSEcnXKB9QVp7K7K+vFfiPBhcLisiEMOvAOKzbqMXNiVm5evEpV1rlGnAXR2GIbhFyLf2PF/Gd
TYLNHo8Ddyh3mbnaJEZQ2TmgzvilVVtzH9tT9+QqqC/nbhLfACIVXpuXWyTHdZrFItJBwb6c1gUo
oPUcwTc3BYK4MVSocTzqIgn2CAnrXixT/Y4Kc3colUn8A8x0Oripam1cNe99TUKLpRTGtqEId/41
AzDBdg2C8oXqHOD1dmEl2kX22Z6H+Prj5b18JLi3qWSDrOEssFvPh0LmfDBnq85f2inT64Oax2X6
gGubIr5RoeoeQT5ZTrQxv/cGpRbGQSOZJLRZfdO8AsUHQq980RA5PKrQeh6pC+m3EjzLFQz+6eqv
J0mdgMQZwTtSuXWgUSAi2RikNy96A7zVVEU8orPZdvsRs7jfCWXijRf/8gMur+DCBKfGuKSP56uK
3BNi2UBXX1SJWbtThva3IdbNXasNs9hYzHfGIqcTiCiB2eWErMYijCgBKFXpixLQKfgKGoz0P3AR
3kBgzCq/fryUF6MteZzmoFxMBWLR6jufmdOIsBr1uHtBN1f90WXIbaNQQebiKPrwP4xFZgZCYil1
UAw7H0ulb2qpc9y/wAcxQQlYWXDgTdT3Y6vEWy2Ii3uGJJza7JKZMTPyxPPBIE7Lpg7E9OJObXur
B7G1Q3XDvJ+G5HpwIY+KIt04e8vv/7Puit4F7SvUaCkALDpgq/mVlRMUWZiIFzVVCV+QwavVg6BW
uJH3XX4zyvk0kbis8c/Gx/t8am46tAN5mnjp6FGM3iSs8ASVdugQeUU65eMNsqzT+aSWFBsCGwoi
vEa6OB9Ma00l0rDv+pWZPd7CUQGrUbUTVDVgvUglLna6DNxFyrb49fHIF9UGBIWQr6fWwHPLKV9H
aPpk6ZguDM1vSqbWz7jJK1hntvxco1F9ymAm/arUXvmaGNp0MozE+QeSyLix1muRESpUJvJ+lDqQ
N31Tzzqff1woCIjPZveKZk+jHWYrCRrPjPuwpi4m+/YE70B7UlxkJb8pBgjqvS3RN89HWNTUjHPx
s0tFkFzDKS23PMcuEAxEW+R14De5c3lW1tAfPcYyq8tM8Vo7qf55MAL9pwLS6omKd5PvMs3KdhPV
o0NNJnqDhvZg71xTgcYAyWAJJozhn2ZOp+9oefXTYePzLTvjz52z/DiOBDIoS1gBufJ85bTGyboB
Xt2r2nTuJ9TQwyfEoRFhFa2j34/JrIye29UubgKU63OP7kQE/LGpxqvOiMZoHxl1ZG58z/VTtfwo
EmEiAbIa/OJW7yN0YDscsC14nWU2vZq1Vv42M6qqBl/ts0jRTN5YhSUoPF8FDig1ajzqDLLvtUjN
5JiIfyMQ+pqUjRp54Vh05i60c1STYTPcl21VqLd2hC2PkSW9sy95qj8HeN14WDDmvwpJPONHosuT
/ce/7HIlKP0uyToJEN5q67wE2Deo4F4LfqW9+VNJLcSVZDGMt4FdVFd50rx+PNz6PqbSS29dJ0ag
7Q3McnVpBW4P56QU4WvIIwDtM6UhotTKTVO13fWIStvJGJ1oY/XXl9fboDr/QSEcLa91sOnKLqqQ
AQ9fcR5FMVuPjCMtL3eHW5T20LuVdpygHF23YSw3sr53Vpc7mro2hW6gUmu8zDjjm2H2SvgqtWT8
t+ocqCRJrMOcRGNgcqKrv1xd8O0GqhHY/5F5WWsTWyIlNY6TJHnl4CD3jmJH8TLpvWx37pCPHnUt
ffKQFdvKM8317mbcxXiYL4sW+0VBWNNmDU2NOH1FusE61IVV7kO3WdjfMBm3VFIu1pTBaG2qoFf4
nIQQ5xdK1dhicIo+fQVaEUuvzrpSOWQ61Y8ihsI7Io9Qbbx+78wP40FkMdDwW6q8qztMt/OERvmQ
v5phWFw1SNmiX1pgJh0DYf34E74/FABcHhpnuTDOZzcbjlGlapXDIBbxAWdZZTGrwo/JTikQbMzr
naVELpSojwwTXPpaaYcqZKLBTyxeF3bcLk4n/aqnGXWU8EIf8nLeKra8Ox40A5Av1EDgP5xPTu1A
NSVaXL7GUK5bD2pnjQ+cmMybsCmwKKkqQ9+ATl6cfbAuy2lYrhvwoetPl0b05JXUzl/RCJtwV64r
rGASy2v6FMCNijLBbW3gbRMTFm4FTe98S54XHYfsJWxBP/B8uhKpxiQM1OI16rHB8cCwlFdtPSYx
ne7cevh447yztgxGWsI9TizvrvZoUehxnult+ToXqX4oEe45ACmcjkOghzt8iLbO/Lvj8XIuztwU
P9cLmwvRR1U+la89GoxXFCTS/Yz4yAMPV3HV8sxv6B9fLqZBcZe6LvhoVOXWe6eechuPZy19xUFI
/VyHPWoVaiUfKORvYccvQ06CKEHpkTx9iTzXVqpaBb6TYCl7DZ26crxiFpkPhdP67rYieXRgsO7r
RK1BTg36vTUqkd8Oc73RQrxcYH4EDYJFNhTBwHULkaqkxJW45HDac3I0oTLusBvUfyF6k161bvm3
aB1GQjQOOOxCx0FDdXWvBno/VJ0yF6+tNH62PYqAoc7DhSPNHoWRxP94u15+TqBhdGIpS2LCrK6F
UXsx4O0QKP2rnhrBXazOip8mbnxt6MPr348EkpCwg+Y+7e1VrBe7kGM7pHJeg1GgTSLc6DAOYQzN
sW6OHw+1im6AdSHJAjoWCIOG3fra6FnObWYnSi5+h0VpHCutFQeqauE/Vdha17ljhvsgUtst0sq7
oy6QMu45hPeMZSP9UaEfAWqOXdRpvyE8GEh+OLX4pzO6/ghCB6JrJbLvfbOw7D6e7Gp/LpOlGEKL
h2Se53+df9KZBRGtdeK3FFILcLAP9M+hXkSPEVLempekzbARqy5X2B9B9H8j4lFE63m5A9blUGvS
UeAJC/13BGltF/bl/I9IbGWjyvPuvJZZEWNAzV3D8/KOwmRRaPrvDhzPNURBYJKjkgxQyQsl2kHD
1vq/w60xsbfqPE8UKSbx9uqhcKZ+QhzH0H8j4jFOh+XP/FhLpOfCuAckNRNwfPzxVsfvvxG5veEu
UCUktz3fMxUmPcC7M+M3EMT40KKzdY3U0eArg6EcPh7qcj1JtugD0Cbjvxe2IP3oxovUbITfUSgb
CUJsjvdmWwZ7spoc6oTeP//1iA71HpV3CegG/zufHLo1+D+AnIFAm7QuUi/uY0LW6+4TlLxofeZ9
urEzL48gjhOsI888Dz4chvMRMaAuEfIe0CXstUJVPvUQUXaiVvAfyibnYCpx+FMHDVf8/Himq4r2
8hkpjwDdIYdFTHYNJHZTM7LcrIGoCepT/RROfXRtSsXx9LoKv4d5qj0MYrJhr7XGjSVVe8sC4HIf
OYA7iXHYQ9AS1uFqJ5AJ69QSm7jUNACfuEZwzyrHXoI6wcaevTj+lDEWx55lLMpe+uqUVEU5Koug
aki/BcETENuTux+qPKz+9msyECQb9g80Ks7j8rX/uFDtsZ5kM6gTOzbI5/QAH9oQ+wwF8+qx4ErE
1QXRh/DUi7EqN26fNxDu2SXH4MRxS+WQPgX33PngQW1FYzXrbKUA+pLEvQHe402UVeFDjFPghHCA
jaJRmAI23EulVt2TFgQx9Fk0AHZ1Ei6KfkUpO0+kI/7T3qQRq0C0Bt1vPJS5Epe7pE46A0+9ySoP
zYiM808z6Uvl0WqqqDhh5jWoXtnHoA0h0UriYm0qmrpCGEJf/MFQMHeeUd8qniKcJ1LQiXaj94dg
bhy93FMEmuELNXoWP3282y9OGY8N0u50jejVIla5urSoKNd6Nula6Flu3l4XbZB/0o0630VRVfwg
EZyeEJ9otpgBqxSCrhHmEdxhnHDSa9KI8y8ymGUWYHQmQi+CQtQiDFrKZjcOra7d4CxhZye4UuNN
mORVfqhpgmzlERc3KBQYaq7kS2xGjWTm/AdY0Lyg94x65HWodiNPYQwIdtRg+WGuu0X/bBmhuXFr
X0yaMdFxd10Eb4GymeJ8TJDik9YOCmMaJvZ9QxPeF4Pj0rgdkb2bJuNogu73rWm2Nk7AO7Ml6jaW
c4RSCP+cj0x6lJq4WtKekk18ZXdhnV6FQszh5w6DQRTliYLzjVj7YmfRI6cYRXGbZeYiW37THyde
C40+6SkUorIRGwZqNqnV7bTGxL8iH8Nqp1SKi+gRtk0bV81bfe3suJPRLArvC/CS4u1FyGgPpYtS
MhSTTkXU6jSRTrbNrup1Lfve1Rmd7NLote7KmVIj7na2A3zndiGU95/sYuQJ98moZ+E3qZPe9/2M
54jWCGDouZL3mAC6nXGE4I8/zlBhIQxeOs4RfIDKG9q/ojRDF8ogPFavbZ1kFWNqenbBjdtxmoWn
FDbWYSlCSvPByHM1vrNSiiz7zGybap8Bctwimq8fFOBQtCvZdfwBCHiNxU2Jn1XyHvF9dPu9Kb65
GfY28svfXSTrQZbN/8fnTvsR220tEt/1L4hvKN4kvfje3dhT6328HmTVDsXRFkctJRTfSd08RBRD
5dTE1067UTBaJ6t0tqC9QpSDh0ALz15nUh1Qdxv9Gc3X0iZ80ASONkasI8AEqt1LIkU9lDmimINm
lH5Py+2En+tWIWn11d5+A2oWJAFAaBYK5/mCqsUYAuCtNB9kv3mo1WG4bc158VUO0o2LaRUFvA21
JBxLgZN4+c0G5o9vV/WKCJom1HwRuOmncZLhzZzoW4Sg1YXw3yhkAHj1waBgec8npExu4WAiruFG
jOZNFAfJLk2ayFd4RG9CKzdugsKM/Y+35XuriDQFGc7SxlHXUaTFCx7bDl9y4kvv+qzITgh7o1cl
83Hj3lltzrf58Z7xsgHQWWzSzufnBLnqttwxvhbgAwvCX9lpdoITclXHt2xac2O899bTIQ1YsAjE
x87y9398NT2Y58XsQvMbiHX3Am9FWCMa2nUpzAQ9QOq3t9K/rDH8N0luEhJyzoW1bv7mQlpJLV3N
Hx0CoLpLcUZdQDoqimcbn+6d9TQWBD81Dfo78G7O54cO4CSGJhK+mSHviWgzinlYHxnuv7PdIZ1k
2s1GPeydFWVEhsPeEKO7tVFHbiXzWAOz9scwnPZhk8zHBbmLmh/+Y0JGPySPztVfb1C2JWPxZC3d
0NUxj8CpWT1f2VcmhB+twUj80eahRtJ4C8u5ij+Wb8e86EctXK6F+Xy+oJU6GSJ1A9XXJ8x+U70q
97xY5V7HfXwX46bgo01YHYIArcy/nyT36FLoB1dC5+Z8ZAhPsoj7XPXTOMj3jVQ7rzVKA0U4Z0tI
4b1dA+kcUgI0AKKd1RPh9k5n6amp+kkVqr5TT/MO/dr8XkRIwgmlG/+H7wdqf4l0UN9jzPOpLd29
sKfm74fLxrEk7cfACPKryJC//n4RFxQe3T4eJjB55yMlSp3aalowqUgW4hf5Wm894oemopyMaPLT
x6NdriOuJjw/PEBU3iCxnI9G3Vmg58ZFXQGDREPITQF2xOGxlXF2UlGA3XiDLi9q8kPuMgIU7hYg
nefjdZNVzZS5DX+Rd74yMkujNzvXPyxEZT9/PLV3nvdlLHBA7EXwF2teco+8GdrvvUGobVdmt7NG
O0PFBInwpj4OU5uEvtkhNH5nNTSuyYXarsi8qsE3HI09zQnCDXzL5cVDLWHBy1IhWnSjVpu2Guau
ptph+U6I2Wvt8SKm4fNkGVhbmhK5rIODVCx8qSFOtY2x3/nQtI2A9KCQA11qrfRBn7XSgLiYfpiS
gPOEOOJUoJzqS8TDdrY1bbmMLF/yj/Cca+jthgVfQVMFKs/qS2fxPBKCYNDbt2WKu8EQPwXOUFzD
FVYPCe4Yn3I9QP4xGMqN+30NOWFowgDginTLuAKRNTnfZJHd6XnRT6ovInQLMdbm46Mlj0I1cT3k
Vn26yYvM9WJkpm/VaVIf66EqjyVGN18Nu55oHs5iYzderj8EENpWwJu4tkgMz3/TMEewFKySsMgo
oxtTtD1aVk1xE8E8uqtM5/Hjzf/ecED7qG4tUkjwAs+Hg7LHM9cbwsdipf9SiywVu8RBkwx02oCu
Zoak1vHjIS+P9gJKRQ+EPgix9Noij4/pUHUJdV9Po6L1QPrOi1+gVfrDYhCy8dasCcR8ZGCoSzeb
4gVX8hp4B4GY2CzkRW1bNFMNp5o8q+3F56lD0NJqEVw2Z3jZtPbyZ27PJ0pR9i6fwulglla5MXfj
YrMvKRd1e1CAfOe1OECeOtrUkzz6VZh3aBS5CHYmYRdtEcguPyvjsKs1Fpivuw6uaboidhdJ4ceF
jL7miCDcWJmW34D4VTwzc54//qTvTAvNkjdiJYhDWofnu6hNrSKMjEn304k1jhTHvEPnX334eJR3
Ng6z4UkAfAGacl3Dr5wurOZCFT7i8sbXboqy3HPTcbzpCwhq3seDXd7BwAN4VTmJFCxYzPMpyTqV
NBMC4RttFP2MFNf8SYU4nK/joVfaA+/EpBzjxki3PMXfmSW66VyHvOmEgRfJpmZ3S7S2pERzf4Me
aINkCM3CXSsV9dvHk3xnmywa7Us3ewH5rhuSjoaIJtg0JO5klJ8iLst9olcIv2m08CI73VLQenc8
XtrFNJLDv37VW8eanB4yp2+lMDGwFctONsHKtVOnxl6AKT78D/Mjb19khxbm7+ojEtI2VtNJw9fz
xDq4dNH8Mg3wClkSMTSfuq0XRazPN+81h5vAhX4Lsnqrl1tPZaQ7tYOMUUPF1kcf2f6ixPjMeHCL
24OKXy59Oxs7BGRgYALv7ayFRiX18aAWWrPTq80r52I/8ZNoDnHhsquW6ur5Rp5xKG9MpTL9gvTv
hl8tD8WU135my60ezcXnZShmDToduYZFl+R8qChpgOvQNPJnLavuwqqfjtE8RYduEZ8bqP7+XbuC
a32pySDpwz/cP2uCqhkHgYInreF3onEU+Ax6UXmz1PDd+HgfXawhtwA5EtwG2umAvlYTS42cyHBI
kaAXauJ3k5EcJRpCB27y7x+PdHGTAhVcQAkL2otoey0di+ZZa4WIMh11bQy/sGnMk5mKaKMbejkK
/2rqv8sFo3KYV9sUjwVR5F1rHjW0UPIDHBhB7R0jl6l1/nrpuBbJwhcXbyxn1hiLWc+Mbio7Z9FJ
SNGE1q2roJDVXktVrHs+XryL/bcgqIHILcyIBd61mlZmU08u9do5xqkh8etpOkjLin4b6N0Nzp7B
Rhn9chUX+gcX9cI0oTG52hVD2gNjbSrnaFhyOuj6PN8EtbFFw35DX/8ZIC/iIlStVXYG1TIUbc5P
1WDZss+RJ9vjvaVZ1DmbrGgwW4bSuneTSoQDTGjTHj9xQlhSockioOWLtdEp/s8NmFq/yxvS2pk3
Nkg/7LIUhpcXTq1sfJS5tR91b4KHq8LmC50x5x4IlP5gBqmREQ9n8luFkwG+bZb4Mk4oZnlhj+v1
Drk3EWNZEpovqEdV/S6FFPRpctTpZzQKJ9/XopA3HWQuY28LiWNV3gh3PlHD4v5LjaoTSJ3IQPcs
u1Efw1GU+c4VmVLeqeXQDbdQmHQMakA8/nLpS+Q7VKujr0GTjT9zMUeZN9gUR27D1ghqj8sHQE1g
duFd2Q5j5/f4BQ6+ZdbxvKdNn5e+bYQ5qjipmtgHawRl8OCAiv019mVeHHtqQDTYAg3dbHOax196
mKOIEU6cxsNo6PGI7U9jIuK0azKq+vvMSKa8Oi32sQRxiKF3HiY1oxUdNXp9Oo7XTohJDaowaZ/f
Fy1uRYewCc3gVTcQAjkQeDTGLsb3J7/uqgmxbyfKa63dxYbS1Cyh0VM9IByNax9pPDfHVwErr0Dx
kZlJpuuy6KbpNa9qs6b8prsD11Ev5fchsOFBehBsGvfYKkO/RQNcjtHZhqS+wUlbusR0calxnm/I
rmhmDUInPgthUqKBhxxlrpVahtCzMfvAVB0vLFH4KpSC5ifcif3fHXMCegJAjgVXChWWN8+6Pyqd
AyZFEshRgkPbhG2t3f4Mhr7wLUepfVuUW2JS7vpaIfnn5uJRAyoGRWHdMEEkC4ubyE5OoZ5XgT+6
AgmTeWqw7C0LUzf2M57347UhKmFe223tYG0FAvsGimvvQt4HtHG0sZ+Z/SGo1eBQ143qeHltSOmF
uJ8j3tVGuPCCtZjUT2WvpsEXIM+YQOoFoe2dnEL1RD9Fr9Gpd/lT4Sw85oThw/cutLXyIOpRYKJo
p5QtTD0FjtCggaTukBTSgvt8KMt2j8ZkgVKPHRIJ0cYomn/bIWtsP04VtOAzTBm/VmLs0vs06I1b
TakQVl8e3Wd1iLE5amoAHnduE2n6cezUSLsSiUh/a0aSmoWn1qRYHrdG4j6MtqjQ9RvCf/lS+FFA
3Zo/JVobD5/QaJoP4whB7gvo6VS94bdO8XNqZqbxT5go4XzbzbLVj4Fe2+URNKJdOLsi1UR6ZaUg
vOiYtuNDPBWFg/ONW2Y7F0jtJ7fUZPxLn+H1k88G/T6lC+MaB1PQSvOSXuDvs7PM1Gqp1yQNNIQU
lot4qml9TtXVGNPevnLqbI6PiBSF2tepCl278+LRms2TIDdV4Eu4dfigS3xwv1j0tn51hHXaDUUz
DZepqXLBMjgiyxdXGvCgaKw7w9PHG5/UbXX03rSmYG0DWCSr5RicH702ikfBlVeeaIVrdburqeXY
folT6+xFCp4y2Lxx7BvfsXPrKyZh02835Fp4qArk/ry0xDPOa9FFKD2cZMP+araL+Fl1iuguLHnI
DznclmGHeijOLTEHItQ9tBIDZYcduBQII0eiuGePj8muyFXReJVEKJLvBSvxAee7sXqc61nJfdPJ
g/KgqqMZ74q60BsAFaOqxrdDY2u4mUh1LvudivDO5JeoFqefMM3AtL6oc2fAmmgqI+e7IVtj/tdS
Zsd8Ek1WPjttpNs7bMAwK3EwkgQNlKi6dHBw0kR250pMkl5jeFIVF5HVJvKus7JSO8k+xYYJlGni
u2jcIWoJ0E+Pd3amZ+0Penv2TmZVgAtHhDzUKZkjs8q5z0zcEmRQ1zEGDUOJkHxEB9dPqAPeGaJ0
2ztwbEXwr2Xlg+Uh5oy6TtzbpfSTkNP9Kcgg/R0WFl63C2I9OQX4ueHuF+ZQmh5x2nJ7D9OX2fZN
nBcA+FCJeWzGsbiSuEbjZGQZvXotC8UJbtA9dh8VjFKc1HOaCd8a5PYaibVOY3fJtxRDgCfQwUGP
LX3D6St30D6iBn+tLlf3Kuh9uQ+yKjX3dumYyo7ORlRau1bw1nkFMnJO6TlwrWcEIUHijx78yFi9
V4sosF/sWVfAHkm9zA8dgmwjHhCam2CyTHn6n6ku2vQrled5r+Cj54BvccKXJsu0z1UfDto1y6/K
xUwyeeo4P+EVYu58ZMxU7FrZB+Ysjjr2txCUrBK2ZzWF+lPQ6rHpRUEfY6Qd6vUxbotZ/iwWL757
3D1t+bNyW53PpIkpu5vSCJ3krA6mr2EPzGAn1G7cF3FLY7YbsuIqLEUZ7eVYhezjII7MlPMaJMLL
RrPANVCRwQ9DqTr9HrMq8HNxgsuajy1ZfmWOihRfwQjL+LYdsS3aW9WANUygt3kijmNmx/a127D7
e6+JocbX2F9oaX6YjbGQX2dtMl8N/lLJPGNGIszTY40HF+9NlBaPWI5axlVYa1FgHaTRtMYuSdA2
+mnP9G++jwEWJwTnUOKnmwiBEeMUzZFj+4WW6reNYrfjlaxQ6f4UuTXe0PObEVvWJdVAWzpKwdTM
zuQeRNmL7BcNtMG94d9lEqwCSK4Oql3bx96SYVaBhYwmJMfDxbSuXOAUnp62bfVj0IAFHdoWKqSK
jZ3+MlRV3O6jfO7CR6XXm38MrUYjtwBAKo9yFEa5c6sovulh4chPDahhtNuwR08PWacp19Q0FIK/
YSCG9vradZEsl2rR+yqgOrxMrDGPnkB1ZOWnZMz7b3XhCuU3MZhegLsLyuoEyXvUvClRtV+hGiXK
Rsv/4skHmU7Dn/63ztsPSOf8nk0M0NNK3aonFOmy7KjNAcyQ1KY3N6F03moa5puNonzZut/X1zvD
UhshpAGxjUrYUl74I7IJJSCDaKrMU0q4WDw6zdy4ckdhpHnRRRRZd2YzQBlJY0AHBwVJtQnRWBzt
YBgq5vzgTh1HxkHE7rcp5QxtuiyGrvcCc5Hqm5WgfR4B1Kej142owntxoTm3hmvXYp8PfT+kG8Xl
t3b6n5HiAidcWuDUYJfMWV1lSAYZWTrRYD85GGN2h14v++xa9Jrb4N/YpoTNZRv/zIrS+WYUZg22
K7cr+8ExpE4mgKxUcKsUYawuqY1m1B4mIk7wmSQriWYvDAUeGnmR6wdF4ZL/3qZdcjLKSjO/FAYq
fY7ZaZ2nxW7WX1t4bzlbnhPrGiFtNwt90UWBhzorWeD553I7IG1BqA+nEQPBys8KVf3UW2TSVdcU
94lc/Io7cE+x54ZTgLyh2v7bSGw+9jhPdCfFkf8a9HZeVXxTag+Zi+Gb0Q+/HGD01tXHW+sicOCn
gmsT4Fh5tSlsnv9Ug45rY7dyxMBHygouc9UmGO8kFc1ob2JDtTvEZtQ7Wx2n0gclZ2bXH/+CyyOF
YCgBI2HpW0Vg+fs/9rbRR/RBA0s9ddQ8v9HE6kBhD2hD9AlPDsazxK4fj6itExWUC/DBQQ0CehDw
vnXtgal2laMU1gmgR6ICv6hKwJMDycWNXemJcycIoxbT0tg5KYJSiPQaKex5p/V2GggP0ULXfoQF
PuceXKZsQFLJchI/LEzkx6axx9aJCDa7s/h/1V2T0aPamMPFFqO4teT9/5W8qQKcrxpqenYKpdA5
ha0zXlcERDiXIorS1DBd+2ZELd5Oi61CyuWoFGGpCetiKdI663Pr6j2M/p7ybwXbwjw2SeOOVzjH
Ds5DmOFm8zV19c65dbRYbDWa33bi2Z1B1wshFqAsC+AbGuv5jKFWKdSGqvymTVX31hkdlFG6VOeh
wVcaVeO6HrHEq3UEobS2MsV9lNat6RuhDDDjagJ1uOLjxXcySYam8GTdmNkR27TsaQpF1u/1pFKS
HflN8btljrpfpUHlbnDiLnYeNHGQnUAb2HkLhet8EmHbRr1QC+VkW70vXbDpo9nJV94S84G3MDxI
LerhJJvmqzTnYKO8p1+cdheWGqgcG6FYHpO1gI4Y4qqYpzm9GWa91vaRG463WVdbVGsIPXK0/1MQ
cxM03fqLTbm05uU32wcxzOa0w7c6RwsW6m54EDYBbrAbZuxqnx1oG5/wE3VKP51JOXclWhZwbSLA
afBDuaMb6Rm9I7qHEaO2WwnSc/ImwwiUw6BWGLF4BcYWvzBmMshEJ2nhnfF/pJ3HctxIsK6fCBHw
Zot2JJsURVJSt2aDkJmB94WCefrzgXNvHDWE6I7RmYVmoQhVo0xWVuZvhGaLXVwbUXikY+XpR4D9
veuPbVop0Hl5KuO5avS2u6Fk5UHstiDiV76KyrZ6uBEv5sN0ufVYNuBaVHpBivK/y1UrsISmMKYm
x94Oh8k3oDXj6Dz1H6iglwfqAMnRozfuq1r4sxpc7cHIOvHt+o9Y7pyZrcUjHq4RSijAlxa/wSur
GDPeTh6Lhk7QfRaQi/iccS15oKdHbROjOlvdmlqDY5FilWp8NDGozPb/+WfQEYdPbRIIXGAIl1Mx
TFOPYVkkjqkDzhzKrzNsukrVho2lY6zsR24sdlaYKk9yyDMfkc/yxiZ+L6v8uhrMBMosoPS5uGbQ
42ImGi+iJBdH9bEPptDFrdITk99Kt3HvJ9EBmgVdL+tHnljNd7MGt73LbbP8kIqha1D5k7XzUGdh
iI+QBF277/CGbLYNrENc4IWqjwB+pdol+0Rm7WM5qcWA+QWQxwfZl+6xMHE99xUnqx5aL2x6Hkfg
8+09QpDKIVBQqL3Rq1r2GPhcuvDzh3K5gvJcPO17TTemEH7ZUXHtH4PqKnKbROkpqkVl3shuf+uJ
z2NRPwBgwPrS91uMlSTCxWg3Ko8Y6fwYtLQ1/SCbDXDRgI8PVUdt1I8bwyn3TSHyz32AXgTWrN1X
KnISdP7ts7fMDmb2Pt0Vtj6oE1KURaY4UtDsmzFpjgrQ13gjBByUokgxPFctSpgbvY0n78bdukSG
QwmbdaLIStjfBI9luk04sXGqFd0xnqEDR9vKKuMO6b1W3vWp0KVvlnUu42OrKqHyNtp5Vj3XJhaS
6ZiJ7Ix0Xp+fPQodz3HkKRi4QRQ68rLTHUqjjdb9NAu9H/aOPWXBIaF6L/zJDp14W6RpgucWsuHc
WUYR99aHhmpa/wL9h0uXd604K9B7lAQ/lFwvN1ISqincmIP7QbXwqbqx+X4rLDEVAK0QWAevNOM4
Fzui6gPFLEJZHum5iQ9jZKkhuJO2yu40OpSuL4JUC7eN1daTX3Si+jHV7uDutQSi0MZt2aQPEErU
bQzgI95UiR19gU9TjnfDpCnJthp1415aQXfLTWQpUjuvIQJEPDMQiZxbc4snkygAAER92Rwdhx38
3Jbc7E9xRHVY00bsCOtUsz6oU2MFB0VHTPcZ/l3abjrDTof9UKSxc7oeOVcOF5gWqsXAeOg8UzC+
DJ16o45uChqC0GlUx8HG/3rWZ/+oaeVzV7vRxx4+0EdyfP2+saw68dVqMKoZyjqcwgbQ5I1tvnK0
IK2iqQCedEbvLZZ2iPKg77vMwAd3gJqnTzaWzxiTH8yafv+k0oa+MeJviDrgljNull7pTDXgVF9O
QdnJTAsUVRwNeMAQeSqnGDaGwLR8y2Lm+E83Zq+3rxpUBIEiJGXWrULNCMxNmhnWjRX5fQL4fH6E
zaLwrl7+mt4xg1Ct7OZotY4d3+P53BRbNTSl/R3Ce1xt2xIvzvvr22DO8H65vZAGAQOAxQpVEh6/
9hI/MrmxRe5qp+e2VMePY1R4G0+pwxekLUyUnFCq9+18jG6kMIvE799RCWakfFzetCYvJz4fFIzB
UEk9gz0SL5ig2G+Ggd3Uru/mx8o0etnezWz1YDRJWf23ef538JlExaNrljpcHEWnttI2bcP8nLTN
+FhmRuG+uG4VPAZKGxT3VdP00GL+YJpnKj3yGih0OfPa//Kq1BD1j+h0ZGc6ApnrT5QWfvK2juk9
pJ4/Rlq/L3qNZPf6sCvzDG4MEg09KHQDllIQsijsisZierbr4TUPFDzW3RRvkUlKLd/hrBydUq20
OvLYDBmc64Mv+s7zPDM4VjrUVkkYlvsZMngfJ1Rcz5leR/d1qQ/ioSRT6e6uj7OyhWeuOxQQNOTm
7tfl3NpQefGBT/lIxc6psUSQCYaODmrfS/Gl95ThUKRW//X6qHM4WhwcWLYzVI++G/nfYkXdDt5U
UDjJmU2OM3OUiWB8UuIqQUerxLH8RhFndTI5LmxZk+rbkl474F4OM7xKz4Ke2NbTEusUYUuR3dgw
ixj075qRT9BAJJsG+n45l8hztQgk19kZIkaGGXCZ0HoTsKIcHJlRq6qRa91fn8i15QMtx5OGouJM
rbwckpTFsJpYTc9xb+rxK13qvvEVRhp3tGnM8i+3DlXpKzXNiBu5+9qkgoHigIBagEq0CENh26RT
KQO+thrpBidYNde03EL5Bzv013EWOxSc6kQNwsrOhoNM3CDq8C3t23rXVVN6l0extk3LMP5+fV5X
Pw4dV2iyM0RwCfvQKnfqR8PIzjgvCvmcprUuX+wIRNmfjMOFDRL8Hf1xuX607518yFzqFt1oqGg3
qhA0y8bDP/wPBgLUD3QLmSJgQZcDgaO0Rd0V+TlWM+uQFhb1CcvrHOtG3FrdkJQgAZXztINHezkO
tY8goK9VnO3MCT/npRdp9MYML8Mkq3X0B3L0VtvZTtJbf3D6oHz//5GXkGNimKQAwchpK9Rnzck0
xZ/lnDGWL3L3eyuS6Q++dX7RAGnX0RhdGi9DYksmYnRxTjoqCYEaR0+iGfIXNRpDnGhKbAQ6RaY3
Rl2LnaTDdCzmJw2eBZczHNfmVOE1VpwDlF6A2KhT9R1ATHWm5Zf8uL5r1iLar2Mtzng61OWgoONx
tmNDfPGw1qr8ti6tu0ENnReZt/Xr/23AxfahhgVcVybFOXfRpPRTBYbuzpJu9aa1uvm1LnoeU38w
JI51oBpBbSMBejmfkY5EWBVzBMs+Mw/o91niycVXLNxMmWvl28lJ7Pq/gRrfbwoeNLDgZ6cEc3lK
Ai9L07bpsnMVT229aQLDjneUx5Ub07l2Gn8ZZ3km4JbXtGqz7KxM0TelL2kbG5HxAhzFcj8VadnH
90EcwNe+PqWrW/R/P2+ZvAi1yTFkaLOz7KpI28wwAc8Pavj3hwhfsf9I+HyfTa4/uh6YQXARLTZN
hIHiOMVxfq4GNdinYrTuyQxDajx5/On6l61NKMAIauaALgA7zvfGL6ko12EVppFK+qubA/5OZvtQ
GLrMkZMID7Zb38kk7m4s4tohJLyAteU/uoaL0E0fNwutiAsQYUdIDFbuVff0Sp0jD76w2Iuibm5w
rpdvu39nlCoAXrloZv0mETSmdilsxeRackX0zcmGQyPlvSJRyxpbPd+EY2XjykJHTPiN4lZib/XY
t/xBpEMZg+NByYhyxeJRO3misXLDTc5KKLvSV82sO4ZOnwCic6vqVidpdWmpT0OZhxrF2l4uLXId
jh5SozpjEyzuJ9hBlj/gGPaK+KK6wdzPPQ3gnm9E2LVEA5wA1x4OPFSjFxHWTIXbj2o1Z8KRuunE
KNttG9MgvpForB1JEhky4FkMAmjR5ddlFSAzupjp2VR0ceyGoOr2QzrVmu/ldXAjvK0PZnEaXWDO
vxkIyrLvisgbk7MtJvObEmTKg4o93GfwTt3u+oFcOxzon1HkmwUzwb9ffpfAa7SYFINVAwSNkDLW
lpshqsePLZzo4eBZsr6xYmv7xJzLLLSjKbgs+2Z1XiK3VETpuRONkfpROfTfx5bGsd9hiSO2StMM
zUFMk3YrE16bVo4DhNAZNvC7vHgb1FyIGsl+IkKxGeMKCWXAif2W5qJzI+1+r0Uv32j0JeF8Qx5h
hy7CDjciGO6UEqgVz0oaJqhcnW7FvnRq46AkhbIlCHTmBlhJ/2Z2nS03cWS7OBm79dGb+Kc37ujE
ANKCcPqSKrV9f33pl2XB9yhFnjkXYagok0Jfrv3YumXWBfzCcXL7xz6wnbtcaaa/kRiI/9FSLX1W
Gst4kd4sZUqjQXSbinefvo+8/sZvWTvG7+VADtes/bfoY8xQC600veSclTgu+GWkhvGm7NX2FkN+
dQ/Mdcf/N9ByVRJ9oGtW8pTNVUBt1QSiR5dAn+87AKbJjdM1R5/lHgAIPMthcOWh/Hc5w5hKgDGC
uHPOaong0aS3CkofDbXlTTdU7scybsOnekhiwNzKLUmOtcHx6Z6vvPl5u4TkzpQXjINC9+QABLf9
FhBg9VGUIKXeqgTf9kMddFby1LRFKj5FTma7h+sbbGWuSe/Z/9Se4AwvmUVd1UdNy+86WboI062X
ZZ19Zwqr+FKVenTLnXzlcwn/yFVw01EWWb6nM4nzJyU076QCSXirB60E11LX3rS3QALGW6fAWWRb
hH3zqABOj/7g/kOxklYJxsbsr+UNgXwsnoy16Z00AeBvS9WU0LrJgtp7GTWvgOIeR+GrVcT1Tf/X
tYnmsqCWDBePXuTiIAeJJuqka9yTLVGE3MgOQsYBoLD3scqr1t43ngyL10lpPUKd1ysnsmfzxVD7
NtgpAUjPrSFkPzyGGGalm6kaO+MJu4w2OV/fEGsxEazJHH05fkS7+W74Nf1rKGY1sR6cvEGHv0OF
LklpXsnxY2FyfUtlzFNfk7TrN64Ypu4+UL2yP0RxPPQ+Ilc0KHBjUgwk9bzUObAb3IOWqcmN/G1t
PqkGoUjC9Ytg7mI+m7AWfVCp7qlXcrk3vaB7jGmU/DCCvrulWbNyHaKwTBmILIYYvKytpZmihGqe
BydDVviKIl8HRrCqe+2oyCKk81G3fWSixKR58Q0m3vwZi+g0n07oOdyIPIQXn0kndaDToHsnp5aZ
ve1EkD30GcYcvlmoWfPc0tH/JyP9+KuttOx1yBQtubu+I9a+/p3DRRuA19yypZmB+rXVOvBO6OBb
J5Qtx31tV6X5uQumDCNambh/jUGfWvfXx11Je8iKcQKwUO6mELD4dOQ7uybTteDk9knfbnXu3GKT
pJma78MpjQ/4zcfFjW9dC1CQgmDuQKOn87BItSYzjVtZBcEpDYYmfqiQQkKeFE9yYNVputPciM4f
hOs+9I0pkl+vf/HangYaRRPgneZpLUans1tokSaVU5IrOFLZXpz12NK5tZHcSVM04+76eNr8Dy52
Fy0+ZhmeHgFxqbXTS3ZPrSgBpeJWa2E/uM79FKSlBolhUF9RoR7fEjFOm2KM6zs6pXpyBxCtUmB9
WAFTU5Qq7m6BeqOYvZb2kPFQYgZFghzo8lLG7EgosjKUkxV68ZewmeRTytyoGGlg77aVrcw/lJOw
na1RZC3MFWL+RxwSM+MQZ/N0XZ+ola3IRawC+6MCTXVm8bKAiGTb/VgppyygZcCj0ErMvyckH/yC
qlSzJXEf9Bvbf2Ur8gqHQvau2wlN6DIO54hNuyIOvVMHGvqhLHS12lQBqKWtZ9dptTP7PGgPFD/C
wO/6OAu+XP/mlXSPz6WOSuVbRVhk3qy/3AOo2WLTZCjOSenT/OtYe1UAdVv2tzipa3NL18KC1Eur
FdL9cpwQrUan8k5ZjOW8X+AHjr2F1IJDC9r3wetLKV+uf9pKRAOigUwKDT7oM0vi1aBJD1aG4p28
sGqPCQbf0UHEeupX+UwlyJskRi4xBGO8vT7w6re+905mXYzf8h+rkzYIxN47tdEUP0DCqh1fx9/u
AHzI+Sy1ECG9PxiR0jvhDPY01tWXsysV0ChY2genLEq8ByXWw6+4zUxIBslU3VZdPGj76yOuBDFu
Kp7gc9+LC3qxnk1XFlEUCO+UEkzBxcnsmOrxp7QZus/XR1rboWSSRC6O5Czqc/ltdiDhPWHfexqR
kd12Di/xjdKPk/4Hq4ZDBDh6DOhw2FpkRDJEckLJFWg8dSsOqsBlZuP2hv0KeD/P9tgRaDdgl2tz
yIHQgJzPTdnllWsPWocNW8I+wWTS2wKBt+yNkkKqf6gxqhL/vZaBRzmeADOqeq5EXU7kEEVxEmBQ
cRqSPNwmdjmNmzyCG0NB56Y58NqqcaOjhjRnmSQUl4MlWpWDYIq9k8tm3Fk0afINxLmp+YNV+3Uc
/XIcQ9aDkcnJO0GK6l8zOCXpvjQgGkMssLxgA7wz/3l9Q64s29xtmTX52PfkbJdDaiN6P6NquCdF
17+ZQeqdJmM6NWltv1wfaK14yUjA7BwsTki1F7lRXiA7HBu8JpDqTw+5aNSnqY9Dx7fw6DgUipC7
zPLAl5ZK7J6s3kq2OiCov6//jJVwZvJIJ1sB2E2WuqwI8JQDXD2wbyDh7cBzap979OU3jJd/0Kri
lrfWyvzySJ6xddzGkAAWwayMKszgAk85IUtKAj654UsaRNpLnetet7n+bSvbdM47UY9ScTuBP3O5
ll5aB3mhm8EJnwMb8TMvGOu9Gs8V0+sDrUwipsAuoh6zcAl1iMuB9NgRVo+5ysl023bY6BoUP7/J
LaW9syhPtZ/xA5r0G8+KleSCkDEfd7xcSLAWX+d4eRA2YgppCNlG8RYVobuDfiade6tvJ2OrjVKP
nqoojLO7fKhvbZy1/I7xHVAfNIURLlrs3wn0Ksj/IDw7sCglAp1F5/l9I0Nv46aB96JZoY7dixND
biu62oecUHwFWZlJFGplHtxY7LU14KfQOAY5SIF7cXBt0CF64SjhGXKhQSlgcHY0VQs/B1znbhJr
0j5dX/R39P8i86a2B6qObIBrcunEEIVONUF4ZAFgezv31EWsc84jqL4bey1yCsryhRd+dNzQCLZR
VSXmWWZSwkCa4Kvu1YHiEFRAEXmN705a/KErpkr4Pd2wZo9mbh/vtNwMg3Yzcfv3p4Eb9ClxW0V7
dttYOD43i5p+Biramz4af6azq4B0hI9OEojm+/WvXdttlLLQHkGdC0mVxfSGKXU7VACUU2mTwaZ+
LGpveM4RePg0yMJ5yTUnvx8y23mETmPsrg++FjRmvRigB2Sy1FYuz1fdOoGMvSQ8J57WfgniuPF1
p0CwK6XKeWOs+d9arupsPwjfkwoXj5fLsXBgGHT4g8GpaAyeiLoaBs0mkHpXQZXtn1CobkueMLDI
ICf2au93pInJjc28kt3S4SVqEb1QWV+qUhp62zWjmB91ZgTIHw0bI3wLikh9JZBn/bYzMvE0CmvI
//nvM82dPjdgmADKiZdfj0cdvGhHBKdAq8qdjZ1J6BOZkQSKrOlwfay1G9DC1muGBcF1gCp0OVhd
W14NLoAyVRhNGPNWefCoKiN0YbtPho9aGYt077pCR44aGYvJj80AFfJGNkN1oxS19oxGQWJWlZxl
F38DRRXJaGmR1Hm322782MEU+ahXnn1wx1kVPFCKNyhrwOlUO3mOcsv4YmdoXUChhvwXQNL1Y/RK
b6HC17YBi4FdHwVeQG+LCeo8CgaddINTpeeuu7eNtlDvyrSPVV+OVaX5qqOUm5H+6B/sP0R5LAry
5LDIW1yuTOh4tVYhFH6KMzeKNjBrumc1QkZlCinfbyYFtNWu7MvWvXH61qI4RmizZBNY1d+wKlHU
W6EYDe+EUOq0dSdL9dUui58ho94bSFPdWPbV4VxE4OdrVOVjL78T3v8sixqx3b0m/2wPFED9KlH0
zeDoU/vAzRfLG0o9a/GFAErmTBMX4NYi4UI6sa+8pGNNpd7UEEfswFeVNEo/VLTiUr+pManeGmmX
fW7MttibkXDfrh+8tXDK18IHI1fROHqXX43H5Ng2g+2dEJOc7iRJktjlnfOzSyJZbq+PtXZvzNcF
CQL1AWtZdolTKun2wOdaUJruXBQgUp9LcPiZq8BYtDgLMaKY0J/fusCizT8IMdBisWmiRgAGeamb
PCplJNuOm6NvqO5EWdG+2qFtJjtzdHNzZ6c9Z0eMwXk03H2I3ToQgRJs5/31WViZcQqSYD6oStpc
YouD3GoAFJq8UU6iDNEo0CunPli9+AaxGz2HPxhr5ioBCqQGurRgzdMp6oQIw/OUo0Cfunmv+4jI
QheyzJumdysHaO4ykHlQ4KPaOv/9LxWmTqpD59pxfIYOlrzMEDQ0KvLsSRZVv9WV8lYffeX0vDdS
QVuYMxt18SKs3CoZQ1nH5w75rhYlkHhQ9n0jmuzRDscJEwFntL+r+WQ+WNoURcdB7aLuD2Z4LsbM
NQuH3sW853/5aBf5+7RNgGDYytxaB/xWfuoBfJ7NFgP066u5tPudu8f2r4Mtto6QlgFuT4/PkZl5
P2IwyeohT7Tu0IzogpBqdwHIXdXsrUeLN/ibKBHqrpEjaJLET4IUoR0dcYFvrlJO+kYzu/EW72Vt
c9O/ma8pQBvI311OB5ZuwPojfuGomsP0kDaRax5yQ8Q54rXKTc+I1S0H1h0R1bkN+W6p88vsl3Ft
AbTzGK7JbX2f6WpT7IfcqbtNBtAnejTtWxZT64sAE2xO9Ck2LnsKcM7CEBRKeC50D2QVhDTLfq3S
EfkOjIL68k6qUvHuxei1j0Xu2fh7eE6KjlIXhMO9Su5CWatOASMpALx/up3ZazdwzmurQC1mvjgp
2lEovFyFgu/PRzBy5yi1u9m/ANm5Mg+qOwUlLvPGg3d1sLn/C7JzRiItljyMMEltbSU+ozgtwud2
UoTYT5lESHaqo+Kf62dgvo8WKTnby4M3M4unQ92//LRaWqMTDWFyzusiyrZWC17xNceY8eZ1MYeP
30ZiEwMlQV2a5b4cCVS6Neh5np6tWnHiTUqp+1th9yaSJVPp1hsQT6Lf6IBmKTajexbA4N6BZy03
PfSpO3Tu5P76t6/tdiQlEVZ/JyAsW7mZqLrI6NXk7P6VxI18sAql/qAFeFRgd2a2t8yH1nJy7kpA
bP+Ot9SRaM02NNAgj8+Yq2vyfkwQ/ENHbcBnRLWjY02VJfjYGymGALbQnDteQB7uMxHOGX8QZW2w
p5T5Qbqx/pdrMd8lZFBZckYfsh4x54qS7VRI46dFA/VGvrs2y5RqcVMFH00uuNjPk+i9SeRpAnXH
SlS/HfAAphcMrM9XIe+aG1KzWxTvlcyIAiq3yMxPm0PL5fcNmph0rczjM7ROr3jygiEVB63XrKeu
1MLZo7YPx0NX5aOxgYdS6LfWeu0u5QBTfaQrDBdvkYlWkGxJCciNlFbM1YocdiBiPKaJabaC6pAa
8bN3A0XHz1i4x76jFOYfQHDho/H11EEpgi5d3rCR6QKV0302SkV+6avxVaJyzj2Vy/x8/SStxSxK
MOSbOMoRuhb7qSG7B0nYRucI54XkwW5VZMVMRBfyAp27u+uDrVXHAMfwjoGBNqvNLCa3H6oO+hUl
QbSY7G3V5Nq3BgaVcUD8kVujMNTpIRJZhCRc6sTe947sxd12iTeLxLV8xI08Ym2Hs78h85OqUVhY
XA+x0RVOie7p2esU5yGcyJK62nTiXTUia7GlD5N/vD4F8/5dxlLKNZwmMl+GXsyANbRmkhjcmXkA
g3qrB7o0H7xAQcKyUqxwUyuuzLboScXhjcixPjLNwX9HXsp2qAFyqxpI5/OEkLyxo7Nrydc6bT0g
7IPiPOVeDlDLIyG6RZxfHRklVtJuMFIgWy7PtIkEt8LlEp5HiEwvIA6DB7cNS/Ob5K98Ce7HfXAm
tf77v0/1O8ZzTlAw91osLsI/cyFSRKBzNbGXI9C+mDB+h7xc9EVW/SA2ppKk0+4PhqVFyHmClYce
7OXX1qlrdUNIybUUk/GGbaL71mZT/VCrfYb+ep5mgR9mSnvrhbNWrCFYcMvPIRuY03zUf00BGZjb
N1ZOnar149EtsL3Q1LyVm1AVzutU4RKYuXHjHIHYIj3lOFulZjNstKabxr2nVvpnAbQ6/IMcjE4O
rXD2PSTpRUg3popUr2HjIQgPk64Y7f4vHX7+TzcVwdfrk792oCkPGg5onjnILMayhwbAN1aA5zDr
NXNTSmeQ2xpjoI0jtW6bJdWtyuja5saoiiIsXhUIcSyWm6IXvCUVn0cnDctXRGJpwMXV8I+ep9L0
J6oKW1W52Wtc/U5zljyd7TF+oxUMlONEIqLonEzxdKaf06lIutTG9BoAa8JFoUX5+g/SW7Jb6kEU
LrgaF3NronyH5gzuHyL1kMlKWrumQu9WG8fI3Vumqr+pDM057Zy3zyq29IqXNQo9ScO6NypxLBAi
NZ4o+POim+TcBQA1HQcfq9RUWt+xnDzfBNlk/6j6vusf8WqIPnjKhNxoAZ4s2gMzzdQHdfAy5cDF
RJ26jPKxP1Y0Uf9K9CbJdvGoKPtgTI3iRllreeEhfoCgFgBukqc5n/kNYJdkvC8VVxxln6XtJ0EF
8TnJ7Lr1qaq5CfBqFvABK0n53BRtV7wYotc7X3P0JPqCvk9x4ywushs2KXxdFHLoTXnA/pZn0QwV
j6R0SB9T5rbhyRZM6bRRU601trYjKFb5VeiUX/TYLvptPyLW4CfKlBs32nS/Ly8EA2j3JAOzSDD1
tstg1VrQJAfLTh6TwBx4pGJs2/bn0poRaYV0UmSlR6cR5l3cEur8okVlm0RXE4+jGXbi2LuNsKIt
AIYo0DZYsbhq5iudpzXapjRy1f3bjMPhbnLCoHx0qga+cGKFZbEBXDE2P69HnUUMUCHTc6+ZaC7b
JrXyJZcwQhC4F2GgP3qt27UntdTie71CTgTIgaySbhNVY2Dtp2YSxefrQ7/LFPySULyPPdsOaiCM
yP2X8UeVHlrfHdbGyASbQwGgbSAEqVGMTBES03mff0oqJ4r4Lci3Wr7RppmMgQb3Tdv6daqLYaNq
SYAuv7DDc6PVCIu0MnStfWxEibGVlkiPeacO7quOpvJGzWEXqX6vZblyFEFRf9XdrnxVBNLY2zSH
9/OoBBBVS6xyx5wHWZMab0Ms8hYY/zDUG/DIxrMYXOw5so7C1SP6kM2DGyHLu0OyG3KEITUj3XGd
xPY5b7ux2OeZOzwhP17wxExlHe7xi6mGzzpCmF+ERPh8K5BW/qGQRjiPZWtCXEva0v3hxjnqcnne
yJ95MBpAJKCw2j4XiJEfSoD6w8F2lOqYlRaq6iLXzUNLcai+Q+8207dOkBQ5WreJjN3HynZaRGZa
MNh7+hyjd1TCUqkPfe1o92nllTEfaMpbWMZFqGeBZ+l6tFmoW84SjfPf/3Kt5/2sh9VN0SOyhJQP
QR13d+b8Cjng9DLdiXTQTtf31O+HkyEZkLc19/bv+7nIG4enZxI91mVsdj892et/4YzjygOvEKxg
0wTn0I2og0J3fA/BnA3yliht+3ChrB4JnQLV1gj3h8nveQSED2kKhPlAm8QatmZS6jaiqcAfR6Xq
4w8WXuXOHXl3Y9yIdsaicjEfDkA/1ETJ/0DGL/uzuTpamDUo0aPeVCK570VSzP0huniN77VVch/p
fRA/eHVXeolPxSKCH9c0zrDvI0egKyTT4JG2utCpZ4gyaZEA19WTFdfes5XI2ZLF1DMKWJjQhukH
bELGT3WFIOCu8cxs7xlE+QdE99O3dIq14sCRUZEYsuxmSrdwQZAXGJQERe2NFgd65EetmVl+oI2O
K3w8ARIMAa6v7eJ9zYwY3EizPQAZEtXiecZ+2U30ccc6FJ53dPq8/7siaz/YU4wwsWYGH1WF1fKl
0fOiHRBEubUcc8HgMlZhlobeKJch2rDe+3L9MrjnjOGEd4Z7BOEZcBELiOTtprWT4rsTYaD+GWhQ
5qAX62nfQtAj8ecWkSf7O0ItMSZfaGTKja1QfUKcT4jGLzRnfKYfTW73oCXpmHwmK3RrFUJnJrth
E1mV8oVDOqGkaQV5+CGocQDfIhPutv12amS/j8069b6EWuQ9uwGW4+xqglzj2wHqk4oOnvIDlgBl
etcOTf190IYSHOX1JXmf88W00AfhuL3L0dCduFyTyUo4jZVqHQfqGhDPC3SrvQ+aVXe7IZ/qdm+A
kT9YeVJAwbWUHBogsbL0Uf6vpwpx0Dbx/q6RWYkfVBBvMdhdJVG+ek2NhG+Sx8TPkaZ+nG3CuKOQ
YToysN+Gxq2FsiuRhycDARGUFz5qLVy2lpuY9cFsvDDfBv3g2X9ZeRFrb1o9uOWTi0xEu3XapJ1b
/u6IlDocIvO+MZSifiNvLIyPKQ18+SggW0nfioap2vRaPFo7DBPKuPfzSte2egfi49DgtAwDDV1O
e/5dzkuTo+z1gTpx8lpQvg06ACNQwJCwqurgVGLjHnJhjXU/7hDaNmk3BIYM/ZaTo3wW8OuPhiiG
BMuNOvTuArPjx46FNxelC6Vq/onj1EV2uoqV8Mv1dXwnZC/XkVeuZZJiaTwHFvWyOFMtpO262RG9
pcxvp437jSQ1zH5MrV5kPzQ3KfAv14Jph3PHGO9GbPv6nXQ4AKA8tShs/CaAo/s0NjLVnhuAadFL
0gjjc4hT0qwTTLdM+auMLem8hVHKVWupfW1wq4PZP1dt5kQ/6kg2u2JCT8vbeXVrImskEm5/N5yG
N6/OtRjV4STfVxGp540aw0p04TdB6bSR+3HRl1rsZKQ3Mjf3xqOtBG77YNle99FQTKN74szp6tFs
gD8/e7KL26dEqFPc3/gBv2diPIdQwgFdT+jiuXn5A3qEtKnsSe3Y2SrstlSo4VNjdkJutCxQo904
G9QfcbyYmv311Z9f15eLTwI2F+wg1EDuWIp4RVkJVqcrk0fExPt0NwmleBn0DFNh1aqcG5H0XZ50
MRrQEJB1QL3Zb8uOn7DUxhBd4B61MJcNDyDgVOFdkM3dFeJ3UZ67GqsqFAP6Kt0g86lYBEJF0fa5
KnRKW1k3tv2xHpPh4Hqda/polyTypaiKTL9nu/Z5hh4MJIAb0/T7ArErUM6kVYlJGtfB5QKpWuom
USyVYzaAFjqgN63mvjNVbv5aWvhrwcWVX7SOeHlj4JX1AdHJVFHN5s9lWQbTOtQw6Iw+uhGdw0+T
0Zn6Z7ULKaf75MCWNP7zTTuDpajVc2nx1Hov1/xy2YWD7OooiZNHkXiluSdl682tJIUOPpJNu/Gz
qwIn8lvRRt87PB7bl+sbcj5riy0ya8zO7EfIXb/RD3hhOclgtd4R5ZjkYQgmm1zNSdWXTtOtJz0L
Jnnji5cNQZILwAwzg9bi5T4jvC8XlzZoVuWIi/Da1RzkP4ckky+xzJv2qFCVqM9ZKOJ2k8JAwruB
CqvYWIUVuR+1cMy/2iGMD8xE4MBkb7kc0d/X1TG3b+GHVtJby6AKCr6FOiwCk4sarKr0DiCmJnys
vYDc0R+hDEw/ZC+6D8pIyQWQajxhZ1IYjp9mUfU8q1fMJhki0J6johJFuKdZpIhHWwAZ8209j5QP
XpHZ8aYZS7e9UwbD+q4EmtIA32cNij0YMhneqC78fpbAhxFVKKsSdWBCXE438NFqagHJPJaDpj0k
YdJguPQ/nJ1Zb9tIGq5/EQHuyy0pyZLtOLHjxIpvCDvdzZ1V3Jdffx5mcM6JKMFCMhhMXzQw5RKr
vvqWd0HIRtknca61ja8YvIpbN/dKeU1fzVz6WqfHi+YMcxIqBZpfoKFOFy8MK82yMUXIIh/kF6zN
+6Pllg1JRGWXeu07cogIIXOrujuzacPQpnQZoDNwV0QKIoGKqk+ncvo6YT2CXAzdj+JtNvOi/pYy
E5i/M2jqpm2jJJ74UVWTsbfsrIcT1MLspZxvIwRQt55L2yYY56LMNgKzimbbLLpn95VWdOXPulJk
Un+Oh7hp6m2sIE4T+ZPMhOIFQ2+Xzv0IQ8d67ueqPaDnK81dU8Se7hO42cOMsWvjox1fvnFVgdoN
Ftz4IMpG5XUw1GjMd6bMF4nQj6/uWZeGu4M0EWk6LT5i1SpIOqkjGz2p6HXYszoEmatjlFbrSvES
RbDUgqqNEe3caTKPpttEOOVbKjRT6Q4f/xkXzheobZd3BliB4a6nnhmWIEtPILp3iZjFRvEaqgM3
nlUNsXVzuJkb291ktYVRxx8vzLiVM013EwGTdckLk4hyJMKaDGPMLiONx2Cr7mPBn6DUik/HL70H
k3CtNvoFklidaW+pTxioA6E4sxt24oJMtg/nOxdHSCBQuLTY9W5ClT73Re72/6qjTEO/x9rHuw1N
d/5UtyUwsbAZTMW3OxPbC5T/3Ls0ndxtT6bnLG09LdzNHtY5wax6BeQTFfX0lxBZMtSSm2JqPpG8
au4+pB0x3S3SG/ZdP1l9+5ZPGEM9KA7ipE9zZWZv/VjRNVGYgdqBFeJ5Mmw7F8she9OYWVj2G6RD
7f3HH+PXQ3X6qyzeCSS1vGPMltfAnlYvFMcoVe/O4uICOETxfuFsZ+X0VJWi/M6NJU0o0sh7pjYQ
P7Cj6d1xU+Xp3Di0bK0Y4kaZKv+MModN8cd/HSFokQWEArZoJa8biX2tWHHo5vdj3s2h8MsU5v/B
1BLqDG/OXOcm0kTzaYg7O/ymy7EgycbSLanwB9C6+Nkr6OFuUCBNmEdNsk6uoULObxH9X9IdAG4L
Tnx9mVuH7u5oFPK+hw1xi85JWG3qmh5LdDBbDspNZBdFc2MOXVrWV/LE8xxgKSmZg0DZAcC8HiQP
UzsjrBYJ3MIa9z/cAgd/gAO/rzP6lL5my8S8kmadd7wxRaelSxIOf40yQD99F3QnlXoa6sW9Ndop
eXgeJvbeCwf3pk7KR010839wAkofe4fp2a4HN/arwROPKtLO8koAO/OXWH5yenkkyh5aI2dd5iwa
XannTXufztD7k0DvpdpvaLe5I3Ye1qiZXyyEZz93uBcoAU5CVv7YzTDRUNcuJmVWkOMf3RhzLbVJ
3K+VGHrT9pnxtMq3JlfM8JEopMSHZs5nuV9cOuIvc1lX9rW02T77kgRhAEw4PSDCvWSxpz9rjixf
YVRJcx+Vbpa+poYRl0923Lu4AaWefms6UyL+AxLUZYjeoyO96WWeDN/raAA0gT5ow22wtSoLFFri
JVYbNIACYqrzI4SkUH5V86F8UpOJQJ/nc/gaZr0T+ZXggdsIWbjfEofqxq+0iXCfGmbo3Ghlnqe2
L2SVmDnywKY53FoiS4wAJdLRMAI1dTWl3bSQgYt92IWFu5sH3YpebXwve6bcmWptIWUL5LzDmPIW
jRIcFS2r7IqHyMoNb9MKz3wNFxrRbYtsQ/Ok5KO95GZQl/S4Fm4wQmxO9i1KmjW2onAXDmAvncrX
BrNtfYmWi7fVwLLoBxvJ+XAfjxrCBlauk9qhPO8YCbC0eX6zM9QY4EOZoYwkOim1bge5DVI085vB
zZUXG/ceLGJio8bN4uModhYjENBYyjgyZ+uCzbOFN4yFuml0r9il1r3HYPkCNWwHDEKHTtl4XUzW
gajwNQrJhQuC7sPiZI+9PI2ntQ1GG0vmIa4d3U9zPDhBY3jjfcuP0uIfANrrFZxG0twm4N6dfY1A
Mbh6Aso7gmH2jzmvMiw11THzph9qoqo4tTMcWORehkSU3SGzcZ66jUxt4ZO32JK8xzwk1yyrz+W8
GfbCSyRTQF6AaeEqndfBrxiFXqb3nkIb5EZLJ8jzk2U+OEYNdWLhdfgupoM0s/IhB4MpRRyA4zJ8
J8scvMvwvLnShjiPgvxN5HCLqgTVLhS40+saUeGBvi2Ke05+O4HIBTgWSE3Uzn0TRYkS4KHHa43P
m7Froqp+L53Q+4ELG47pioEE1/ePD9h5+CCPcwlszP+oRdfq8VHrkMuAqoXDYcyqX3VTsWmrth5w
pykAZDbhlQHfWm2F1w6XGLqKlMCI9IMgO/0FctKGHHoU/lCZK2MMHSqsJTFnU7Mt7TjTCGhhJhl5
lYlAdB9M3cDPsHHzyR5Nv4iUqv+CcKxd3pFyR+jWA+fw8NZARm4afFdEcxFfSSWWb3KS50CBRjoH
XQ5voSav5QHRhGdm14EYdkazvO0y4Xx18xZgMGox3deiYWzqF52ifC772Lnyc52XU3gUA5tmWkGK
5fFenf5c8C0wWpk9455D45bZQWk0+b01VYHx4eBGuMm1jhFbzPfklBT6Fl2v1Ap92LI4DzqAEl0f
FwD0rHlvVdWPsWx7hyMxiU8SqY360VTTZroR4C40n3lhqQc1DhaPQ9WPNJyxdzGgfiteN6MF0mTJ
9FVVFdP9mWl19q+ZlQmGnHqCHKpWGFMc6MzUnxM5OaM/TYnlbEPT6dIN2gOtd1eqo0Areegbb258
M2LqGAgT+lgKoMpVtM2kqmX0Q+9EfT+kcRWhroNRrdEFEa5cj6MBSulKi/2sX7ZIcSN0D4DVYfZg
e6vnkykgrdlKLW/HuheWL/WWW6DNjnpjTWX35CYJDqjWYoFJ6XU3WcA7h9ARe1ViLErQbm9AP2i3
pha7T2mJdslg4/mK/B7auB/f1PVTQIuK/ywFyCIpCGTg9CDEoKrT3ijq22pWrT3yn8k/gmb3fkLO
ZCt1VXzOM+VKdLiwJsgViwkjKF/WX61JC0EMYaMMtyiFqftklH0QoiwOsMMa9kjyYERnOP2VI79u
yBEbQAICAiQ/o1u8hmfJVALadqtuX5pz8Ww5C38yZnjQ+vAF+ujKCVgHwF+rEYsgjNEVhtN9+rM6
racw0VO7vcRDmz5YCVusg0IpN5BiYw6o1xvXfB3OflZ2uHRIwDdw6uBFnK4Z6f1QVRj87bvcs17Q
oq7njXSjrHwwx7TFmRQpsOeiJdu6coYu/bS8hpRqIE6Asq5y8NHrvTC0tG4v2qbeOIMl5p2bNUnj
g6gA1PrxiT37aWnGMlpdzLSWWfEaWFjbDTq/1L2HwhzjzZjZ6dYjDdiFjfNeS1L9j5f71Xb4PU4D
jEUrkmSeKgM63hqy2hXe0HnlbO9rzE1yrDGrKeq6wCyTIv1SpZo5BE432/NnO5nkbZ0p0r7P8ZeT
X6qipuauZi16FX2hJ5u6UBQM2VsD8EgKBlTZIMJj/XCR9XqriGjjVp9MulX2INLnMk21bMuD53n7
xC31x2GKG2SOS30U92Xt2cMeXaMi/uYBWrXiXYkufqVvOXBm+DPBUVZ7ixkLEzywQ2nnIajUrs1/
1rSgpsKvgFaJTZFaVbzJmU/nuOskYRtAYOh+6mGlJ3eqMuMOgUufEyHj5GKa2IhMbipsbaMDQgV9
FRjmZBHPibL6/UAuvC1hC45BXRm9HeiD04sK8IOhUQSVsW7elhNiVOBE+r5+dlIvE/9+/LEunA3a
gzAWF81NBKBWz5qimZRDaR4fJhFp87Mep5ovskL9dxjruXvIp0y/ctHPzj5jbXq6yAnTikbpd4X6
hJpIrmflcLxAuz44navVO1CJ6quStInYfry9dcrAUfzfGAPxBoT8f00Ef+vxF0K09BAm0D44qcPV
JQj4aICMGzfEf16JarldhP+ovdAcunYPiB6rawDYyMTDRCd6Qjc7jS5WMrhhkXYWl3wMQWHo6m2k
SeOTOev9z4+3ue71sk0WWHTD0NpBOm/5zX/bZo7/L/VajX4ijCq/0kWKaxw69dcI3hfWcaECMrpb
UsczurHmNWkK5MTdR5FUzBfoQ4N1W+By0V2LkGehGbE7h96IhscWkIS1KVGS6HiQwX/dd4kafmYW
OzypkavFflFCOPX7nNmZN/T5lZnMatlftDV+RTA1vLMUdatXSOjM0WsMETAGiRvMuqUzP8KF0qNA
jEad73InmyG7JkK/VpGsLuKvlRfdUfitECCBi51+QmNOW2hoUAriXA3f+izGHHLIemOHHMZrNSGN
8Gf38H8LwqKlvFzEvtbPe6jkeihSIz4Kqjc90JkHq7dZY8l22wNYSK4Iq61u4rIc7UmyO6hvaCKs
dTcq15CQK4HhxpAPm/vGGIQE4hzhPF4UczM9dF2mN3uH9FjzEyWb5O7jO7KKO//7AyitgEzRtz63
KpvnWcxhDQcz1vSN1CWMqNZy/5nQbvz68VIXviU9SY4QkzbK3XVDVpvwrMnMIj1Sp4zjZp5NTeKD
DARgo7kjopaDV07VlZL2wtGlmUbmzGydN3ctpWR3VQVP2EwggfXaxvPq2NuEkeb85/Fm3dURJsyh
hnrnlWO0Cgn/+1kp73k9+A838vTcOpHW9YqFRBVyoW3uSzXp5WPRVSjEf/yjXtyfhyEWnB8abOtO
yGSHuh3Vo/dCsyTUgxwohQfVzXXCjRslTf7YCMNuAlSI0Cz+eOlL35N7SR5sQaQkpzndoxnrFUi1
3Htxo0Hc29I0d30K8hlLA32DG/d05eW49JuSPRGBaNFyglZRiMxx6c23yCf1oTYcNCtD+tOhTryi
vrWeB//6eEu3gf9HgjqznNONWWZbKng7uy+oLA6HVChxgN73cJicSQnAxmXPeqFWyU1Ui22dD8o/
EFhr14/s1m72vO31s5idttqJzuivnKtL8YKHDMgG/WH7TFKhKuauG7vGfUEDzVPxoQR4utedduie
06y3Fb9SzO4JeSh87U00N6LDn39zuBAARZCP55+rb07CZSXOjAaoUxXuTRk302ZCiHA3jbYVVHP4
F3Yn1CCEf6hOKLuvEzGYVrFRMIl6aQANvKvS0MVEETtkwyaRs5L4dgtW+G6c9Tm58uhdOm4oMTnL
3UKpbz2ECCcE2VWtUF5CB525wFCqrt8WrdP8/PgnvbgObxwvOnUIQ6HT0xbihlk4MYqyxpyM+0zW
Th6Y0I6v6VpdivQkOsycaDc62pr2LGJtxjkMkcW2kW1QiLK4M1S72WFzkHz7eEuXl2KUCUx+QeIu
//63xKssWkUgmMWWlCzb94X6noX18E02vKV/sRJIWcTdqI+pAE5X0hcEil4l4UuRxO0mK0Xv17JX
7znD4ZWn+tKm4BEv020+1Zk9U5VZuBUjovOiJfaMqToj0I2DHzImW9Ibvn68r0thnSxkQeTR6VbX
sKwyHxujAyb+YseRTDaJOsxwNmU/lwHjMHHwEFOZbz1jFlc+3RLbfkvPf8U+uq1wSBnWIDK6Kv6N
HJa5hczpEcJV/cb9kF9zR32Xne7da2kc3qBxEjODTGR132btNTjahX27C+wIJN6C9V1rayghLh9t
1EO6Krzyq9IU4xRMvSfvdKvPX+3KS77WXtZqV8LqhacMRA0Py6LNw1O62nVWkXlEmGsec8ctfyzv
NIKSDY1KW8nMJ7KG9EpwubggR3YJ4SB61ue2DYHGSislr41m8b2a4/DL2ERfQX9kGg9Jfq2PdB5k
aGmDnV4Qhqy4hr1UuYVwZI869+SW6VOombxXJGHG2x8eWwSx+XKoXFEI0SVbtv3bxTdStSiZa8tj
Y9f5V6/UmEz1oyNj35mM9k4VhgstobD+2AFste4qNVhqulGLdAFSy+JRCB3r0R0GcVMo5bBNnUTt
/GEK//QtXBaFlUpbh3CALvDpZvORgxmbhjz2fE1sjGcTVAmwxcGO9SdPdteMq88CEOvR50f6BheQ
JYafrqfh7EDTLJJHG2eeHvVnaah+29pS+Zwgo3bNqfvsKi7LLWxnCL8uL+8qhc0SyjlnyKqjhVjC
JqP5sxHGVO5BztQ3QpoAn73WuXIvzhfl+oOKID6jZIn+2ekep5GZrWmN4riQQg+j7t1lYdLEvj3A
4S+qFFpXPNR/1tKl3cmijC9oJetEW2t1aodQ1HGhO+KoeYPqbGJ4t0/5lKrTpmqvVkHnX5HFwDXw
KWkvneErM2lNPe5K8liR73zvhJCPjgS0A/JWHf80Y1429ttaq2wN9k896FMpj4ynrHHbZhHgIyQU
s2tgkbNwtiy0yDKRqC3qMfrpZ9NnmSK2McijI6X7OGBivktmOwto+em36eh2V1L0S8dEg4xO15Zi
AGnX0/VGXoMaIcby2GIkc2g5HAfDKZmwyZyqzhGN8ljhI/9xcDvLvdnk74uujolmJSVU1VQci1rM
95wMpQucZOyzrTvV5fcOU/j32MOEsy+s8EpgvXRq4FqAxFl68+BTTjds4EI74kIFPtooG1TqQHVt
xl5x7A2CPePLxxs9eyyWjZJuQ8xb/L/WODZatPRF01YcLRStHkENMplmIFBeo/Zf/EHxFcJfCANl
ug+nm9IVw1Fm8JPHeUJ0haFU60fe/G+thu+jcNQp6IQVIxYCuPtK6F7+n0+ynF87/L8re2uh3Gru
9QjP8PJYc16/SxdKsD0j46l3kdznXe8BtJaj9Eu3zMMACVjl+eOf+NKFoTmJoRMoZ5yOVls3u8GT
MjHEEamnO12X5oNeu81Wz7uCB1MvXz9e7sJ9ASYBgXaBxKHgtlpOegRt7j7+jcJcwCXwc/zOhWpN
8MieHbV2GWmGzu7jVS9sEu4fFQBrYwqybhsyQG9LQPrlERFi5y5RRXiDZUB5G441pLEMo7PqSh53
4eRqPMRoxgKEpFG6CniVhB26ZI5H0M7ZdoxrvdrXbZO3f1p20Hz9fZ1V/BEAScZSwzJy6uqwD1Sj
q2/6rodWmLU0Pz7+GS8cVoptvtuChju3Ze6KhIQgEcWxMWSl4VTjdQetq5ufiz7sscpSDFf8ZiHa
+nVWN0x6lVH1bj7+Iy5+y4UpvKBWMAbUTu9q3VVaQvOXb1mGE62lbL6J2tDdk5DMN3OLGvDH610I
eLTUAfHCfwS7vk52Ok2pmqE3yqPM9GqrtEQ5v4HGuZ9nryyvHJuLmwNouBD8GBWsMzndAiJvhZEg
ECVdMMVifkIpSD3UTaw9ZFMeXbmOFzdHhbWo7HFD1jQYzYnGbJjZnMj6+n7sFkUA2Q1xuVGS0TOu
XMNLl99EshFlaa7iGYjAlrpT500ijtyO0U/TAjvz0FEfNbfrvvCoQ+syGue/P/9+eBkzzmKuSPNm
lT1GtlpmdjxxQ8AIf/IkEGxjSK3X0imu+aBd+nooRTM1BjHKkHz5978VHZowUpAGcXFs4cmO94WR
JsqtGDtt+kSOPIavaqegmHLlzFz8VfHiWBAPy8R/FQIsUdOuRpP8mEpVfUYfzzVuWkBl71qlu89V
mH0SauwoV1a98GT+Yk6h5rv0VtbtXqcFdFAbTXFUwyb55qVT5bedLt0NVFMtD8LS8qDjTq4u9rFS
ZPGVhPLiptG4x/xowbevabjMegTsEKxI8xxseRiG0La8KnR9pa21bQe8P0UQ1JBXWi+XvrAF7feX
2QOxZxXWGZmC+IuxWeYEF+i0uXPAGyn3aYXpVcSU9C+2CfKCWLAoslDHnp4o6EDg/WSEBbGm5z+U
TAP6jOvKl1lt+4PV9uoYZBDKr/BiLn1bzvDiacWcAhjE6aquooYGGFAMUPUwCcIJt0PSoOhFU5tx
NwKo3HaG2f7M2jj7+vFlvfRZSaNdTpTNP9TVWYZ1aeco/uTHqm+dTw1yFUHERL/wpZTTRq8LufEs
WV9RsbrwrhFdANEsqy4o0tP91r2KLVkSsV+Svb1l2MPTEEXRppyQONkkjbQHUAodz1rshdZTXPfO
+8f7vpAucIZ5yGl2QS9fC2QDMtfUsOIvKPXZTW+hfMWfmZ+44+7jdS7Ee9ZZ6hSmFhpFxOlOkSQw
68oR2bGKHLcOunzqukM915nYJrUos/1fLMdon3byYtq0lhmkB6PTjrfTI1wRThLT/li/t0EIzyjo
ixyb4j+PSpzb/7/gKtjPw2xTL9vYkxJpN43nKKPfwbt5kTVFYN03Yl+OSfmeVcP85eO9XggNLI08
2ELgpeO8uqpOLXTQsLhFGlHrmpBZOjfblbPefa+8wfsnSwvryqG5cFlYEWCB7pEOMTk9/ZiDa4+t
CW/lWMNd/6wasYP03Cjyt4TOxH+l0ns+pNo+vvIbX7otvy+7+o27viqBpSjZ0YvqNyGFc1eabZb5
tuirNxnWd8ijfbbaprst1URU27/4mWlHA1DBnpVE6XTTTTkh+dbyhedeRkcUFe+qIpreWtWcbszW
Gf48v6ZcAAVGicZ/1ydYn4ZMSZEyOdpd+97UYiJFibSj0mvWNeDihagL1pmGPgRQ6KbrIkXrurD0
1Dg/esgthZUsboFfj53fKFF3A/amFQhihu6tjP5c5RU/td+XXn1Sr4J3NDRVftRAOWe+U3nO1lNM
66UlDbzyi146tbyToG6AcRDxVk8oyHxm/4vugCi6vgnSWW/7W73K+2ZXK463yRS9giJWada8//jo
XAp+NLoY4y08J2vdegan5bW5gpYtaJ3pbgRO7bvIHf80u6a7kidcXIockOqMswOq4vSUhrEedlqs
pEeEVeuDW83NoRf4WeTN2D/9xa4Yo7KlBSe2TjoVAZ9kSnFkTuwivXHnKkHQojMfEoeH5C+WAosO
bZ7OD+2f01058F9QLeDu1VB8EIjIJnNnx2bX7+LcEeOVOHPpPoB9/3+rrQ5KO2UjZC8Mn/VYZo3f
SQTrPmnhYAZJnnl+5YyII2mN7txIq7kqPLa8hKvGDLed1hMmEi7nZZXLz0hKqlHP6kVHQug78ZDj
Ta7rAxJIwKQdlGNH9Koqw/paJI2tBjPaxbdAi/PI//NfHcwYIQ9RBGqYVXaiV92kpVVaHAsUvnZ9
nDl3DObrrW1lyjXi6KVzi0ovfDcDr5szrp2dtWjIa0rOkxKlULi6VAtk0kAQrlpGzx9v7Fe2sfqN
weGAwFsG+MsA4/Q85VYjlakU6ZG5aTuhXqplw3ZS527b53Vn3hi21g1Bo832dKu1mnjw7FiRG1Bf
1ePHf8qFoER9SOxdAM68qKunNPLSeGzyJj0mInfuy2QwvMBRBkRvfoZFtnzzQr92vi8kDAy/f6Gb
ecfoH5/unkmYPU8SgFeFkua7heCgtnNgzjs/hrSusDsCI5v9+evJlA+EjM7/LMnD6ZqtLqD0z2Ny
dBdNg3AeBbhfbxj3QM3Vh6hXQfN+/Mte2uVSmkIGthfvv1XMwKhKjUfEgI7KpDg+VijuoVHS/AuG
HG5gp9FwbcELqTTlKB+SFAFDsHW/xhhaoaLPkx5TLbWDrgVcvM20QVOv/JSXjoyO+zoyr+R7cCNO
f8pGi2AwaC4/Za9kj3qKvM6hEOYQ3Q2MOKObSrr0FkOcs8Y/XZkbw2hqwa/RJgLVcLpykoCW0DWE
y8vBo7Du6ZvHmFIaMkeeNItwWYOlUgeWVzr/fPwxz/a8nBuetUUDhAHguuqOhklV9NbrjihNTOhW
ohnVMZm2Y4xqEns0Aq2c293Ua9dCxVlcYuGlawQohceU7srpltPSdRMxFsPRgQTwSYj+Fg3D2fQn
UQx/2hJbkkrQKWwUc1Pk4U+XGpOpDvEXdY6Z2UwvRWeOT0kUxoHXT86Vu3G+K5ZiJEzEAeDALTld
qqoHa+y11Dl2jD6HLaIKAM4hKY13RWlmm4+/3dlFXLa1gLoxiaGsX88WZWqQUaVm/sPFe2cbNdH8
nznY00vcqOLbcs6u5bPnh4XN6TTV6PajXLJmZM3ogzY1LPcfQ2wVW7Nu6tifEUm+yz05vw7GMB4w
EPf+YpvU8cDSUDBCPGb1+cKwtcvRq4sflVfbm7JEkg3Avg7y0bOLvWzSVvurFVHIWxAyaJCtamrJ
TUwZhuc/CjkP/ohzyafC6aJP8ZSWOykQy/r4Q57lRXxI8mYw3syLcbpb7XAybDkoo1v8GFE5305d
omxb1Rq/MW3pdnUcxZVfICxC4eCFXvDx2iYn8rcXmweDKh4gO3hkkJtnJWdRpihusbGvUkPdo5yD
truSpK+Zn4vUoL7MGCD9wDYj6VldCmtSOrsxtDdtrKadqGX7g1YfgsezejdS5P6QY6PsMrSPv9F3
aO7TrnkEDtU+f7zTX0aHv291IbqRdvFLLwDHM05XKVqQIupcvVoIFCrSNyBO93eRgQ3OXdd52Gf6
AqXkZIvDl4r6c5ZGBnK6YZMOn+fcnM191Lmi+9m2MHo3Reu5353Qrt+dDGAXqt0jysoHJREAGcC2
ev1DPdjNv2B1rZdOgS7va2bRP6BB1SU/r2xtiSunW0M5FmQMkrpLqFvHndZuB5mEWvI6DsCdH0A6
tK8pNMTRJ+0FWz85SJhmbepa+8SoTGNb2aOaG9syKfP5blKlpn1xEiXO/Tl2hhh5uDSa8K9IZnmj
TCILHzQg1eKAok5hHYwR58CDLPRCe8wy/qVj94Z1BTmxim689QAnuPALi3nx4V6aFr+13mcAfSHq
NdMbUGPxpHde0vmeluHCpHvRzi77Ky1DQ19e2ZMfETbOwtai5cMlRLrpdEWZDKWS4y/wCldGWjdK
My3EfoDxlX07F6MTbave9KLAARajfao7NMOQ9vOmrRUKOF1Lt6bY1WnkvqI5CKkz9KYi9YF/QV2v
ElvGu1SJ6/KpaDIVuqSYo89Wh9zNPSR7dJXa1hvKm9ittPKlMcMwuqvxapyrz/PYyqr91BZTcWMa
zFie5hSr7H0muuKXwKgiC78267G/YRpT36ootMJry0ct+QKxa/hU2rXuYsvQpe92Eyf4vZj1/GyW
aEVsGqXnTuZOXu3SaRr7fVsoWXgj0l5vgjFHKEPkeZWmu056Y3c7unNNB24wptB+gDGW/8xoi/W+
o4d1tXUQPEzeJsgjcG+z3EmDvMisyB9xGDdTJGKRFv0KDyT/4aGjXN6VDMqdoLKKPP0kKyn0jmaB
yWjeby3I0XdGFTqvDulRvDUqL/9cwZBqMY4KUxvxxyhFltebcvMwuokmEVUAN7md+3qQW5eDDcM6
H70nTON16avoano3IPWyEJmLdvKCMWqMepNJY2p3KJV3yaFW6NPg1zQrTw2PWbgX+CkVPvCrEVWU
apDuttTs2N00HejW+1JVZV76oV14/Ra/MjUJwOKOaH2ZQnMYHuCZG1RVmCJ6Po3ud4M2qX3nTLpX
PVM9md2DJazSBAMwZ7d6hzvSVxlzZ+/rsh4fVKvu4C5bMTqfRTWjjVL1+ujxANYVspGG0Iob1J2d
9JOa6Zn9IJPWBt2r1PO8R5kj9fzWjUGxF3OJ7RBqtHdJx0Au6NV0KF8j/F67YOSZf3ftxpmCyhby
C+Fz+dVSMxq3ptDjCeXIOoczJob5n2hu4+4QtsKRyF0I3KxwaFPr0NF92UO9QhHEstFuQeiieJgH
VdFy38gIrnKjFBgjfTJJTMJnDQWM7lAhRal9MtVaKQ9hIepRBEZXlcVzVBRKtBv7aozftN6uys+N
6uSt2DRtHurbIdRlJ9E7StT0e6jEXaz7g9Y4Qg+KISmsryrQQ/uuQBVzOjiViARDI6qHgKvXtc8Q
vHWkyvTZMGQUDIni9P5Q2GZ4O0BfltyaJMpqPGv63E1bP69czKvrUM9iaJBTSGe9qRh2TnGkfkOb
Un2aGQ5Gfk1cSA8JoVnbtYWq/xu6Xn1navgfbfDAmfqt3teq8TzHyjS8aYaE0ktp1qXfBtlbD6Zi
xNW91fE2+UQonSG4G6nwncPBG4PI0tt603s24Bz0ngv1Ka2K9N8OqKv1oKrURROdPXuRzS3mQKSp
dTNrbqz5au3Y7/ZcGi8VJl8axzvW6o09zakVhNIYcjh4TtMsOk5xFOhVNCNm4jSiwUfUxTDLLOQI
4AiZ3qDBMu0nZLCpCJpMKb40ABdduMnCHfclw5bJ75soHH3LKUVxW2UjEq1q3MaH2cgNbVO37aT4
3tROLf6+StqpW5IqUWyiYXA/96jKVH5jIvSxMUNLxGgapLqZbWMrV+xdjQ9GduhhLjVgEXKIwz+w
Wyt+hr3Jvc67vEH0vPZ68zMuA213m9d6aN5LNHT7Ypeqs2nfJnUYv1h5OqHyOBsQUa1aNyFzwzB9
nnVMlzeo4yPR5ONm3Qs0Xlzq6ADBffE5QkWqPeYeyKWAMZGe+lGlLrsTslc2zPZ1uSMLwHpUdoSo
R9Hr/V4dSp2irYZLEhRjXMx3zZCH3WdcZbCByvEdOdYMj/7jeTOjb8h6TbtRw7PzZ+vYkR5YiOeg
xxJHeXNjybn8onqZByHbrlNra4xmJ3cTI6c+kHZljjtUCSwQ3AjASH/KQD7uc6Yk8aZEguAF3Zhk
uhvaxUPFzS2zO3StN30BiJAIf5jbtryvMzBfW2kno30otYHzjPeMbvvMEUX9ZCZlIm/AMvX2NlRL
MOmNdBTtvu+R4dM2DUac2vtUYL75oGKeAZfaQuRQv4c7iLziDPQh8tFMGbsgpJqRL106SJHcIJxo
Kg683ngurqS0q3EGgz8YYOBLEZDhJccZ9/QdZ3gedt6UzW9pZDX9XkRt/lxVWtR9Do2QO+7yjGg+
r4097kTbGhKKY+f+ofnf8lfQ4SNvAUmIAd2a7We0vWarsa29hUaOADFB/6i1XlZCMblmsX2WKrEU
tTsdcLSEqaiXHP+3VAnyQhpHrdTfiIrlsZna6M6Jk/q1lfPU30jNyeLdxwnnqmJhcwjsY1NpeFTu
yMeu6twMA9CMxDZ+93IztnwFacMHrS+0+1bB/DWSyAk5Qhq8/K0mr3zeVY29zHX/D2nntRs3sq3h
JyLAHG7JDupuRStZviFsj82ciplPfz5q36jZggjjwMDGYM/A1VWssMIfqC5SrHjPCY0lwC43ejpD
Qop/NU2Jdn4ymtFbRklqYw5pupYzLNMjKsWs6dwcAyiEh8yipFcLVP/pT8U/g7CRvsVwopob3o6i
2CjwGeyNEVDI3edGZzh3WYapzbaSm6rbimAiKEu0GGYBnLLq4APKf9JBA3eUeRun++v3oV3oGyjZ
bfTSS6Es7+CZZPIhckT9X5WbZsq9aWfFaQLkiGJCZuTaCtb1YuOgCIxxGqkZh5Fkd1F36uLBRPJ9
NH5ORMtifs2V4D5BROrUS51g06ICL7Zfb52Lz8eYsynPzJyc7XQXBUvR5vaoUvD9Ob9arQs/oo+O
rUTpxC0wbmjXdssyNWJxKI3MdX9YsGydxRyDHhP1KYzkn0PsjMOuRH6hvR+kup9OBolMvzWEMsHq
4esZm1xN7R+gMzrVozkDW2rE0GxACQFGZ/oYVlgLm3uYpJO4Vcu8Va7SMTCdb1NFiB5hC0LEN+u4
aWH5B6UF3yA872AnDG6BfVn0XPKSBShdT3V269jo2qBDLBfJVm1V5Q3n7F5xTb2qwE6WdNFIcsq4
PhZZOIVPuigNcR/katHmeOgMbbEB5S0HnmQigG17Quv9GL0JQKVugXJ+S5Trq9LWUhNk+b0GBWhr
p9Knn2Jv0GsLR0AuCwrk26wzuqHYtEWT00Tz47Krv+mIbOavjh9ksw69MOp/rF1xV81EQdK7WQSE
2tXiyoraMo560Y9v9AuCbTTlkotXoX1rTdqvok+llT7X8kkwYb+RIMPlopCKOMDiGDcCibM+bOQ3
qSBX2JljEuxGKVHv5dRIg71sT91GtVMN+5kQKzK3NotEX9n4y8PGbzCc+YqmBEK7benV3gcyuudO
rr4FZqB5lp0kT3lfhC4VfMT1Kqhs7tcn7aLw8j4iBxv0BK5IF+rrSam0RhXX6pulE1VEDZZEaSii
XV/4viv15rTHc0zx8qh5kSIpPimtHnh2la4JTX8yc1aeQ6/MdHv6DufvU2aEiERVqfbmN1F0kGFe
bfVOjA8Ar+RT27T9WsXp4syDpafGwwM1e8bzWpwPKEYL0are1N/G2Kn/s5rUvHXIexARpaQgu1Eb
2+joNcmU7gsSFVJcIYltixbihLw/+LQdWIs1/a9F9ZRmCT8K6Wl4DNRrEao4/1FIjXO7QU55AwaE
XhQOklu7qFrZnbq8/5EVaBHsJqH58uvKNlg0Pt8HpoMJ3YZX89KkvU5G8G3cjG9haPsvYExEtsEy
vLyqwkZztmERjtMG26XwLXEK8Ur3FLma0peVf3xt5gWA+MctDAMAIsdiAXQnKvBCGYy3tu7s+1io
FopnodkQBFYIKyp2kbT7r+e+OPezoxMmErPFGqtOk3uxEWQ5jjGYIr2rZbXa+f6obADJAY3SNOGN
dWVtAC/k+1aTfC/umujfjvz78NT+KHqy7sx+8fbEflr3BWW7o6ol+b7IleoqUbKBQe3wtUMvYGW8
xRZ7v0jnbiftQIqtHLfzLVaCvRW5NKXH0alG8xiEvWp+g7ZtywdyVujFyEdnqJqhUVmulOs+GxrL
T15F7vW5lbUcekz8oglSwCyZfFuYZhZ5GtYqzxBJUEXJ9e4vpkZrTkDLK+59xtxtsMVn9Do50/mw
mW+bmbDH7JjJ8qi5Wp8Ue5vq5Tf0u3KkXSuz3JuCEtLGaFT7NkFEPXZRUjF/myJcY+19+muAWILq
5O6BWrv43oYK0NoGsHZsaikcvR48w7ZrU+1Jl1RcRHx61dFOgYjygj0WhkB6T/sCIZBqiu+0UG9W
SpqLKP19cZAZhK5AdZi7d/Fz6Cq0nZzJ2bHB2CYy6247Sw+B0/M1022DzKFsh5ibHKpNv/L2zGf5
Qy11Hpq7nkXg4odgsIShwzGmgGHpxVEK8Ts2QwVufdVbv/S6CJ6/PuPK4nl5H4tsa272w5qnzXe+
BxR1yNsOccJjjVz1QdNSiUAOVPrDGCZF8YRNTfEWyJYU7gYYjZHllY2CmS0Sp/pJTxEvoegYU3Mk
8K7+9GZnPbdamCg7GVrk+Pj1j/1sXUD08AZCdEBUcVHVTqup6aKkLo89KihPdRW8xKNobzTf9NcC
30++AEuCHwbNXbK0xUjGaFYIowflMZBkdTdhSXWoieyx7gVuluy+ntYnO40rh1lx8GFWL5EPTl2n
g6+hueKgCVK6MUj84RCjlH7bS0JRPAX9vscRFlrpgjK3+5WN/smqkmVjaEXZfm4RLsI7TY4nxKyT
8thQGbtrw8y8r6e6f1PkXluJLS5nykBz6ksgh4zHMn2RCmp99ZjTrua93SSNVZ0keMl4/ajpDTbF
4Y3cTM/w6+OVp2y+QM9OFKxVLha6kbwmvGmL71lRZrP8IGqOkrCj66xlP5MsWPrKUl7c44AfiE+M
maWHps1SSaexIzNSZdEeJyvF1LmRMAkKxLSXQXt4jRD11RBUr1/vnotXmpKFPieDqDoArVvKVFB/
TqzSNFCmU+UIs9AmrbZFZOpP8jDSbMiLwrovSkGRi64IKKZEYJX69U/4ZNo2R3J2ppx1MZct2LqQ
plDFEfMQAB09FAEeMa6iTtMphv2QeAUoCkqNCBd+PezlR323tJ6pT2iJXWhMQGQhIgqD4FgoA8AP
ZQaeaE29xoa8fJjYOyBo0ARA2AtO+XyAPlSIpIii+WR3wTF04lh+Ju2wHG+SmqJ4EZOjoFkaYVgV
uU6kSAfMFfJm12PeGri2ndI3vSrbIVK+fT33y68ORYmNNldzECNfwkZFOTqdSp3hmLbmgOKgUelu
qSfDgVsm11zfGZI/fuz3WzVoy4PWGOr26x9wufj8ALIxVBpZFprvi0VpI0xijbQ/4sen/aeNkta6
En3efz5RRL1wpCgiUS4Ddnw+TGr2YqRk2h07vxneUi190aBnb9VqKK/tZuyvet7Jw9dT+x/X+/y6
AB0AignkKzpKFAXPR6USTu/CVIfjyK69R264BN3D0cdJtSraW2R9x/4pshrNwLhgQCK8VPwKH1nF
HDe+oQWqi1y5ghUhXeFj3uk+vnxlOhiehmY/oV1S19YmUwZf9vIQTwFXjA3OZNGEBxZhV92gy4DC
8qMMh7DwhqxRTo0i5/4pmwa7w+tm8tM7TCjD8jGxRwf0p4m6vGd1TfsU0Fblr8ohyzwigytwLe6j
SH/STXjRd3jE21fI7ybKD0UIy/kzgU5KvEHSen3bRl1vXgPxchRXDKYw3U6pUlxdzVDOtmnRNmwy
qWheGz8oX/yydcpjZRTaTwQ16hE8dl6Nqjuz6/MNpVaUh8pqSnYQYNt0D223yV+JOaU/Obgo5wrf
9jCEGD4YWHvajfxad9nwNywG51rP89522XsNBKrRmpw9/R7dppujdNfOEOGlgs6eeNbjMXlKOoyJ
XDoN0JSNrjY6esciGfYFctxPEl252Rso43xM9dCG27o28/B1Ugdf3cetHg9/kjgKq+0wyB2OdrGd
6QesOOKfaW30kmcL+rI3JgaAj7T+tOot6p3u3o/C3CcPNErV7awpmO5KnAEqV1OF1d+rZZhIeNlp
0aPvZ03iBSZWWlu9Kiv7oFTNwAeLM7Pf1FGPTH1uRJn4yyJlhHno1uQeKTbWE31m2T/8NG2Llejm
PZVZ7G8axc6cV/ExYZKf728UHQeT2BKXVK2XX0I6WCHWvaXtUKurte8qeqWjR0dMp16bWtCePIR0
5w1WtvJdajgBHu9+0w70yQFy7bKG2R/icNKi2MUgU642vaNRDlg5l4vKBNKU/CEfBHWDNASp9PnP
Tuwo6EYZAXmkVMlFs9rv3EyNi6sibNtnP7KGb8loF1dxJ7Lb2oZjLJWqcmwwzsNykC7Vv8bp7w6L
PPU8QEgELv2pulRHUUk1xbGleebhPAzYfJR6Y+MEyrjy2C3RwfPk58YBcGSGA6syL86HVwiJ55jo
Oq+PHG8+FO/PQNFXr53f4D+6+0zJfU/YJMlWWmTfwqEKd36KNt3K3pmvvsXWoS/DlTnbwpMlz+/C
h5/hkCi2nV/Xx7Eezb0+iO4GP65oC/bjH8V/KHJy+QKqkomqED5Yiv9AhOgIOXodyU61ekiTPAMx
G4zcDGkRzoTrEkGbr7fYRSQz+x7PGjkAvlEWu3huytxq+kqtjihzGw/YGhaHTI6lGzrH0x9qUIHn
JOVaOfcywEDQCRwpMfjcFKIbdb6mcZerudOM+okSkx/MSirmj8nwu2o/mXHzW82rOtgZkVELj+B2
/AUgugVmhDJJ9D0efXnlzb1ICaH2UOyC4z379lL8P/85U4qFXBBYxglQpHaYSFh2TapLG0VtJU8d
ujUj+PnYnm0pOkNYVfCHr8wmX0x/6kwLAE6on0RnGFveg/43PVDg3xMuesVWtuv4IQijMr7JswQk
+j9+8nl0YFJ0cnj88PI7n60+1pS3bV8/+QaHuLUM221y0Z/woaoDHj07u9eBt8krSd8ni4ywxgwe
pJhJRW8xrFENmt21tnoqRqLJDOS0eEkJFH+nYZDLLzHA/G9fT/QiZDRJf0DwgYGgIQUP53yiY6jl
neT4ysmKRvXFLo18h/Kcuq9HS/uNPbvje2Nu+vuELvhep7T3jzxadHzIU9Bop5hNXR2G/fkPCPo6
oZKoKSdwIoi1DK32iGI5OABE8a+SbJAPWB9XN6VcNGv6Exe3Fk6CfF/IFcibUmNbhJFqixX3XFo9
JcAogGgEKuLRwilkNzDacaVfcnlVMxo8cPoUjGcSo59PFEnZvmi5i08c1vhQKxKQezqb8GWJcTc5
99qV5JT5n2pK5ce+jtUeRSWQh19/78tjdf4rFnPWu6j2QRIpp0r4watRmFyZCATTVx79YXpT1FL3
yiwIBOIueVCsvFefrfgsazB/dE7Ycg3GrE9UkMcKJsQ+KLUEq18vUyX5CuSBFa2c4U+mSn9oluV7
T4KXAvV4QGeyWZnqKZT7RDu1sg1yqciCQ49de7QZVOjZPoq20U3q0wJc+d6XR5kaHTjymZQEX2RZ
XAA/MBZmYZknCcFeCejakKC+2UbjHQJS0SYs1X+Ed86KWLPQKFvaoW5Eanq+wWyjB3FLrfSk5Vm5
Tbs8qF1MMJSHEpT3tpNU9d+/Jvn9LHQE3ZtIZH43P7z6eqv4MsaM1qlSUuekTb2WbWeoo7w18qZa
GeyTrwkcF0LOzGlF2mT+9x8GMyVkBQyQcSeczp27QUvMx9iepqPaAfFK5Bz+UWMkETZSvrWS+l3s
WkIrmAdgb7iVKTQuhsaOq4FVPxWnuAh0cEpw7oiMk6ksNpZa5Ws8joudQ6WbHcuFoM7txiXMRdaT
ltBGrpjpLLyv+NEBh4vkhH9KeEi1If/XlaV1xjUIYgGaDOyjxQ0MBMoKpjoRJ8OIpR0G2JRznajB
EVGztkqRKK+JFEbPClIRD19fRpcLC8+Cyh8uPgD5QJGff1MHvEsHD0ecmrhRH2Rz0u6AwiVeXFnG
mpL9RRDHLOECGdy8yMtjlnE+FpJxwnEiXZxauC0HmFXJUfCae0bV0f0Ho1W5alytVXE/+ZY0ydk/
FIxpny65ZAF80ywPBvWE5ZgReDX4yCfAps5jF2bGFrbXGjjj8pmZ1clJBeZ5grxeXrHgMmwTC+bm
JPl6+q3SIl/8NuXYQnY+MnPKfK4Z6QA9DSN7qzM/FgdAUH7oUJcCZx//azKEewtoH6JXh6b5xYWv
qylHK7THk1ALaydnrXInBeNvwra1+/YyXobzREOGWjL3Lou92MZFk7WhsJTpFFBDyA44hJGcdyhG
7FVQ6CECmlTJN4MWWNtqMiXxJE+EM5FrFPo4uiA1y/j56+19cWXxi6D0zIwXQtgL84RSTzs9DKLp
VA5NYHuRqdSIvkSkSKfJwEzMC2GwRF4QAhdAndkQ9tPXP+Byz3NRcmvRtpwlaJYx9JjZY0CzbMAS
PQleBltrc48uRmpewYBW9V2Uhnb/w2hsbbWYMKcDH8J3Hj3YjHCoyNTeu3fa+XHjwmpAWwbBXesY
1XRKLT6BdUraerCxDM5xasqBFxdB8nNo86TdBiirxt+UANbyoxILu3U2pWE0sTtPzVJWbvTlZuGT
aBT/CbPfycKU5c9/3jAPoXd+fxeAW9fr6wF0ArqnwMVq68oupP4OtY4s1CnND4GpbCefAi9UjgoA
9EFqwqZ1G+6Mae34LrYMq8WWIUDixiBoQM7v/Heh+eFISuEo1wmFPLSzKWHXVyEad2IjTKs/daMx
3hhKZohd2QH6WiumzIfk42djfIqb71k84fiFYnlNN1VhXdTr2etgn/EZTB4DacC5OreCvVp22BFD
EEiSzE2VPi8PwpmlN53GHzxQ2H66EsTNlYPlDyI70XgeiGk41ucLkkMW99EIwLIszzBgtCgmupD/
urXnYZEHsfCwjOmU2HBiYasuH90UBK+Jzqd1baXSoB/11sKIrTMStD7TPBXRtsvywgTYMzWZO04m
Si3VUFvZv92X//sZc++CisNsdrS4xFBfmCr4MvZ1Yhj49WQSP9oVWHJ2sF4MTMy+viAutxuzpncx
SyeByVymuU5qNMhnmPZ1q6sD7k0jhCRd8suDU4SJVwHU2wBMxlS7xgR05ct+NjYaefQ3KebAzVhk
IlFbAYaHFIAdJVXtQ07pij6Uj4VmCF9AuorJ+xwXbk3+aPCy/6Mi2LzS4AqAjdFGIKhbto11TJa7
kYT0Gtlq46gHXb7hxjJ2kwQxV4yjdAWvZy0c+GTO4GyxhZm9YokJFkGIwoVvJHKDOLdMsLEBHYdg
CY2kcQNJLj4FdV8/BKNuPGiix+Dj64+9eA3eZ0y2a4GaIQcE83t+lIKom/0UmTHHtNxanZNejbGv
3Ziy8lrnoGipoNu7r8dcen9CWgAdSOeTIGJW8bxwfZPaYJimcYRSE2jxZoz12v6lyb7yVBh6lpJp
d07mRkrXmU+5nIzI1YiSDiV9mOg+A17/aPptmn6bJgg3XmoEI7IS42DlwWsDtVOU7iRPSus5cjnu
fVWd1hi6ixhVmTvT3AiUHWczC9o+56smOlsq7EbRrvWxLLajA2Pe0xzh3LT42Eor53H5iSjE0Goh
vQFnymItm4qymk1qTknsFEhWtFXqeKKJVPRHiBfTvqe+/a3tjLUyyMXVx8TeneuQm6H6tAychnBK
S10KzZsWi8fAVUvIP/Bq0FGVPSvGVPqpyTS5oSnlDzS7UlCfg+zVraZ1K4owy+PBpKFek2dxQFj0
pZ584QyTHFDnvxkby2k3gSNNmNkVSt+ZOwmez76srL6+wkxRzn6oEfS51ft3fk8+vjdU/BDSpntK
pjfXphaHRFfN3O/rSr52cpOmMR+5DK6muNY1N24rS8KOZkpO8SjjhkbdVnkWfc416Y5aHRgvPdhH
WfOglvTxrfC5AuAZ54U1ebVcYZfnOmE0YEaI01p+l1V0aT0GNOunMghDc5sqWgdrS5dD7SHz+8nY
D0M3fDdAnQ4Hy29l2Ytr0Xb7wMgKCHJ6iKFmA2T5ribED3e6rjb8HynUbtfWJqjlbu53qlzRoANZ
34EUb1zyB0nfaVnL4jlhPTyVZJxN6dJQTJKNZNRWmbuQT4d6q/d9qjykcjAcROAEw52i1arYqlqo
6Zu+jVrrLe6n6UkOQaq5Spgl+tXX98fFgYAuxz39nkJRjV0SSIsyns027PA6UGKYYIbaVXdBpUm3
tT+qMPGyCrEykDrfvh52kbZx+rir5i0Iop6WrzVv1A/FBm0K+qw2Sufa1ioIYFJSH+q8mI3fsU55
SDRco1dew4trZkY2UrmYL+BZEWARkOZOjPuGGjvXbW7YG9+ibNM2Rr8h4oRf8/XsLqJf8OGo/aOh
zuQQVVleM8lAe6wWZXgDzm1SrhIjAr0W0kzWsB0XUBczVS7sTRWPjXCJl6BOWc0oJ5vICMPTfIrT
lZN/ueD8IpBOtJHnNVhKiNW+Tfs76IOb3BbGrzFQ0mdSdFrtdVgVntJYa+2FT9Z7LiKRowCZRzJi
ca0T7Q2Ro2rBTWFgdaAy7I6WZnQ0QdOuvLsXQ2FOBGnJAQYz132XV0obdj55FrbIaBtLt60aDbdw
MyIPsaB25csur3L4iZTi6BuQBtOMW0bL3SiCFkCTiXxEVCF5UFfOtoNRZ7qjyfF2pbJxDr0ElUHo
4fAGkdq6/3pvzet2dn8SUvHWg0kGBQKBal6MDydn6EVbViJtb5BTNYtNitl3eh1UYzb+/Hqgd4j7
ciRkZJ1ZpGdWQVh8wSpIzCrpFUE6VHS5V0+adT30oeZvyszX7sdi7LARHJUyJIlDCsYLejWTdry7
1MDdOkKw4ElpzVLcZGqnkFukbS97ApKu4drYHvuZmzem89KQr0NFB9Dygju01lkrJ/9i67Nis3UD
tVtS9AuqmSJES2k2qG+ojjTHtraUO5FEytHHt+NvK6Q1jM4n4/G4sRkRcddooi5eOKWbRZTMsL5p
u6nwUt3PfvJSqSPUquw+Kwtz5Qq/2P5UoqENzpAkC0bUUuIEISOjIxxtbuypGo91ZPq8NSZcQlLR
9unrTXHxXMxj8VyA6ONs0zk9333gYJzYru3mRq6EeqPEg7Rz7Ng/KUGl7urWGP6qIR41/zgo7Wj0
W4D6cG0z5qLu3luB3TtFJd8E1jR5Tmvg36r2yV5pS/B1QHwsr0uKZEWC5+KgzaOSuMy8H8Qtl1Ar
f8Tn0XAa+aZUJhCFkhGNb6AMw8PXk7v4eiCniInYLeAJZ7mf8xUt6ZHpmmQoN5awh8JVcz3D3ccy
H/B5VbZfj3WxMxlr3pCcZmZFDe98LB21ODmSIuVmiPBG5wyou7hMp6MROZKBKEBevnw94GeTm2uG
WKaAIiMxOx8Qnz/qYMgyIENTI0vM7p1ceQJodaiJANb2yTs++OzGmqW2iC+piVomiMjFjYWZT5VY
CGDcQuHV7U0sKA9vBiduaffi8Ep1qdIc18Ei/KUozeQ7ACA0/YKpwl2scOR4L1FtlD01GJpvGkil
0stgGN9hbpf2LnU2S/oBJcfCDt0vyvR3PWRsxRGHsu4HgZuf5bu0La3K6/AteMGUzf4mBo0YUc5G
8P5uOkblK6BYCZ7c1+v8zkM5nzlyNWyLmTfCai8Dex+yGHiGQLkxE1OukVzthY03MRzvdNwiF2NH
J6N39DtqbYED0zPQ72OtVKtNrBP70yGts/YoBrVUD0k02JSaYgNb+CxL6nRr1ZSvIVmhmPlS9FkW
5ltBF72/ztJu6GtvDKoEWSUjguj3rahZvjciYSXa+HUzSCu33eIGIrFn5879Tf4HpODyMjApG5G/
huqr9hhcWd/kx/HgrCAxFo/8xRCLGlERGADM0lh9he0TXiuNK1E++B08Nc/qShg8h7kfPtvFSOr5
+agGNbRkwUjKXXKECm9sjZvwiCby19tjbc0Wt7ZqxXFR9KyZf5Nv4g3d74OyEpasDbE4elGvN77k
R+qr6VWevvHdcCutbPIlfu5itebb5kPoE6EDrpUV06h+VrfVfhdtzcRtn0Fmmv9Fkht9Bwq9kQ7o
Naw2t5ZCOxdjL26yLJKqpOmZXxzshX5Vg9rI7uW6cYVkHBXgl6lxa9gctYOiSTwWlYthgiSfpnrH
b970EOfMJ8L8Wv9H/baLX7a41GWUeeN0YA+F1q+sf6jzt1Y8fr1/Pj0QGBlRNddIZ5YcITVs1R4i
HPsncZ+yo/LD+RFsgt0aeOHTPfRhmMVpoDkWOWHCMMXf5Kr4PX6XDuP+65msDbE4CZJZNhoXmPpK
Q2Q7b9PRLTf/vyEWJ6HRJMRx0nmIY3kdHNVDdVirci7zy/998w8rtTgJoLZKwFuModzljttdA2HF
+kD8KoXbUh35T/71/5vTYvfXgSNLTcbuL/5OJ+lFO8IMXLnXlzazF3Na7GMrUcJSQtnt1f9RXqv7
4od538fucOzErnkJn/XJbb6HK1nx2naY7+cPN0qTFIMII8YcAd6+mtVGKj3nyXz+/63efLw+jJKX
QYrMCqvXb4er/206bSWKnD/AxUOC7MOM3JwZTYt9jcz1lNVFor5a4lhIj7b+aPQT1MK3r2eyNsxi
b8tF4OM5zDBluHWMfZwcgehH+sohvdjegHpQzaMU+F7Iv+CgNpZoB5HK05tT22HuKpT0HnxbRRgE
8Euo74q8QB4EOnp0JaGYm28SBFP+RonQFS8AUreSCS9nPQt1A9sgOoVDNRPhzr/f2A+CPoKvvNkJ
cWAiD/mdkEppY6iV5rbWNKzEH/MqfvyYjEfJhIoGtSMkPJbAVOQO+DmJE/6gCunorh9HKdZqvvWP
xD7wGkhpzFZKM8UGZOMi9WgHH208XfXfulq1q9DDF6KVjy28IlsBdF7U/yibPw/IUGRwpB+OThn6
fCHTILSiQKTlD63KDI9zl8ueDaPHtYwJH664KdeUO5YHHEkhnqyZSkohg/784ug1uFXLU6RFP2tV
ik5TmER3AJ38G1TF7Dus3gvanr6zQhq/+H702kC1sqjUg2328vk0My2VBwn1M2R0IM1Ug1nsUedU
va/P4iK3gpFpU8wALQxdlkrF+yH6cKtIpY3qIfjzn0KqnNJDB694dGZfs/0k9dnu68Eup0QJZTa6
Ia3CY3DZvbVLqEioT2c/S3Dw1wLvlIcclM3Kws1f42zjg43i/pq54DNpcCntLvkOKFjgZ89RWHS7
UjKNm86KlKs4IJ1CzOlKQju2dEHfdN7Udv0KdHMJ7aFCpJNAzmQHJHSQfVjsFkNOk0oKA/u5CnkW
3AL4pPhp0ZPRb3LIDshL2SKKhFtNSpQ/UezPVQfmRZBIf5KU/2xl0d8lPhbrQc0DBAV9ef5hCaLg
OYQcn+rBSyMhQBZ7flJb+d5omy54yKbAsk6iyXVlQ2dQ1F6AGpnjyjq771FowG3+YKTVjr5XI2GR
AEsKc8S3XCetzfqYqZTfN7mlNF1GAoeO5NWo1zEtwK83zsXdSbpGQj4j7mYAwJLoXKUO2qJ9oj+P
2LHfQrRA2Qtchf8q7EzpdqiTFRjrfD3mxaG3qdCiHs8RpBOLo+D5+RNsYMrBmf1MW4deoqr6YK80
64jQo3bwJ7O60QurOnw96OXe5czT5ma2JKbotpwP6qt9l05l7T+HdWgEG0EfNsXOptaMKwQgbWuf
9poyHqKsk/OdjV+Tv1H7YjRX1nuZUb7bflF2pFDGiaTkf/4zQFL6km4F0rM5BfV02zZyIDbYAJra
IWwqB2Ne0VfFluJeSSIYZ76xEuxcXEssJThHqv4zJ5ci0/kPkONSNyJZLV6mZIx6JPriYdgZlT8C
EGthKa2ckYvhWGtq8Wwuaq5YRy+OrB0IC8lbK3lJpzSFqFLnAVX4uISVlrDuT19/5IvVdRCq5cUE
+sfbTF3rfHJ9MojACFvpmULU+JC2WuuVqZbvywTkCMjgdjOm8bCBoGSv7OnLuwneGDf+//4oAP7O
hx5yQIRCT8WLFgrpVmQOfL0udm6LsTU8Jq2ftCRTHxRfD2+h0fxVlSZbicsuztU7ExfK76xmBupt
fiQ+vDiOQftRCiqicR4bNBkiLdmWFGL/63sjP+pV8BaBT9j+25IjsIdOBnptxEHgoJfVbUPv54ii
NV5EWeT3ddAWD33W690D+n3T3161GnOTGVMV3/rwM9f6PcsPDkXEpMcyj8/S68uKKfKEVdLZ/fAC
0ty+9tMob3/VpeqkXqTFQnZxMhiy/ag3/b4YUab616/O+LzsxJ6oRMyP02LJ/S4YTNjt40tPcqR4
Yazaxzyx2+SodShBu0WTjrc5YrGPcVWbkF7H6JdW+IOxcrstr/H5d8ztE1qnGMCxE88/PfXp3hnb
Sn6BJQutliChFPtebVJxaJwgSF25zdbkWS7HRAIC5gjDIs/ClXI+Ju1zpFbRy3xx0CfeNHrn3E2V
89vOEmnT4Q23cnMudzeEQhNcCJgEehwo8CxuksRoJrWuS/EST+hthF3T30x1NO0kxwlUGKIqoX+Y
1f99vb3nD/jxiadfA4RHgRPK7uKtXxzrIDG0Esyd8QJ0tNU242DEr4Y+amtv4mfjzG0wwBcKc1x6
i2RtD9UpcjTuyU6KjpMv0TUBsi3WvK+XFzITgufEXYxk3ownmP/9h0uiBu6pQZ5VXoJkqN1E8Ytt
j3qeG8r+mo/I5eFkKKJ6FLM0mHxLF2injXMdpXPlBZXB4lqbhHVqe913E4MtKidyvGnwLv2VAoBa
2SuXWxNA32wGAfWFb7ZE9Ch4uqV1q8ovOBhYO+CLlnysiDhstyJ8fYJT3Kx0oz4ZEZ2iGbA6q0gS
oZ4va5+A3ao7OXixwqTe+abV7Bwld/DaDrEWsKpphV1zcRpQe8EDy+IrOuBll2I4kOG6DBjQ9BIX
aroXI2WlvJ9CT+aMHOAam9uyaL//41lQeV0hZerzc04jf5GPKl2Sh7bIp5ekcKS7JNVA0UBwX3lQ
Lk7CPAoAPdroM+XEXlxlfoC0aItvxwsaEs1mrFId3e9wWLkw+UuXJ5tCAWcBlad3S/alhYfR5VML
1TN69iUhNSdfjLgGmVpRJb8GE8Cp7IaJrKDhA7O3cmIXn9YQ72/YmNksy4jd0n+jH9fjldmnNlrH
TRpiNYWla1l7qZSpzi9aIdaYuIC6Gv87FuVQVz1gZr1wXL0dWoknejDNyYM45Gd3tVa0sQ9Kv27M
PdiUlkJXPEMKvX4UoZFs/KqpxsEbLKvMTkHpI97plpNG5Xdf12yS0IubSTOpttsgIA7IK1dh7fqF
gfu6p4ps7nZrqV52xlWLExdKubRQK4XuEsqgiUVlso0Mt+s1kV07MTLRtymcQdFvkiweqmRrVLWd
nKzGD4vvUawWxWNeoQkbH3BZ0OPc603Zj8AG58MIcb5UVLS03bAVWSW5qlqmKEQrWtGR50iNGblZ
b1QV+kG2Er9OsYqxpBv6JZmrO/VlaLZkStQrrjLZGKe7pvYbsSers5O/skbIUXp6UHXSnW+MLWVP
fEPinRiUKPrtw/LItxGSzSSmmIhY/E0D3/DY84L4wFt7M/5bDE0i76ow7XsPeH5nvmgTUk2uZiRq
thuiYpLvbeBlzbUapEaElLRWtkngplqYN1sUW2GmuhZEpfS2URAjQJW2xWDtKk0iS7oKAq3pvuki
DbK3aOC+3zoDUOP7RLSN8wZ4KAjnDl6mgK2SrVjXBJskL4KDokrFH6TrQOIXlTpEWz/VemNnBOBA
946TS/JmVOuhfsTco8734/9xdl67cSNb274iAszhlOwgyZZakmVL9gkx1njIYirmdPX/Q++D380W
mvCHwTY24MFUk6xatcIbSHXjY0lffrqN7RIb0nI0wmTXF3HU7BxXicxgCGGofeoiozaPaCV7Q1BX
BtrnZtiX9R1+L7aLWobSuW9TOHn1jGYduKH9qGQyCgSMausoKhWFtwgCa38gH5vTwHIbnK4ysFK9
P/HfFrteU8coDTyBbLDwTaTSnMnX7cFNazY7Ovb7vrIrHDKwG2mnRyVWlPmOiVTUnoYeSND3Xm9M
6ziErtN+nfvMwLIxyuDy5xne0/9ECUYXewSJu7wgqWsWFwWab436EptVYvsAL2Lb3ZsORuokXdI0
DraN7+O9graSlQSm3auu6UeN1aiFb2YTjFvf7UwR+gZesvULP8GFb0rVmuHT23vqvjONMX+WrTKX
vyrK/BSVa2lajxNqApYaCNeaNMTTBwdNW7YfwhTVbE4yKFPHmopAzbS6QSySrDjf8ekMgR3DjILx
Q2nGgMn8TIR9+KPiJ6GOreBvEFqghUzh/RyqIhz/MftxxLA4wil0OuQFgeA+SUPYmw34HdcOZAlp
bJFyh+H44uYxOt4AUGDNonISJTOoecfquFm1IlK0m76P6uLfwrSkaG/A2fE+djo0oO5fwMOu2Bex
E3k/r98XF3ciwLr/uexQjdEtXSWIPEyCz0IGyihrChcEEUiKIKvr8d7OBAFHLUqxcS2usxv4iUBB
fjP0aUtTk5xfw1NtTENVK/n3JHaqFqyq7tWHThHG+I47ibVlG77OcMwlLwRDRNKN0w1Y/vPlimQR
EsHFnuUGzwu6sKzjX+loFO6ntO6JOXqaONDr2nlum2OsW6P2/fo7vnjghecGWtpDjXYxaF9uuT/S
OWhGZUngyV5LvBNePfCw/45IAzzpZgWI/K/XAj1PU5NKR110N8/XMhrcRAAmJ69dljg3srRGfUdf
uu39OK/cLVT2xbsFx0c1TdsbqP4lTEs3JwX7hC591QZw0YGH39YzJlHtI54M+RFXEP07aW6q70qk
PV6vP+nFhGPxyli05wykAQCLruspYVpo+ZElvk7xEL6UdkL74tBEY1liYgZ7q9tnC1MrwMhGf5f1
FIElRqEZCbVAn81Re+qdUBk32q+/Bwt/FiOgUSkNeB3o0LLd1si1JhcaAlq1+k0MaW+IY2wVKn4g
hUtm8kjMGuEmtRMtBho6yezQS0zi2n2LcLGXQdX0WSODJlSBawdeVbjRDQ3Bwo52+CAQY4xyULO/
PY/UxIsoIfEXsiwswPMt42E8Ghlhob+NjSbtY471sX4zlB6ZEBlSvFVxXHRhyE1hjS1y4GCXaYMs
m+qP4yAqdqKYLPUtT2bTeKD9ro87sLVNeRBjlWu5P0SEh6OuK22i+Q4hKHqMSmswDrXlYAFzfR9d
7GFYzCTLKpB9LlJ+0vnPGStVj1rTEW9NE0IlztLRb13ZH61Ea3b6HPeHcIbOMCppsTGjuogLDI7g
9VAd0A3j/xvnK/PxEWjjVnijLCPfNOY4Dj+VoWdivwE4Ot+Qal2HesiVpNH8wYdG2WFdnOft0Mw5
qe+bMzvprWpq4tZuPOUZPmFya3d69pdwFtYDvLzQ0QlDtD1WLxZv6boNUQR901oZojdu9/m3VuRh
vWsriQ5WM1swY4w8NDdmEJfvlRKI7h6tTN4rR/H8vQ6McZdQDycBNlFyVyWeUtzHopiTnVMk2C9d
30AfbOjlSgOLD4UVlPaapVUwIMuHfqjfFCB86otIGvL2pnIL+UmdIjOBw22iSiVHizQjz9t23MVY
AYjAlQKK4vVfc/mVicNL+4AGDF3kNeQyT3M3TvshfqM81HaTZYe3jfFQO0YQ0dO6ub7Y5ZumuoDH
TeeYvIUVz9808D50f5rJe3Onuvoqy0F7TEq7y8is5uj5+lprlhbkYCat5K7QH6Eco9h4vhjQytaz
wRq/5W0RUVc5FjY2IsDt1WMSCpgwn54kuX3+2Uo7VQmqqvOyb2XFOO9zaaCA1DL80V3Z+q5VD+FX
NanGxfsN1yb3pm6BHN+nUxlndznQtemtQ6nf+hqP7vDl+oNcvDRYWiQEdEOhHjOlXl3RbYStk1PA
Z2OQ48R37I3qu0tRGH/SMHRSdn+72kKloz8GtHGZZazempHXamOjjPqK0bv1GgsPWJmtWPsKa5eN
g7Ccq7OrD+cTF+UpZH+hoDHGOf9AsH5NfKFs67VFS36pxqKdqObmJkf+dscoxfQTPust126yj2ZE
gv/+SRdWFGwJ2pDIKJwv31mghlJRua8h9YhgYuQV6SGL2phKPFI95S/7V7h9ImJAJ4kcCDvONT8F
7fCWlo+qvLtW1wZmPxtB0iHpySto9lVaJBs4m/XBZtege8esmiE8zdw1gCwV+Mp5g6r/RFrs0V1E
PevU7l4Gmb9SEW3Z4l2sxmhi6dhDakKwBZj6+cssm6FNmSmM706rMnufaxUzKkd64qg7pSj3E3aY
Wx3BdbcHuIq9ZOkew1oi6tobNuvbeujSWX33vLB4hBxffOoSp9o4EB88Gd3phcmz3PiUPOdPhueR
KExXqu9KF/bf0PYY963XZDs5mUnm60r16++2JepgKpBxGvD0/IFvrNbrMO0jJQ3Td/wEVb/y4mzf
9yCZ+6Takhy9fDSmLHw0jjvt4wvK1CLr5FEFt+/FaNdHFRfTI0XJfUkCeT+NRb9x1awDGSUV3Gim
0hQBkKPXbWqS2AS5+Xn6OQ5D6iOa0B4iM8oCW9pb8i8XS5Hk059ezgChE/bp+UcbkwXT4Ojje+N0
ErPEfL4Vih59jqFnf7v+vS5eIh8K0jOMYC5RspZVehqWuj0Zs9W9T62XYa/d3LmRI6DwGm18U0f2
xrW2ZEF/Bk1EWjleQHroR3ORrje9pS7i/Z4Y3yMkl96sRLXooY3qgLsc9P5ij34RkNcFehT9Zbxk
CImcDWMxjtyiN7PK+xGhV6fZLfJ3ePQjHmiuG/ozVXAw9sDrN/bK5VtdhAIdiKXwJJfNef4Ba7vq
cW+yJuKJ7d1EMu3/c7pufnUzpuddJLfi1wXY2GKyDIMIsxkQKWCXVk9HiyvOtDBUflZu6o4/0U0o
5lvFSbBLxQihDlFEcuYpLfX9XDfZcFuOYiyDohIyvp1CJAxVvxdsRr/s3DbfId+ewEtFtrlI2k8J
94Lua6pQFURQCyPMNR/JngQdhiSDCIL9T90xQDGruOxf/m5/LlgQ7O25AZhmQ/ZeXXNqo+U5ZK/o
vynUpmcsPbObzJtQgdXt9LulTVvyC+ujB+mElgUJNXPERYtglcarXamEelUbP0KJhxC4kNHHbDI9
pky/tornJRb+eRhsameu7gVnRkSB3Hy+S6TgDJiUwj+x8uvtX6XqJVPnR1PUKdmui2giHGCa0EbW
E4vbMOgFIMjRFxVXNcbebT8WWZArIoHF34DpMj/Pnll3PuHXzba29EUDAlbOwqCg0MdUGKDGKrJz
c8Z9FkJi6UyvHX7pCCyHO2xf0wGzPHq5ChbgjZr+6iPFaLFEM9voKVJbRGUitxBVepMwAYM5en1/
rAIKzRjySnIgXqAJNXydJ3RURrOiqO2zI0lEdKP3DtA96LOpLl7AjXCOTSnz/fVF1zXQ71Xxg/Mc
JCsWU/vVccujOgltlDqeoTGBzUmG+CYrvOpO6jQ/amvoP5FA9AeTqB1A1jVOeBFtAdNXMWb5DYCV
Fn4izm06seZ893R41MrQ9KrnckjLJGjdUHMDrE/co1M37kMbiXhL+eWDl01XD21rhAKXoe1qSXC8
QzlKrXpOu8l4LIYR3+Q+Hd/iyGt3rkvImUM0Ka+/7A8XBRW5iL0hrbJOdBU8UEusPernPEmLWxzk
sqOqVeJeEQjpuku/X5HJsPGFV2Hg98uFKmSxqehwAY06f7mV5aLE77TNs0yLOiiTmiBnAGE2q3yL
nrQ+WP9bCyVKbkN6RRzh87WyRKmZcug1bi6KXdx2NBBUv8ikGX6a5wZFWQh+DPg4BohN1FpiTrs4
1LE4MfF5bX0NO7vq7y5LlN8IfmQDC5YQhNQa1jgbSTQyFZHPCFwYt5y+7Kb1VIYp4ZhuHOBVEPzf
UksywIr0x9bazCrSFfqgFvJZZCK6Vzyt33cy3kq2V8Xa71WQ8CHYcv+TAKyukVYT1Bpodj+Pcorv
O9m8z7kyfgHrFqNpYdV7o6vaYxknSFEn4Y/rO3i9mZa3Sd8YCSM+7qWQUaJETtJHpnhWZi954pZW
Ak/OPSRKsrvrS33wNhc04ZIILNCvtYIPA6gRY5hcPit9ZzBcGtuTnnnpP9dX+eBtLqgQehMgXmFp
rpJG7K5DtRFK+ZxqLqPlWK0R1Q7tneHFzr7vzOqmnxBJMqrFXBAXRHvjdK5DH+bvKAdyYDgv3Ejr
pCCDZA5ReSDow649qWHJlFo1hJrtJkMvf6DKFG7d1cuB/+OuZgMt8FBKfpRfATqsUZKgOso0rvTu
uR8U5VPdoBa004s5Z57c06DZZcxOHwq01t+9qs3vQLG0750X5++aaMafGc8hNnLMVSeX84lCLyMW
Uj+u5AuYGwTnhsCP6s3ED/tiJnal4jqsajeVF83wSitwnDehs4ja1Uzf58P1PbDa1MvylMugS9hl
YDa9VYrLwNONmC6F95D2JbYhehcOQb+oMKMuhDj29dUuHxb9F5JAKj5aurQGzmNkpTmLbrrU73HV
LYKpy+K9Y8b5wVMScWO5qbz1AHPumInWG6FwfdfzoMC7qdWNpQGyKCedL213ExDCeNbv7TZKPtVj
JW71LLaDNiFXAqkw5LuybPX7tlKNG3tyWx+l4GZL82i15ZdozLfmH9gJMFnXXrRFrCZml/Tm5xAx
5FPDvOspFMStMJVToGPwoG288dW1u9TwwK8R/2HPo/K2jpi9J51eTq249/J0/kUW+n1YHNbSsQ2D
PGvNIJkT9+b6V77YU5RnSxVDK5fRIQf7/FXj3ahEcRMm94OEexF1o/3T6+wfwvPyv2sv8XSQIJYH
Q1CcV7u+4CZc6tV6UNP7OZUJJnlaCOXSKIbJhpQcdT8m1WqLjTf60dMt8X8BAi9j6OXv/5gEdWWP
0W4YpvdZ0ha3M1k+cu2DnDHVUKKXv3+TPBo1LzIPFFCrN9nHbtPEiZ3ejyESAW6kaf8YylD8NArR
b424PnouWOT0dpcbjnN6/lyS1fPI1FLOZglTvLYM5ltqd5touG1ef6yLU8BnWwgXS/LJkGX9WGbc
c8XS8CTolMu279R7MSQJ0yuEsfdJpLVb3nuXx4AViTisiQQCjvDnD2eQCTnoc6f3osiSb5ZI3G9u
6DYhviZJy+mX80DFViLQc/1JL8PO8qgm0hWMdpZp+iq+TmqWZWRofEGvj/8pLJxamZYWfoXzSXso
p8n5YZMtiSBPzPkHuKfxm4474f76z1jd9L/PyTLpBlbrLTjXVfDrMsvqp1nwwjt1fFR581Zc/ZtG
Y6/e1q6s/VQH4bVDrBy8Gb6/h+vLX3xveCgAUOmOEoUQKlgtPzujp7jZMJ3MNpP9J9SwzHZfYQZT
Wch7gVoi4vdW6O6uL7vmjVP4U5tzfgD30n+gwXj+1dtWVFgRi/rkLC122y8qJf1iGBWC7EFVlz2Y
sSSO0dZunUl71hZPjU8ytHK6gUpua8EUusm/mAIxfel7OXg4JFNJDndObmXTZwfWu0k+73Q/N373
cqz/yFL43fSSSc0W+SSm2+tqeCBJiYy+6h6A1Uf0eKcOidu4l76MC8MNZIPHjdMo4afY05QvAtTk
MfH0sg2GSq3UQDVl/NKGbbSxi9ZMXQ3VbCCvzAsXluKiGH7+Pmer9UKp9P1DL6YOj6Uiy+IgaxX7
FJWibfeQUOqviE7EDUjxEYumtrTNZjc2tZsEmijL8Sm1lOUXCt1LTtqYKNpGxLzY6chtE5gR4aHR
QZmwymmF7Eyptkn6oE5j6QaxoSNM1FnJQ95g+rejxGzMgxd2Llabblg3Rzu25BZ54CLa0JxcGl2g
oBGuAT1z/p5cSw5VktXtg50jqtrFuvhpJZXa7PFv1V4m+oi7wnTm1+vb5vLRgWAv1QJzM1KdNWms
tbq67hW7fQC02B3GKuxv7SkZbb9FcNUReiCtPNkpU+k+lbbTb8T0D1ZnfLuwFpZUFm7V+TPLEH2v
TvW6ByjjSIy1A6w4lH0G/SgYukX/9DJuH1FqK6MAwtToIUWOBtrT9VdwEWjIZZm20s2h7w5rdfkw
f9zNMlr8FjWvfdAVOzy4SgxSRXOnf91GC4NKV+rvf73e4kSAcxlFFH3w1YGonW7ObMNMTk0oVaCa
U22KgAle+ajlmfxlh1OZHq8v+ZvRfRYcuKEBYCwaU4uPzTr/mNxEovzZFaeINNf1JxlOkeKTVCro
TxQ0cJUAzGLNsStzU93no2J3B1JfaDR+hwHAN0uP9P6zkXaGwACLbq86bgSKi1QC8i3yrxBGFnL/
ZVqG5IinV4M46c2U5w9jM0Xgj2kuf0vDcaoO19/I5c5Dhpu3zMXC/mOyef7RWT6xxqEqT55TTLgC
KnQyPWG9RklRf6la9ztidLjtxr19N1VC3XIu/+0Xev5BSJiWyo1jR/dmPVGqk7xG83qITxI/rlPa
j4YR2BjJicfRDqvwPh7NqfsWM5gsdk6XJuVD3Kdm5lcE9+9NnU7hDWwK9xsBrY6Cbg69CDsLyrFD
puZUIM00Wdqud0vgqOWYlLpvOVIfj26qy0eevSALnZkr+I0qDfOhYJ/fgw9PnnKvVmjxC1E8te6s
e8cKIwsGoqOYR6AeKWjmUBoZKNHSaHA4ykrNerWbUPmSSKEnT3HktD9DtIrnF9sAJ+tHkcfOmTUL
UAqyKPpLpjjhN/r9nnFnz+OU7J3MCbNfUdc15adUm0rjayHUdgqghtTGzorNKNw1M1qTd3lrZsMh
TZfCR8H/tTxMqCqN6ArUvXNn5E3xgIRSKQJrdObmVsG1zbjtExxoT2whqR1GhtegrqSX4d6nRI3z
nA1qGW+Jz3ywuyhXQfMDTlw6/Mvf/xlSVNyJ4iIRJ6tth7upluOLjtvK59BNO06f2VS/lLSyJkSn
NEDqRpw5f32l0RkGq0gJxy+ggXH+C+CzdJxushg0pbrnWsnilzjO213tqBkc34yhkFBU88EUZXhA
LUrdSKMu3wCnmMEzwwJ2ER2+8/XhuMwIVerhQ2jFoj4k0pt133MHKwt0N53r0afvaZtvidtV9x2U
5myHfMOcbryGNUiR7IOCixjL7yD0ARVa/Q7Lnmbp6eIEKGp2fDykhPrFrY3m8zD0jetrep5/5l52
3gqsuu6KQmZvELkj9xls1Wi/ZklZJi9amEv7u5W1GJ4kWaNYin89HF3eQZij8g8VztJ+1VfhqKmq
mfoCNVUNFfy7SU/COohzriZfiRmq+Fxb8v36kuve8/JqFm3fBZ/IxXCxJtziwvG8vjj1zawNe0Ud
ihfhNkW9l32O6GwGoFMrIGU1Ivk6x56RB3qhDPeDllQYFCkGdLTv13/T7wv/LCwuaSLvgPkCTaYL
Wp01F7aOHoH2WMs68x7KMO7ax4kiXv8cqUkz7Pom9mw/K0wvfpqs0VLunbRkctaqso+Bvidx9oI/
jBwCte3RhtYrpU33fT0V6TcEiofy2ObT4L2A5Z2ivUQI86HWJnV8nro5Hw9laETqRpKzHtAuvW0Y
+YiPca/xx/rCN6oODmZhGo9JZ863AOXmd7eThfHF0cPoaEC0Tl5FVXEuvXgQ3h0grya7NduufTXs
Sma7GNOZz7aZmeZrncXVZ2egXXEE/tApn7Ui7fOvniXE9Jw7va4ENQDb1yzUxZaX72/C8tnXcalU
EDWhqW1xQ65HX5CFisTJs+6kNk6jo6tsyHFnq1JGtEYbqAf5rHjxTS6sATvNrKt8CKfhlxmshLFP
wyTl3x7tdktD6SLW8Fsg3i4Aexp13HjnZ1zESd8VeT+eilw62o0SG9HDLCp5F6L6HqRFln+vQgPa
DO9nfJnhNm6kLhenlx/A2osQBBjXiyDTh9DeBscbT2aHfY6PWrb5b27XwgoGINJf1DYeNsLrZYsA
wNXSLFugj2Tva/NzI/ZIGxGvP6kQq3+qQ383zVFyWLSj/YV45fmjm4ZVoDmhfGwodO9pnWSH68f1
slZefgVIpqVVCDx9jTAaRx32DkXJKdUhTfldVZntTilG/Y5xRxYFvVJo463aIx0orakvPhmjm4jZ
76vcGGFe2pP2iviJkdxbdtubO2VoRLXTvCwZ/MFqnMGH1rJlzHUZ+PjV9FFRDFnQV3yy8/2iNSG9
+n6ildqUWDplev+T+yOf97LT54ewnd8BT8zpDmiDs1caZRwDbGWfFGkrW1PVy50DQkRHiInij1bD
2qnTFGbUQdHhBZamc4gT919TtvqLitnbQ5o1pbdxz1z00vGf+a38aCzjPTo7548OV1kd9dadToRz
7GzjZn4sG9c8ukKPvsQdPJ159DgfTldbb9c3y0V9iwQCQRAXdEbIC5LwfGla9qhcdL19mpu+/daj
TiKQEok0Zx8KTXk0muw/Ib3u2/VVP3jBJiA7kDEkY4t/5/mqGC2NXtlYzsl185xxsYjTQ+/Y8/e8
bZL7rhL/XV/voor5PdJdxEvA2VNXr7pHjdPXzYBt72meLSIhtLmXrq07eGzFloHEZdhbYAD/f6nV
o812WiuuTKyTXeT4n7hxDcJCtWS7i6t4OISeI46pl2f70RiTU2JYW85ol8kVozHahPTtMf4mgVm1
LCKZQcYMPfU0mmCPbs28LJubOgQzg/5pVd+A/TDjvY1d83vRDpBXFQrx+TZrK/OhZ3L005j75KnC
N6ALkOkRhyKNp63pyeW+QxQCTxVCFE66FyBkpdfKkSRUP5XKAFJBHbudatfDyxBOY3evK3N2DKNG
l387ZcBtAHQPXUSXOu9i6mx7xlgnZOgn3OnUACJhGTSx6TxJOq03NBqi2+sb77ff+fnlDIKVVuIS
2ZZB5XIS/qg5vEaMZln2zmkirmrHlLQCj/k0szW/VKPMuYtbte14AfZ4q3WDPR3aCFIEN7JokUQ2
qkIJEgEc7Jhy156oosYBmnynYDwA3PlXCSdxOjpt0d50mopQUOTATvYrd3RkHoQ6BHqpG5m3nymm
rWPXangl6CLtIbYI0019PS9g9uchVty7Rles9MnqLPMY4i4VvxWqMnyhIVgXPyat0b+ZxqwQGZjj
uKDTygE9mn4K72pk195yKIlPomu68PNAmSxR1WTqOPnF0Fq/rr/Vy+MMbhY0H+1BBg/MnM9fqtU0
spO15pxa5mXxDpZzqOwLPAqYenZduKXStdZwYsewHmgw8KbLhH3NGGojQ1H6RrVOWocDV2BIk+yP
Sbvu16qlHp3KaeajNokuh2Rq9XIP6MkVtyXEjJtYOHr7A5Q0KUgiIcD4y+x312FuofnCw1jkUKOb
SFuvycnbrr+oj345ye2S6qJ9wsWyelN5WRdjNKTtKcSWmB+a6zGcosY8OXRMrZfIXHyJs1HR/8vT
Lt2njK/cR61qi8rH693Q9mKqU5jmNAsCRe1kn6KSqjvdP4on4YnpbpF94Y1H89Z4+TKMMlqmSc2o
18OebS0zF6Wisys0mE8ciRk/OBlDBXWMu0bK0q89xdsVY/XD69X0wB3y16NWqlI2FxI5gLTJrVen
Fpl8t0iHrj1N3JxPmhfGPzAbdvaDQChxnrr6W930/RbS8TINYFBAb4BakxuZQ3S+rZU2U+beceSp
GQcZ7vBWC3dO6Ro35diEO3TMmvaW8Jjf5JHEi+L6Vrm8kikhGAlwOdJwdteLw0KxoCtn9SkvMv1G
rUYpAtUNyVtpQ74VkboFWfngBkCBnksKne+Fl7TamghWSDufkv4kK6Ppd2MoR+0273JIG2U8IN5S
RpQKefr1+nN+8JLpeyxmg7BRQOotP+uPgNym1Ty7cTecUGc0sjd+AAZLjoNPy26ImrL5t6bvYt0X
s1XIL044tRux68P1YaUh+EfA53Ofrw9/qCANk90JqFiTAgTBHq8zJmEdYdaHGTvOnlTUqhtXHKVi
qVuTn49e+wJR4QszyuT2PV/fwH+2zLS0PyV6qlW+2SbCPZhuHz4Zhd77QIwUut8QkzYaGx/sryXJ
pItAMELNcfW5GXR5fTl5PPdcDbdoEdsRejJSBWoriKZD6G2lGB8EP0ykgRQsM9NFxGP1qhGsMCp2
73AaXUeMdwWc6/+I8ZmxSx07bT7B3U3/TZcR4hFv3vB9qJ1e2dXV2IeBrvQ2clyDnipHpajxoZ4i
nGbpjzmoZ5g2jftja7rJVzQzxBaa6ndWcJ418MuXRhCdcArYdZ9u0BfpjKmYT4kmhicdgRNjVzZZ
xCzfCMvPqCgkj3FEezqYTQice8Umwd3NPQyWT00cC8kwFC6tL0dVSXcVVlSVP3nMhJEkqErvpixz
2fiDU5fGp0KTevpWdnY6BDIbnf/UudVeZ2vk/KFwwkDSkINM/WGO8Pa7fhgvNwVmNmi/cTtB/MUQ
5XwzjpmjlYajtCe2anJTcyl9jag+7/NEFztORb+Rjl2OPWljLQYN8P/BK1wAvFvotYqn1v1Jc6sU
RHZXjAmjYBvis2+4Xd7dEgbNFC8KdzZ/xJ0YPnGWYm9vRUWcgC+zcKNC68N41aXWiSfNnu2ff/tO
FhcA4iHNv6VPujqgqMIkydiY8wnus4Y2LQojeBV44q6nPj6kiYoBy/UVL0MCK9KYZh7M+SQmnn+F
eiy9eVAGFFRMMKyDmel30ai8hG5JgJLoyb4XRKLj9UUvPz2NEsC8dBbpd5KRny8q3T5367ZVT1KX
064oUtNHmS9+czP1Zhid+uX6cstZPz9R58utwg+aBDADw0E9QX2KfdR+2h9GbEEBn/Sv11e6zFxA
EmHDtagfU9Wvk9PUhdqf1aV6KvOpOTj9EDoHek9W9rOBQ4+DjN6MTLUMs8GwYk7dNBBjOnp/KcRA
zkojAYE/QBqLkOO6xO5E7jlTHFonR5vq2WdWr4MDjNQ9CgXtxrH64FsumTihHWgeIXcVaM3YrWQx
SMoT9DOPQCom0zetDL4KopW31Dy5drj+kj9akQvUARjABqIION89MTKK+NuN2kmrlOI5QQ7q6I3m
mAVR3kW7eWi2spUP9s/SmloYWUCAQAKcL1hHjdYA19JPRT+P897Mrd59VDPTQ6VMhy2yUacugW+1
XeGakRpRIjN5XU+GseLQvb72tJMUBJhcQRnqCAOu1je64JfZyIImZLqxsL8IOqtTqMTlDGgo1U9D
K7tAa0wGQZk1HHIs/QKqKvUW9ZJkhy8WfeS//oScEAoqNFEAdK296vvIMMaK1iwiYVV6F/civDVC
kCdYnna7Alm7Ldjo8izrdwpPHuEBkhg26+oTiormIu4yOt54hRmMcTIepdd0nwuklj7DJfQCD3e5
pzYu9XslrLxF2WjaZ6hibUlCfhBwwYMvtEzALTCjlxDyRw5KkV0VRjJoJ67k7Mtca+m/OLtmNyZh
d/ALLTfnnaborrJxTj/axHSnUb5Y+m4XfcZuKCehVpV2YuprHD3kmIWvLBHINkJn4xr7cC3Lo6W7
8KgYuZ4/Iw0oM5X8/cmSVf+jglKBZbUFILrX8Hi/vpU+XGvBUVDrLmD7VRohlSSK9ZHnKo18/LcP
8alFL0PvzX9kBzd948x89PUWcd6Fh8LFte7WQvfw5ppO6ilpoRKi8wgJJSmaA0pT83eG/bNf1bP4
+vePCEIEPNDvLbwG/8rS7LqunrWTMGzSjihV73K9yvKAwQsT1P/DYssUA3YuDdP1/mwbt5xCBh0n
mSJB/UlF8WdvuAo2S0LJrI3X+UEopzMDPg7iHTiri8JzcDvouwmh3LYSb5fiKadSaHv6j6oalF3X
iz7e2C8ffcFFaIYcG2Ym/YXzvTnHmJZLJTNOjuJWO+FIA8Ewx012WsJUV6sN58CW1jYC0Ae7dJFd
ACL1G9qyHohNOCIM3WwSf0Spf+fazrR/6KU0N1xypvl0/RN+8FZRAuEytgDKAnVYfswfIcalOvDm
yaa/Kursdij6X1DqrV2b0SFnf6bGtLFnPninLAgBZDkSJLCr6ArrDgYrPa2TbZRq9943vTfc0IO0
uiN7OqT9rWMrtWstTOw39FY+Wprcw8F7DYD/hYKOyKyks83EOCmOUj6C3srTo2NMObw7a0h/UCEN
RTDnw/8l77FReUETjKYJHffVS7ajtC1iYvhpVux0V+N03u01MYf3c+RWJ7XLZL27/lk/2kMkdZQu
KpUBSI7zzxohoKYajaGfaBsrj8LAUWJXyT5JD6k95+nGi/1gJmcj4kk3F7QGSI31IGzUSpVmoZo/
zjXVoBt7ub1zcsyZzAJpPhI0cei1tPCHNm/vFMOJxAMax9Ed/RTt+fqTX4LlFu1i4Ef8jz8uVG5c
I4vSRkuyRxGheXmSfWuYyNiN4lnW8/iJW6W9bZKpvO8mewgDxxr7nV2O9b/gJulZJ5kiISfayYbo
yGUGRY+ZxgZlE6kaIez8i2g1YDjHauvHEC5I6ouwJK0ArPUZBBD9YH1QvqRgq3wx4e+5Ecd+x8bz
lIbNRzW7UH44dRcatp6XxqIxWzZ9+UtTcMDRY8v6XKHUd4y1NH8u6qLft7owfbuL6rvBSvqNQHN5
+FyYoMD/yY75c1080hrHcq5wx0cSmqQLRgEGDreM7qnV7MTzXT03/KbCyX0j3lwGOPYjzVngTIy4
YB+cv/eibDOk08vhcQqN/tfseu0tnKBG+Qp8nyvYMiMn+uubCoTpghohdXMxX1wtaU55HeVt7J7y
SDvGdarrfoM7yd4ycvc5n6vwn+tb/vKwL2UkkjYoaXAH/D6df8TweBZDi5+1c6JOlr/6vrfoj9rh
64AH5JfrS12eLnzNAfiQP6GJyE27uhLNPOKyLdL6werQtujMEdprJZ107w15eGdm4XDq407dx21q
1EE1RPpXC0EK6eeWJt5iY5LvItVku7HDL+ogGBdgT9GH4DsTg1a3il4jaAvkpX7IO736NSJfB9eJ
WcaWc9XFbvKQ3KCOhNUMdx16xfluaj00WbSwmx5gdbjD0SxiTozZUqJbTVT8imbbPlx/41srrl54
mNitOZXj9NDB1GiC/0famfXGqaxr+BchMQ+3QA92247bjjPdoKwMjMUMBfz685BzE9OWWzlnS3tp
KVs71UDVV9/wDoprFkeUTru7FDzMIU2vkba3m4nzuU6AABgAKmcXb+6qxu4USE2puK9LM7/hWjbu
KyP6oOFKfm12sw2Jf5bCXwYGPP+gjfn6ZRYNqtNxLcR96kTMuExRYawQFdUXQLRYTLq9/V2rqnIO
ci02rpyZbTha12Z0sip8UtfS0nq99tAhOCkHt7ifJmZSadHY0ABxcojtQat32GIav8peuF/f/5ib
l0s8YIOuXAVa+owHtjS5UXemJRW2tavsuRoDDdjaR2Vuehi3Xto2V0LfG6uxU0FyMjinJbHdrIWl
lSYtbTS0VG0pd0uxqEsw694A1rbIfr//aJsTuFapTK45FNgX0Nja2mXksz1adb6YO6RZWorTJXFs
31CML+8vc/lMoFBAAJE/AsLHM+v1d6s9sMERM7ldKiBw3Y8aomGfJSNtG08bN4quxbvNPlmniisQ
BPYfuRQC9JvjN6tEs8jK7HPpgVDJgmrxuvxBh0Drtv5kdY08SCUe4xscbsamDUp9HsbQG6LiPwxm
XX3nTFaS+5GMzXHcUbB3SxO2ZbwUwWjWsR3aWdbUme+CqNC1w/sva5uX8esBYjPvJ+nE/4tR+Ou3
BWYrIx1e7HPn2eKxpMuQ7WZKViYTWXK/MFj7pgzs/yVC8exYA599AgUiv9SmnnVXyprLN8lWW0/b
KtICstp4/VsGiJllVZrJUxk7neaDKrSDpJi0b7JNnOdkmpwdI6Hi3+5i3oDHWvyHE0c3bjtGQwQH
Pr0cx7Mry+hnNCTiY6S4y/KfUjYdluqjKecrcplvvHXWZBa9cmKoxLc+D6UoG8McVPU8r+N2FHuS
uTzVZlW6uKBHhe7KnSFy+xB1MeMV9Lztov6KJpxcQpTT4nYHS1cdoyvRYG0W/ZUDrm+CMTk5Me0P
E8rC5oqsFxORy7Gbzmq+wH4rsCNic9wwQzKtYKoxiY4mk0gUIQBrHJM5sq9Z026TB6IfgR4R9j9T
c2Bzm8Qod/q0h/ug4Semoeyt14zEDjj8LsoXQ0bq49KXErn1dmxH4DZzl7xEuSrFbannaFjcGkkO
X71jBirCmEpLNa9VTZs9yg8kUMCYRo/GI4fbtouBLUdOrvb2OZaNtmS39mB7XewL5JFmXyaqUO7M
dh6nmyVxvdWtcFgcLchaSPZnFV4/JletlbvwgSZhtoEsjaJ81ksj7k6RJFVaqkjK361hLGbqN4oZ
y6Cbpej2Iotl5Leg/pm1zmWkQ1fUzLZ/FpPAy2kv5zp1YWvUituH+irCrYmZ/uukzZ74EHllnWNe
EmdAt2p3nM9u09oS97Q+6XctKptylxWxpdxWK/U8QNBKfrTGPjV2iNlFgw5afc56UgxQgOc61+MZ
TXElk/Zj2U2zhVhQ4yyBjab+cERKXj0oS64qT/yq4gvJN14YQGXTIrAKCW4ZdvYsbodmesBM3RSP
UVXaXXVlO29P2fqt1gEdg0HqmrVz+Dqe1EqFWLnZa2fZyPGu9CIx+cmMWnqZ1ZoISlTy9DBHYVHu
Y2J4qEMYmn1sCfd4Vnnzx/dD7SaX4dfA/1uVwwAAQeuxNpG2ryRY0MpsnvAF+CCZ3Bw9VO8DiXD5
xKHPf7tmGR3hB1RXos2bC4Pf1UgsOOFbCqAizVrPy7p9mjwzOapZBrao7OodfyweMxdMBnof/GFr
5+L4/jNvy8r1oQmudFJWDCFkuM3lmNQFe2GaE4SMnMSDX0Sl5U/13OQByRvtYnR1jY/pqDnBotbp
E9ofxufCy67Vt5fvAGlkfswqpMY4ZJtIKroKWq9ShqfBYaebkYbmGSqrd2KckRc0m/Q7LpsrbdVW
Pr3/Ci4DBnBYmtdrcKXbsJ2eFbW+tEJUytnVoinbF9aYzHdpBlY2BI42hxrAaM2v6sq7Gkz/PNVf
AZ23z7PSS6O5bNCi3HYU1BTN4hZFyCdpeg4MW0CAxbSfylnVip20jbL2K7fgrl+8Sa39xDPL5Xma
4Iz6/ewZWRKmypTJO6mg1HlcEL+KzjrhbvqNIWsyZ79moXryfh6jRj/ITMjk0Me6VwWTJ6PiDg4G
XEtEfPXZp3/CrDJhQqGfW3SXTpWMK4EFAadwhySdei/cTJ8DoeKWGWjqgkGHjgB5HepONLb30ZKY
tKa4kce9h6h2lvlRkw/dRxKz6tE25uUbvMo0OjMkaOzDNGldiVwNMPV9Y8IsOUBfMJtg6W0sGxKb
WvjHQttHBPGi1dEt0NKC4IBsJ/9fA3WFx8iNxV2ZyUE5zMIDW1vpik4bZuGF9bdt33ROWOsjYB9n
hOgeiE63W5oFhdM8J4qbdY9lhNzeSeLhZASgxF0MPSprjLQySEqRpnfdJKZ877ST+4SWuoPvKcPI
z8itTtlO67Jl+mrZwvpmVqni7mw5dI+wrkr7MKSjQL6OpEgEiUSted/rqjy6AvLOJ4k24TFPp2wt
VIxWWWlQJcljLecVqaut7Vp6uF2rBx5DuuxnK4seImFe6V55iGeon99cGTv2Y6vn+fLoIAGt3RhV
YnVJMHtOvOvIiIyALM5YmmMjS/U+IwJnzX6RS2uGrYANEyxw551gqmqj/8qEQ1Z3cLiKk1ZFuf1L
0lBFYUzITwzs0Wuk+TeWYVwiMRHqopY7dSz0IlyK2DvmE5NiI1CFl3TQZxKIrCgyu7dJk6K6Zkm3
+lZ5QOp96S7ZZ5jzhRci5R8NIeicskEfP9bb+WBL8KtfKqPLvEO91AhMjEoTJ7u2cjtYx66VREE7
S/pOO8tsveJmNqZCvXG1cvyP2UgMWcCxqnomaI7uSyftxbgbmBCD6dcTpYGD34+OODZFpq/2H+Z4
QtXGMZ/7GaMEXwWKpaWhKTx7Bi+SF+J7p5PmPEQTTKYbBf9Z2gO4etYHZ8BaO9Q0mYtTmae99ZH+
Uwy/slGtzh+nRP+xIPbI4ZK1p56kLlwrD7oKLXo/SkCg7abKrJG+l6b2UWkWZYn3dprAlfSqstf3
a1JDRiUc9WVSajcJFc2uo8rvIqvaZ6vRingQlZC1srMSDC6CJcu782hWtEv1ZZgtf8iFEl1pfV4G
Sdg9CECShDO+uQCXThVSgp2d9k9REethN1TuLqsT9W5Wq+SlGjC4q2nv/OuFzKEj1V2lVKDI0xZ7
nR7Ahi2kVavRExjqYS9EkX50M7f64YGfJSJznrXTIrXoA2rdbXQlkby8kBiX09kg8NJIAZT0enHh
qh0q+YZ1ZjMvGoRcdxpgrtocUB8Oo20ekmgW4wMYO4Qbwi7N0+T4/s30xuWMpouGpgRi5Cu+f/MC
7E4sGejw9KmcVFIjDITyDx1zPID+TfRsjKp5tMATHm2cZM6odXQ7pU+Vw/u/YtO94o7iUDK6BqS7
Ila33aQpa6fC0yrxVFhCy+Mg79M5PnC+JncXS4qkG0trbedKN/CtVWELkBGtkD7EB1+//kKoIAZw
aEVlTE3OleYkv/qoXI64KhSw3+gH/XsyysgObzqKPS4T2tuvVxzrfqHoQwsP6E5ZHiFR5dNucCrT
h9ZROaE2JK77MDfyEw462WGMU1jeCdncfQtD+vH9l365+7CPW6ekcAlo5BnrefyrH1wn+E/VmlY/
ybYqvnV93dwJpGIDmS1QtKdlmQIRExXkpAxXTt0bR31VRoUdz7YDsbGp8AqHW7qYmurJGLrsASU7
NZykNXyf8JT25wLZK5H12dP7z3v5uS0SIF49XS6A4FtwSgG2p63mOnsahyZ+rFFVnX0FJH3uT2m9
H6ijriHh/jzHJvdihAFABMg/B317wCUIm0F0lXnO0yXW/FIBaB0ktpuMx5ibVTt0s1XsF2xQjD18
mRL3sihKvP4z0UCp72q3We/jPq6a28EsjOyBHgWXchTpyzO/XEc0EpOqJUEhE2j5z5mJYZn7+Yyb
WACdeTY6SP4tudy/Bq4VBKujYUKDbZXP2exjpbOrDGuu7Fk42NRA6rYajLjx7dLqUT06Xgoc1KFF
pIag7K+59Gw6FGzWtae3KlGtQ1rKitf7Ns96QMdTXTybFgyoTlHZMmRKd+pUNEHZjvmxVHLjgwGv
4hbtXO1ar2/dnK8+KpoStMr4J4NMeuCb9RnnaGrDZnnitEgjUDIMrUmhR4uBwpie6VuZ2IGrTnfI
Grv8OODBUAARVJ2XOSoFJGZhfXp/Z18cJ2KXs4pJUV6s9+emSw1By2mUYtGfsjwtngyBHxyeGku0
0xvTOmb5GN2NjFyvbIKL87TiLHkNHgyo1RZyEz4Xz2giNTbNpwZTNfc0j4a4ixpR7fDv9vKjbJXh
x/vPuenq8uUR0Vhf7+rwDIt+U8snCjnBMMXz0zAp4mPXKNUTXvDZISnIrt9f6vKVrnIxaMVwMYDt
3WKA4jgBzSS9+LlO6vZzJfWvEge0U0l5L/whgtxiK3X2r0U6WSxzM4pUJNsZlG++Yyu1vov7JnpK
OyM+UbO5gao1FWleZD3YDebuTUna53Oyr4n0XL5aVgYzAwaJhhi7+/WhWvSpmvJiSJ4rejNHhGOK
1NfGNv4QtVqr+++/XIgBF2doNWdbJStQbVj37uvlKjYzNVTqPJF+NO0ZH1HZkG0tuZA7Txdm90t1
ZDR+hDkDI2uMNUHbkRQ885kFo02G3bCnIUvd91q5t/Va+ek2TZ7uuzQVj9L1RLQ3hllv/QX9SEED
rpmSW+iLnVH4YD961++GPulu6XlFTdg7FioagamL9kZK2BSPZOPagLSn6xUPueU2KlVWbmrTBwzw
3MLvFaM2j4PsypSRjNN8qkUqXlB2QpHZTVcuwoJP87KLB7X5oREQ8rCyMzRc5qwzsKMkSj907eBG
IYm1igJWUra/3I6RMN6GXd3fW32nfM0scxweNExzPyVtpXxxy6H7USyagd/IBKnXtjAbCuIxsfo7
1RisJ3MSyw9JF+45ES18sHycPXQsp6kq/BRY6eAX+GTeS0PHhBDnrTm77UVWPQ2RNvQ3ZYmFEfQ+
NMVqL03d25jhU+kPvVjUALCMFDtohUt8dOZZZcKIu9WnZtIU7zDEXf1bZm7OqSgipLMKF9nf55LK
XfnVoulSPc7I24SklRXO715WqaeINstdnOHV59PY7X/zXxO05OLIH549SmOHNEJa+jRtxhdFzs3q
uFmXt6BidPM2snrD3aUyGrJwTrThq8Gdjj5gu5SdTwOvG32mP53h19mckjjz53aoQ3ceMl/Pq8p+
mIt4yXxVZc716FItTXtXreb2DlFzPX2xukw0YUS1NwUdU8XiOE3kan6SlKMTWJCbjpiHCi2g41gh
noSNqnmwMIkb7vFLnazAhvQwfnKsJo9uUXUe9XG3wEzBx5J6y6u/CV0fR99q4vLT4MxRHs7xOBzG
2U2M56nK8ZYx9AJh+IxUFBEbfqfhg+GlQFX0CI2etKrcLzTvPfsH6CtM8XpZ9i9NbHoIheuZk51g
ZZVVOPfabN4JoCPVTZlE6XecMxV7X4G8o5QfjWGswrGW2Q8Y6snn2Biab6IoResral3upZd41kOW
xu5932Lys2si4OdfaH9XdUjrbnb8Ra8jxIvY/wmYFG9OP4/RYP0k+PfdebDk9DAoeZqFdSIYGgwE
t8EXds9ULK1geRbMrdXHvF8QxIJBattPbkTT/65AEPxOthjMHSkGiSL0BHLZDMgeJM2861DtSz+Y
rTFNe69HjeilGidU632cwxPp81NnmKq2YIQUWAkUKTSBZFH5UWcP47FO2Wycm1xMO8fp+EWYehvW
Pc51/Ze2lMOPxWi0n4XG5g4QyDanO+Bn3Tf0aaf0rozGrLqZ5rIOLSBxtm+m2eTc5J2wxA2AAmXV
Ky/TL9ZQduInxNfepCUw6HagD5n+ozH7KTrmNXY+fiHIvENgtE4aaglzwZtJsTCtVQspzHPiNbUd
gI+Q/Q9cqcb8duybeHnOBqB+xxKRNLqHlq3khyZHIMnX+9r6NLEfraB2uS2O+axMjBerNu98gbLU
PqtTcNhqjbpjCBDbmIgNDgLZ6ohkzo2SDNmKtYpKkzeoZyj1ZUKP6OAVqRb2YOQfnGVCPirMYLWk
e9JVm0ahWdRfwEin0h+sSFZY3zqNsXxd+PvnnZLpyb4kgbBeeiMahvsxop0WCM0t28Mk7KHyzVi3
P8mowQIrMtv2fuCtDlbYzMOUn5Bk15a9PtKk8E0F/9r9ZFn1Lut0xgi5WYo+cFsK2CestBoCM+6D
ph1gHSzrUKtyMKZlNXs7/gK9Odi4tP7K51T+AoZavsBf6YYj1NreRA9idqZj3IBP89W0wseydKzu
ez2i0fyA8rQzkku1hR7MRm0ktzNwuRTCWQ/BKWymutIPCoRd95yAEPuNHmSGmk9RKb+U1ozH0zB4
VrNrQEVfg55uXcRIiUCyQOshAWR2TzX7+iJ1UCZG/Wtsnt04wbG6k6V7kzTI1IT5wiCt8K26s3/H
uZd+oNmlKLc45wJMLdWW8dOgWNXOzrPcCoqUnYTfsil+aU7b0geWEbKRltd36iFLW3nnzHBA/jnL
AiSzpo8kO0AdtjSI2HY62INJ+yyQcau5rwZvNxWa6yu2Oio7E2nLMC3i9hqX77KEIGFFFI6mPEPG
i6GQ16oKL66vnw10j7javbYShx6cR4M0Rp8Qcfte6kE6zvKLzIcGoZIFTdQradBlAk3qjKInSTQ5
LQLUr79dQyMWeWCtel46TfuvYd00gKvqBANGAYE+LerN+3nXZVILh4dqn84F825y6NcLmoY0eZuz
8QQaIL7rEiurQxU/zsfJmrunMUKuzI+r4RoR+fI5WRbNJ8CtNFuQRHy97NJ2Qu9iaeClCsPaxxdy
z5Xion2yiAfbrp7//SmphWgJu4j1XBTdKPrOpaF3xpPi2t03tOdg5GUxWEJX0PIdrLI7No16zR7y
opvCDB8GIIhhJjbWhTxQVY+Flo1J8WwNlCN+7DVY1Vdi/NClbu/5iGsqfs90zbeQQLtmknK5n0HZ
odiE9jSthgv4SSrUks7Z6D4NsraYs5hMVSbdS4PWsJIuHHIzPXYLzcWg1hYQfzLSr/W23vgJMIbQ
+KQotChDN7UZkIF2Goe8fEZTVPFnmSPZILUSBfW48WpG5Evpx6pEgg22/RgUuTVegRdfbjNCIWM9
GAYqZINt9UQnVx1ztBOeKXOMA0NF2ft2p5m3JnqPT53eli/vb7SLBRElpW3LR4c2Rltp075FtjVT
PEwjnzVcve8bqc6hTE3rlslOc2tk7nil4L7s1dI4BA8Bg2s9xIhVvz5ITgXDt86t6NmqyrZhgmT3
XFSIPiAlqyhxtZdVar/IxXU+mvagIpVmyOqDkifmNZbFViWMzJKfwnMTRDjX6tZo27HqHjb0GD1D
nJN7Q5jlgwsXOEjZiR1j1TLd61qpQIJXo69IBBZBChHiWzIP2lO9Sk5eiaVv/CA0qrhLuAxXKM8F
HcJgDOQS3z5qbWzdqYxCvg6Fl5hBijV6EmRxlwJtt+n2IWM136JJREGSe5wGS6/V//qxLg7vb4+L
E4EpH3JPqMKt34oJ7OuvlUce8jhaUjCBUZFC7GCHfO/x5vpmJot1R7D4MludcawGFdX9tLLqK69k
uz3/sEVX97d1edhM623wV3/Xm/XIKoaiPSsNEgi3eQR149GpS7c7wqdf6B3WVmJfOYTbK4ZFORVo
MEDTYq6ibwr7Mi5TkRWu+5gLffnZ91TNh44/1Q+6yh2wsyfRDntDiqa9Eva3AZj4t2qYA7+DfUyL
dxOA1KEFsqbQyAfG4v0X9cJGr37RzF2mexLG9ZIpXwvbVcygs7s5uXn/Y1/gTFagJtgGTIz4lxXc
8fptg9hrW8Wy4nNVNtP3CZnhHYx7UQdoXuVfCwRTD54ZK2fcHTJ/MvPhpR7GBTFsJ77Wu7qIE/wW
mutMNZB/BF1mbgKT0kRmB9ahOGsinW/dWoN3GOvZMYJJdjK0uLWRbvLiKJi5mg8RipyfxnaJjOOV
d7Ku83enlOVp0q76DFxLOGVtPkmWasYgaRaf51Etb9p5Fg9mOznUgUCUfrS5q313zKl7xrxe+bVy
QnYQfK4E6cttYdPXQhmEmElzbotn83I3jTM05M/DyIgzsMshq0KqBPWlVYFMh4k5lEOAYXZp/1Fs
13fvv4TLA7Ey+wCCg/On37X1FxiKpc8w5Z7OvWGIc65NYr84gxdgJFYdCkMqN7yia3n1+mJfv3gQ
lM4qRgmUkZbe5hRGimWMtYiHc9cvg+fbUenVviws5YbOTnYlzl3EGZbh3a7yB2DC0Zx5vfMRmddb
KNna2VWLIfYBcNOrEF30O53UaB/jlnGlatgG1vW5UEREb4UJGnZ1mwU7MXUys4B0mcviHVH7Le/t
BKbIA7CLEYcyI//EJNva0cN1OGFLkbhXPupbj0xUJ9GBH3UpqGFWs1a1aqOeF12Poz09r3F+iIdY
20clRlQ3BSO84sp4/GIj89QWvHg6/DwzJd/mNYMvEV0+q2crHlI1sHqsiGmtDGaguqNj3NFFEl/o
CEYiMKso+fn+Nn7jnRNfQf7SJjZJrDchxe4bzkzZGmfuNEwPGnTEP6NmqO7zHt2TI7dXdigTulRT
IpwgmpCYf/8HXGxpVHbWwR1i2pxisNavH59hQ63Oiq6fF+Y/fYiksWLeIJqlIN8UxemVLfanFHp1
guhZa3BlwGrB0r+QNu6SUqeH5HnnEv+EOWya0bKXsK9MeQcUoa8OQ5dHAqGzpDfCKYUiBq4nn5T/
AJMYBh3rcTSOQwnOLE69NN8P3ojdhz+aCeCloDHrTpz6blZrZ2dVVrJnVpbh+p1ZVEm1g350rXfJ
DuXaZe58VAArrQgoVUHjIo5LSxzLhNEOuslNrXCy1qS/98z+QzpO+Hm+/+Yv8LicN6ZtFI3EEmZ9
WwmKbkz7immSfS7miZbTWJ0zw5xMv4+EGWISSTqfpLhnDmld7XAkg/BS2+X3wU3mL16sjYeVdnTt
R13cLVAzVuTGuhvxidnOvBJTH63EyJezVtLsPqRK3Hp3g6KLQQsKt1QOvPCaLuOoNd6u7nWhHGKi
WPqUaTUieO+/oosgz49BHhY8MAUBOtabiAT2LYE0WC1nXS+TAmPpJArTeZrHwNFqa+eu3bEsx2Xi
35fFItKjiUDO425zjqKOncFEOebsVKlq3Sh2a4NVrxK61k1Tj8pdByxq3zV9f2VQ9cZhXAlOVAHc
aFSc6//+V2o5tZaegOtTz4DR8t926y5h0sKQBzzkqdccrv+QNTZnEfQiC1LfktlvbzP6RqW3LKN6
RrW1/RqDEULjiroMVn5TJCFIgSU7Ad+XYTLUjr5rYjRtTK3M2hsNjPGd2zrz+JiOqv1l1HND9xsF
3XJ/ils1bO0+m3eyZhrxPADQToI+aVMnrFynOabIFo1+ldelF5oyLSCPtOOKfdfwzfLnxPAQf3n/
k25uFo4aINGV+Qg/bUVDbaJ8XjamVytJcT/3i3rSK/ezZq6demW5k6LOr+TMm337v6uhIYh25YpJ
2VZxeabQJrN6cW+rEjusGKE43Z8RBo92NWli0NWxebs0tnENQHC5MFkJohH0/Vzqk618V5NERZoz
rrrPooRiLKtehqGh96qLSDum+ZR+yEANX8lHL9+tA3aAW3TtNUIs37S/xKjWkUUtck/ziUlbVRhe
ty9Sc5JhaUUGpiTyKv78rQflCqEmtUArXPCdxiaO9ExNy3s6uNreKDrvSDtZ+Gsb9rGb7SJAE/Ma
6H1zPPmsDvN9nVpkLYehmLw+nnEyzkht1iXDKKPbjelaBcXxsNxnLdZWV2Lfmkv+dTpXSDcdpxWQ
8QdibG1iXwcGk3Gx5e1irZTGqucYZUw21Olf1b1YCCdeVoK5yXjc2TxVY2AdPorO2yWwL3YR1d4T
FolM0fAe+NC7/TXI/Ha7/FlvVZOhfoEVvT2KMtM1hbvY22VV7ey7kp1ZVkhXSENOARI6/xZT1/e4
xnJMnZhgEuc2u1ND0c5NFN3bFW7dfEuVvuHastMV3NBcKdLf+GR4D/FcgFBp3mwbV1rHUIBxDiqu
omLiG+s9hDRgyu+Hsk3CygPRCUCDg26gSdvKXH/FX5eE1cgsMsqJjj6+ihC5KntnJii90hcSe1tB
ZKDy5HKAG3yt5rp8PlYGTkjrBb0S9ufrlRl1MbeyR283Zoa3B3k8YC0SX0MxXFtls/H12IuHZui9
HXFMO1lSs/dgyq+lFpe7cH2Wdf+t5klU9q+fJZeaUZdG6+0QqFo9YCQT/yqZ967VD7u076410t56
KtoY9PY8m6xvOyOAz920Jk4eu25xsn26AN7XZaHv398bbz0VzWr2OcUMo4HNZlcjtW57Ebu7doFR
mCPEk/itXjq7pWJqaCOgd43XdvFccJLW3hSN8tWEYysQpzpLNEy9lu+X0a3umV0394kSZeH7z7WN
vKs5AHwLeh2EKrb85mvFOUwOI0ejv1n0JlBt7tCpLbOdOzfllaW2HU9tXQszEW4z3PPIizb7T7Fr
Rel0pM67uMleCrgnB4uR3sJ0VXe+mWLoH4n/6c7oXCZafWVFH3q7s3/FohuYUaMIZV65CraX3fqL
6LujvLhCp2gDvt6r9VKgghrJfA9OX9wIoytvpzopQ9roSF3ai3Y7Iz14JZi99cr/XnTdan+FmTyN
AYbgjLhHZAsWhAZKO1IYXY4ZVoL//nXRnwIgRN2/iiq+XspqebtKwlJmUjH+TfFjItPu5/I4ullZ
/x9Wo8lAZgbIEcrSZrUhygfFGAoUiTuc3jkeHJWAfKqz93Bnm2vqLBdHko8HP4yuBokn0//NexxR
Qp57Ueb7Bm/WBxUBg0AFThNkIqkgHjryymZ567sByOXJUIPhil0P7F/fLbayaIQ/nO9ns9FRTZLT
jjl7GTYxWdn73+3iJkLcBqDYyit1OPrG5qToFItx6Y3Rziyd2H0ZNUQEjlaeVO2NWTBBDKBIRTrI
Bc1Cj3xsJEyM93/BGw9rr1g3rtzVGXbLsVe13sAjfFB2eiQtQCGQcMJJGPVjZAHluRIZ3viS9opa
XNMJoMdbCrUaA6YbepVMIq8mTLvLFCXw3qkTJMOpkjw0FFog3u8/4eU75mCg7kMCw1wdifrXn7Ms
8h7Nq67YQ1R1Al0sfVhLfdgvVI+P7Nkh7OM2CZa8jq887nZlmo7/e0rQooA7sG1P9JGNgP1iDCeB
5uxyWMVucRQ2ugcAm+McYscDu8cG23fK8gQtl/efe/tlVxkMtBOYbjPeZgS72Vtt5sQOmO3hpArX
bQO8cZofiC0b8M60a4399e/6O9X+sxZVMMBr8B4gJ16/4zRFVEB0yXiKu1GHtzQKU0PhbG5uCiPV
+9Br8ix7cu1Y3vQY5jp3pAxefHj/gbdBnh+BvCoaYgRAStVtnmokSpHnXiZPo+pUx8jT47OXze5T
VnfeeZmUfm8J3Xt6f9HtlmYlMLGUNevmAtu5foW/gkXPr1mcuptOCa309ldX5V6h7r1CM3owRtrS
fy8JI8nj/2/VTUh088TQEZCTJ9lmzEi0xSmsUILQtD6bdkdEpKyWH99f83I/McOi60hBRaygUH39
pKoCPVDvivlUKt3i7kojHccQy4Zc8920k/+IQdHWT0j9DZiaBAJI/2a5scaRtJTefMIawj6MVh+/
5Cb39jjT4QmGOQMt9P4DXu4fVgR4A0QC6C8tvNcPqIDubtwkXU7aQqTwLa2Hgd50vXajxqpiH0eu
g4eeHtsVYYnthG59VBKyVdSAsocO+mYPQdRrrSid5amPNeXFbYGj+alIHS0EHvqouyDmNEiV+mPU
RXa2b81Ee2GS4hQ3mRn315xyLqMWmRuRQ6NlCJh4i573RrOvyjGZTk02xF9po8W3eaX+GnBGf+ZQ
OR8QY8ueuK6uyb1cBpE1ZUSLkcNEA8/dBOolg5HSKI08RUBa93pqxGHMDO9TzUTlrkyS7CxHBG/M
aOk+wAsEC/r+93/zwSFBMRgklEF9e/39o3HUWsvhM9DXGlErtb0WRa8xm/x4bO0lSFAI+NRAUv5l
z1316f3F39h8eFgxJyZDBxm0HRInwJeHaOLhi2RRduhi5/etN+mOP8xjH0pg1/iTqO2V0v7NVSni
Vmk/OBrbTH1CBAwpOUeekipJd7PpzCcHndRQV3Na1K7Rlwdi5jVrgu0YeN3wKLqsknvAoWgvbU5a
rqkgwzF4ObkRUqIz9O7QarKVGmQn3qOIpnQ3VlO8t3Lrg7JmfhoOGYf/wwtn9MmVRR1LYfT6a6P6
QNR0B3lSkmj87mVAQBhfAONvhfIUJSlKCEri7d9f1OQvfX1P8uAuycAf3AON49eLqnPaL1rvTlz4
rQ0yU3drv+yT6Of7y7z1WUkrwTqYdN/xeH29DIOqVQ+vQCywm1qilzPn8BJATgeTnjoxk/9c+zBj
fVb/Y+q8fljaie4az8A8bY+wORdTlKeCXQz+cx+JPnqUTfsRvHF5Zee+dVhZBzABmTqUufVN/3Xv
UiKqg96N06lG2BnGzTy/6FXuHpW40OXecebhA9Rqj9qLMdqVgP3GTchdj18KBE1C5fYrRgvWO/Rs
55OOUqTPAZInHeh1e2vAjrtme/hGVKQ7S0AwaJiC2dlc9Zizugtsy/mktaNODVIbIAN6/YYSG1x+
Kn6COTN+21P20TSy+sc/b6Q/TXDG2SjyAqJ7/ZZtivgF9YvlZI7RHO3JKYdS9dO6ieJgmgcvuSvR
GFBDR6bLNZTQG18YEBfanxqnE2Dc5lYcjKyDuDFxHZuDrvg4XCTLnbnM6cntXXoLbYYfntorauNn
MPSveaL+4WxtziphETkUqmrMl7YvfjDzSBatwlf+H87ObDlOpVmjT0QE83AL9KSWZNmyZdk3hEdm
qAKK6enPYp+brXaHO/Z/LYdpihqyMr9cX+CPPKkJHC1OLWfsHxozX5to0hZKWnh0m14DqMFL9VOz
GihXSUC4ZlQXRSZ39gbF/Ir2LJdneuDaWJmTp483jq4r+wrObyAEsRSkdekyglgljUW5Zc5nvZuW
V9+m+8bTZdHceMw21y6HhCYswkDWHXHgxXQYsaB1DFA7Z1ILhbczVr3e2ZYKFE0tddEc6Oe8VU69
Mv19hBnEZGi3SARss+Rf63woU1FA3ljPAWkh/GK6cXxcC09/bMDtvaPLKm2AtHqWPJWZO33LOx28
8d8XwZXljk8C6AH6+shAXNYR7Bph6OAUOj9h7Pe9Xqr8Y4JXiQwzh9r5f8wa8aRt59yaCNlbuE29
feFiCehB0Wv9XLnt8iAshZ3dgszeODVpXXs3ttErJwX3NaLe/3/aP4vgX8MLKzavkrzRz76VTofC
t+cPOXjXF91S+nH2KTKqoFxu3F6ufVNqtITYEH82ZdzbV2TKza1RZ/q5AOUb9V1g3/ViyUID5M9u
djPKp6aG46Wfi3eJJdMbh/C1d8bcjIgbNjbJ64vHo2PP9CIxjDNJSO9HDQLrnspQdoeXuNFGRNhZ
G7tgqdwb8+ja6iHUYPGQjPgz0etrZpaW3WicXQEtLA/bZq3UY8dJDT8r8Wkzi0zh5cnvv0/fa/so
lX9ODzYGTsqLRTtbepObGgszo/k4NqzMevYXvYsMLXNjaKzFrpupLlrVfEsYdC3Oo/TGoqXASML+
sorr6FQ7iqlfzyPpqzxS29LpyQt0hvexCkp63ooRx5wvKHWm7D41Wi/S6RkzwtpKjP/si7CtYUTg
lHxA58P0st5OO7uxWUCjWM/0NGLzU2KOQNtYFqJ1meJl6gY6D8fuMIEjOqmiq+OktfWwt7LsxkS4
duGjUZg6KNdo2JaXUD+QoClQF35Jo43y26Jc8Q3eghb1fZofkWdYsae5rRb6qiOLvuZLexcMpFGM
iQapG3v6ldUQkL5gbID9bdWct6OScQIW/mTyjeplODpk5nbsNusUayj1Hs1Sb/GFajJ5YxFemZUB
+ghssigDb9HU28dWmds2VNeX8wK5Q48MAAhjVJLZQWrp+g3UmKbHZ8VPZhEXtkHW8MZ7X9nVyUFS
46EYTfvH5W3f0shvq4XbfrboNs7bqww7GIuvfu0ZNzbZq+/KNkvuZEv2mhcr0G7nbqT0xxmG59gZ
JMB89lmRCB/Z8B7MHoelsF+Ksn4vlGXJw9/X/9VViKZgQ53BccKD9O1Qa01rwyIw+MLGmEejvTiP
hlGWbejjeHk3a62MUaqKd05tc8Weya3T/9kmt67X1wYcCTLNATRyYwh3+cX1VhpOv01624Cv2ix5
nAosOZvpJrXlSjhEKodkCuVxfwMrv31jC0C22oxRz1y2zPfSrfodtC7j/d8H9sox9uYpFysnlR2y
jIGnDG5lfB7mKnltPNPfG3RW7mhc9p89aJknz5VdbMEK/vz3x18uXHprmaL8h0isOM0u8WlEgrkz
++tyLrskePC9Sr6Wci4+60ud4zwvECeFqrfsG/HJ5VtvulIwilRiuRSgP7go/tTUfDrTyryzlQHo
iVKUOkGIvflyKOtBqHhxYZY4tZDPcvDHLq5Ksl83XIMup9L2G7bwEyQBt+k/9qzAmPpgKQ3vvPjF
6MdbzdSOja5A5VGVvVfe2Cr+HGmqmT4qT1QDZPIv75pVYM6FxEP3nBLxf6rrQsJTS+qzuwbT+wXD
qZ2X+0b09897GS1s77jlljdYMIa6l/ty6qsCpmnjn0v0R1EgfOBWwzB4z60NvXwFQdLv/v7EK68J
64Pok0IQZehLraCkH5N2DAEwI1nKSFeDep/Nend2lEaLSqf17bMRTM164yS4+li2JVCYNGgREb5d
rKVCZmqjhD6nhemcEObj9kcMGrxXmTJjXHu9aEm8+dZ2dLlHML6b2GorC6PY5vB7+9jWqlx9zAPm
kHBVGRYAIIO4pkHtVpPhlcnKgygPeAhPoIhtf/9XiG13KhnStPLPUM1E1JSB2svEMU81viWf//4F
rz4KcQSbAsTWP9or+lbaeQDu4OysKnvoEUPSlk7v02Sm7Y3Jcu1RnGf/uBKTuL48PnsMxKDqZcFZ
KEc+GDSG75FBOZ+n0bvlPHFlJfAuW/1300dQ4Hk7gFwKg1WjxfesAFW/o92f5WcGyXlK0uypF3Nw
+vsoXpsZdMqA4SS7vKlA3j5vNtqmKLzOOBd5ObzSqFD+SMxsvDGA16b9BpWD4bJRXC6jUYMkTp0S
1Z19r0UVutR9j9LEG5yTwIMiOVhO0hxGK/dvyTOubOAu7djkBVHtb2m6t6/nJf2Ymqq0zsIcjBWs
Jk1nNhYMx97RjCRCgGgealdf7hUOglqUODX877+P8GVAtK09qnWcHzC+GIKLgKil+bIIUtc8T0ra
qMhtr427qq32XU2rZuTDkyZKKPIKikNFfenvT7828h6Md5MEKeLxyy6Nie1A2nZqnb2sx75kFt1x
bFgguUa/9wLOMuwxKLsR81+bVNvOur30P23Ob0cd7Y1GOiszzpYFQTGnbPcd8br88vdX+yPWY2Sx
IqDPFo4b9L4/inRN62dukpvnpgmKu4Yizc4denTv2mDuqLF7SNs08ShT9MHVsKwt7L7Af/n7r7gy
wHSO43OKyI5t4FJtYzqNb651YJxnODF2usPWr7ejrqQXJ6pnay6HHS3dTmpGYFxYIzdOziuzC+dC
8sIUv4HZXd6ucpAro9vr9llNafqQ177xMW0HWJitqoZoWef6l+XRAer76lZW+spWRU5hS+6jqdg+
xNuvzHnS9ksp7XOeW317zOGvOFFfmsGr1dMMke3kMOnmLavjK3sxzrJ8c7QxPNa/CMkS+pj1yRzs
84xOfZc4a/8BXb6PF4XlHv/+aa9sHtxjuMuAgto6+S5iXg/qqZiEMM+aVTTtfujMyY2hMQmbXnZE
sNBjuVA47yZba/JniUHdqZlEcIvwdWU1wWvm4zLUfOjLca79uiM6Ckws24IqCIfcrna+J+z1xlS6
8j0xd+JLgr/ysdu4CBL8ZTL93s6t85AH6e+WhBTgJkf2u7T3wYpk4380GSDNuXWOkPAEPUU8dLk3
QdtkHwS4fh4nff1WTSVlwH59n8MZAbnpTfdrEdQ30nHXXpL1sjVMbA++1DvRr6IwK8usc9Xj8+dP
o43eCE2s4Sh7x8X4lgj86vMo8DKDuICT/3i7SArIljaJFuucF3Yee4k905zdNZHE1eNAAKNOf5+z
V/YDkhtQJXgcmeRg+z3/CsBKToJCrcI9V8mI3XRIzjiYvwDr9dUOMzxjTo9JH1DsTUSVafN+qvT6
lsjzysZM1h99FfYFZM7Rwb/9EUPptQIqi3v2pe0LERm1kYlPE4xeQowul/q9UxTjaO6GoGiKjwhH
FiWiHgQxbKxkLm+Fv38OCtcmGwkfJyGo10tW4RwIDxCCBBxHhr3apW2v7srCGSPaIsv3pVcO7/2+
DF58q/kfjn+ejbybghIZEQTzb8diVivNhEyu81St4xxxlvhlCH2+9CJNh1dxP/lDPkak34w07NG6
//r7hPhzv2Sy0/fOyUTdm5a9t89fzaE1ci2xz1guQjhdm3o6jPXqFqHUrerGwf/njrk9DKjJJoRF
T7H9mH/NvqEwOQntxjl7Tb7s/CJr4IRn3tGa+mcCkOQlgMD9rrGy5rCqsWhu7GBXH88Yk+7EEPUP
v5mc1jfaMnv7zPOWexRpVNJqJ4F4Yiwx7pfiMVPIYePJq8Qc2j034Bvh1tXRdpjyW2MLgoKLAQg6
O/c8oEtn5dT1x0WvIF5M7Smf51sL/dqTHB6C3I+iJ02/b4e6W1u4lplvnzWZQedykx9pbut7Gy71
f8zooQ/ZFBOQBMhd8mUvtjCOW9loVucgVQl68QSJsvGmPaqBen6qM5VOWYxtWvCKnlNPz/BN6pf/
PoUJMrhP/tPhfKlVya2yqBzpOudynaxzV/XzBz2DQpZJr7oxg/48a7eCH4puaiZgqC/BCeVSWqod
A+es0eAmo5aAPt+l4Pk///2V/jwWbEaSeyPn3/YJL1elZg/CFpJuzWTI9oY/vx/7ZMzCMtGtsE3W
W4msa7OF3Bk0ArY/ki0X8zIFReZLxfMSe1ygYPQWtyFodc3RHRtxY8L8GRLzchv0hyQAh9Bl5VST
wpNcc7wzjgbui5sGU3cOVlfVPxd/trtv5mRVY9gl9PGe/vuwssGYMMQppJPqf7so/EFNjl4m7rnT
KZmHvqP5kWgdJ9Lw0CpDWGTf/4cHklJn/VFpYXt9+8DOkqbfpiBJbemL4ehXVtWF9lCl78auDiZo
Y8atXNm10UVYw/Qh7EbOdPEpRzn61ghXn4hfyCc5NuMx86T7zhGqOq55qvd03uYAiP/+ptfOUPYz
4mGgr2j3Lh7LvlniscYM8jpbRAOqSC6sHfT7IhegzJxhoYEz0TCtUGA6//7sK6sFuA0F4s2KlkDq
IuY38Xuw8iz3z02iqShbKw1HsSzfT1JPIpT0zY1pdGW10D7hk5KkuZlFc7HjKVNve0PneSR1nRMC
Pf9+VG39dbJ840Z299qrIfTffAoZ2T+yu97MJdaWC5k5V1g73Bb0HYIbO1orY6S7yLvVWHT1eWQe
Cc9o5Kck9XbCFmOVuF5CArIZRnmagV48rm4tvq/60j/W5XhLFn5tKMklw7SnfZ05u/2ef0UEIPuw
C9QWF4Fl08S0pXMaFwg/Z2vRbsn7/yg1Et5xRnH2U3TeWngv5mjR1KKvgjQ4J6N09kOdax+xMll3
PZjGfeF0wGU1q2SXpRM5NqBbpqGXOMZnkrLWDdnUn8uFn7JV/Jg+HJqXwlI3J8amDhJwXGkAwJoi
+9wsjgGANB+qk2ss1ottS2BRXVI23/6+XC5RAVuYS1MXKnygCWhMLwH3ZuenWNT2wRkatU6LLUzZ
cPKC/luv52MVznY9nvCVUzstaTUVOq0HYRbIoF3Fiz36n5suazYb7VvrmG3qYv6BKicY5mqyrS1q
Vpf3oVQKUeKkO+5aw0QgBK2htCLSY8MA2jfFVtatE72Kx2Xx3mNyYw7h0C0z1UPVav1h1KauiR0t
UJ88BsDaqQwdQBRYinuVVbVOF7tGB5m2tBJntzrQ5SPYmMnnTBvIctF3sqwvW53naIhKAyvqJPDn
I3rXzXmIiiJwAXnUtlkZgOoSNaYK5GBtFCu8hzFPHotVb8rPVLu68VuqmzLfNy4xwpH+lSLr4dy6
TvKiKbMbTPDQljdPkV9pC/Zps99106+x3Qb56C7jpLkhdKRp+mjbXZo/zDmW6fts5VD7QmqhXfD4
hl96gnCsBa/OlHn+MdEXiohhzxFgjGEgx6Q/tPQGdnRzrmlQ34muGlXoFambnlxd2GnUwxQ1nkAn
o3iFdjoKGBHp7GKlS1+WeJWIQ/AVwV3mFzSTpVKhYUPlPC2dSe9WsPhdfoAXJev7xRej/S5LTcs5
Lyh284Npb2TsoDRr8C60OmO5IgK9OjV0nM6fkGbM+HoZVQf/PFhc+7Uvu6U85j6p3p2FTSOsjJTr
2l7r+sTfDbWFDxjlnxTHRTc1+/eTMmBXJSSUrAdtcoz5gTZgsNhh4ODZ+6jNtNaFI/zb6km5brb+
dLQO9rRfFHn2ALW41vYw8PThPSYP1XooXVCgMa38WzeVUdNEcEbdNqbzCfnrGkRdVc3+69Cm7fyL
svZsuCG7djncVe5Q9z/WhNKyiKdhwtFuN9FvbUetLANWloH7zsaWz5o0w8/LkhYebTM1ttQHr0vP
1idTDQk1HY7HoX0IqkUkMVQc/PXCymqxmAgDLbP9+9VtKK9pLeyOI3zkmX+2Vnkr8oiKkJvlOC8N
XveQa7SgVZFwF6sy4lw2xnqcqWdVBi/Bun9Mra3gHllD6aZZJKbalZ+Xdjaqu2J27WSP0R2Cv92q
tCI9OoCOG7kjlu6MPCLN6g9TaEDOgeCLNAJlXVx3LFLcEPtEuHdN4NFMvFIkaU+lKvvgyRC5VbiR
oYwqfxzx8e1/psla5tGMwVlv7DK3Vn0fTWuP6McOpFu+ulqisTEF08QQR9QlsnyKjDajXhdDnjWa
nYPp0rprNBSp4ay0wPum1TT9oU802oduXAowwkYJ0nFrN6pfyl6b1W4QohcPAfdcEtx1J8oXcjK+
dkrrZBD7VVLcMyPLzFzz0aPEucbJ2NvmvXJc6ZwW3+MqBbgDAcnBXJJafk1qigR3Te366/NUjdDL
I23plREWG4j0p8g7PADJHyV5QDxbwK3VI1PTXdDbgKVQPWleq7Xhuq56wl7lq1QcC1166kRrWIGd
rd6by1MP9rOfULumSXCe4eatYd0Wnv0TpFOfrmAzp7EIcyvQNjnq6OlYY9q1tnyzRCu6FyPNZnHX
lUDePqR5KvWtFSfVvnpknWzy7jXZbxmsdvCUdLrS7zI6Ktdzobm9aZ6ydvESEfYwDfXYTAcPsWnt
ALoJZSVq92tmSS39kauxc1AIUbrcZfCT1aGElCP3phrN9I6P24kfAtRE9+DOjrbooWuXOmtBJFk2
fVdpU67Yayi/APuunBHbjQkgBceMPxg/yO/raRp2c6AvH7Sk4x9Zfp6Ux85cXG9fkq1L34leqvHR
yKQ2nnSoPfMLE8RzIyAAUkVuZ/fiMLrGLI+ZOerZcRnENt0baJjfl9bzivXcDRuQxB0BhJ4GLACT
c77kYmSTEhoFITPtcuPbiIChPxW+bNR+HrDk/tYIDpQIH64ZjK/b+sO47qy0K2ZQIMLv+5c1aG1n
iBJp07mhpzDNvtIWKpw7QEzLMuyruU7HV9PqwD9MPoeCsefYqdUhEG4g+pDMMx3XGQ0XgxeJtSja
qMB4Uhw5A6X8CBij7V9RyukLlGCV9BKYKtOHw2LuG49LDvol8c40ICyeSh8J2qPnZuQ2ab9PkiN1
37kJomxI3fZU6yrXTjzbc5/XaZnyT1nKqj4BYYK7LDQzR2LuOO2Sh5Ud5Pfj4CYDN9Per74BJnan
s6IOUhexPZSL80IFoKxel0pMrhlzEGASXztIFUCOrmVvHErpLGBsF3LaWKUh+Rk+kGO225iIvSU3
2QlHuCJEpsZtBcy2he87ee1m1xQ+wgNcyOvWD3Esy70nbCJd40EW9VrvytHXrAGb3irN45qWay1q
NsqsCgesoPVQARZpj0AuOw4LiXw34tuaIDjq3HaPqUGGBussZKnnoMHValdqS5t9cdw2WO4sd+7s
aTdj3zHdIXz3gy+qH7X8QzoGptq5dG131rHrvATzxH6goyjEjlqYMtZZp82jZ0/ZJ6WjGL5XmLhq
B7hoeZ7hpNPknghX5ebrt7IHdfO776TOL2zJdAdPS9rJ9aUF71UWgP+nDvNnu06IHWd74Jti0RPM
79YhsJZ91SuqS98tbR2lHXFOzslzArZgv9aaHJCX4Wh5wIKlNh/TfMnaM7UzGlxjej6SPAqMbUSA
Q9o/2ZWaeTe0dRXDNaApc8EhscMOeq3kU4HlKej6qWqqCHmN7oQahs6/q6zMn72uy0ZObgtsjFJj
T3yWzgq7oiX5IfOeKrwmCBt2S+ZpIgLU63xxCt/PHwXgy/JQ9X7XHLBfIADXYWDQ55yack9jp1Pv
lUhM8qFSZAG/VRnN49QljsfTkDsflrbHflyMw/gz95VyQt9P86+dlaQvnbXoyBpTbzT2ea2qZ8tK
E+fdXK1TsUMEoqDqlIPeBgeaXXAwVIsn1f1c1l16NDSFchNCZ+/egd6fnmfLSuYnKX0t+JI0pYEB
bjK5H2wSyNoHzQ7s6Yesa/fZaI3Rigj7kqdldficszU6xlnXa/WzpAGujCpb2M897K6nzlhXOwwa
M5DnZWqxG9gagU56q0PmEN48FHFtDC6RsLQdQjszJWG8pFDuDuy2qXMUZj/bIV0R/bOgCpBzKDBM
vzqsTLvIM6CUxT5+e2mM71z2DCF/aiLD0+rnvJXiZ+n7Q3LAUbxdvq61Z1U/l7WuqmjxSpfZnAlD
n2PXQf2zyyYql18JMFXwHhx1O70MZu8MKHfTuT6uYHMafABxKr0nThJksrECGEK8wUBXD10ivfcc
b7l+N1GctOPAX2wVdt3s6/uc6brWoZUW3u8E7RaXs4Dr4SFFuyIOeHdoSzQteBOiCRht9WR2lBDv
sXmfpldbo2wVCtDYzc5N/c2SEGu4liBqTdNDodzUglhfmy7Tx7GwqB7szLuzZ9zOw8BgG7wfR6Xn
BwMCqIuxCrISXCNGR/9QldX8q9CbeowdfsnH0tKCYccRZpshDkvj8m5NFiPgFmUTJjTsb0uQxytw
A4GNLp4ncbmMY3ZHebkGhSXhmWPNkXri2NJfHnzh+KydXcEppR0ops1rEq663gHmhYs/U6vGMfJQ
Wn6fPGZdaaWfSw9/yd0ksKY7FJOtt9GSOU63h1qTTw/90ikqSqLp229kTVS107ySIy612M6+yGJt
zdOmAcxpUpjm4Jhak9V+tuzRPchEdEh/amvBQLMu5zLbBZObT0/cLLwpJmb0C6SaGCqfTEHjKLfF
MSnL5Ky3fpGyrK3Cu2MHQeoaOp3f4UtdSrVPkfKPsTsFtWBEzYHaN/aFSWxXFSR1Wu0yeVhp1BpC
20/L+jPcRmvc17ol1thTs1ri0m+TMVyCstBP88rtfof1hqjiQpS0I1qlky4f16nz9FclqnaJmtap
Gp0lRIiVHrlXLfPwcSWLipAChXYwIe3tjaFWoVa4+OicnWT2DPmkjRZH7QS2mRsoiXmXekQ1+vod
mH7DjhMpe3/mSoydBQEsbef3ch0NeFxsRTlGxbP4hS+2hZmqZS7Lg1sDxnvk7tzY3zO+aB2rGWOx
MBiNgTtcavOoPmiQmRqzcp8x6jbduFCKS9AMfuvVRyTP2us063WxrXw+GTKpKNaY2WSdjFQN3Z0w
rc193V/KJsz1Pnh2vdz5VFru8hUAnKuHsxyrIWzUInx6U4yl2rGKrS4q3SX1v1WNh7eNpqi50JFa
rWHVi9I6WWtlv6+5b5Eo6Y1AnpZGk+1BAgt3Q8Ahix+Lru2HMJ+1NIgTP5jrWJsxCY1wyB3fqRKv
jJ2RzSgbqiIxh3PZ2gv7AS1iYUF+Ek8Yw+qysHXxBjvOeQlhN2uF/UrGI8j3LUB2K0prgTOoBK2D
ncQq0HBZfoZz1xyUOHbjwe4uB1OrOebWmj7Zvm90rD7Mwf8djH36pclMXQ9xG3F/612QfndXb62x
zgNFZQWdMPhTsjw42qZM0PH79Yg5cIXYYWGZVqEpUud1oiD8O5vHGnwixitL5AZj/bX0KpurU842
ECMab7n9iKJJTmuhKxn5LQpi08KtAcUnGZV4sHOifS9IbSO0YC18d2YNK6WSIvMcSggXH92Oywn2
P7Nb7LB48jQUcl5VRhNNhvTcTqoUsabhN8Re6imsmOouiBKyGPfaiPNfOEJU7HfSXlKMyQkytdDq
F4VFgr0kCkPcrs7DelWNEeVcTrJoarvAwxZ8zt5hKbl0oSvVvB5G7iDv3DLbJOcJWL09zfUKNEyS
D/eGV9B9O9tqfaURmHsfdiAr2QE5d32Yggn5qMyixSYbI6UfXM9auoS1Do/beVt796PsCiMyZJ5j
+zMGdBIHS2884YBWgkfQg/FJswEuQ2RcXMVC8v37CRrNA20TlYgCNsiJzRcLI7MvXH2XdOCJQStp
7WGo2aNj1FJFH3llBblZzEmWhlXKtTjU5oDK6Ro0zRD2bmf+1vLGqiOjB6MSMcuqLsJSd/iAs3Ru
7NB64TU76MsMLDFfQOrhVl95IQjX+qNozHkCBi04HbKegD5O3dz4UVs6Vi2qNQxMV0g88ltS3Dqj
BSHVk7Lmgn3B1bJvrTk0JW29pa6FXGhRuzuqmmIiyiHdr1xOHpBakQX14eZyoZvpeMCbSrpjbGUl
LSO+N7ifp5ZL9uCnc8q91x1eqJM3Tmg5q2WyO+PFCStPR185FUgDk7kHVRb0Ax+4wNDAhLObcSfA
nEoljPEWwZlzamdxO7g/PW1rUa3NJY/M0pO/xLSwbnTjpcx6f7vZOt/xYzS+zqU/xUG3gNXRMYp5
VCPJFnaTxP8o06XL953lcuBmKH5kKNHdkANpV+t1SAKjopXCEVzLyR0cWWaNxUYpjTrsp362wsKS
thc35rqk/N//eFnR88Z/CKkO04shm2JjTTejrJljIuxnw0jog6ttenqbxSUG9bzW2QT17rS5To/0
ocI2laEnCjMFINjWWPY2vv7o5v0An7fSTRkimQ7MKHWL4Kdt4c8LGFnJ19zMnBwqswdz0evG9j3x
D47UnlUbTbi4LU2eJtHA9B7xYoJAYOFnSVauJLNiVU1cD4tG0COEnCIPI037nZug6GVEDHNPdz8Z
LqPWnSR28ib/TsRg0nkjlfZzavvSwWGlc58bDuU6alUmuF/rfvZbL4Z22JF+Wr7WZqvauFbc2sIh
ozMNK2dChGeEy2n9LvOGuX9sdUveeaObP+Nj7ivMj43iQXFIN/vVR+Z7Vw2SH9koz2ipLqhE7NKm
Tn5j8DUUUYGpkENwb1F5tInjjyXJRC8qKyyyQhrC3SRkbq1thGt6ke2Rs1Xt3ibvtOzJH3Jpad1K
D4XsV871FvxqBPu9xNTJoYd3R3DRFWc8zVW+06moBB/1cU3Ia7pTxUWxLl6XScv9nYR3yZ1fDHW5
M5VevHdzzdZPJitmimiMbdSPStNRRrdVZ6t7Q5LiPyWKHoQjXl5FdQqIBUSMOVP3LKy1IO0CpQmR
RWNKssLckodILr3HHV2Y9sNCNd0IZwwTCKoSQPYHbNzcJV5GlfFPBs9OT8Qisx75tbbOIebaUx1R
MKXWZDRLkR3FDCEOhzln0PkwNn+t1DSKPRzxpX7QtLUZ4tG2WcH4jhb6US8QAeadcMtDqw9FQRkE
zVFEy6MeRNzIxxxPUivrD7VUDdevoJucV88pvHHv9eSDompQBfZ55joMP0Q+OxQUNO6e2Cn4Xh03
vgNDEzf0JveZAHprbOngf4ImtX5cudOU7/F6mF6Qr2E8JYTLoxpMAfqHrCC7fmhSpT0PZHhhsnZ1
l1OBGluvjcZVM2jGahP3t43BGL8S+ksdyjzgCtwoE3tRA2mPtpu4Fc3RavYmZPNBykOD7OIlRXNZ
R2NKO7c0nXbdJ47qXroyKIdwYaYVccV9r4Y9QkFnx0lPytBq+8zb2V7tvas1j3wN5qIDeGsXqHjE
di922JpqZURpYflgSs1/1VMc3u/8dFXGkyllTXxjErzt6E7uMYGvHWk9bFlbGZv5sq4nD0HWh5ye
jT6e+gzJaFmzKPfGOiZuxJJWE97m3H1PNKEkT1IfUrlTwjE+cOYGaZxg8vLaT8rBo2jDtpxzXTn2
rrElV59gsqwPFdnSPBTYbnwvvUY2IdpcJ6GBWgnSEXnKH1ORmVakXFue7IIO+yi1a/Wbb6/9UjiS
YcFEPPAb3iWXm6Yt1irUO3umFiHBWMONooawD4oqLXZDOQbprmim1o8qr69+gIgW/U5APOH8XZfx
sR0c67u9XXzCHt4usx3bh5RCcdXeNT537Ri7OzOJJzGqL3ndut9c6oG/EyNvv6UBTg544WqdEeqr
bc47DheiqqKvSYb1NUCW+9Kpl10txr6NS/IBvDO3ulA45fKuwo2mjiD7Ou/5tt7CYrabF1t6bQnx
JNvIttnovNRcdozIF6uyCV9dT0X8trrdp2UzkjfsfY6vBEhHE7b2mm1OzVb9sK3KTwCwki7y6Tar
dwmljHXvkuh5lrO3URKc6VPnzzk2fSX2lsfFnNUzOpYmi+1uWJ9kzwm385tWreecpDCG8nRtEWID
cAiietQoBZl52aQM+2gXmAkqHjYk0poiQYqk2XWuTsIhUCjJQmeuMq5qfrkyzljC5NE62OtjrTa5
V03sO/NRi0CSKugBG3ud9GMMEYDu4I/n78klmOne1vv5h8GZ7u7SpU5PI5iwMm5miiMU5nqYOFOS
kf0o8CHfK7thBBu4tfjeyjx7Vq1LTp2527y2xjwTK03uVEY1kEcRDqptnlaZSxlLUys+UWrX84gq
9/orGbkYxWlVdVjWlbmP9aGU3kGuMvkatFp1N2ndoO5T185OOUZGLuG9MX0qnGkwowJlxUxpaWiW
mL6iYjoMeVacylV6wd7/P47OazluHAvDT4Qq5nBLsqOybEmWb1iyRwYzCRIEw9Pv13sztVWz9kjd
JHDOH/M63FMf5oguIhoCr2At1AH5ULdX5aERT5xxH5fUWFNxhwqpHtMmcPIhq7lormzDisSBcHR1
1k5Dq9JxQ3CSqnEobqgbHR54CMA1gVBND5VbyxlPrdrl20RQkzr48E7MY0xidMxIoX8wT/cmMa4p
gSiL2sHwjeX8n5tHWIRrp98f+MX34sH3RbFcy82w6jutL78icpiIuDeA0KnHI/UQ9WhT0zl2+s9h
i0DQo3LNo6SiYvDXPm4iT7Y2Unk6g01sR4l57t1a8XhasHKfeRGIN49Knq8gtKeIuacGq972GKMu
8Gud4BDurevoyn5JHbvw71xmUpO63ta97aPM/62cwFvCEl0/efhI3QTcn86/laBVO5WWTWvpKuru
UMesgCky6r06iNjt4PfcfnUIzO+iJm1ncRPo1Q7wUz3EZByZgAcxWwwuwoOnd+oFx23wgySYB9J5
+lhSkYiFfJ6yyI0gE1mNeT8ojl9gRoRPrzKWJ2WyZfTZBayRKoKrPythp2aeQIgGz3TPobvcHLer
VlFCjFj7X7XGHZqkvF1/hdRgyuPmx8Jk4EUmv5Ao3zmPAvFoc5QBYC/XdRneE4y9OEA4bfnLnskw
ZPB1qNuqBvbEpF/VZo6219hYuwKLm3IwNu9GqDbF3Ekx94c78Pgdw6LQKun3rviOVLTvMF665K+V
YeFlArqUP986S3Qu2Wii4+wXIGirXbq0yBRNcRIN5MKJRtTBPGrcpGHidAsgILyHYU8emWQPOIdU
lDLNViX7G2f0Ed1XvpxzW8+KOcSxf9JcWewnsGsG2aktljoLya5Zn0oMwbw5TQtse3vQX3E6jd3B
NMtoc0lIKq154VUhQALjfVkSGQTLcCr15BzawlP62A+zp9JtjgZqU6ONIs/Aa/wPzlQezggggKev
WeSWuMHsCy54hhJs6eN2N9SjBqFchN7oZ18pKtKwfOD0slorUgR1FKeLFZQqdaqC+TFmWaYTuYsJ
3etBpj8c3tY8W0cnuH0hc1wlPHr8U9H5dG2rKf6x94LXGckb6KPp9puBy1urrw0Kh6mmQ7ZwKOTm
2OfKHredqc7Pv9w2JpTWXZt5z6xQFNeQ9J0PSvtQMdvRyJ6AuiRuDlWw6IGxHskFOjeLAO7amFKk
MAv+O+bcyqTEF9R7Ns+O96tTciXcRrnRAwGNDO6WvYz38Be9PEEa0nschX5eP4h2m+RPXGZKnBGb
cOXbu2cg/gd7+4zLWcGJtUQu3PmqrPQHT8TkJKOvCc6omBzA5nNnqdIuCgyEn9vSIVwWQ8hxH5Ym
OkrKlh9tamNe4zEvnAN1t4L/dx3QNNI5smdAt3CjPtwEdtvjAgDTvvMaFtRp5fHibA9NRznnj4U7
/z2XTrv9ID6Qj5xIrKg9uGQ9/KGtdWqP/FhrgSmPvPWnSePo+6xXW6uHHFn3fFqcYjpEhun+TL0u
V+Kwx5GfeKMX/F57VxMj3fLSnXsS192ztQyd9cNDvrBndAt502GKgpFDmdyYjWNQ7y8WnbzbGS0Q
vFGy2yMV9R3AlZ2oDkLnfhtAHmggDXb90rcr/6xBvneWcmKf/IsDox7+akIEKTiWYrM+D6vmC11V
5Gjw0srvf1RTIdp0N7Sh3Rmqptzj4Iowft5NYMRRB70ZDqQotv1dEVn7mLgOFOrZ3zvLQDW7pU77
zlv6exo0cL3ePqTljroDP/i5EFW/Pto8YZJZBjLP/7H702L7B6SPo6oOXslizDC5t+1DvQ7b325r
ubfoLW/PY+Tk7wu4E9Yjs8KFwbxHYaLmcTRZXsvxz0ytR3iAG6t/7wiEioPjl02cmWDr8Bvronmk
8mRrL1LMcwocRGsJ5Vos1CNnWv3EffOeB1GexsE4/mmWebxwovm/Sko32SiHpfxND10vHu3FY9md
cADwxkRfNUG57+Hif9SkdBA91gxv0kRlwiOiEredObgyr+67UznK5t3WqxccLeoZgAqK9XforXHM
XdXk83+Na9ePgTUC5tVMIHPiKbWL6xyX9CuiywELrcaR4Bpt/Ph7p3t4THGTl9S8+vEjaguAqzyX
4V/letI7cvvH3msfboNzLJjW1qytZE30olUHiW/KwDlL39lPkObuHXgXuB41i6/UQvpH8I2Iruqy
MH89h3TzCWkE541X6cMYDZU5Ll2v16Nb0rv2VN1auwufiJADjH93sPyCSDbsY34WsZVA5ISV/1V1
BTBANN+OFym3/A809vAVVdsTQvO4y+qQoohkHuOOy9PBXpdMokNhJpQTHkZJjTV9Mfk2Z/uizWny
Km9MA221+uQ03FFJMYellfHoxH3C6UrFqr+yWuh1p6KTjAOWBQon5heTL9NlKnH4sjTF9W8GhPYR
pavFChaM/nnkmXTZxmYXbeYg6+jYNGXxj7SuAKibbe7TJU/JZj2Ltr+9xK2Q0ixbfocFX4rv74V+
wW8aJsjn6gLybe4eK38Nm6Mx/ej+UlvUfS/DWgM2WxpkOtTF9kFyrmQ92G8AkG9b4r5u4zH+taEA
ch8rtzO/in2cO5DGdhXnnBa8CmHOGC8cK6hXkt0XS5i1SvD2R9qBLxxRE5/cfA/zo7LCcnxQolkC
6L7C/y6i3voPSaycEtz4lvW6MRVh33HLpfpB6yTWyTYy0bfYc96cfK3qQ9etU3HylxDmdWQIu0dS
VV/RWNnknUjUHB7flYDHWKeD9ut+eOURZAEc2rW2j5a2piUtg0qNh4XhV2WYknr9rYdiNmhxHC4b
wflvn218TECaCpAtc2FLzP02rsrmP6di5ONc0PJUVpFbAA4vumBG7/zpWNi+XFIEQl3cpQ0SkJqu
c5tOhSZeGeHHPeCnCnK2vyZEdnac481j12bnGG6m6mnK9qIeRGrTpfMRNIhokqX0ZvJF1F5FiZkl
JVRdTNMc96W1xww3FJMnkSjCKRnR+iMGW4K6vMrRjtdkHQb/W2jTTY+bMAx33k5KJFIUK05qYkn/
uoLGpXTyxlVnYpfIZ5YI0Wq2dZr6+Hyrhvna7PvmHG+bAeCXxVMULCDuCbeulx/0xu2VxGtYAs4M
uzpAO6D8iHUVIzny5pLBUQCkpN0coHipUBexSG8KKmNopmK8Bn2xB+cQz5/OtD/K7dLI2isOJb+M
fzSrFxlIH78rkqCr/IdirZqXoVjHDxaanIVbWN2rzG3/wl2jrSzeZ8Umunc3qH5uxGVsd9kmOK37
6kBPY/e6QeP+qdYtfvQGd1iYY8byn2akBHCGge1TOUPoA3TvxjmHm8vshbztqbI28003dW2SFfGc
m7Qqbu+qvtIXBdBIAgtc120ytcfEahvnm6W9RXjoOu3PPmypxByVDfVWT7KxE1RcVpjakV4/m6Jd
L9z3+10IQg+36RWyyTidXuRu8b+gThYs1cKOsiZqNmKYl4IPPswt5GyB3S8+3dyCKm4deePVqZrl
3SMlnsqrnFb1Q7lszXWFmeuvJI42HoncYvYxNarq2ZFLbe7MzL5UdsgoE1z5ZNM6EGBusnn2+L45
fXCccPmgJnBI1jx2TNS3oKuyYjURaqKn3tR5k+g9Zhh31nJ48yk3/+Y8RABSy6Z4plK2ONyu+j2L
ZjfKvyMkgceIYvQhrWy/QS2i8vE9JwUDMpbBOCJtn4LNrG47zgJuckIKnQIBES9N43GhURHvo6EY
F9qKdtyxiDHkcjRo9u/jfeV+Aa1uppS04708IPGANha90c1rXdndp0dju58unt26l9pqdHMf9rKF
1XLmYdiysnAKSDT0lQe4H92cJn5PJKfa99sEtKnr4O95jA/+WJRD1gTKg19wK5aGdScF+6RYI7pH
Hc/WcskBiyBJ1XxSaqteaRWz6oMu6E380eQUKOUVPy6zQ8uvSDkRBIiU2LHOusx1zRdB2uWVLpqe
vvC99sAXBSqF+0myKmXcf9I+7cTOsW37i0Cy0HYOeF8gGutcI7pn96cIldvDIS4n0VXTzVkTav3f
Wtcy54eOmuYAzI9cd2b5+RNQr+VkUMR+kcaNcK20sfLwy/dXwhhWiOtslQqzfV/HxTFsg/C+8Zbx
L5+q+LaGbRgOiiXUOrtdGEKdIaGEncolQ2hYOeOMwrDqpz9IrNnYEZA7D3247z8nXqc+LXNh7mhl
m9YD/VLWH3LNl/uNvK3itAgrel0wm3iJ0zTzeKbymGnWb3Xt0OhNKyqmXdIKU7c1BGNpVKQgWSrv
GRR6YppYEPLwffc3YBvtGDc+e0M+5M9T48nysiHoCNLQM0tLalXozindf75zLMVgcQHM9jxnaidX
F9a8ia3TFgRwfKPdTI87cUEqre2cNjAgQex6SW6FC3TBGMfm5OXrmp8Xh+I6PvyeDWKIGEjqKqrc
C0sQVraZt91POSsXgZEd+O+4N5X7SG4oAhHbGUo7s6YdcBUwdqbw2V+tgVm8W4uPoiwj8XtngZKn
HlCsSXlCe2MngRy65cIF6ZsMjSp43or0KMyWokeR7ZFNFR7nEMwzXRY/WM4LeT9tGlDey5WNSk7y
TA9cJ1T6Wl8xotbvytdOw4+QT/7JZgkJb3+Su7naeB1/wKVWczqKPOJPKslJjdDGei1lsCBQxgJV
JZ6AW1nDqf1V5WjLHojNlcXRXbr1o671WKZLWQXu0WM3g6bpOt6XeR5XjoA4rO3LJLivT3VJ4u69
B/YljuxfoU4c6KzwxIwFilkB4llnPCxCZGox452rZ0odupxzIIpqPl4h1H+mCYL5FJU695hAynrn
wBHeeB+sfHlpq0rzolvUnOBC/ugm8XiT2Qto3e7o53sln/bG1XEWzK43HwPuiPCfEw7hO5bYfD2u
cJjhtYqj6Y/Lew3+0TogckNAOVZiAdiSk9dK1Cr72LUpw9P4YNNOeFfZk3eshVke4qGwCRfgSnjs
aTJ4QyI5BYe9wdKAKDCa3AcEvtBkYnTdlyH0dpmOiuzSa64W76c/qvip9dRWZ3D97XKwjd/9wATo
tncS+YcBWy4s+LEoF+c5VsAqwdo71iGEcmSn8ar3bZZ6f2urPqjPO7/xI5ZQWsejAEHMSdTOcI8f
CKmLMjgkbjqRSnFt49TlUg9kkKHyXGTiLdpj1t19FuPQnbCbC49oDpSJXguTFOcaFI0o1JRQVPmP
hMh4O4V4jrasivfxL6pYtMAF2LaG2vD244IX+2CXRX4lDlcPB+Ou5ds2BTxrNzbzddskezuk6k0+
LgttpdqU5ecqgH2TgHsYoWv+u2mn8B6ien1BirL9hycqxGcAzA1Cg8iV9JKibvt7U3roXrrFeIe5
9Kv3ebCBYRZuwsxCdLsltBy6r+hk5r+rQTnJYlCFz25QmDzpCiLKbpj+cDfLNbpORR//7KGMH2mG
ab6neGabmgpPXytV+8+lY8xTP9rzL2twY4aO2CxPih8OoH/wm49KMdTv2p/XRA+j993uvKnItsh6
q6Xf3rVqt5i7sOFlXmytD6q1oBK5S1o/7FbS19tg/2vPAO+DuYnztd/+0hHbz1Y1zDUNlJcjAytV
kbcebsDxoZwDdazXbjjtdth9D2vjXnTuB5dptrq3yZ7sO+lNAhrVYyXyu6HI4h6qz5+cBwSU84E9
enlBevpf0RnJ58EPQ9FnnInGZrIgmQklS5vv56aIv/DfEfFR3finQZ2scNBP6OCCt9sLfaodKD2x
8mMvu1eeO1fqU9RF93IAAHe8zUuI8oVg9lXziZA3foT7PcZx89I1kQO9yV2b9rF3rMw23UmyHjpr
/o1C4budF6QI3XbXI1FM+LcrMFaw3k/D1P/MR4Iz03JAibO8lYNgvSLtc051NJg+QykXvEW3DqyD
H05u2rFrPlD1HaIRH/T4XxDsTnCs7SZ82KdGXZYpmCTQL5Xydh/1iEdK84hvnacbzAC1d9TN03Hv
TT8fiqreCLMZ7DANotr/pZ1dvOwYQN/HCFNI0cvxqRed/G9BL85oRYrDV9B61sfMQvFbjML72YnW
foLN7p+tqWmvSoplyqyido+Su+Le7k17iAGi72D1mZLnzWn/9cgsEdr0a5FElIseZpRD8O9O/Lhp
/6Y0MvoAztr8tmu0UUkT29W1gS8+RWikIcxIW38Puo0Cdm79qwNd+i9uURyFjzY8iULLP4NZM+eo
I0qJ9YHUyu5N2popPlLqDqgM23or9+GHk2vry8d5cmAMgLw1Crwu3p1PMXpIRffaOczT6L1FvCvn
ejEldIYByCzrH5J7+9kOXf4qMYbOnzK+mS5WX6L387crZ24De+h0E1L3uLSPkGvheyz39p4RueeN
RpX+bNde88HlHELd5c7VEoR+IoLY6LbGqmid1iVq7qwOZTbCIdFBr9jt+sf1RPGyBvhymrISj2FX
r697NTpr4k7KOZrBKX8Lk7uf5TKqFcPFuF0Y1oTBOuLlP8gOaD9X4nwQDdte+T0WucvfL/MSaEQZ
5zeAgH7FkDSgVtkCnrm1b/h7KgjyZxTglAgwY8v4YreeAIuMMTBxjBBas0US24BZeN9kjz9m6Nry
sPTKfUBMOdxp5JF3DgKORIfd/rSSG1akyPNskflLhxAyKjjqGvbIA1Bh/xwP9QajD4L4lsupfKkh
vZGWWmIFbpa9/D1vOXXfSN33VO+i/6+YJ5lNSOOiJNB+zNLgl7RS2FWxKRSDnv8QM0Y+DkJjSwrw
f/2FV0GB6HrR/tZ3MZ7+GIcXxrHg5sS6SiGcP4xXLQ1bqEX1ZR+8/Eas7E6hzgwltvfiaqt0rmxj
IEV7LMT83bdqsRIwNuvdLdQUIBvH0f6ZG8Tw55o+0/avmb1wPmn8h/Xvutlai4UvyscDe8vup9Es
6p8oIf0GcUrd2e0BnclSZWpqhp1lqgtskoj2YcSWs+5d7ff8ckvtXLF71NuFXUMj5Lu1cuL5AWwg
QUlhyxpw2g6ijV5HtTX6TQQFersUBr/cj2Wo8vBZR3nkPMgWcfTB92V0wROz/0c8dtmmxdbOxblg
F+ifu5ah4YguaF2tYzHabbQ/9iJQ4XCc2DMqeZpCsLoyiZQZDGa8eNjKH0qhyzXce3qPPjuoh+Dg
l2Wvf85ue5N7NO6wbbgWfHTL08kdUXWUuOh2mkT7De7hgFA2Qsag91zhGhZIKaz7pkfFSPMclAzb
bW9VzjSg8YZcUumK1G6VmbsEhf3YwTRFZ6edKDo+gKHb6i+HnAOYuuzKNvri5FR2fLTTbsQJKVqp
5ySi6Z61Wzv5TG2WFU3RNlFFxs5sHcOoXOTPWYRczNFM7OQjsphxBtOYXKumHBQLwVtgN3N3MTjt
QkgR5u6rh2QgZqVdlyX1pJOTf94gzDyUqP7q+8ILdZ7xe5eTBYvmROsvvpECGX6wrF8zhlvr5zZy
Uv6eQqtd2Q+2CugvkZNsrU8Csh2SZ3Ym1/olmLU9Pg4wus4FK3XvnEjQGFHKeyPkDE9CPWCMWpu2
fAwGOD1EkZPlHjyom/DU9Hmn/wVBV08wNSiQf+BqyLuP3p1teOjFcUBI3FUxr5pysMvHtcUFC3BO
x4yTlhiR8tO+BissG0saV4drCc3g26I+zWRE3NGdhXIj3/F7RG55FI5bur8KXYbiAcZz4+sdJzFt
jzkUV/QTZwsGA6sraNuu9z6unhukwyE6yM7Nz7gpwzwhXX7bL+2GQe9pissph+0PXfaLXfAfLRI+
rUieRTTT5JyWYGVedwTN7csX0nr86ok2Dw7kPbKQVHTB4IMB0WA2jk+iMEAhiRSqlnGq4S18/8Qv
GIdn2wprlMo4k+fmgpV9hj0OR6j0JFh6KQl2YoP2f1lNNNtfXhXkmEQWjWflgLN4yKE8MUPdooPy
MZ5PvWQIOgz8hI6dNXry9Mnd6Nh0L5ztEVP2XI5gRZ0zuO7vwRI8IuFUC0ekN8U8w6/Au6UM2Vk5
8ys+G3+9zw3IbcJJJ/os5+sMZ9R/NzAkdUU3oMcAks/t98rqXfXsoxiqnnI7ghdXgBTjPzSfrbx6
EX8NbqUC6XbigqHI66CDxZzQMC75F4ncy/hvVL0/XToHwPaAyrfIeWblpk5zOC/tPUkLIj6FEcDF
WYb9ToVIl+d5ZocIQtN48VzvN65TrzoQo78szxV6JnGcQATxtHbYsJMtjIDIcCPDYBcdSzlooFT7
QUhnCHhIHVJ3MqsuFiezq4Zn/xiBeMsPZkatOvhvsbrW1Y9VOS9HrhcHAmEsw1LcbaJF46pLS4wQ
2zUp61wfQYe+naFnXRp2u24e7zzPxAOk66QrL1OhJzYNWqI3+4dYoR9gmVjKfwQ7PhHEt7ZrHkS9
deHJb+CE3pa1pbENYwP//kYPoytYR3xfdwsyIXOTJW9VSkmgUp+4javlInvb9TnlcLX2JNP5FeaG
eNDVYeNDmbdz7pNj+6NXtMx/OW7vVXd9PljohF1pwQAcIlBh9aTDqqp+D3YleVXZ9Z29yfoQq2x+
ZABqHX2cK7sfhkuHzYjm9YaPZBveAw1e/2nhXXE2QFpe++c+8qcmeHNyF39zUlDOEGR2OUclG5VU
TXTtBtn9M5wkcSoaU8VHX2qDgRltvrWf8tWtl3siyrHC7mxU5jnES4qzlVyal3AxNguRW7drujTE
+vBmTK4z/elJXrdxK/qQDMGx7OkQeZrjfqzbFERUVPehXwvvM9x7ukApOZq7Yzf4FDokA0dxYWFX
x4J3UYEX5/dtGNhgEg2Vet5V4L1uDi7nJQctusb4boMA6C9IF2YIbOV0/YNyhrq+htyzkDkLZEef
ICNYYh6mfbGPQQcye27claZF/DHuKD9cUcv+DEYZC+ds7G1w7bfRcN7+LUK3Lz66miQvFz0qDlqd
wDvuE2omuqu6xEx1gDqo0miEVhoaioNvwBcc1shl0teJevJtOiy0OQ33nbYx3JCRVIdTOpGRWr50
EUR1lzTR2iM6hhJskk2MZfw1Eho4ScB5UZQF4YFkZh+9sfIW50Bgf+Cap8ifu/2Cw3ro/uCPgPDg
t3DFyzCAet7bEWLqIhuEZF9rl3XOXzFuawoHFlCLPMErjMC5d+jGvuP5cmsoo136ErNoLtbTyAT7
n78HSl89nRNGIUwww5iEKh5+7FYRj78KgazA41yr4+EKIaQFkCQEWT/i/vBy9pyaz6nIimiB7mTg
UUG6yqiuTyzrAzaIxm+bvw1BYsVzQOhF+w/VpCr+ucut0zOZNPHkKNwRs23MaaWlMG4pHw8nHkI3
E45sfeDY0sh3PA5NdZmRqfZPAXqE4qWx8V0d98oLu8uyVZpBaCcBqrm4Ze+zMoe4CrF4RrtvQSEj
tfsyneZOImpPM/iYZRpac2wGLSq84zrezKnwLVv2WWXgCs7YOCHl81tr250110F3UO1of29d09Qv
yPT9yaBR5d27tui5rpUDUMqojh34Vz/HUf4Xlfq8iKSZUVRnClVYGGVBPoTDH2ut8307b1KG87vf
kWfRJYVDsFMiSS0h4wVOByA/MrL2ifL1I/at1VmDMFOtNOY4QL2qz3YEbMcdadnrB5IL02G24P6x
f7pIbLiZhFf2Y9Z5yM8eB2eLYL0225Ini3Aw1DDesAiwJLvOj1z+HKwG8By2KlICitFo2M9j41Q3
4RgUqQuhbq3OxXbWsTrlzEvzuQ8Z9ysmwKoWnztQB8rWsrTiD2/uCXBIgSdzvSZz6FXNf4z4EuEu
8bNsLT58bH6/uTpUpHQAtr5CAc1uWqHdZuCCQ+2eJQKs7V2iASOzQnBdZ30kAu8v94uyTgseM6JW
8xJA2xQEApSJq/xcHcu4dNQjtktRHiK9Dd5/eWiFZko9q/WWY0V6V8VIgn555QeUwfgFeEVpsEfy
VZXawgMRSnDe4cXd/MZB5y1LQZ7AHMFoCMtoguWmzgyUUOfd5N9mZjm8idCsiO79uazaox51WPzT
OccZilG5NstP7NfRduKMJ9ecBWiVBI4zH9o3DxnGRsSC7CWOPbjdn23v8sXKhsYwS8yj4QUJOrOF
P8m9X6p7xDa4uitz0weM4Vy257KfLTQodG2Q1qCn2t1+ejo23o2qCIY7bMWsVCKstmplhsTH9Zts
kXE8KR8f2lnHa9NrnuRBrD+ImIDBOw7bBDCz+QaX0alj6ikyWlUdezuKBYXxqY4kCy9f9eKfWn8O
UFMiZHJcfGXTmiOQ7zeJ0W7Jnca/53Pft8d5Ldzh6Glj4j94UjmxMivSmm4UWTrbz4H220/UYN7n
4Nkrt9iAuKi8r2YfMPCAzJRkBt+Z7eLOdjqBAYznvBrRj2gwqIzioma/18XoTB9Mn5P6cBbs2HQG
c1Ut9w3jgzwziIVjts2Yx5sLz3s3RdnGVIWr1oRcoII9yujop1XjtYhOStSzRD2aVzvFVE1HZng0
xOt0VPW06R+O2+plQVy6FJ0H+TCg3qSzB63RdJ5wiVWa2KJ97p/skDe7A+afdh7hYayK9QcafFE8
76zP2+8ahYr48kmaW//UksLGS8/BWu4oTS07/uJj7bfTNgbooTBPrpXMrHbQK3I7FbFSW8bb9r/k
l2F1YlgznsObGsZoxCHDilK4ia81AADPoTJCJWRgeCKGfUSlze3NhRuo+50I42k8ADeGfYe+YTKB
m3nkRrTV2TPuUL3RrdCjLEft4K//xbsct79AApb+C3EXOK8zDtbwXzHXi/NtrWoydQIp6jXOQ4OS
epkOudWZ7qSscuL9npbYhBGXlFy0n9lrT6JEGqpxwN3SWLpsTg14P7EMDp72M2x76Z1WI7vopZfk
otwRcar0a90Nkf84KpF3ryMUa/VL9Ui7jsWyx8OjBRsXJK7wKjp42O/LLx/wP7/4yKe5R7hF7cxQ
ol2mVuFRzWhDAXlvO/h/8GptzKykn7jd7W+A475fzRa5401CuVHYNXKFQHj2rvHau1xae/Ph+40f
v+Jpw7/Pmlw7XWYPnMjnOK8C+6xAuLxD2HMC3WmeC3Ui/MlF6TNYhAhHBf0U2bbiOb9upbKWW8jA
zg7iE8uwcihtynOf0eXs3jmwiXwq+VDcedanMYrRzUB7LztOHn8Ly6vhAQuCDBNB2F6gpZSzk0Pt
gezMci/FoYW88TV3LmoyldHeUSD/6v1IjH/Ii2mbOV0wT5LOvymxenfDYneryHZ4rP9vait2ZPS+
FT5M3MC7X20Jak1XfC8u48hAt2SQrydklEv56CusN9Rc725xlM0k/bP2gK4KYijYLa7TumPywqfe
zzd5aoAR+4FvzdpYiu12QBKwSOVccGJ33rHbRasZPtqdEIAeB1v0wAzW2c8G19w2HrDjEy7hcLLO
D7pSQXcs1Dr7A0qS2Aq+GNULcsVwAbOSTW3QsWeikYGvRnUlPlkg/JUnGvHSmnoe0vYpQ3opSe8u
MXKY6j5ei7JjN+9q7X4KsCrvRdUcWJdiheK469ACYxLkzjIkldS2nU1dEBVgiZXsqusMU1qRWbRz
mBHMosC4iYtRxXHnD8Yvpgi28TQReTX9HBGQ3M633g2D93Zje/8mOCEa3uagazBz5c4aYr/roFDf
MdRYJJkEaGnfTR+741GxPvefSAa2HB0eaSXl32WwzPCC8FEwyGFR5DVGfeGYF7GRZAyPZhd7htyy
aV+idr5JWGxlM/6P/+PovJZjRbYt+kVEQGLztXyVvJf2CyFt7cYlLiGB5OvPqPN240b06ZZUBWtN
M1ZiaExOkZqdeCPbPu2j27xVhOt1RqzjsI7lZI4WzEuxD4BehDAaNPmL2yqLaQHLYFnqlzYIOvnQ
VSvu4zwaftY5YXrzdhx1M/PnnPPr7Zh9Qp69x7pEZrootPFqH/K7l3JbLZkMjlmc6K/hCgOg4ykt
UZLJ9+bvxIzQHC9ofRhO7HJQXZinOSJ4G3c0Af+kSVCgzbPjdcz8At+hfF+hE8xMbIRnKwb7iEQn
ubWUIiFZic75UrBNx1esqbF5wzPGH920ZsjnO5II83r9FyOhtrOkeSKaEUW78GRj9YOX66yK91a2
HiJ0OvqcCiHOSqdlalyfTnsvRnvPe7PFlHJG+h3ELdtqmHLM9jxgJyircKjJD/vECEp0reI+lUHv
bCmEjvp7scPanchtt8U2KyIACAnjDkmjIpsBgnJ7xoRhskEUUBgtvUwWfRfkvpJvS9dKUr1Bl7jB
hsdX3rN/CFg9G6SxJaQLk/T8Jye0THcFHbjkbW1o2lO1LFIea/vCK7mkpMN2pE7e9rFDwSzMvGbd
tW6qkuA+8wSTx7kKem43R30rbPdIBsfk4TOLlc/taq6yxsFrKV1/Pi9aAaBGsUWEzmorY3SmsvAP
QPJc8aTqphifQosC/jbCTvA+3QQT9JACKlE3dInhuU7u1CbpJsrDNAKtEHfJ/WzGqr5UxdBSEc2K
gKsux9wGM8cUtQ95vySia3OStu31YineuChrVvuwUeX4p5Wm45eRe95lTqRTPNCI61gFdcsos2so
hTRHZ+owiDeEEyn57YAuEQTAucvhFNSkMHJKHpWOWVupFaR63eMAo6EmZPjZw5wiCvQeptMkH1B2
6+LE0wZHCr3PEclX2zH1flrdC1RDfnvk/ikioojRAvaCN+NYxuUNNXaiXeAYEZexhGKX/2RWr/I8
UT4NdiXvqb7cFlmDnhlzhEk8q5Sk0riNmzJbv0ZQGIDhuBHVklcg9J3y0fKDxkx72ZMxJRiYl57Y
AwsiNVe7UzI8rrhS6P+EViQRNMfAvYxtRtgcMoUqTqIYxzq/u2Jv9F7p1ZJkGljDmocKUcAtzuY6
lxUMEpQCm52ZxpaMEtnNyCTZBZGK3e++myV1BRL34Wj+YxOmLbnF9bkmr5qoVMuLnj2QYAcusnvN
DVu/df+tQy97n1N+OhfOQQRLZTgYZFp+o+uKB7Gjr5vaJ9Xlbv0M4CWJ5nO8+kGnLrROxvKegk55
aFm+q3+o6FOCQFQRwhupoQITEZ559ebIsL524/x3oSDG+zJb52d0iSQ+um1b/OYZedTNuoTGj1Fd
3cGpNyuPL//gGLl+BHwpftMJZBMXhMCLbVgp/ZsqWPT8H+O995gFTYGhaXLp7UJDXYkCVC8elgGN
6qCcNK/OTiKaQ61s7tPUXIanybvGOgguT/EfD0m1hTQyg5QhOUSwcqawXL5oiIPNfc5buPqZ6HW6
Hlu5zCdEJzH48xvP2TjxN27URvZdT5YJY8Oq5KlDizR3jaUKs94PHf1EGournrae9gYWn2C6bgRB
G3K9mT4Qadq8J7wkFjrm5K6JzR8GXvGgMeJsiJ948bg/SuUkwCn9+Jc5jPP2SNqZxXwCDSb4jLZs
tFtTCRrwOR2wFLGnwFr3a7uKHZ5d828SDQz8mJjUK8Edn6ADGFTxOdQJZzZUS+7sFJqury5l0vge
9HNZi30zDKW5LUgy9k8hJ9H8DwK4Y/CR1YERD2mCmHHjcONU3xSEDqDEqKgW+gMJMwjP8LHUpRv6
Bbk9aqQkewPm9SjTHJAuP6xTnUuVpiOh1KyN/B+Seo12t7oEDHcmkxOXh9xf6W5Fniud+6FQE2J3
bdl4Nli+yfqeV2E93xEkAgox/58WD2c7fwyIikKcUKNcL7J2ovHL4W2ZjIyLiJqoKk3Ov4P7N54h
8gZvayKCglWHpTD1GZ9AvitPlYvWujI7jEXRIMLKOl72/OEWWVORIDWBvdeqWlbbMFgr4l/g2FBI
iemmzfThI5gGpM8S5HuvGpzghjEqcm8ysnjmxqEOFZATrdrKfARh2DsXV5LSR34PF0EKTg6TPgk0
/PDbkT04OA4ohPN5rCpap51sqwdCp0vDxOXH1d4LNQMDc83MUyWZ1wjGCxCZisx7JHlOFR7/y2w1
BJTLegm6faKaJTqoUsLaEUAQKRGWFFy7HTmR8ZuleZl3CVs4hdJyti+LU5YoqGL2gS1lRCXvRT+v
7bWkET1yinya9qrOsnk/YEGWj3M6S3/n8kbP762y1zLCXP4p6OvcZ0QTaeR5xJ/3kQrtc1+Ssb71
HYBcNwuPSDytSouLosvEiMzQgVS+xlSmnhDpaHNCbHL9Yy9oThM8RzF/1H6VnhWPPKpJhpT8A++e
YtgkPMiS0zX+EmzATXQen4SE4lhgooiCU1zM4wPh2cr/O8OXyGiOBpz7cUi2Wk2pa+oHQseg0vIe
UHGgCJforWTHDtHEOqZeDpQMpbbznuu9HCjIXNZ9noxzAJR2W2p3nCBZOI5kvm69/3ieKsJJPSW6
urlkBWHW4EiRLDc7DzVs3Q+LzQJkTVH/JIsV3bBdkr79gulJkbiITZ1cbx2OjuRDioJBW4yia0ew
scunC0cYFX/0VIBOOa5hE0eQ3NvcaU/r4ir7BMSDNhW79WDfbE7EGDJNUwb2oW0r/7/e99t/dELd
8CjDJLv3U0bMfVkYpiq3YUdhVWYlJB4+cGGZVlgxfobEWKdDxrB1jrMCgvSYOgoAxVr4/LdBVbhq
1nU0VoeUDMszsfiS8hYt4lsQgi3tcTLb3oGfw3+m6tV8e56oilPJH6c+KK1DNAUIjXYTM6Q4F/7H
l0PpxGvx0oXL/ytdjGOX1OUg7A7kAYkglla+uOhKEWbFnP/1VTS9xjzh/joiSOxt0Y+xvh9bt3/j
JxqCr6yuBvMT5khAiNpj1Zy8YtLtOVcaY7RvuyzdYyLDR8nkQC/Bs5ThcUXaat9BmyCCnhe1eRJE
2u3JQZoGZeKpKrvlo9X8cA5ZRYdVF+mzQQr0d13AdL2vCUZNfAqoXiIXhHmyA4dKtDrjwghpFj24
bvNtqzHMtny4mYoKVsN+LzjHUP1UjQIqhbCVDoqCdBOKUuxcB5twk0hylTTOejVFJ9DEGQCOpGQs
pE3Q8UWyey6Ntd0WJ6avd8uERv7HKYJuOYseZMij62apvVKiOLBKlLtTMdCG3mPAXHsCrZvSHXDg
NpLeXbk3VeGQQAMLF95n7jD+Q69zwl8D2fRTD15RvmADkwSJcZvv8QcBxybrLM54Zbzls961zgmV
M/lFelIX6UDsopUR5N0+iOP4iYz4WB6iYQbOQv/Tg70MHrgGIMAx6a3SYOwAtVCmJkdLX+PBp+WK
DJj2BfCBanVo8YVjJ7YTVn//RndUH1NEb8uIVYHXAFLYufcp3Jzy3MqQgHHqZ2t46SVff2x4L3nI
3Klpt+OCv3JBMZwUE1UHpm9qPWKOHS+aHTXPsQNGYOd7QTpz2rYgwDxiU0n8MrOOdQfNB+Y/B5jq
lUTQWnZUsqnuQVZpnR7zIXHPdaf64BbJkn7lUF2xL6xW+WuF5APzj21BbIGwJkeLwYi8HyqPBrjD
CcO7von7B5cDyWrLObDmd+aDgyc7cUQ8QsXjcAT+usPRkhrjduMVjRehiBAG2VVNXHHHeJJDfGIS
wBid5solcoZ9xG2redXPPA0I865FPiw7WEYrWUuMZ18e7div900cdo9jOgfqGF0N8QjTJj5GSzdA
bJV0A4qblpNdgX9o+ENVJ2yQjCWZXcvb984QxvqSdMgu3rvXOeHY7ykX5kQBaJrUf2YTeeVtNVDf
PTK11SMHWKP01+Kw3aTGS7rjOJfQ7nyKB585uXCMUnbm9wiuB6sf4xM3MiLeE85pASo8fk+KKs2R
SXNtdlkZ8ihElqcSnlWR4CvG7BzcZHAM3f2K0GW/QaHg6f/Yvm2oUrtpnSuAg13qchaVWm6SkZHo
kxuXfzKuX3HeOt40cc8jg3wIT/DiyTO2xs708sLLyBK1ebpYS445y+p3Ncj11A6eyT6Vu6ZgFQWA
pOlQaNtomhYkdXdmjgBSDMLz/I3wJ3kPYdfgJvWkRA7EcPGMHMcBK5R4fN9IYWuuKdE4rShL8/pa
idcvo/kswNcuUILapdr5AMPkHt8faq+eBfgcPiEXlzqmPk3crrxPbBEvu7i2Ewdl8skU3jOnSKbq
d+n7HgchTTogPsBmPP+DEBUnEPaC1ag9Cx2DmhqbVn71OC9yjySHCl6oTphTV4/UxJM0MxeKaGHy
N7FgHz55xtv8FuiE3i2S3DhuilnOBb9KhJE6gRdNPKP4FVXE4WneoqHFf+jnB3b4pXlVMOf+Gwz9
P3rJnQI/IMKVx+TQDFW964uZTDENIZvdBkRBkXPKGeSHqAnpnAVQebgnRW3Vca7kEh5sq5V9KQQH
QzFSZdJderimOSkhkfbHRNchTdsOWXdTrkRq0YLhv1ZIkjgap27OF/JYCXCJjCh9eSCvw7YZz4t6
irDEu10xiqo7LLkwAFFUxbszS+Rs7pau7C4dn3W6ZvHqHOvuekzPNL37lPalk+xLPzS3a7965MBX
vtk3imQpjem2N+fSp4q/y4SpKADYglhomnpYoBtuf3UEDcd4uF0oobNBrY6+bbKeDl0zMbC9aoc3
41FMLDKb2IZl+KceaVxtKgT/X16x2WMy0MA/Uh0rn5zZCeAgXM0idGe9aBJNePDOBo4H3tTsLeGf
OLo2VvissLnTMoS20tM03Vmvzx81gAL++WnKPgaOyc07ehWe+oPObvwNwcD1HqrRmG1Rj2Lypih3
cLlUSIRcxiIg1DtSMTp4FLK7bWIn5080OONCkdFjhTMlSDdq9+PPYicKW1dcA4GkiBtuXJCb7mHZ
syt7XAl8W9p4BALi+UStoBjPfyKU1eJBlW5mqCw7wA15ZNZ6fGy1FpTe6R2Vx9yNmGONM1FH4LBX
g4+wcmpELwM1gkUCkqZuVxdH3fqdueuZdM2pr+bsZyp5CKOsustrZqfZ3xu7gnMqcO/6HYIQMw00
bbffKi7CnACHT6j1eWleZVaE0aH259kc5nLu/+aSQfu6FI/PTemEAKoN4TyIO5EPWYcY7UyXeA0+
FCF/ta8q61ebJS/5EAeKF/+GTX7+lFkXNzvVNH65A/ow4XV1Ijk2a1tQCOyK2zqz6m0EOUFIsmmq
PwQNM3XTwcJ99wQcnRvwRf4TPr96B7Gz4uaJbLgkyWRomBPEIfy22pkyZbqsvronnpb8w1HN4nMA
9m2+ELJr+3sZhc3ZDB2ZUoAR8o3iNVD1SVGrJnhVdvY+qDMq9kWFBZdPU+nvMRXMnlyhpR/WG4Wk
wxGo7ortSgn3AjKS/6Jpqu18CNjnp0PZhTgPqYDHfeg4WJBugVDIS5USZNnRU6zmUzX50RlA4ngE
YThSPphzSXJ7Zji5p1tZu/uitQ6t7o5bFpThCKUL4rbHws+5nDMStWPzW23Fs6eK3egAmGx989JS
OHd5i1l1RaBrOomQAvgCp+Cy57H4wn91+cjabpLxvYrK1HnGmsI9SpZQjxc36v3hvPSZ0oeCILiz
KR0p/yx9CopCMfEB310EdaxoWDL3RDuS7Vc2GCKvfZWEmO7OEoeflM3LhLfHQGDCraA27wYTe2lL
hNyWCES+jfEN17hp6l2XQtYGOp6N5ssTknVjkw75+DZxEwzt1xv1zoxOXDyra1h4MzbS6R8qzQ2p
46g4VnimEurY41i6MZiwqSe4s/YV++wwoF1sV3J2LI7cu9K3Zkqa5u8A8eBhHtm6b1MNMpYIKjl9
hJgATPhmHMqouUXhBywG527qSU24PPxnSwNy165r+VQFsfqb8jO+DCXLDh1/fpGIltP0Ch501AiO
asX/jS3QfZjn2ANdSB7c75oYKTzrqmZXxGvSnSJLZovHWiW9i45lfFkG67+HSVHfc74YsI5HpO09
dwVEriAWkEoRMZcXy/gE/4WC+XBHaBLPPFsIcFJKN16783Knib/XmWsZF64PJvmxGNjJ2TLRhncd
/DpKxA5URLAoPG7KkWrGVgSwXTcxOJw3vFv+wKVtUp4L+bSMB6ZLleyqcPIBG7dO+TmE0fwGxhwN
sQP59k5WIq1uOW3nDF9RFnMsz51yfUCzUO49AObwrvGxG3Aqi/KvdbPmNtdKl/8G4buaGy3I0gz6
CbRTjjxgWjEPA6+cJjvicM3B2n/OVOOostT83U5E98u3kaMJ1ds4rv1dgvtbfydhEPaP5KHm/0ao
feVWeav3h2mqay4wqnVNFmKufrrQqR7rwa0I6EUCspytXElw3RvtfCdCly4RGw3KyShdrZ9kHmI2
xvy1b+1UFn+Nn7rOj0tVlsJirG184GORssuwfqmdJ2J6QViEwWkZkALO0G6m4AkfLnaf65VJhIdv
3YbLjXJzkTzF9Ob9HYn+pbp4bT3+Tp50u6OZpWpvOBipsHKKEHuymcmdbfqkXybEOzu4u1lEqEub
MXTW/kV1QS0fyd+KhX9l4/5rq0IGFxEmwv2kz2qe21Gl82Uo6immEuF5A7xXsrmP7CYqfe3oJ6Tb
idz6stfgYZ8X4oAtloMZzrJEc39pAfRya8M34bFqBnjgzPcQl6gnlCQjvoipReFdAnm32EwJeU+u
inF04VRJkpc070pZHQY3IRQmsWe2AZzoPdBxTnKaInD8Rz1zZfA2tWIketVXZtnigiEr1rNcnnKb
cdSL0X2cttYvwq9q0V6bbdvMq+dN3aU1+ewQ7h0ZlT6n6cNQABJRp/6/oEUyuHNJXn1A3CvdY4ox
EUMREuNzOPOS2kV5K1aOi3Tl+BsCR8PqkygzsGn5Ze9r/s6Ea4bCQ1pZhzbcFSU2823eI+yJsDbB
Zzz2xv9JmD7PAwcSkAG5UlP99QPrD1sGnZaaAd8I4hDpKC9IDR5r/Vp3t8XIyckdtbgUzmrLVrXN
XfysDdQ8/dUEXo5f3+owpEkc9z+yaoBE6DXQBY7USPgfnO/666Q+GwRY6OB3rWlr3GWzsZhcSZXi
AbSsNP1gBKsaq3C74aIH4xokXlIDk1YOW2szQacDwxnzWVKBGh64tYJgg3Gbxduwmi0k04E7j5rw
uYaUVHFnhDWrvUIHCUOdiEOkiGKGxIRXwN/DeuqiYcvt2qZHwfHEGxN7BInfbyCLVRVkFj8PzUbw
WvrPs4TKoePq9i8HAzKOVrBS8ChO0ek27pSOj7Q+DW9vXpA54Mhkfp2JmfwF+Q6tQRbTbFkdXPhg
9J5JOoc2XE4ew/GyQYeh7dnDbXoaiK+SFVQwVDY9iSF/BxPSfOXVClO0Qrni1EpQR+VdscagM2Ka
CsR6w6n9XAcM92u8KAYuNdfParXmyCcGIA/MA+epJzOTMrCV/cWX0qVWGToCWnBlgv986SJrOL6v
DoWtnB/i9aS8Qi3LB7N0PORSUF4d6q/S7yQtAMTGJbfI0ELFsK26q2bsUXa41kXgh+6kv4j3TuTu
y1BPbbPHkCZ/XZla8JeYpuUXoaR+CykChiC5sGo2ovYNF3hQTuhOQN6rwcBFITXVev1qq179rJHI
oYli0nAsrw5otaXjmKLcVVGEgo62uvH8pH7O55gUkpoJ3PKjTdFfC1P1xB8tstscikdPD64onIOb
Rx33we01bFtXeffY153IKHgWCA5E3cZ861sJiJeLsavaeqxnr6aJ+kdenQpAYcgTnT5jw2H7iNT1
e+3OZOaXvF0/TB0RAuSbWefbeIqSh8KbGBTYtA3FSOFYtTGeICQKabOFt5NSsjukNF+SLTeda48N
oUQBJ/vfvU+DWL9hCJQxhU3S0xmGIXD5cMr/u+7HIOtXd3mJ4yoE50bYijGO3zczW4b2aRvOfASt
cei5WXrKLhc1HnoRL7B24fUmm2vc8sjZmUbSsdWU20vUkGJb8n0+w7dL+otV2MGbHK4Ffdk8Id86
03v5mkU1E4IHAfs0VQJfSTVp8ldRpoVhElH8PcRdlLx7tkY4V8ywz2ic/J8kWa8HbIqBL6Yzmi7e
r20M62OAurfuRZKqpyLz8u/OXMmDNO6cQ8NrJ9/qbuDTBQ0nvY+8mj4x0wNmIb8I3sY2lQzTcSaX
drsU11WkbhqmJCWiNtu3kz8g+pVFT5iC22FvpEtx2ynCXKvYVurz5BEN2Y0EDf45q5P94xKQFjj5
iTinUb1+TDwHzVYOKv5cFkfnmE5F8UY5eP5UdSgSamCBeUiAJbnb1p9h700ub61NwSr7IgcvRcCN
DOwgLGyWfr8kso4QQQyRXlUVXsp4aD+kRdW6pPzy/hIjhCMCTI4Vf63y+BITYy0OqoWOQAhgNPvG
pPFDFFrH7Iewzm9FvfBI9pe0zGF1hN3DNDTJX1vwdTlQyJDOhhtKot4Dj8RgnLAp0KFxfzlHELGH
rt2C6WTCZfZ3YaiBrGJGeb9eHnsk+oIlHE6FGdKnqvbBYkwE/PPdAru43bbtOEOl0oUbqM3sC8GH
xZ2DC40z51siP0lm8KW653eJbz1wEvKM9cVPQAsoM4eGa07sWMPS3bQlevcukb7l/4PU/+KnmGn9
BovHY2YE1E/ZnSI1/RQEoNq79XMnBaTQwdz6KElHxYdkANZPFQjNRD8qTTR2w0Ulvr3N2gOdwGXO
kpssLJIfV2hC336r+//mieQBJ0LaeeTw5wjY8+/qQUYJNrXX6eT+SgcgjcbHqiX0hkTtk+Qn0dGI
4wzb23wqOgCaMjIXFhbIRCSXuC+TFiey1R1aAiGGaeQSrMuo+xmHFo3+YNkiwxO4VCxNHDX4wzjZ
vHL6PFlO+M2UrtpJ21PJYQRmw7jKOd4l6WSHud9/FzrSyT7JPQVkuY/yn44H0zeVCU52tWMrczbs
HNluaUYaqxp98lfKLlrTbZ338dheVu37yRkhuKNvK4nV8uvXoTbB7cSLqP7HeR7LVjsOormehNLX
VQaMW81K0Ukj/8QegbEdomwWUjLDkjmKrslv/ZrY8fY6zEHsVwt1NEsJgEan0kO5XQs0B6Nyj86/
n87feNIB0QOva5ZbC+Bcgo4X3Jbnl9vWM7EhmK1T/xzSsugjmj0xtz4KRneKzBkazdmsWr9Vbsk/
xzkK2z0UC4LIJlZO8i1TqFZMZXQMNg2Z6+pxzqqBiyxVWv3ESK7yZOIxeXN0MlvyhhF1Gr9uzX+9
DeiI1dAj+cM4oHm5Es1Wv4fTl+ijHPr2ldiiDjeGsRdsRRPX3MrJ9BK/jVw4fJ1hdxMm8OVgT97i
w7XOOKpjj5JidbcP28atd2M8+vd4PmbkUYDummzoa1X9zezpYvzJsFndfw55dcFbYlDwdih+H2d/
iR6zGcX1oytmbOfSd7v53FZJTSEcdFqrtohZhfo2+J3jsGty+sbMFDajjrvxaP05tyw3fLlISce/
kxlBAPKjOOq2aFZfAmYZQuzktOzDmyEhgslRpSItN2MQdpyWguo0iIckvY6BHQcAVoCceUQSzq+q
kgjIPNsttlsOnItoSL3sO1elGmq3qPz5gUdLXv8LMbr1KUC45fCHQdXfQBHKmhf67a199srIPlsi
rEhVy5TwBW8j6IV8VosZKvxaipcV9T3nNS6n/A22s1w+8qGc2lvXG4W4yzkFzuOuLANgCvQF0htD
lo/zRjV1uH0cUU+ifVz934Aq9QNKQgnxqCsrves45c2oGuKwbNDa0+EhMdraU69afcPrnVcNfbt5
+kUS47xRSP6I0IFNCZiZRui3zJZNfDdXoQx3ruG/+EOZsg0+aZV68VMM25XfNpFkZFdIWYSHuIxl
HniIt4zWHWy6PV5R6h5mY7Ij03gRb9UsMNr5+Jl2U5PkHb7JhCOEwjki85jaGfEOaA8QyUwtU/9G
WwoQRpbo1NxjCbThvjVo7F9m5Tui+JvB8T2QaVDFE7wxHJIgMuqd0GQfbcbezg/5MEM4atZpJSIK
zzU++SrslhtM3V68t0O3Tjsn1JyB3OB70+meU9cr/8MsWPyzpnMxPg4cwOveWz/iY4KWguwRksjm
Q/874+uSJ4pr4hirN8TQRA1Ze85kzsR1WEoazisAow+ozmAfdTdspKxdNUmf4InrFDp584F10Xwl
ipF+JSLK3WfYhhP4L7bcC1AaHd8bEijDrcKuPaJ9NA0pfMILZ6olQHxWD1XyBxhniJtD8Fk452Jy
ovKVgZGgPGB+pd1pW5cUWV6TWDfBKyUwH5wgOhwVPoKQznYAYEFhkEqyC+schsBrQRYiOjLuuyei
ESp5xfzjJpdHrrLYdZEVj3Nd5PYUAj+4nefMe01lRQHRoS2wr0xTXMLGRXvDs8jAqxQ1w5Ic+ehv
F39St0t/bZREBu/sqXbw0i8j/RtavdRF6BpMFjoPscLROa9kInNajC5swgd/yLgc6a/DbO+xkYhq
cuG78P9UHq7tF9+pMtwT9CTywaYS8go3igznHy7HE7yMkRS45aZiPdUcrbcoFgy5Ma2ITRzwbr4I
RK7+rmlx72mGpeNdLx1JItAFwhfTSJPUUzX2PQ0EsNK5xA8eCUvd+b7sXwk5Nd/ssHH6Lfkxv008
oGhWQlQ4KcXa/EfPTSfoZUrgIS3Lkufnpc3yJ1LYa7YbwR8MWwPmFXoJ9sEdaq/GmOOvVKhtL8rr
4yikzbXtnVrswjLo6+fUdoN3CNaaPXVcyK6CT5lXy/0vN34IkzpMDpVsEArCJMeJaKYFnEda93IX
YCrxqSuKud1NvI+d9xBJN/ocR+cto3FDmaJ1jkHMqyJo+A1vOAwhkjsuvKwT0o3f8lrXFIwEI6vs
nPK+DZaVkvFYFdiTusdRS2y83I6CM9WMaaDMOcIha9Ot1BeS9q5Vrn6zve6uOLfVcx9L1GLnToNI
Dx4h51fB0fBt18fE8o17bwXj1Wb04M0BnZNTdSzHUH7leRL/S4gQMxCscvqt6qjm2MNgOpAEAN1f
9BjVHN/k9k5DHKdZ3tlryXTYYvJug4aoFBe+5pxhpKeqdUpRMGlec64kP3tdCFyIhAQ10rXg+sKx
oILxHRNcsC9XxoF9kIROQZ32mLr72hZZsY1IFpZH5fYFpz7r/q+Sym3Zs52O4KQjZ/+UMay1+5CQ
/20vsfV3KOvujKjYiRnEKm1vcs6VephsH+IgQUpx3yHiQKWDVs0KOMW1WG+XtQTW6/myM6c6Grr+
YF1Ed8I5vVBbrr56zqmiu82C7pcwukREwnPLaUYXRTCm5bRLscGeQuZIiKKwj4eB8Kop+Bxap7Ef
wf+vzZT9UlC1FZx9uyNiv5yZhIL8Toi2+2QzrYej8KIQKMJgALRnIh921LQ6WjkQ1A5+1MwHJ+ZI
yIZbunY51IPUxbkuyLxDQvEkiidfGlS+aI6XY4q/VN97TAjrTRhGU7gf01hc73wUU9meRJgHj6mZ
gu4rLDgjzfEQO5gjbm78nnJEDBqbwu+klZ0AZQMsz7mCQjjjzLokBIyDmIkqiPqIcVvmWdQ9BdZT
5yBShQPm1h/Wg4c41j1G0zr8k+ResTCsTbz6ZmgzuzPiysJGXVp3k4NYf4Nai73htBQcHifw/By+
oXDxqETSFQePgeN6yaQtg8+e0Dzl86Vwvj3fpd+G0xPUe9J4xi+2E/AJdcJ+WJ9XkfVyOQrqSAED
NhV9wZ9j9nHm/dVxbog0kQ+p65RRM4scfFiYetQ+dVUeeJw4jyQYO2/bjlStJdf9qqjeJ1EQT9sm
x1IgXa19NlPTmD92SKqbcCGotZVo7/IYGT/qoSfB9okYJWMm3K2tI80bnDpAfGaZ9hay/REvgrkB
V4wlsoIdWPEzo1ySfW2ipXI+cjKIN9qoeNlG8HLsgUuCHELtHXIDTJRMwoCN1vFjpRRUH4jigUge
DYgi8sPtEw8494UTIen6pPuYAQ9vs22YlRY6Z6q7MpjDsHYAIajxk8N1hDo8ckQkYpv0LSUJ9wcz
UZT8DRcEDMJRwj+1dVI/eH3QfrfNlR6y9jCTeymtf1s6Ay//cRULXKWydW/qzrPmp3YL2T25FBgP
DMwdO70No+bV6+owu8QY3eriIpQdg8LXRCqWRrhPHfYhmQ8vEt+Bd/2kFImYufvXhi0cFD+h5mmB
H877iNMkKZOJ8RC/PS/rdmuXQfnmUCTHg/AQ/PzFLlMa7GriEPFu4a9Q7a8s1YBHPKc8D2xQtuFN
P+ryWVt3co+B4QDnBg4GIgu+GiCNSbgUddDMjZMeMZMjjMMhS+PwmE6duZohg78+B7lefrl0Ef3r
GYluoULmBBQE16uPg46n9Y0wOdNG6C3przZdNt5pz0kfeeBAyCK4PIIV80G3/o+j81pyFNmi6BcR
kST+VcirVN6/EFXdPXiXkCTw9Xfpvk1MTE9XSZB5zN5rb5yRKv/0/4yQT2EWLkg08CqRf8YgJftZ
9BhKdpDKOTnrLmusH2vA2SulKsOHMsu9d8werfhiudqEz6bhnERKyVUoCFJeOy+2PbGOX848CYut
0U36sM2yPkxQg2Bd3hg6ABTyddapUw6YN3hFo+OCxmIpan0Nq+teQF0tCoBgYWOXikoNhVx7Dvx0
wb8Ap+ph1oFi1ZyNHaRm61Ly3CH1G9IrX1H1haWzJHRj6IKJuId2uOoBpCeM226aLqOdESq3yZw6
5YXmK29+UuZC/qfbDYOkcWhKIroYuaJVpyfia9F8v1R4ILVczp6aHO6wHq07zH9gY0aMLN+wDqKQ
M0Ak00mpcG6OVYBed+8GHLjnjArPOwrHS64VneT66HYroo8hWOeUwJBMpie6YNTYG8GiMjn3tyzu
RzQF63oQudeJB+0AIa+BpSEFsGu4VqrqNVVqw2+L/7GMpPfUOKU630yy6669LQiAZTiPPiCrf3Jh
lradUEmhFiZXfIsD0D5jC/ZZwrVhmg6v5WSG6c9o1UMzIvxSwfLchlll7ZSZbw+6lD6tA5XUaypL
kqE3hgfph42cJb9uCgdnBw0xcR5tk+voFHU0a9e6DvzzSrSFd4e6kqlgyCs+fjDE1NUhqhxrjrMh
GqHBLGrYgk6pxt3A0ILbNLzZYOPKd/35Z0mSAT4xj+88rnEUrObNAuTtPHhgvVg/ky/NuH/bLRYm
+FvPdkXVrvp7Zon+sG9pKlBhZBWNO4LGcv4Zl0YzWFSd+VOYLlkevWnuMW+PU0RwDuct1jbPeNMT
kxTbRn9301dx5WT3MDCDmgkcAzWW+YRqxdJbTPNEYOdQHbKJhWJsyBA5i3r0ybswI6domRdduwXf
FzzcLLm0S+Qzuht/tmvrsSGTbNl4zkDUytjDX9wLgx0cAhiB8FvjWekLGSDSPqPwDfg1dDrVewVG
4HXuAezHENQD8lPmKWP9Nk9BGuzr3LbOJCmhWZEFVJ4dq1CqqW4M7T4uiPbEhVMgbSKgoyjseoEi
nAq1XcHo+HuHqduviIolYR0RDfeMg27iTGi02xQ39sqnMcPrw/hBBWIyDR6MgUXd7BnAsGKHMn4j
n0lyJONghDXu9N2sSKJxOrNlqNs+pgV+7LhPBjoFFO6KXIRbQvBiA5yLw9GaBFu90fsTdLVu30ac
3/KBla+Qce+nNtJPgIVXdIflRUFbXOO1wFhGSlpdmDNBe8U/GzRQuk9Bn12cQOUp3AOnn9+aoreQ
N4+RdSlIVfLvcuGs0TnPvbYCmOXO/yLZ6fyDo2x6qqM8aM/savHKbgIWZE9FZM83UrEwTBLDCQ2p
Q6glQeZzR3NhWJkyiLIpc2w94qAlx3rcJW3WfmJCXKsHvs2mOeOhI6htycGhndghYirgMXeWvwUl
D3eG9oc6xtcnSSqQjLC3XDTs560uMcR0N0QSUVAnlUf6SImuvcN/H25sjbcqBJwrENnm7bkCJg3C
h2nYMeiJoIAlyDBrq9FCkYDOwvR5RRkYHNkS+vNbNQaYUAbIDUflqjKNkbLfMigJwmmfxxT9jh+Z
2noJZ6yVHG8s+x4ZH7hPVstc4DHlEyIuPUsY8bgYWA+BVSBS7dh4/bQ1kcObziiNtiBw54O11PmV
vb10DwUnyNmI2WRIQ4Bx3keup0lO4QAuHLyvXtg8YJwVB59UG5CVbaOG/ZIh6H9hXZm+EqTadMem
DK2DqUfSSEQfqnMZMm98mll3Fj/Y5DWcu9Bf87+qsAhEhQvKg8+C1Ok/JiQb58DqBZmZM671qbfS
+s6suHI3syodOMcBxvo4xPXcnRcNHZstWORV+0BbM6SdhfgG/o2BrGPze24tMh6YSkxs08hV8dKH
CQTefIbkA5A9g/b5H/BDjZaJvd4z33/G7xcGebArHVAE6AnGSn9UVdLipw7YGUoyiplAsm9pdlyH
yj2M3Do4cwh2sjdqqQCRYrXQd3XDrupRKFxQzC7wD5OImrc70xdwB1mArJS/YHxJtTRDsu4SY0Dn
eoxkgjsXmuljNpFhF3dZVn6MdVg4+5DY+Zx09dV7WBp7THb4lHoPt+INwr2yynlCRMOCg5mugxyi
sKNvTEgAbwCJjP19y1A82KCr6b5h0mVMnpIb6bCglGMxNuGgsfyqILCvoMXbeAuYhKfICLSEUhTd
U0tVJo40CvLDG7TNergIzZH80WZ9nAXqLDRoaLFxU6/iguqI4LFZdWH0nAV1qHarLBRj4VH+x0TU
0N7x5P2lpDZnhKIokAVnMWiUSYn/buJnEiiJVXTOvd/ppxCekRdblkH+gzoN3+hC8NeNjt2TUaTL
6q895CjYYyq7cA+yxU1edThkZxvEZfUP/5IDfw77q0TJlw89QELDZJ7AbmcW00HDn5jfXZpZ8Tex
nT4/huidGApiYAaZbzevU+Khn1ndPMX/m/ZkgW5Zl03jBSBGCFkeO9FuhcaPVaFxl5cBEAiVVpQt
0RdZgAGEHQkYELJJk90TsrDwSi8O4qPMCmQOtnLOSWLM0ZJekjAv/hsCH42ZD/5sZCgTFjYmhVvW
JuZ1iqJgUunLrNbpziwsi+OWUNokFmO9EJmI0exBctcMr14TJu1m6McmPzST5YKEiOb0npUav7hU
mnC9xm7lJRphAm5UsuIZMChYOacQu/xSYeuUv9hl7r5RmgzEY1BB+zjqweoPrYtL/0BMwa0ytFi0
n/q6L4+zQuEfL1WwYupLbXUBLDv/ou6pKwIkqLTul1y7yTYb2hB2sUb/vgWG6GFH9YEdILInwuEo
VLikxBG4Cdl8dl0m/zEu4siAFaKjLR2z9YMumu4xawUox8R1df1eLsnKmsnDuv5CXw861QpoGWMU
EmjHZBHIIxF6etn7a+t3Z1NlXntHqTfzH0rL+w/G3gixapDBIYnCkIBDv0Z/m2Kn70/kCeKaW2CN
JYzS+cDewzF3XsGuh2yIfXxVcGlSCW+jQCi44sJQR6Yb3fiZhl0Q+BeHMnn5atZZWaeZKM7r4NdY
kZg0uu8+IhY/zgeXqC0YBishDMZqBySAftYhCiQLExCAiJR/4P3J3IOJSth9BaKd10ERT3YEgZ7B
o1OFlrdoAxcirBgY6LGoo2mXU0lraEe6tDA7zPpmGxLhzlX98gBKSLqoY6Ph1ndhp97JwkmmPYwD
cmJQ4MPlbicRqg3hsjBJuXD1HXGWN6AV6lx6k2W2gDQ5xbpljaDVNjKL+pgMmU7UMAjSdkywcB+E
gdRvsHRHcidpA760alkmd4iJOdYhrQmE/MRWbRLamYiI5WF8BmlFNgU9qYVtTcjurAbjqztBM3yj
LY6BOdii6e95TbP1spST+11YJV07KR3DelcWi/gZCCbq4mTtgrfBlA1dOV5+kkk5SbMY/3S9sOCn
HdjBcPTfaI5TchQKx+pJGBHR/VyKMbwOleGCBpthv2Wmj+6ZVJc5d15WMSdvjLlrZEs4FNyUaa9W
0GjX0uT5w2ybMI37VpG1ZxW6yc5cPOVDTdtKFKQdROF1ZsyKVdsZnf8K6BsHO1hK9PowJPdMQSz/
DBFz5rCQSfbIZSbMhkW2b+/MmqPBzFpgcxIlDI9T31uf2Pnln7DqidfEqdwfiAOq/nXSan+bkfA0
REgJg3g62aJooM6m9qNHfiWEIVdaSDHh69EMy4UpRTzYIzr0xB5Y6ybOSHJry/T2biLMTca81FCg
xm5FzrcJeHiXbbouno47F2rP1jZWuW8Z5Dlx3eWO+8QWvdS7mSin2wp+UsluXUF9o1a16u5K0UDq
32Yi0fCFB6Yh+ZDpJV2Uk4zvftlSiomCWCks3xGqUXvipdg1IaL0LfQDnOIDLt9/rpzCt5KylnTm
Oet+oUuiFpGzWfS1M63sPxw2frtAVdpjZGixOIHhPn4Q6QGgyUfL+CC6DNU6Wc0odkBrfdRkQUUx
1gvIETmnvcemahrPXh3OYltKhwVJSY7z4+Iy7D4OxTiPJzPk4TNIA+YGLlOLiB9dkzic85mTtwRO
Z0NABV1+EyVkKOIIzcJj2HsBUh6J6/JEVDhiZCBkkqg/IiTfHXoI6xeNcQKXyyh1nT2Tpk/OFKCp
Zm73idAHwY/nYavcMXnKWLKnldsMH16bROuJbk1P8EXbCLR6mKziqPikmX+TBihu1CSveiaJY3lY
dECbkmE4O+FxS+t9R2Jme8+qK7xA4vV46HxMOyAXWrjTK7k11aUGzWYfEvV/PvschuBJW2D4IxlZ
u2hNXHXIXbAe36j05YOZKQq3NpEYOpYKchfV1wJsI0YAkhFWMpsuqNSmgzhQHvAJThghPcuWXF6u
XZFD4KxPk3QCpr+lGZ5q+G1MjEcPD9e7J8gF+KlBVPiXCM4sMLEoSLXdPYaZi6Z6y9/WLBbXdWkz
umDm6bAM5UI0MJDCiujjFc4AD3Y+Mdu3Ede8gFQw7d7MJnyisHTb3bjOzaUbKjFtPdvFu96uFCSf
tEVZemBrMDEKL+VwjhyoeVuKDSfaVaM/vDWLpj3oMmGgDi25d2wDZs47qaT/F5Ow5nDUXB+brmnk
RzHJ8AJ6svgMW0IuNkS0aPLylN//tErQUfctcQtE4aKY2XgsyOhw7NF7RMyZkJYXtEO4G9XQtJge
2/LkILLRx6VtZ/fAeIbkIEpIFrdzidL6QGJD+7WS4Wl9CrGQtW5BxavoZ5LpSHrp/Bhh8kVgYfVl
+2NZyHTjCOwBNazfIiUkhM9i9JGp2vmGZbuWp5FAgesAYGXeyGQZ/4NqUfjb1XWwy64+ju4jORTG
3zE9a+vzZNabdQEAE7JVUuAi1nsY2dG6ecOfwE6936zrsXqH1lit2OuIf86mBq8ELtUqO2WNbT3h
bleY0kIkF3fkMyTiQn2eIIVeZG+8Q0uIVnoipLfa1jpBrhFDPkrqYxQBJLkYZwFDA48AIZvLQDum
o6mzC5vb5SnJeUiP2DkX7mY/I/FTeVyhSPrg6Oyp7JHHrYHpvRdsccR21qnOnB32I2wECFWNAY3h
ksQEWY3OJR+Yn0NEd3SW74Kx8knPgFO0zLcWAn8JmBK1fkaTNt7JEtWQ/ynLEouiVStJ+Ao4frR8
G+rHlcqePwdnb8+GtVT2tsDQ4eyIiSJ/z29dGtqadm4FBIE9kOQo/sdbjFVI9gFEjDuq/eifRkY6
Ij/uWQS1Lu3CxqPtZ46jqvQjdRpGmg8+a5jkhbw4fJZAGiOMm7wkCGEuSzV0zj+qkLXYT1xQ/1qy
cL66kRDtUxT20KwMC5oVYYNka8IT2ERn7BXqTCpBmpy7frBfxsiveS3ZVtj7Cj+VOZMdMf9HKrP4
0zAFqm4vTBXuMN/4LEHHsFu3SkDoRktoDffg2oz1JiesUMmSM2Vg3lg6NMppjmSL6VipX2sAM+Ka
pMyy/3YlcQGHBUkinykYK/eTBxDzRTxAekqOGV++/FX+KOzTkqPmY77VzVZ1DAJHlJhXpfsfTXSP
gH/mKzons0+S7Nay3RF9pMsU7q/lFRTgIe8eYQnJoMQJAhaGYgspb3K0Fx7Kc4LbFUuHRDzKiSSh
0SeecLuAJFfk1rGfMMrVWzlDiwWdAueETZxjeVxj2uESEklm+dcOMDO80YiiZ5dGwNd3YDd8/9m2
e/bO2F2mfC8mfuJ71NGIs8zgqZNvWb5zWgOvYibn+li1JkhdDr2M5fX7tA+qe57ThISziSk90OMS
AE0w1v4uh47l8pGyTJ7PIkOEx4zYC4O3Go8DoLhKBQ4L4lZ/iryTPz3ameh1wJ0IGJ8F4TkygyZt
1y+CZ855i4SzxTBqhU3Q3E2dSxBnv9Zo9SHYRMeBJRW59vboXDTY4PlAiUmz3VlhyHQRX0u99cLZ
9fZIDILqwylYfZwyQ0n+GmUgTDZ6TDP/StQEImi40n6OuqCo/eyFkaxH814yKPAPYw/Fm9FufQNT
RB58VtDpAbub7Zpa9KyboCfV9AWBlVvfr3Cq8j2TtOS3aYGU4llEjravRzIy49o2LKRokcjxm4Nu
/rTWaf7MAuNbx87rAvfKTA0vH1LKcquAlPxtdOciZ/QLB57rYNvWpsbbbdAW+gyaVrQK5WaZBJ75
QuvZ7GqCbyJyrdyuOY4WOZY7T4VkugogLNap9Selz9xM9nQMHbqvZ5w0081bWNPqjilM9jxiWb9Z
cRoQSuYK4nZCkXjfFA+cKENDJXaQCwOLTYKgAWltRZzRoY5cYuYxeII6laNnHtFeh9VbwNjuFiGs
5YVfYHE4GZGLbMskgrDpODB6o6pbqq8Io/oCYaDLJ+vZHxpkLrkGsoLLF73GO8BeH5Qgzh0U9wZ5
gL9TuhjyS0KmMyJcy83Ky9IZt/lafXL7fvihVPLTebIP7J9mYHd6xI2eRvvWGZz7MaR/wfKdpVY8
lUAtztw3K/RJSkD+TttvrOcCVhXjmbXr1/HFtKItUX9riANnDZ/M32uPEdiZzYRefjJZTp83kimo
GbNOzB2TRGzBNGQuIxu7TrMTLurAggDcBahAx3QSF0sJP4xn0ge7O7+aSFaMGMExQM7dtDGEn3F2
grGAPJfFdqnC+9vWBdVSkdeQJTVArw3C3uBSyCQlQxyiDbJ30sPpiRFDAXi9dS/ttAbFYQ7rwt2R
fsPL4w9AXiAn8iC8MGcOYQstEWc7+BLLxHOKZg2ta+Ryi7VjmvzBwjJFT53i5r0r59Xn8/H5s9FD
4etleCULTxVPPvqcmzpH2wlVAzk5uJdZZp4auFeg+CDz4a0vltyHaIUpeR/MkaRdgFzfIevLk+TQ
+hmw/o098zlhocihqK7benaUJCA8cJsPGt35SfhOYwOizfEhMCDzz4JFkkUTb7kI44NSvpC+vZLV
ZSrAHTusi3W4lRyrOGryrj1ov++DNzfK6SpZRq57bNi4HHqYPyOybzY1bJ8MW/w8kMEbxytqcJzD
Pu+TCjRxiJC2vocpkH8zcHLoijgq4ZBGjIuQWQjxkTF4JZISxSDR5KLzvue8JLWaUoRkeLpMgiaT
jiAe2CZcl4+ogEjycuzGeegX3yNRDdo49WI7BJxjmz6B4IPtXMF7kGWUi92CrOkWeuJ74rACaH1l
0cwepUFTXR58RhrIwNL/RyID7cMVopUUZ3eWUQF93idEQNVUMiwIRxJKRzW736hQoJWwMcNjuITM
5SGt9l51iWrl7R2GFMS69JU/bykdJScrWXQoy/1iZummNUIvzp8OLjvuCIbPXM9JDFUj/ZePoidw
sZ1AS0er81fnpPClVZL/0gOBtUCD+Bd6LNkONh7xk1MzKtsQQF5Yv5zDSPmTgYdwR5FI9Gdl2QGS
sgr64F3buvDoXEf3zTGfUcUiggNUfp/Rbn/XzKqKbaCC4lV07sOs56h6UMUs74JAl3O8KM8hI2YJ
wDhGiyWcY+/PLqgP1oHMxME+5BwRaDVf6NNHf89udSXNYNWUOVW1FFSi9UB9BeVvNQ32y5r+EUoR
AkAI9k35FHRyyq9aruUfe21de1fXWBs0v5lF2xPTv6+/5YKG8FCvTjfHqFOJ3k41PeHZZvQ3xE1g
F93GKv0WyUNTiw81leajt/ug39ehsaOdKmzLubRplHzyTEz9AY6pl35MFUDuOLAGBuRBsPjXeqGn
2Ibo/YiJnruUmKc+kQs3bCJfo9AQTtdF4zq9q96A4DSRJ+5aEk7qLaASkkEZfDnztrXd7L1ZBM4r
pwSTgdWI/WK0nSP0drGYh6G+4i1pqWibBtXOYi/iIhaPsOoO5ylwjDDVArVbUVP7vQqcf+J5woKV
XwhI65pvxuYjXGiVYZVaeBLnpHqm800/we8xXMOKxUxLB0nqxl4qLLyIaY3at94OxAwgsmt9OHKx
ylprvFubQHfxQt+Tv0xerzjE5sCLthESM4yEE2M+sGZ4UmZkxqpPKpdDXQu8cYOl+RlvGhNMKQxY
QUHxgE/2kB6adsD92lV1F8FMh83Uscbo04LZWdHh3+k7w3CyyX2N0NdYoY08HBseTUU1OHYrDhmB
Jma94jrOWMj2FnZ79Si7vLf3dF5d+740YiW5y3G6MdqXeTLgI/czPMqDj8f5ue5czQcLWQ7oBCJj
jduSZXa0nNWKjHE/E5dTX/uw8f27Ih85Hy926rYkq6DUDidwdpxzLtyDztMH1vJa/7KHmr3PhA1p
8a6yGi0zESiwEmJ7INR2W6hube4Ew3rUZDUTXDBhYTKCi+oD3PETI/TqYDf88Zeswu8EYo1VBULd
TnvWudDMqQ+rqLP8sa/Qam5o+Hv+o9qYDIhdSl4AmvdJ3Y32XM1fRdpKAtisxSWmQVRNHHXucCGL
xl1fBJw559xNFXAoy16m4KRphOdNTglKfCh5FMwYGn+h3HV7MEwHw/rgD/2PwRtQBjYiM4pIlFRc
0g0UoBRsEJ0U9NCzYqWq40Q7cqU/Bqm9tSF8QkLwhWm2Y4uGeBtJS1fPoiDzT216n/Dcq1q4uJB7
jQCbrqwffP1cSGdorhRSy/DuGbpfZptlmm49a8Y16CDEhV3it+Of0XPW7B7XvLxrbK1ekXmL+uj0
EjqYjxlEMDBoibNZHCrBqpHMglq7EWyC8n68K2YNB7kyyYzWpJ9uRLAWUNRXU6COxQZUhr8l75fZ
ARb1KyJZKDk3YwZIDCmqiCCg88W4wcHpI1TdOShe/7hE68C6jcTMKkaxRRgqqGbcSBFlIAGyAdA+
Vu3GdNe5lbTpTQ9MmqjdGe1gSehKdCpHV4efNmPbjxblL5oXRDjXrCry9d6aJlF/gxhR+WOD4RLS
DpiYFTm4qqLgRdOn9VtYC+anHSxK9tajMjmih08+0QZ3J2hlqO7RxQleetqpu6nuUTGOt0KNWEcm
Tq8sHPrgAlAXX4FAfGnHpp/t+ajRFchdX9uj/5jx8GIIqyB83FuaTIftzLX3Gyrk9AfpezrDAclw
caPs0C+2dtNV0ZknmnQKCH+3fAbTfbEZqdTW8+kFIIkMy3nm+xax8Rgs3/XoClBtwJ4dL6rr0lUf
Pb3a9d/VCxfrzN8Q1C+53c+PJL/O4s6SwvugMnTrivTmuQC3CZ0BbUncFUNof8y1Oy/lge+iTFlE
Yx/0mCwScfrdZY5O9pUTFO85q1Ri1kpePmx7N4D6CwvLKGP9HTXjW1KkqcJiLxUmSlB4lb33qNCq
K+vnJPnm5V0dYLgs9NEu9FkqtnSYN9/+WBvikvE3qaAGAyCL4mcsAXbezko6oMKT8sY6Kb1AbmVY
MdjTVTKgodR57vYvhn+sTqXHKcwZyuTZfW3XcT5nUQGCoeduId2maLEodz7MeCDB3u1RKwv/hzbM
HT5qjKVnnjCDin4KcWbJzqcRJFHdhfKbAiH+xYfluccgLMiozyDbdx8Vm5OOxCm+dcz8i43QrAcx
uJeoxD884uLvkTIQFQjrajB7ksbkiMgi6WZGIUE9MqIK3XcQkT6RbdVkOW9o9N32YBAe2afyRgCi
nCLD6Nn38PNoM07VsQJ+nu0Kz+7wfSKOu5isSyOilHBZ7Bwb5x+li5WcRDfjMRrWovzlJVffBps7
NFlfOJ/sj8ilW6AiRofMl4Q2s0XrPpsgsYmwnYb0fe1r/Qhmisl1i9sBeRvB0jg8WndqfqnKIvOv
tBzul84jFnObapXPZ8wl9XMT6fC/DPyIIZNdmhAxbAgZq8jGpoyRhs/rezC78jQseCVjy2FrGY9M
ZDtWOFxFBxaqCVLgRkNJyRvPfWlDtZS4rSBSKbu6VUydXTssLm6R6mjOi5lxITGjp3CckNXU3VTX
+3ycfbU1VGZEQUJkJ1EYoTF5v3PH2jiL0haJjMqZXYKnRMxIbWYrEkq03Gtiyq1d6XneVZaWRvOx
OsUD1wub+CmSEpa8CjwW9+3s90GcW5xOe1JU5vCQzMGNDQ5cuxg/kvJGG6pUmCp0OwIj5pCa4ae0
c7BrIQAhDL+kIUz4DwbmptKpXxuEObznFHLuxmBUgRqLPVoOz0ZHyAE2aO1XeZ2wEv+35qDCY2Vc
q4zrhVkORASycGqobumLLR2cVTzzyzubPSpoGIB048whBvikud0i4Q2M9W8o+vzi1m1Unts17bKj
5afNtSkJzsb010+T3Mz56pDd7TLV2U4Yyr5mHHLpOfch8r1TORQXLVRT3Cy0UXs1JEeIP4snSZ7C
p5uA3LGk+uSxgcudYlLoY+bHHngjv0jfHRtzzaGvJUrLE2Dvev6a8AYgX529qDpoJmfPEALDvxMy
PnT4U227XyYZ9Xwl5ocoT/SxAJth8beEgI2Y8DdhJjs2jXbzB5dFeCUqFwGDg8vjJTCS/GE0E654
CC2GXv3JXsXKfhMAi75vbG8kN0ao2n701jl3Dh63UYQU3HJL1e31VFamR4ROaoIGHoaAkAq+8UKx
XCIqvwAkmR240wYidGnRrLDCZ13Yi/AvrqjQ5Ycg//mIHmcKiDtGmrup84HxA35GAw5HDAt26dwe
ANk3iw9FyqVbwnFX43ah8pzvoo5k7r1rRHiGLJH8TgFIza2ubKf7pI6cCjLtOSt+JJCMdzAmmliQ
tPkXqMkcGnd23rFkBP8ybmSiLmw6AjziJHMRdH4foS0wW9nDwsOYMrf/0V9Py3EWBbi+jgCQdzTZ
HPoY6riN+0SwCQl6yZQmM76XXMAEr9+oUtYfbJnON1hjfhkZstZhgoelbh8gIbpF6WC6ywlzWY+r
pmSI8ZNgXYooBT+JiLZXPvkomo8kceibU5Dm/IG5ceE/op5qBDIXKq7+6uXSX++gFVrLFrdggJ+c
CBXYf/aNu6UauiTe7QAwoEJXVf/2nW+GUwegCbZB4BTVJYFnZQFkJhbl2RP8qWKToMpkGIzWnuMT
ZIR9BeBaYiucVPC8diMpG8j0cxKsNb423gYSkXOu0DenE9ZfjPC2cwzgk4mnORsTbm/UBISm4Etr
t8qp6+L+pm5/4y0hT2YoqiUGg1NIVrFLeZR2X4KsLhPiuf7gZUH8OSbSPWpiUViQFu5850fF4J4K
QjlhslHzQ7PHckS6Sh6xtm/fraqoacRyumaybDHE75ypJmzH1ZMc4a5lpvuelVTB1untcT2wuC2X
c8hci907xOXmLzriiA+i4P1uv2ofkOABX4Fj9rdwoOXdK61pjIvyxv4EbkGaCGutPomenYL3nMrV
9fGMYe8HshSCMVBlR1rtpkCrshGtRXZumlJOnf2oHnpAvGjOk/3tOgcGU5GkJd3xpm51bPnasC7L
2IIuQxM7BK3LeCWgc3qpqOSzPRwt8dymoDc34vYtM9isx/yAvaeMGHG0nKhVOhqURKYWd0KE9ZHY
SbIqaJHW/gi4B6FAQWn/VSwBZoaIk/Y4oXLl90V+9giQxk9+YY/leGdSv6fkSRR5gKyXliv7C5Ir
ksyzYF9OHqSukCP3zcgF0Z12bfals+8oSI2jteyEdHrnMVumldsGJz9iIPTTr2MmF5yIa95fJ8H1
HMnORPvMtZlMsZBtVpS+lUveLZoP9Uw/oTDx4iP6F9a901/IGDBkFcy5vuO9rwN0uaJ7RZhB8Dd6
DvoXZZUmAUi46GynW897KNgTrvAzMYzmql9/W973lO5KwzVmLO/ZuDZZ9AFCgWmbQE3A+UpUQXDE
c8MOHJAMzL2e9g/JlRPJ4uBw6jSngS5s2ilIy43eszzJ5Y7v1cbsnpmQ3VKlnXXXM9+Jhq1q2bT4
B1QdI+ejyEFS2s+yLOjyeuVZ1mFsnUUdPDnwKcicXQKPYoo+pLAW8aZdz1Q0WxZKhE4wc9qKPE+C
fzN8l4QUKFI7EJr1gPMaONhorMw88IoxWa2eES4uy33RYa/iWQZj2+qp4zIlKeHKMlQzENWcbgcA
Cd4PSw6JEJa+ejz0Dcj5E5JJFFZ5CVEh9nBqvN6MYBn3s9Vjk2im4VpYFLhkOy7sdqxZjsyG05Gq
cawkYj9CDlKcQugZxrOxuDC2mGA4Oslba9KzT/4tsPohTB+YqsMAMvh0zC4I3XV+m4qRzBTKhgw8
XUoq5WdYiuoapXAMSGTGOYNhGyn46Lgxw1KO88Tqw18XQQlEvB4N73ZgXs6Iocn005oOJJwweQjP
JG+QvtiVSXqxSyuM3nuh9bEiA6Tc+OGENIIksAU1GWP5mzbAqNUVzQFmpzR3bF+z4Bn4EQRfpvTh
fW0LgqpavGn/VlIuxy0CSuPG4mZTOPp1NsM08iK6cAvpqkFX5bjHLluguGqPtAEKoCYM99Qv2jx0
pCLtKhr0YJcC4nDuhjBS/U4RZOJuJg2OYF8WkoprIk+tOM1g0f716YzCDjsioE1yAf9TK/lxx8wP
wHpDbCFR5cjyKV9P/WQAEuYFBTtvskuwOpgslR5GNjesdIOeK/q+Q08SOHwbQzcdy3IYvodiHj0U
TeQ931K+wTlwbys95N0d3tk+nI4+aXzDuRSystHxcJ1+2n2H+6A2MIeQZPU1X42RM5vNHs9ijNAd
gKOijfnpg66cUBws/TIhzATv8pWIqj2AE6vFu4sYvHyG35Go+xkQ1sq5T21hZpiL/i0oNU+w2UlW
z8wWV0gL6NXwDG96Bm3Fi18HqA8CcrVDFvcZFXFB7Y5PqUwH/x7PBDlAbABujJaVcKElbuXAlqEs
p+HmW6lLMu3ykoGiHXn+05KTO3AMspAza+NXzM5JshuJukGly/HPZrxaWM0mO7cKG9oonko3KfYy
I+QSPosGN/xc1sKObgAWa5ifIyT6yCx6r6vHTUmE5ZLuaTAqt9+uSxt9e1ZVZv/j7Dx2ZUfOLf0q
gsaX6Agyggw2+vYgmXZ7d7Y5E2Jbeu/59P3lHUlVhRLQgKCBSlLuZJLB36z1rW0jrbX7VZPclm1z
FMk3WM7mx8QK02mD35VBz0wXb4IOcvF1yUDyoWgplNlNdtOFYxxUmhrj/kNkRQndzERI+57QzPTk
IZpeDjWkWvVm0a2nZLSg/kmD0Uoj8H5rksOl7MZufVvVhBA34OHOAekKe6pRz8Ih++iToTjnX/mT
29w4jLd4HzIARcNudJaHrEuRlC79pghr9CzCS+CxqZgR8c3gIS+5NFDk2AgWIfrILe86rfZkdFuG
NAviyasbDsBQIeqMNPtHjPSAtYKWY0mRL+5FkGUAU0ED3dK/VYO9sVk4Qm5Hx5bkn8ZBhcZpybmM
Dp+sLQBqGdGNSBKpA2Lrympme7keykjXXwwDZ6Y3oRQu5vXKTuShBH+ESi/H0I5BHvLzavod8vss
eq+k8e2dmuM5urRBrQwkW8o5DtfXmdfVV4wabqaM6kR+T7gLfoRtjUJkptjtcnmTJv7ZO0Xz+9wW
+PQe2Ds66rV2eguIh61GmVxVYm31bp7BueyQC2fDt6KHUCFL1Rg2Rjvy8tU37G11gZaxCuHYUuk4
8a0hHl2iaErSFrNdvoztDW7OMdtxDublLYAohZYQxF10lWikG3etpMH+COcO7tNOdmoOWR4j64zx
yrOkcT815YR9lv6G+avDmw2Px8AU68IXMJdfF6x5SOCLrhYJe7eKXdE0sdqrtzambX9HkQ/7hv9H
cMPv/jysbvSksDewVGTFkniHitXy+NEpI1ucuXFt7aeqdeXBND018woWMIZE5JGxse1QhPmEX5lw
EpimC0qswLbIUGHPHXvVFSpwPyJcLVkVCxdULWN06mSrBdyuxp2Wj4rYYO8wKpcVKURenMlvWUrd
jPDSjqPtqKp6QVw5+cXVnDV2RW56TAc9hjBAPuSk4dhMjKJ6hA+8BMJbmB+8HfDsSVZZfiyg7pb1
iP20S0BZemMN1AUws6ntw5qu7XwDg9ZTTNwg5CD4EbP/a2bkke+6wl+8w4DHptvXaLPTOSh0X5B4
D+lGPJIdRLImwym7PQmn7sgVTlSWc+Zh6XEAmFThyOAZ1KTlkRw+05thpljtBJAgYiA0+T71DTRc
eAx7qIJNmR0LIA+qwoDBYUh62uhJnlqig1KxWdiN129Z3/fuk9sglCVvqXWJJZo8Ui+DKp1ip8NK
TkfL/phJmF9vvRRrCf8h24qPcliyMsBt102bOQqFestM3KbxJc+N52CLztDlV3gJQOZviAvhlGYk
LMjwi0QbQi1zQcRtTNq4UDBbRV4D67AZwBO8IrwFdMw1X6blxf06M/twrthXZOLbLVHWI8WdLfDF
iKWVIUwiYxoKtZg0c1cgmwfb6KmjU0eDg8RwYaVwUbhMWo+TMsnZ7SgcTnWiQsi8wjyDBq9n5h9o
pBy/c+q48Qt9A2M/IoxsM5CG0kBJURBaOl5502Q99IRg0FWpiZteycZ1Xfzf7NWvPdDj6s44EHQG
mLoAnXCCVvHwMFB+Nf4F0+wOUFyA6zMBv1Ni982TGw9i0JTeACesJrOvgKw1zQ7fr12AWCyFJ0wA
Nh+f9EL2wYR63aTruM/K1MvfQuqA8dJw5/WHqWzJpigiP5lYo5edfxxn2U+HWkgS+KxOgStibIHR
dZLLQrrSmTJ6Ytzfj8iAY3ScbVfY4MEmY0hUj6B97YrBnU85vRVqUC5SsS3Qq7FIRq3AwCzNkweU
sg1zfj1mJBs1tA3Bgg+i3pYlNf/Wmvye0oj5Bd1aXJJOh3La3nTO0sdHBjZ6OXps/sSWlZZ4srmB
/KMgVPmDU54hY5G66qpyekJs7XZ9aXJhDztRZOWELbzDvaUwizBT0iEqAtwGzEXrOR5PRESF313l
EKdc69B038hDtH6ntZE1PwkKuMBFxqKPhCs30z3qOWJvhtmBrlClXeHtmevBQM6azgoqotVY9zmj
NbLM40TqtjWevgmjyWrUR2am6hJtSApQL1vpoiRVOwVRrmdMHpGNmc2AJMUw3mTJZde1lX8JdGGs
cDPn6NgiQuztHaspSjUviogs8dKEG8uzqhT1ZjXrlUMRciNSXhO/Wn2VrMcCZGPHvS3L8JJTAJlU
P5r+M2br+CRyMbPyxXGGUl5W1MOlQv7BbIo6gaE4DdvGZKbSmxm7HFCJxeUZsECeEq/ku/5vCSRA
3y0OhciO6sZFgEKDEl+QLuONt0jF0+TU+boXl96cL3pHMkT8qxuVMah/6QGv4Zc3z6lBXPnulhFT
uVKD09qGmr3Avs6k9TsyOv/ucZSX/Bqy+zVY64Klisy/IphQen0Ai8HiTw4vK4Q6POdvjq5oHrAk
F/ZpJbntM4/cugLlBGEcPV+9JiQGRpPNmi+dLjvom9/9iAYMGqnvr/fkZsW3FcSn5RAWhW4CNrzn
8JpKeNXOI82ZkJnWK4+ojGO1lXXlN8xAETne9za7pn3fEkt1u/ZM9h/ZVpHCwfWJK45b4pE2LAz0
gRYJWl7cZc8gFJwfXSXpEUk1mHuMW8mTaoaouUhdB/QFOTtw0V1jiZslGnH+Ei1aPIxCjdW+cBdp
SFjyFVF6oG6bjXKT7rEp54zhNIfRPkXcXB5MUkW3RrHaPo4O0y5id3IfW+pIVOTO6hoXeJSKQ7Fx
PAbQt3FZTC6o8UFhbuh6w0AmSq3AlQkWBDIAlHdixjKfPEvi9B4mT9EmlBHmHjKgmxu4vMTtWK6H
41QiHiKkFmsMMRS+ax3KNiQVI0MpkDF9Vi1RPW3CHppgUeuuMjNQQrg2qbNBlBahysTpdD6tMbXt
G5fH+D2MMLJtvdDSD+iOgNYP5RTdN4VIv5SViquSMTmDuP+BdFm+Rrafrev5QMR7jyixWHoY7H3K
KA0cb3mlwVSgD+s7cdZJz6FPBhI4s+wMLewvYQ14yM26lbeNmxXTp5TUwB5JBlA2vCo5jUQRnOdM
uP+QAo6KbC5rLfqtcOtmuUTbHtVXiNOwRMxp/EbVt7iEeNXR04DXQ19MOibxCmdD9lJaff2REh7/
lULZlBfnJOcnq0VyGbBlLC8avlKyjbGSM66R5G08VbLznyPO0Qc9Z3WO/ovDV6DBb8VTAVK3PpHG
M+7Z+3GVTegRROjUego8xOcdxQ3g2Bn4c/jB2MpBzgGlLD8InTr2UTQm+VyFWL8MyyUSF4c1PfgQ
bHHlWbkwR0q9hTWlz7cnoVpEWFV5dHyaXDF52wLxB9Feke6uekCCiu04dwpzk0pD7lQZMzMSmNaL
aRg9+FsI7a+RWvXRiV/QAdos0T5vS6EzFh21T0c3W1kIpLvPO3nZ42FMNoMz46vizVveLG0yjdgT
JgmVyJbl1lmh61yta9s8DyYbXvE5gtPxLZNlOy+ijgyGXp47xCSqfzcMg2CeJAzZ3kpr7L7aVWC8
9/uJMCTEIqlrLnO7dMcPnHeMZ4EPux/RtPBQDrZq5g3LPfFN7Onyzaa1HK6aNUSOuXHLMPqUSHgy
OHVr5xxNQtL3pgK4w2mKGt7eIyM35fXQGF3uO9o6J3C8RrePqghZhBNr5++RBw5kfBDlen5o2/5p
iqCw7FijnlGCiCgISKJuJ0EN/gvdblrGDo4jhG7B1CsME1Ec228u62B91ZEGNj+VuKeB2jhxQWwv
oiXMztYI1scJLXkyg58T55K1lMVuH+ryElkZGaEAJ6rP1FqZRicU9o+mUtkrTrLoI4SDN+3KhXc3
ag6fzrQfPZztiWpvw5oqMYjiEWp61bfRG2ht7Edgm1xWc1XYMAyKWOIhetSAfdA1DlvtOWRhEVSV
F0GmcPkTcO+dQwmVpR4Q/7BwdBOCmGfiuc1dIV3nC2DACOhctc57HqMnOWK3oCN2KsQ+hH0t3s4l
zqi8dbCNZLy/E5HdSIFR72ZKWn2moMI/wERlcJdvc23WE9T1GURhMYNMFIVfO9tklvhd6inrFNV8
M4DGRF/YH5uxmgGbQdOQB+mjEOSvKggv6kGRbGNsxWKDu8MM91NLy7MxLVbVi6rT6bEc6BIulyZu
AIS3TAA2Kw2Q3sXWkHp7zu7lREuhEAMT5epaN5PChuEdRUjTs8Ng6owvjEVjcVvU7BF+sNXg094N
Xg1sdD8ipk6ia5Z/hEgfWDQ4Xb9LPTyl9B/2qFOucxY9WrPQCTAmPxzaq3LQzi8Occ/b6ThOu2Dx
8uitwzHRfa0L/mq1Y5bby8Cd8G4T2K2c4r2Jc/dy6LEPYC9BSlAQAoXGeJstamiuEeIt3X6YlgpB
IZIYa95qKrGQu922cEE2IaO7B3a8OCI0rNxmky257cNo8Oz2xYXzWh1w4dbVzYIz1MI2GcJ7DkBw
lfEdyV+JzeR7ZWiD6mZBPMziFKoD/nIScaCOuXmQWWqdLicOxuS4ckCj8yI2MMKDjMjohH6kp5lU
3ngOGnB9Dg0sb3mwajH/ile/Vbh9u6LdIyuSxU6iSHzQESazrVeQH8Q4xcp/pSQE2Ndh7VK8MpBA
bspkv1W/mMoN3z4PMLWy0SORgLPLaxnvjyvYBhJcG3DXnI9/r2qKg1vr0TvWktEyWy0QNkeWO3b0
RbwXYkhwhcrdV3WM0NvD4BsfSdBZHBbnqhXlpY6HfvjiBW8n10AhuF4phr0zRKdSj/a5Xn9ACRGF
j1CmzhvFZVXACfKF23p/dozH+2kF9cU7LjL2UekI0SVV7PDiLfGSHKII0/+m6WZMZXTkSNbp5QWD
lVjSvLiUjJBp3NwUQWqoeYMShZJ80DT17BYKotTT29hgUOUNAEIqWyE7UxRBfQTeYIw2gInq5Y6q
xyYXwECFugbuqL87AB3LFWMM0z2NUhD6xky8QUDkWd6pyIAk3U8Jpe9rjWPCPToRwyEkVOWE9Txe
x80SaWt4iWNtqotqQlAbMFmtBfFWTevfOtXciR2DSsG7gXjK6seWrAT3yNc0jNO4jBmBOnA8H9G3
j/lpjCdGZsxjfKRPEdJOde8gQH0b8IM51y2pxf1ehhQYMBRs7D5Lxs+1H0luP9Mi2nlqAsx9MQna
bYvo5JMJCb5vUgLUFWLAWQKLJ8oAWaoV1vFTXZjlnbpiGe8bnwBnIoomqQ8o4GwsQ1atTLFBa17W
11FUduklaQ1eelNXLH+2PgBDVtZ4PUqGO0C7HQyb2AAB8NsOdFUG4AYOE3qsuvGJCsCt1l1VKF/6
9n4udJg+DdmYoO/nZ+HQWlKW8bxm/NC6S1zpte0TncZE9Ggko4INlLX2BFE0KuzdlxqDygzEYsCz
zj8xjv/SG3/pvlKfNvqIEWrQx9FombzwypPWHRPzKXxQUdp0R8oYkgWn2XPwjDuSV0qhO1XezWiz
49155yOPQuN527kJyi16atbZ7JoEGSShwm4eFprilDKnI2YW0oXVIjpSe2bTExW2TZiRuagjDDc7
Vydd8QmQAK7FHHvJa6Om6DQrbCwMlGxysRCNjL9sl0kHorlmmk9yTPGEqWhyP0Py1rugZTBN+lBm
8RL1/NG+YRROFEmWcq9uz28w9zx1dV98G7QQA284USwAK7A0yISAb5adbI/rKIYzrarBUCV85J6s
bJasBipgQJG2pVkvQg8rEzOvGWZkMxrRAAicyOPpmAtFQdYjUGlzM/+2yiS/X2I/jjFOxRrFJlJs
yM0w8V7mmvcjlsg2+iVimC9M5yfr2sLkgFOp44EKEORRzSNaU+M5gjd5Rm/d/yRTjRrJQoLPRrlO
NP8TCBkM1K0EZDkF4BfGayzIGjVxyA4Zr99WhwNWSOTfSJPLaTUvmZul1bZBbv+Krp/lXuLOEzmz
+Azf0NTYBAaRpXJyNfF1u5HB+HO/nnc8nV0sNy036TVMQwabeVaZ4QWsaP6+rnZ3RqpNoRXE3uDc
gwqaHiY77N/IrCx/7E5lHyF5sxe2PQ1AHGuE+ZuZlzk2N6RF7wxHUV61S9PWuxYOg7Xzizx99YcS
BJ5E//yW4FN7tNDGx8ibkZ9sJyyLN0VMYNbGbyv0V0Dc2s8uo1phz25n91hpnWdfOPZPliT/k9Y0
DF6wmqJFnT24jYB8KTOiAVEfs72LSrl1pc25OCM9zbZskYtLgzIT8hExx80GBSNM5Qlcacmh1+Bf
XFRDehH2SBYZaci5RioKi6PCuJiEbJVy3q7pgo2iiRGvbUwn6Ajo9qwcR5+qflpVd25Ammb7TZ1V
JTt7Kr2EAqaE2pmWtnfZIzoUOKkUm3BT1XzXhnCbhLbC8/ML18l7jEWcVwNhUQhXjUCjgl4xDccD
h0HxPY2N+rAmztszELywLobabT49Vnw+Gr6iJPnVZyC/iyzIV7thVc1N70jzyDsnco8k8RHfsKCb
BYZRcp02A+cq3ZuVeO2pZQQK3m+M8se26QiltHlfk+hbsbTdSVYuP6obrKcJRfBxbWr7Fqbyma4D
lqljZ5bFCE54tQeTn9rFIQkjTGhLnJvLNl/9XyUUjCEY4DigbqwqbCOJTZGCCgR7r89G8M5CNNOc
psLYD+PYx/dNKHkXRooALaAD0Xwju7EEzIGU3NnEwMkuMfWtH2KkOg9ih6zrjTvThbNhlThq1TjP
z5NY4GTSjLL3ZGfdos52SmbCsV+cNGKnMRha3d+zVmue0miprtOSeKwNmhkGZ7rzuvsc6iNjmsib
f2SWoh1hE+YenKzPq30vyCffWxYJ9AG6cwIsTTOvv7FPNY+mHSNEJOLsDe5HWRZ76iYSzXnuqzEQ
FuXUrtTJOgVTYsBbIaYTG2Z82V2aifgD25PHjGiqdLLFw5g++DS2HlVjWLwPjuV9+mk/plvuBDKy
alqyBx/aD3+GxMezY4nQXPpnm0KwRoXFpG2ts1+tv6BTKaxJX0W1LO29T+XUbLwu5QCNWgZJxAZx
rm584GSv7Tx7mI9dfn+qhpBbgxcaAiHOBtjsQ53IO7IQOacAcsn3iD0RN1U1qEO39PmrHuz8FXBL
+db3DsJKKRZ1xcIhfQpLFxZ0XzKuP41FWhzyGdrfdmav/YYMhw4p9Bqk/NOKCIraIaXs9ewK8qaN
2jw+QnlgOd5hbx1PqqR9NiGCb/BOC3uulocRPFNdUw4QbIPISnoCmjG9I3mS2ep9kuXeTmDMdPta
0G0+Oq5F6DIGEIMdqHHuF9xC887CifU7j+PxdjKY9CivbU3RNhZqPQuxmIKBlMt/WQKl1wbrqEAT
GUX+tGXa06U7gQgIIWfHHHjTDf4Zv862hWlO5clnw/PLQt0tM9DjE83uJmqjoQ8YDo01e3GUADuE
E/CeyTXOXjTBX2KzZhOx5lnbGbByY0wyRNOFtGAR2DC1Lzgqb4y3RpcIY+p5C/8+jd7SLnZ+EqRO
7gYNV8d4Pe8xYRRx9Z6AargUyXSG/08SOjFdR2QIVlnKF7i/crllWNtC/0CxdR3Ps12cZDpDMgHa
UYAqshvInimNS3Us2/QsvIRBAfepaUW0s0Avj5egKlkmqhaFJ8MKqW/GprC+B8TYB33+0+G1RhPW
ORJNP92lkKjfh7OA3Rn1WfKatTAJ/bRuHrO58D78tpt4i3IG4lOFBbJbhK2gKjEKvVKDArNJgwaq
xwBNyw+kHsKN4z3ZTJvWtouZ6AMAcshDsRHC0WnyA4nFFQ6hJgrjo64rSCNmonrfxfDHNIe6nn4c
EoyinaQV6tlid9bZlFB3J6yc8hXAOjvc2eVNFCTMq9nnWmDQgZGOXsnAQ+hwwxuN1QiwL7YPQ2L8
B6RqvLqxrUXX7IRZYwkx0tsJOZUvOeG4KXT9KnxGqI+tM4wm51D3LC75cfCTS3IJz5mZszn7q0t6
N7su3tq8KONLCgh1y+/foAqv0/gDC3L1qzAF4+c6VFFxEUHYYDBvCSYECaukbt+OpnoMScihfM4i
fa1wOYHfmd3pLYp63tLsOFS7jaUdebvRJcd+I+yiRtfDxHo7sekymzHFIYlQv2tvHRpfvPnaaj54
0snDcN2w+plx/ZAni8QCoaoa0nfj46B2BjrJfSliOFA48/p7n7ghRo1pVZ4QsNcj8yeP2LFz0cmw
w5vtlxzIPPsQdsVnLzMxNOAqTXnKo/g8/u8y9IIDJmHyCti/8jZqYtS2jjNzlxIwU97MALc/IzhF
hN2sTdIEcZ9Fzx1y0pkHt+xvTFXMFksMHtaNnQ24V3Kn7Uk48MNvbnDGOZCGS4brqXjkZCweo7Vs
y63uu+W3xHpxz8Kh1wHj9QbUNzysm3Dtz3cMmXUvnrdMJ5JqlQjWzhdnHlUIPENGYxYBJpnXV4nU
+Ro3IMYKMQDS4PIJxm6eHmt0+oRNT1BFYxiPXAy6/WWWsLsEi1WKlszS1Tb3LedaUoCR1ZIU5pL0
b6xK/Jx2tXVah9XhMjsUYz0BkyKwptZmh011ghVIrv60azPLbXeItLn6HEPec64SZrYx4h7mHk3t
HLn/+Wp1IZsX1za0b8U8MsfoETzfL8XZKkVxa7YleP30POjBFttQ0uIbyhVt2YBp4NjiuiGwJRnH
X4Qalo803uPHHKcZtqKOmByLUUMdlMwsi01MpLgIorWQB7sn7JB69WzebZ0ye0ay3j53kPdSXo5n
J0NiLWysfWDe8BhSAr2cMfF+OFSMt8V7kprdlPfTewwV62Wt2b9uXIcp7o64uMQ9NgZj2SGiZr3t
zEDrhTo8Rfs15cmzo3AvgOIkmP4i7qzyAV1hjFYHgzw+rbCc3+KaWiuISyaVW1iN8sTJRUPfIULJ
txZygemIlSC6wczFVsth8gGVMeG1QzJZodMAr6Hr48FPIt4BrLqBpEfV9FHkbHz2OKO6nSQ6gC1h
g9iGcWfbWlu2+GP8wHw5otyqK2s744QUN/2cynnrlzk6s8Wwpj31JIw+4eftjgADBevBFbkj61pW
rKyw7XTYpcMagl7glnC2kHict8Hq4Ua2JFD2p9hgZt+fbxfN5eUp2rHNhrlBAwqtEt1gSyaX5bnN
3sL2TANFHPgCS5DU8blqKK9yo2BDGEW4ASIlcl/ZrHYCBKJfTQcjp2YIKD55dWBTbh48ssqifSPd
+XeXzGfiS2tjGGblqlAwIPcgtqsfqndmrQpsgY0NZWMhN/6VArSBEiPJ0Ns0JeLLrcoyWDxCJIhD
WojaYOqSSr73NZDpgCPcvl3hDSGT0RPZUSOaLYJYe7WwzPfPWNkuzqb1JOc06fZl4eYvZllivamh
bCHAoF7Ij31X+6RI4+QLD2R10YYwPQRV2tLa/KRDigfS7lFznQrL66AVUsowe1STCo8RoxKs7TP5
1/CG8ut1GZXF6yUayyfXI/5ki20i9G9SzuffQzzF7IqqxshtU4YT7St5vh8MBmCNDHNXM1Ril+fc
w4ap2y1+y/QuyVpnQtbAP9xiWF55LrCSkLltKHK2jrbi11UVqL6jxInu8rF0+h3pTuoweoJMpVln
wzX13pwcbFrKZKN4EQme/gGaTmdl8hPAU/ouB1gvQVtbZfsEp93cF2JgszitdisOekAZim65pblj
h5DA74ZAxYzHbtJ3bKflN+ZyWQW5CPFsED0p152l3NjC0YW7g2M9sZip0KdA2qO4i0m9HLe8MFsq
Gcher2NmAPW1Q+++K3c1Ld4YRyLEjOJzOrU7jMdw0AohJBF25d5Q8X47DCCjbYqOnAITW8sddiFe
uLpibYcJq/82jGhaRhK2B0wJV1x4GAWue7AUunhGMcTqru56tWOggiKEiR6NXA5p4Yl5W33VMJTD
Y5W35fRUADT0Nghy2LagzSFVGRmzzVgy9dIzrp/o0ajQybETuvC4i4sF6D3j1uFrRVmV7roWicVW
otd4zTjdv0qOo8cFBG0SlNpdd4aWEz5+FelnZ0jLS9GRZLJVlcMW3dHV78JzkNHAkKrvAJvFt6tj
FEaDIV9+mNLO3wI7yxvlZH1hmLem2xrEH9Qq1Re7HNroc8wP/MCSCqVQNjDaT+IKcH3jlwpNeXGe
tPn10M0scQpipzDzZDc8YTCNqHXHqQb5TrTz8EXxxQyVh7JO83tEM7GLRtVUo80oguN5K+Nl4BAR
th79Rx8vWrnv49H1NrZcpgy7TSu8cNwUhj30EKxyXvqrJLMr9ssIrbrf5ABwmbyMHTMD7i4RzimC
0z+wuqmWBuURY2X27OVqM/EKpFWwAU64P88xGr2THHriAmd23YvgSWlk5GeKtx5a2NMZ0+GQ+t6A
D+kz35nvbGQzeCk0J1hzF9qezfIGtoBL/lrq5kP0bLtSFCYY+M1xgDapBvwPIwuM5WNKKDSQ/Kn2
hkui63y1V8OS6oNLoGH5iafV9uBF2HU3wWCsK3cH2AFI4oXjQ2al/o/kAHQ+zqWLi5eh59xfx2bw
uvJofDKX3Ev8+iwgdklsEi7I7NQQd3ZdhjtC7UARzmBUYnLrNoL5vjh3D3T4ePpmSjXfWu9yOP3F
Ack3qzsQnhyShep54fOG6ryLlPxAK5hlWZE6gdiJwFWMVmcW2ASoPSV9fAWYQzJwEMdY1kEu2Bw/
uH/il9SHMLZJW3SpVBZJKfHQutqhP6fW2yoiS2800nry7lukInnH+bTBf239bhm4/bhKtc/Mctsu
SEENUFAVBLUEfRLqF5baJPgMlS3R4GlCz7dJhYFmKyKTO8E4uu3PWTJMBsCk0jP2pNX48JGyk3We
OSBHAZAr2rF5+TEuRmuCsIuZjRCyfiofLA3ZDh+WOCIptDUjiLq9rgdLLxto3/6Hl0/LHtI703ki
NXqUR0PPFM1TDqq4aeiTtxmJ/u+IoLxkN5dOydyJZo3EMfZi+sjfwe7d0DSsRwxTVPkAginK6rkB
4R6telD8u2WuVVED/qav8xABrT2Ow9mlWg0ggIbtDuIRAfGVJlUkGUv/lck68hWssIV74bLCR1LZ
ZQgg/b6wHoSrmM9oJ21+YoawS1CsWg+XJm3tR2o+lFuRT2G8WQXJobtJoXnZaA1YSQnhpCeyT/CT
1CULlQDzI+qjxDZkuDvK8pqL/nyLbFNsM9ZBTPOaQJCSiHfDMPWigACzFOSHXM0vl46WZSo6Cpvs
vNHGCIb2kyyRJiNNfVrQh82ssajhbIY+dY0BnOOB/DOaYATe0AhKgkOGuDXusWvL/iINu8jdJqM9
jYHRIcMI8Cv8t+Hq6E1aVuEHSqLuxUcVSpGKyeJby8b5AhA2cpu4C3d2bffA4me4tZukB166xdqm
XnzB9HdfMqW+RzDGfInvlh0HNPb3IJbmD1069bXtEmi7T9jhhDuiapS/6whh443pnNFGTsveeqts
jMeBbviByWdw2zwgVYOpGixXX2wgbcEsMGO4sCxN068yL8lmLbvSugHqlMN+80R7UWYlfGXPNc2h
SAhwPPlY7i9F32avXsyBTEYoIMEtvAM0iKib0S/J3lXeJlyT4gWNh8TnB4zrI06y5XOCYEx/jdqk
2+glSpINg2F6H9phoLNcDt78HTPRX25sT2/22ld3oeaHYr5YMogoLbj1RIg54HKXSbynhS5Z0w/J
QybPE9akcJYRyLrhflNkzmG/m5na0O1hIqB4xRDgRVP6LiqgrTJLRjwLFiAHfE9r8uIv0nO3MVpC
f1+zoK43FARsCoAqa0x6kpc1gPMpBhRBwBbOX+xzJLd50yfN30JMcjP3l/yO2IZSGSbnrotp3Gbg
KAJmWdvanJkK3pv21dmWvBbQaOi9SuRw5FHc0mLNdOxWoocjk8m2CQZX6jswPvM7/sX2PaVj+WSX
Gw00fOv8muMtfmD/2b+C7W4fZxjlUIZiCV5HOi7fGAgkF+K/cL6hvqTS3zXwSetjI7wYsEbrj2Rw
DTWLoIsEXT/xVC4+Anv3z3/8r//7fz7n/x19V3dVvrBm/0c5FHdVUvbdf/9T/fMfbBXO/+np67//
6TlaCKWVj6rSY+CJBpV//vn+kJQR/2X5X7FI4q7tWDTXTtFfj6Dw6zAe7/7+Q8y/f4gmZMTXrCcV
h652jPjDh0h8JUM7zs59nfrR7jw8DVwHYyJ9m1Mf8T2jzl+dwvuxiCc4/v1nS/0XH45kSBvlUS+4
3vkK/Ms3VDr3sVCE9j3xL0m3s0efPHbip9axPUcU584j/ft0AEvliGtO8vLaZ8aIF05pcRnFq1nY
zfTTWSZg6eKaw2m6zUiNsLd//4e6f/F3YmJwfelIcsm980X8l78Tjt8KS6mX9+3iiWcqXPx9WTcP
QYH+h/QN0yaPf/+Jf/5ZpMB9ZvPr2I5y/T98YkEHJIu8te9tV6zR7YDe9RdhXvmynb1R9uTWC/kG
Xj+OACR26vnvP93/0/eVQkq+rJAOC2f7DzfF0mO29oVt3w/G2LuO4cUnsWTQtUuhjlYDwmidBx+z
XVqw1cSf/vcf/+fLLWkQUTtzxCkWKd6/X26+pWK6vTr3UZ30OyDEhPvqwmYEkSXgxFnpr//hUfvz
jSgFjwJLVMH9iA/73z8xT+2BfW6lYCZGIRo5T42/WKUzwYTlYP+HR+785//Lc83n8GEuQ1rsS1IC
vvj3DyOOl8yEutT3/RJjkJq93voBFhFubdcR8zUJV/FT0ffj6e+v6l99R9dI/gVLXpk/fkcuaWpB
wnMxXVjZh2WZwg/6yfEuUGODlvn7D/ur7+jpc6lOmU639Ic7yC4tF8UYH1YzBUKiN1vWvTuG4hZX
TVSTq90rmFI4Xf7+Y6X4i2trIEr4tuu7ru2f//m/PKl2nBBNVoXqnkkDuKkFDBsNJzqggJwoVHRl
0X11gqBisE7JjnCcaOcNvv32//NneEr4ruMQvCL/8BMz72Z+aXnqfnQseSVmJ9u71kSOU8/e5RIh
N8UeBJfPJU7MTddV4bEaEuc/nFpS/vliSA5XTnYeU1fYf7gYrm56ZhCu5EfoBhzti1fNWJqcyN9x
3hIPNLaxe7dms1sS24lLjfqCGQoHSkxqRQy95v7vr8tfPNi28qTh4aYP0N4f/iDaFKJS20whUM2S
C9Em8b6vIC2hxcquSFpo/8MV+PMtbzOuEjDMDZ/qGuff74Y4FTWh0f+Ps/PYjRtp1/AVEWAO245K
lix1kOwNIdke5lyMV38e+mzcpNCEfmBmNp6Zalb8whtq9/tQKLjaVPg3vSLJiUoESIhy4Q6ZX5o0
ZjlfuqyZtkGJ63Iwx418QpU8elY6MGhPGDIN2r6r2mZDywpxc0CkjYVlaVH8MM0hfoPmZNBJvj7D
83NnMTzXCnGKydJO3g2h9YaUGX32nNVV8sHvqWG7UoFZRzhfDXsXiff7iC7C+vqws4Xlnma3OwqX
m6XC7738doVHqfHaSnuJOsB7O6dCxCFubyFSjZSdkWr+1fEM9rVlqGxvTVeNyUbKZARih0B1QadD
LLsVWp0e9Rxp410Lx0lsI/wH7/6HIZlQii4qN6g2GRIzYzenLu08V4bI69vMMYI95ByHdoyRdi0E
YaC8C9P6N8S7eCp0A5sh0zC4RBWT5/ByXkGRIc6RJd5LTFuH8uggp+XbyJ4Yjl3V6SG8E8Wp7tTC
ib9ZmET0297xwOwkMjJUt4UoYMc2AD2lhYM12+u6Qc8AWKimQFTDXvTyd2ELYeTIFzrPiSXqU1S2
yZsFYppiRRVU+lOD+NB70fp1/AzjOgVLYgX3X14OUwPJz7UGBZ1Q6fIXoGFZAH/rvZcmlNo71QvU
HyCXM8DsKGrQI4k9fWHPjf/HyVqYjsUGd2x8qBVzcr4Bw6NXxHQ8N4iUSfeZFie3cY5kuIleLJpH
sIT1DYQ42sagARHmvf7Bs7tMN9DdBi1DmC6b1vTuRIFARPjYBi9+ISDOYl0b7yv6Cf4eTID75W81
uTb5Tlk2VcPSJ9/aaCKgbl1EL6Ek4SYkK/JxMArtp6cbb47hhLvYydCJQa4DKsj175w/4eOaWhrZ
gKXyUkzH1pCa9MDgMXblG2c3HfQ92sN0Rlqp/GHieXHAgjRAcBibsVWbBv91uqcuHPZPDp4pW7Zh
akgqEExMMxMA7ngQpY1FHaHz8FyBfioOOIhIxpMNbRTHgzYjesHwhNJT12KjjUZYSvkTnltIo0hF
T60cEXkL214dT/zlLqQkaXP8uBm4aqcBTipw5GvsyCGK42nfCgX1401W5mghxOhK4TEgjarLOeJZ
FIrMitYp+u64Dpql5+EKIw3lvkOUI4SAY9OvgluQvMq9bWt3hoJqKYg+zIhH0J6zqy2n+w9X2Oa7
iCFzvAByzKGqQyfKt34uwo+FlZ/FKzp4yfEV4X6FSmhObrswjAbFEoi7NqYtldvA06w1zHzvVnDN
APDH6WjfKTruaLKu3Me92u8H1HwfLFBXC6dt9o7yU/ghJuxc3eSv8c//iSNrnh0L6T0XeIlmJFiS
aN4ZKm9pbSu59cbytk3D20MK53B9Ej4ZmEcNlrqqAD+wjMkc0IWvM5cr6NkxSgX5IjX23oJgiJq9
TklmraEKjKou3n0Lx25+vRCRyRYPuGpofPi4Nv988N+CYR533osQhpKs5B47N8kFy7gy6Kk9Xf/I
eWSqmwCDHR3mMEmePM3w7LwUaYPQwEsNefeP7+IqsgcepYmnlu6Vse3NCltYVARR0EwEHNqDyBEo
2WhKRDeskgtp4Vx9duuQrozPmaqNoczkeZfAUOhFY/ovAU32U85r/lhnsrmyFG3sdYqgQOU6wvQ2
AdgLKrnpAE/4Yn99YkxtfrxNHjTeB84BzdvJ8oOe7poKUu1zK9VpfgtOBnWGzI1UcBEqrcxtEmQo
kjm0CxF8RLPrDVpRipkbSkj1TYfsJtanUERhnOlx/6drtdbf205hPangKr4Piu9D1mjkpli7fZce
cMwEKGwjJSQeJXu0Xq/1xPs2eH78x6oJPKA1ptpD6dQdmjaRFgYHWw7QbZTMCqorkPKewfHtpVGO
oIN5pwCv3Bq1F5Q7sPGUEN0C67q9kQkJBrdNNdxwqXnd9CXeJBvY3VnwK1T84qZE1ArYDw3UcF1R
7AL/R3HQ3rFjaYA7dh8p97XTQsAmvk2/Fz0iVA8Cil4LUlTyizsZxS7tXTNiirN0/NR+i6OtiTEl
gv8y6MtieKIlq/3MnVRxUDALg9P1xfub1U3uZqqQBi+Hwe1lWuPi/nOG0D2KQfnD+sQ2of/dp20x
7H1bMhFvEHUAijFLwHjQEAPrkmCyXn+oPGV/65zg9DAMwhiibArxqKcK3G8AP/WvEi+QYI34U5Uv
XHHa+IhPfi4FCIxCuOso/smTnxukHbp2ePE9+0OajDJ9qHWsM8/toQA0kF7uIV/ExZMHG9DeSzTf
S0itLZlMlcDtW+EO3JBUla0GJlHqallHFsSsb+q4CsHP0dr9GFyZfaDFcv6utGF0sOAlUs4MBhmG
qjBrrEQHNXky8hZjGwSGDQaukhAqcQNcml3eIPK4gqdFpFUwXzgq4IS9FdRDl87/Z5NhWFRHqPBZ
49t/uXYyBRlMjB33OUgoyr3z0LWYnWQaD+mqFH2uv6UgJqHNtn0qP+LY4dxBhJWyuy4Z5BYcZyPy
u4yqz1IOO0+tTAePJFkncVYNMoHLH2YKS89MUAUvkQ894QkGzfAjBKUXPGLUZ9xUQVItvMPzEanG
UnYjsKf8bE5rN36nwTGKnOQl8CpVRvEJGbw+sWikelX/DH0pWnh7PhuQO4/rziR1Jt+5/EQg33CJ
3Cp/Aatr3/ACjgYCdRz8zl24n3u5wqD45vpZnT+zkP81g+Km9lnlOfakBF+YOn9B2B2LRj2xflQY
aEG0QLplrdGlK1YlDL+FYed5E/ENOSv/oGU6CyuSDDUaI7DSlxbha+sRKmqTrUOnK34bWKAcOlW3
B1RB2kazVwMyYhjoGmpd1l+fcE482ZupUv2ntXA54Y0FlrskgnlB0Q5NbxANW+5D/4epuyhtFlm+
EE5/ssAapVxbo8VOD2iau+BU3Uo6zrcvWeL4+yRzfzowhR/MOqv2AdSil+uL+8ljzqfJXG3o6VNh
nabNaQPdpYdm/oJlq4DT1cNSABMN558gWet3JfGGvyXGUdT7hnoyj1KTocigdHT+N9d/zGff7lD1
AsaPnoChTiJJcMlRbhdN+eK5brv31CF/0CIFpTLwlk/gTvGKvj6g+smIbGtiSE6xwTpPYogqDNEM
7+r0xQx0OPSuj+gIBbLOucHsgVo6uAw6tD3K8uCtMFcIVuTM2ZOMEnkKOlFDw0YNoeGuTTmVNMwV
FHRoHCT7VxLGVqTYhabnm8pL4Y7JKPYKYgbHpM9r19oPDffaZucDIUEsw+6dfoNpa2V8dzqkXa5/
6CdnmP1Lhc/RNYPjNIa0/zy3jh5KGmIo8UtR1vER80U4fImUMKDW3uU5Zk68e7fXx/wkMaQdQv41
hoomQqyTRzNRYe/jNGm96IkMtlAdyg2wEu1nAfJtb0pV+Kr6UN98p2amPZQW7gpFkVS6pbT44R8r
/ZfPFl0ilf4gbxbUDW2yv3pHBBasIevFC5TR4qk30URC+avb0rtXH/KoboaFiZ9vsLGcjPYUDQyH
fslkDqDeg9BqIuslbhAkWCGviQCH2vWnIJQjBehC2S2EVvPshBE1nUycy5MKzHiv/rPUbRdkdiwY
MXKH4QfUPJSIcRr+KyffbK8vMcxc/m8XgZFBrZz8j/ePa4vvvBzNNaKCIM93uKWtoX73dVEhIGSH
cRx+UIZB7mPnDT4wgSITgbrr0jaSIEGCYtNPnOzYeROaJqHwyolC96CFrV0+pwD64xsjM2P0NUqv
Mr8HTdjgQhLhsfgOwBjohUHr31iHQ2aWN52PACAiq2X4INuCeEvruu5W7pJWP3pC8/RHyZTBsuSj
AhUToYQ1jG/iPIWYBDVb4vyG8l28sXVb6u8kYDffVC+pMDnUiHC0VY64hkpG2TvqSSJH4yFAQ/ZI
jtsMuxgsSLI2EJfFfcIs25Uhl0iuSADIX61Gax7HgD66Kc3Q2MEv98WmQHYk3bScR8yXCg/DFQ+d
L+RiWkdP0WgsNCGvIkJOFxfUcni2pcKxtrHhNB++LoXJxjYy6NuilQ9KZyDYjnyz3ri3YZjl7oOJ
tg+yDYFiPCcoZacrkKfKq4HDUo+fnOJ+D7Ou1TdYWFTlBtkb9Q/xqKGd8SqKMpwpDB3pnWgoPmjj
l+9lTflsX8tKdc95lqRVqHqA6SNEPINjidox7Pg6fsO4qXjG/KbowURE7gvIIONsQc1GVbmhTLdB
eKm6T9HcRu616KwXE6f6MzyA5hhZkfuriRycOai+pzBnVM97y53E+UNpUnG3loDKcEgz2pxrpPRw
NorRz9HWsGVE/Iimpts+htCJPixhkUX16Ky1K6S1ocdJ6KTZWEGovbfvqRfmyLxWMoqUUVp9QPEo
sTtU/BDKPmSLAI5V4EBLTQHSfrMHVzjPluXA4pPkxLy31b49Ue4E34/TBAIHJu/3ugS0As6i9IF5
9EFfPJtDCpTYsBxPrMLQzEcRzvECgEOPwB8ics5Pw7KydzARbfTIR/kbELJ2vR1a179zcR9VV4gT
1+2htyGyb5CAwDgOR/XiT+66OtjDWsa9MHOtOj7VdA/VU+GhtbDWm0qxjlBb3I8WjoR0qClsI9sk
R/Dfrbx2/T06WbD2IQg3JUCSrMcEMU9kXQCdNiAU5XTb3ktBOwQOEmi/bQhnczxeXo6OdYBm8aam
3Z7twg7Z9lXt5A0GQZTg5HUoFzCXTbVR3poUCfofSl7o6pMHh7k+aEz/GxWcrPnQfUjo6Ow4lZrd
+l7cPowct+wn3NisfqYVO2BV0pZ5C964qaxfdeWF7X+VH+jmY+VQON4lepL2cLdscZfJgYPZVTzk
kG7lons3osp5ykFuG/eooMgd0vbNiEXHKgvuXo/GMnIPauA+AkM1kjv+xXgr4Fd35trGBg7fW2Il
nB1bYoUbCMBKcE4MLJwGumPiFtVb2ECDED1EKRk1sRUaMIMFAU0vrJcasdCM9Y0qewNLCHy4KIv2
CTnRQbkl/ZH2ZhMa6MTjGRJuUBHTYugqfdDsUkdEyb1aYK6w0zy78m7NwemHY6PnUJ/4Xjc7hWHY
kU3GpS6elEI1v+tCeMpWT0TyR0iO4i88lbOAgVcbGMcIaqDtThP88l7XKJfkEH37F9lTjWfkDgMU
SNh/QNHAbd3pg64Eezd2oyVAw+z5olFla45ML8chhbPGP//n+ZKxmrYbErwXM06l30CAj4KSRbBR
Fcx7FsK/2eNsqBRqaTnT7yR/06eJrF53nhFr9kuaoomU5UOCJFSsYTLdG8aLKsp+IcCdR9s0JGhT
jV+mIZmpTbKJgcpSbBaqf0iN1oZ4asuPQZelv2vfVB6VEqd62ay0vTIYDTxAUJBwhBr97fqrPc2s
aHIDWaF2ya0+Ns3GaflnipGuauHJYWmBPUiGMmlOF0yps+ADyGm4K+WQVGqIjbL7JspRe6QEV7xQ
Q5jPPD4RxENgDyjMW9pk5pNMCUPblOODksNJ2cmh2v2RoHnAIANHXd35NAUW8sl5IdVQVZBlNl9M
Qku+c/nZiELXlc4t8VIhxL6KDWTBQtiY3wqwgEj65Er+2KLba2/Qy6s+8gzTEcrdoEzBgMOWv74G
8wkggweCR65DMOrYkzUI4X8lGHx2L6gdIGYHYW7dSQJpXtkQ1rMjJG8B7vHJuaIHSH4HVghUwd9M
6J9FTwPZGpCR7l+MPEZFs/CNm0SL2jPSga6zcK6ml8e4wWjwUw5xKPLZMzBFiGWhZ3vZoTZK1ds4
mnDWllJ40ZNjheLBr3FQogGZ/Lk+p+Om+TcWZVh48nQdTYUoHyjg5QL7bY7NZanmB1u0qvvkpin7
iYNYvQ4arr2512TeBu9DOf2m2XXyen306QSPo3OwZQ428Dd6vpejE93BLctjcaAIhF5tkmbWcxSr
zS3S3l2zcJFMt486drhVVVWIyHWyikmQbw1RqJlRZB3A34+wZ93xV+AWOxtfvkH90PGg8BeGnLXT
aOWTliuk5bSMkOOahPp90LaZDzf0iE6QyuFI8AnDDsRMrZCwDAObG9CRrXJGjZRYnXh+wGEz6rSP
zFNpfZa2B4Glw9ZpgIsHO3TldaEd7lwm6cHAr5sHVoO9ufax3P5Ght0gYjUyAtYiC2PvwIMk9ys8
X2AcoyfcmYfr6zfftHyeqoCRoJkAwHJyNdehG7RkM+IoPGTyRrTiQ0mGcIxE1yNYXJn3YPT9/64P
OoN1MiA9JJtCKvUek9vgctckNcY3g51mx0R2SkxXShdee20F3r1n1KPdqRFDsWlgWOySvjSsO1tB
TTuvpFLbaxBycV006z7fk9B2N2jPxN2NCtene7n+O8fn/vJo2YAYuKqIb00dRcTLnxngn2ujU6ke
0IzIZeQP9UrsUXRQF67F+SFiHIdpJQun2KhPFkERmUfFWQOyX1Rhv8Nq5rcB5gxdjQYxo4Vr6rOP
4jrke0hiOb7TE4vsr17ppnqQUgznabGl/q01aEW/8PJ89lH/jjOZvBrF67iVXfVANoDjHC4xyKuh
d4/4Pn0foGTX1+qz4Rz6chqgQvRbp+25vCutvLMH7RDQ/yZoy4N7A7GuXzJaMEvV0fkUUvoGUz7e
vAw5BSAEKJpafqCSa7hR+wN1IagNDXXN01c/ibo+ir7yeD4tosPL7VcUMqKtdJGPSDjCqlNqMfBw
0m0biS/qx/XBZs8I1UCeLUAdClvNsSZ3q6l7tWIjo3rUUMuGJY6z9AepH+R8Gx+RB3BiwdEIwvw/
pLD0duEAzG6hcXAgiDpZk8m9Pk74P880cAFtiKhIHMmbUDRCxiPRNikEe0RbMODcizxKbxXXHG6/
/tF4IRADA4cjQpgcvMBGr6OyyvDoi9KlmeMU+hY9K++I6G9+zKIxsUcNx4T7YRTml58zIAwUUgDh
IaUM6nYyujUAYtFwf0d9knKp1iL6DPVNeterIr+t/WqpKjc7IuN4BNdsWuC9xjS7Ad3p+pgQxEdd
SW3pzkeEIN91NY6SewqDvbO5PrmzU6KpBLNc72wIdRRmvlxU1SwtleCrOQ6lJxJqJ4n+2xnybuHg
/62PX9zSkOhGxDKhpWyCgJoElRDbsHMrkv6IbGtY/UwA01qboUA8Ak/Ipv5mxtTSbtTadNytRuuK
KmtrFgUepAZ2lLEVYPsTI+8x3LiBgTWRMPLeRvjarfCcGERfDncFfjbl0bZheGSyXCorENkoJEfN
gO1giQEOnBWRktOLvRrFAUWaPDVPGZzWdz+oPGnhuMwWUqMLZoJuhM4CTGLaLSmJ5Szh+vVxMCUL
PEZnvSm97e8Lsy4XMuL5UCiAUVA1xhhvjnqA9+u1BgHQ0YRHdvT9yFGRt6le6g7Y7O76hpnHWtqY
+sojOAd8F8Xqyx0D4jYgeVTLYz3Yho8fWoU7PaQ1qIVuIMr/YG+hTwDCZUCkUavzA5j/gcr50FHu
wG4uyQDuDoOfbuTKkp57OSngVxUVquZIXur5NtS94VfowQ1c40Ko/mcQr93QPejznSTQqlyFkl8V
Twj0y8kComV2v2oUvxyCVrJQAuVZ7kdHNkKlqT4qVtU0a6XMvT0/qf7eqWX22qtoA+mQFfchdeeF
7TJO2+UBYfVGjw1geiZh+uQgIqqKJkrR18fcp5q3VjCoQvkYu8Z6XQZyUe0TH47WwqCzK308jbQP
oQ6BlwEqdbmWNdauwoJ1dlQKNID3SAKkoFIQp9I2hGvtYwrFdAeT8ctPCePSQMRGiGgAOs7k0SxL
pNgCmPtHVatQfGBV5TtfG25tGDo/GjLkgNgRgfjrW3d2TMboEHElGrayRQSnXX5t4yN8iwGVdES7
H7Jc6gDkWDmNFCc7t7VQcL4+3Cyrp2tpAR/RVZAZOtf65CtBG4FrS3v/1INWvw8KmtGK34YP1Pq+
BWW2R2NSeUIFqnqkVGfc1HzyY1G21cIizyo7qk5exLbSHVJfnrDJ70i7JGG7R+Gp8iq0nOMAt0Dd
R4MQkmgJWicf/OoBaTZclpC26CjZAxKBVmBWzsKUzPYbv4SoD3waFSbCwMljisx/TsOgC08a7zVa
2Txr+zYY/L2SD+Wb0/TalvB96XqcdfvIRLmuQF9YY2nLmp6tSpRDE3RWfEIDKH8qsg5Ccy4n2m3Z
jh5nrqRLwQrVKSjekK/NfYmj4jcb4BTGtjleBKwh7dWF3TE78Dre9dQSYQZSFpi9D6HrKC1K2vkp
R0pIIEZl1xur0mrECzAKqVaoYltiJSQ8YDZozpfFTWeHarSN40w6oike/i50yf6VSIJ+r+aTiq/V
2K/3VRu3CwWav8D/i8uJ/3p8x9hF3EzAOy9PToFSUTUUfn8A84m2cOsTq4HrCUZXzVJU7aoJPK71
yo0VsEetjfM7+L/4P72RkjfWpurv0azKznWoqF/tnNKU53wBxbC4ymzwCdPfxlnXaqc7iN6q7t1B
dV7UykC7C+0D1OaY0XBh6eYrx4hjG9Mm7aRZO3kBUx2LjFSqu0McuNi3INPgPuCuhxxBAkc0gEuO
D/j/NCasBWJCnRx0koyjXZqojdUhAU1++gIdGXkKkbevSh/hK4zF7H/Xt+fsJWRWqTmw3gQwhC/j
XfpPsD8CQATr2B30wbjzsO3I1oEZ9yc1t6SCsplUEfU71Xes0POvPsIMDUKeUhn3DFf1ZEFNfMJt
cJH9gYpndVPbkrFB/MX4leUyxmC1od/KaPydklQXp+sfPX7UdJuTaIDQBxswFrEuP9pMFNe2K0ZW
kiF61pFcLOnEK8pG8lTtqzEbEEMAD4CIyG1M7sXLsby8wE0ES7tDVCvVm9LZ4h41e1FvEADSl2oX
n+xYBoOvYFqwdGmbXA5GQN5EsuL0B0AsVM2FXZUKGNi6RjVXrn00rbFbuLk+mZ+OCUFyJPBZ/D05
Ja1A9bLD6OHA5fGrK230c2yak9IOpURdhTBf5WIhmflk/QwDxLU9Am+pdE7mVAlMFADCks8kED3k
avaUYsFwjvv+4/q3zd8xTsU/A01Oo11CaXHsoT9wPSPkoUEkdspeXZd1Yp1ckAA3hREav64POptQ
mAKUyUnBAVuPwL7LRTSKeLDjwOqOBsx7PC39FoEXN3KMYhdkORYopkutcmEV/5a1/j0TdLxsg9uV
R5tbD0TS5ahkuQNiOFZ+CjtglLD2qQACyY2JHoI8hBVfUCS9RdJKvSl8pZJ29lAo8m2qwsXdYxxT
FXeD8mqZefkK1dv6rhdptaPbPTwUrbouEG+L8dSIV65p+TCxO7OX9z0GdugVSAa1LyJFJ8R2s3H9
g6e73Y1wvQKZXb9KzZWXh56/pmenfddGTbobcK/lGaNPmLA8Ou1b6Pia+7vFw2x4T8Mu/501vf3Q
qY3mrEGG+tUeRVU7Wpi0WeQ3tglhflMjIZw36KRcTpqeN5bbozJxwvUyinc+jmoo64i+c/cK2W6y
ynNUvDehNqDDJkwkjmKjtRDAMVRxg3AvyMmv7R2ye1km8KGSCBVHm+Fi8RWu8KoXJyUFyIHYRgYk
200l+omIuUabpCrbhcM4i7rGMUkpAIJSHANIPdk5Xue0RZtlzalNlbpFprlPoDE2eoyYSTu0+hY3
ruY3WpOxvS7Q9vmGkGfb7Ya80cHAK0NWorsKjDhZmIvpLTH+LgOKJ4eIqx5w3eXidHkrTAz88pMl
muSbN9TuDek1Sjo8aIhBfXniKXY6vKJgrFR7ykAq6Z6Ce5Wqk2742ofr1vYv3cO0eVMJgQynb9lt
srD7ppcT30fDmPkGPajgFaFefl+lCQBvVlGf4IkP69JJizMpr7yr4HL+KrkRsWsym6xd6JuOd97F
RUHDlOoD7wsh4ngALofFM9fAnVaXjlqI/S8SbKb1hCF29QMPzw5zWy59rqvUyu5DHHyXFlWfrSpX
rjq2K6mKMs/TOl3pBjQL+8bC/qmMEFfp7LhDNdvrjY1RmpY4VRrAGGTDDbZc5p4op2DEgbhcJK9V
XUTviacFzr7VuWX3veFXBxvj6n4TqZVSbRG5Bz4tejTJNnTQR5nsrkRYaqhqu7zRUT6RWnIHB53Q
PdwMhIu2oJ1Rw1IinLc2XW7hfmrVsnOy+0AO94OblhSlPCVEe63xo32UsRPwG6gLtLE9V4X7FQeS
+NZ1vtM+KbRg/pDG2fmfNux7/dDTq8qfjarXGbcpe4HUh0wptPxmujACf39xE7N/qTfDxR+LBAQQ
l0sbyLVV2BitHZXUR/jH0iXvCEwsuc9VLIm2dIdQdbo+5GwTg1iHgsh2Im0lq5g85YU6IMmKve2p
SwMU10Xo60/I2Mf1NvFMZF4UV+vkFwVLTHf3P4zMWaX3NTZr1cn1UIPeU1DJT0+8ei0nJUeBVaj1
k5UqMgWRnhp/jPLRwvf+hfP+e3z+ysTQ7Rnjzr9Ni8s5tsDmaDav36kjIDR3ZaUYr2DbLeeuoB1j
7UisR50ltIwwOJLke3pzUrauHb3y78BRmAFSRtjzruQmEO+J1GRLwdV0RQzGopXCCSeb5tdOzjcC
RTJQrkw61ZGJvrKFDu47jYAy27q93r13Ru8eit6xl0jK04P9d1wKqYR0Dtm7PKkZ+GVDva5LvbOE
JNYJLB16mWVjPweNn22vL/2sUvL/Y9FG5NHCGnZKYehb3N3xopVOJcqj96IS+TtqF8lWClQUS5Qi
0FClT9D7riBfhbfkBuatMKzKWSjZTO/S8XdQoCIPQV2BN3uy+7G6xjDQ6dxT33S2djMAJ3yLKyjY
GYSWcqVXno4coVcP6kOC3ckSi3AaafJW0RGgfEUrHfKuOlnqQbGj3HLL8Ny5shyuh1bGRRlB1Vek
VHAAcFTJXZj5+QePI3Jx8xxTqZniI7xRBwSH+ujsFm19p0cY+rZJ2z4msY3IOF4fSBV6Jk5zWCJX
++urPn7Nxckb6YsQDKDA06DAm+Dy5AVJYrUCWPIZG1YZmkorP2Rx7e5sXSBJLZcIAotQM54ACZZb
0A/pwmLPNzjfPWK8yARldB/GP/8n1cYk3bUFenZnr+nbe0nJrL2RGtk2qnVp6Zn8bJ7Z22NyRBSI
7vblWJWFC5SrBPG5w8By1/hG8qNCGhVjuzLaw+UcflC5hcQl4mgpB53fH2O1Fw0kVOzoy06XuC5a
ScUMNjrbgxnvktIJD7JfF9tCS4y7oXKKV8y6nIXL/JOdTBvNQICWjjNU5EkMimI08oyVEZ9RalXw
we505PIDRafXHQThSPTWO8VfWNBPvnRM7BGANEGkoBN0OcnSaOtYgiE6J+gN34l6EEd2FjI2Fs0F
Uh7NfBODtATb+mQbjd0LJpZqDZDwyaENheMOtTakZ1tN7qzA9rR1S3UFMwzYfgvH9ZMjMyKZqM7A
bQVQNd2ytLTIU5FmzVy3+Zm4nQNgEHkKCAU54sWFep9Tl/oBgET5FuegZb58YhmenrsGkorUdLKq
TL4nFcJkVesu6e47iDApvh4lVdwErf8XbNYR4VZc2djgCFpvClpS5sKD/dkiU9agEwbJ2wGqcbnI
IuioVqOJeHYr1T/zb1SbyCqdlejkLEBBv0d6HQGhL9bGuJnp0cKusyC9UH+cLHKeBE7Z4id0HnrT
uzGdTja3oMaqfZZXaFx2eCms5dRp/XVBgnV91j87S6ROfzEplkYkePnFZKwhtO0kPVu9IsnrNks7
rFWr7g/+sk4MBxRBxoWTNEukR2kY7kWOLkUIssjJ9/qQZ/Ex0sLXXFL7mtJyGYb7oBX+Vhg2YX4W
xO13z1Okxw4rrmZPAG3cWUhUhmu2Txgv5DjzAGH8PUChSBtlavfTToJq+ODThR+89q6nJbd51jbu
PuCocLfoMGJBiKGgjbh8HlhbucOvclMCNK9RCZUce2FBZqeQW9T4/0BFHfspk8np5cC1G1XziBND
8QuDCOsBoKHr7rFh77s9hF/ahmmZlwZKimoY3qaW9D/9BqrBQId5wLXpAmk95CElToLXssKntyV+
vJHyIH6Poua9lQfrFCD4Pnq2+cPaKyJ/4SaYnUKmgI4WzzZnAtGDyXuWtTlWLXHovaYyfgmclyJc
0UfFZV0I5wc62cWDSlH+q6UNwNn0ksaYAWIRcJjJBZSByh0QRpbOXulHmwyylrwOctI4jP6CU6J3
1ja1i/7O82XxoJdZeCP6CECtJ7dPLRtzoZb82Uaw6SZRlOQX8eJcnsyOhKQEj+a9al2jNCs/1ZRN
12eDvNNSmPYaWssPnhuVN1mPiQTndkl4bxZWMB9jb2JsE5EfTpNvBa9WKTQHH1OswDumyDafJRSr
H2JLj08m6uLqJgiK+BeWUO35i7cSQ4PXNjmWpEAzjZtBRQC/NdgBSldlNyLVMQbJC4pJRdDfGdBC
99fH+2THkY7Ss6ImChN0miJoQ6A0iikFr0RYLTyWWJCKqTIKJ4a8GVBF+O577Ibrg86uXsgAKmX/
UXaNiGKqBxbZID27Vg1fHZycnmQTY/GyUMxDL1ewODCYvj7cZ98IKgAlCuaWZ2b8838i0p7UwKwo
C76Gkmc/aLI0rFWqDvUKCwZnNEZPdpoaOwuX6xg0XMThfCRv+ch1BSc0e9WlvIW439m4BmtAnmCe
ArKtB3mP/yD1lq9/IfgDAlG4vGNOe/mFel3x2CS5dG6s0SuUYvUhx0523WCtfVM1Bm5Ivew/Xx/0
k1MCLnpsUY7wPZrgl4MOvilpo7PYWaolJ0f0OYxeNXRKNl5sNBuida1Z41+m3luhaS28FZ+8pMSi
VGFNRGIpTk8besjYy2pomO4ZkwsIpipMlnIl0Cb113mluD9NUgBAH0acrBziV7HOwdVShu16Opwi
bheO0WyxqRDSkye/ZRHGCP1yLlC5d/tcaP7ZrCT51uxRMVoFFdCPTSwAHiws9+z8jKOxr0hAxn1t
jivzz4YuVdWLqlr2z7YUOFu3SeR94UZ3dZrWxcrPe+dwfaWXxpu8zK6KEjIKMP659qLgz2C5aJ9g
dYfecV+bHwFUT/V/+MJR5IqUjr8oOF9+oYz7ildWun8Oivzdk+p+1wgrOqLhgVlvngZvX//Asbdn
GCNaiRjkcjiawhA6Iy88y6IKXvTSSe7QZS53kkvXHAp5ZYe310ecbxjSR7QAeODG5oqhXo4YYJxO
GS4PzyZk9VXhNIqKzRuljwaa4NJszi7AUdYI7j1MDbjDoL0vB7PB1SrUXMOzHXLXSaEk3DtkxES+
6coEU17bcrVbxUcVfnf9K+cbh4G5/GBkj1eFNnnJ8WCPjMo0grOPUR2Wtjka9Rv0qyMF3warOrWK
MuQLMzu7lsaPpZ0I94gDAi778mNloBuD7dbRWQiRnXDphkNrYFTzaEmdfXSHuP/tamWirPUYe6eF
e2AeUVPlomNLoVWnwAcI9XJ0qNfwqiMtOhPcuD+T0o6ecfrRvL2UuMZHBh4vHIXF1e+a5ZO7Y+zR
bdW0KhZ+xyfbC2yUAdqelx28xCSQdAFqJnVlhWcaU0ODwrmBR5QctT1NOsk6Xl/lWbw2fjPx6hhB
wiWYbq+Sx7Rycik68x5gueSkXfVR9tRtbd7LXeBQMkCzRuQ/09RzaRNEeXS+/gs+2Wfkzn8Ddkqr
CPVdznoSoLodDdSckEyu1ed8yP195NEaWvdN6+3kAVfarwapYzmTJ4jGOOdq1nbDqFntcEiJzkNR
l9UGbjn1a9POswPihNmNXVbOL69HiHIPBR6CclC5/gKOafyqiwiDn8B7P4KtSNxphl5+ddxFDgLj
UnwuXOrUcIqt+FuDU8AvmbKys6UZ0do4dLfZwqnWPx2XJAUEBhn8tBMalRkBXOnG50QPMe0M00bt
bwokuhZW9ZPvo+VKZjIyR+b7yqwdHOwwPDk7QaW9GcLGPhAQOWzNxj4yHd5TF5v9wssz6/NSpx73
MemfzI1JCepyVgt4/h5KhMkZ1HrnvUeunsf7xlNrClCS5h0IJfEcl3nW6w+51ltUF6MyLfHMbOrb
qiuQAZeQW1xKij450RhPjSgbMhMTMu3lzzLxJ/ESx03Oigb/e5tjL7CiLWI398gw4T93/UB9MhrE
jJGFRhWXAafXmA7Uoc5Z0cxHpPn5/zg7rx3JjWBpPxEBenPbbnrc+h326oaQzq7oTdGTT3++2t9g
m000MQIkQQ7IrmJVVprIiDATjrOj5umkP61AN+MNn71mjuSfSIZRRgZ3F/eXnlhdqjWIOrtt+/Sk
GORYe+pdzb8KzGY/7q9t5fiyf5xdcDyMhS7nnrWmS5XJFuVbnlkGXGhBV4xPQVKk3+/bWV0UbCQk
84wkcE2vv5iS6GWCayjfpiqtfmie4uxio6FLXmr9hgdeefOAd1O/YfjBkbfy2lQzAAEe7Lp4s90Z
6XhTE/0zeh3aOZszcvfG1r4NegFB6mx0L/dXueJ6eWcMqu+A6Plz4YQKPRco3k3FmypyW0WOvOb8
p4Hz0Mxh/LVrEUG7b3DFK+Dt5Ckh+qU5vzA4ToBDjcwp3xwG5r94oZ0dGrKwczhn6WsUVCI80o8C
ynnf7No6GVoEa0J6j0dabLHWijaeDFG9Ifss9lAoxMfKSJFFnNBnsZV5K6O4scf3hJYLnLULqJx/
uP6kKHI0lFwy7c2kNfxc6lIBODDpvCPardr7Bo6IrX7hzYHFirzrlKAo2rjLaXXFdCmzMzP/Fs5h
gtDw1HxMozbP0WhsAFPf38/bSAlHS9MGVCSQcg900WKBRlsC89b0t0Sbmq9OIYZP7sBsySnPgSDt
h7SyxLnXtOSkIY39otnCeQQt8F7sPlEL0Qu3FDwRbYYlGMCg7ZjzChlvPZnb2ZvN0UehxtjhWYtH
t7EeoKFN6q3Fy8VdPd3SKnBQ7gtNecNaLL7IhnIKU1N/G90u85OoTx5Gt3E+dVMDqWY4jgigjgaK
kWo7+0WFsNrIuOYrQlSQ+s3CRmO5jsZf9z/J7ZHj6SOmAeYk60HLuluZMregdpbxphRZ/E/fxFlw
sOPB049EO2F+rmNICg73bd6eOWxacmaDGX264otj3pKsQ5JjG29V4Tp/J5BRfhAIth16M3qncg1E
EJiScwPA9R1ouhc3WO+TWT6g5lsPKU+LRlBYZId6UJKH+0u6cVDYkfUtXCLBIRz01wc7dDsVkYLQ
elOzrHqhrW/+hSAjcoCh1vy0rCjNdp1hbD0Bax/PllQolB8MqU9ybdVWprFM+UVvbaem9q6z4DQi
6Kz7nv66cxk7b97iu1/7dvSYGQtD2Uayl1ybrFtBGyOs4TOKK/NFCR1TPGTDWO9F2cMZc39Xb15t
khmVhREl4Jywdm2sbGmd58zivzGvpStwXYI7O7Z1o9r/c9/QzVuKIcAZfEFaNeaNPAMwcgAzKJq9
xYYaBqCgZD6OBJD6JcKXnQo30u3DYDDlMTqoeh/vW789PFjHL0omM9645Ww8VcOqiDrbekMZfXxo
EMg614MQ5xLF1kPYAFhBV30Sp/tWbw/PtdVFuIdaeJxluoJVdeq/RrNXPKLBbjKXoVv/JshMbVyR
tT0misXdEqZDlLf4mHWrJYNml/abMs7ZMXNRHKSUGO+EHTav2gCLUhLA94xK5da839pKWSvFAXQL
eOzkMfujdJb0UGqN3Wy/haqVHZ3MRKM6KlD2OpZe13yJpnDYwkKtm+SG0PWD/mZZYu9HiK3COrPf
RJaaZ1hVgyO0k8DwgRTa4GNTW/xz/3OuHSKajCoRId097s31IpUJiGIKr8xbW9mu39cIr59g6e/0
fRLqrXXU8pKmLvxx4bulPvCy9DcxC2oSSapl9WVkRcKaTOsNNH4EWVpQf0KEne4hnKnNoxLxzUMw
+u75/oqlq7l6T6VYl8zELQrSkpD2esXpNKEM2Ea534tQPVvqaI/A3MpfLi21dpdluUXqODgHW4Mg
Pffs955nQITUodHhYLLauKk5dX2r2uOoVH4Xh/puMpvW12KtO/LvIJbrc+O7Vk/GMwqp0Yblm08t
5x8cMLm0NtjwJXTBKEeLsdNB+EkIw7/RaMh0Dn0JY0UcP5pzFT7FKHZtPNoruy3pHZkp5UPjJBe7
LarKZeiuqf0I+jC/LkPxYgVJ/RD3NIW9LNaOthFVx3qcxBdzaJUNb3UbOtI9l91BepVAuvjs11+7
KkLLK1Kj9u2507td6yjeLxtU7vxRNaAIe3AIlqC1tC0F1eswLoqzorWp/ZhOgbLhr+VSrw8eHVuI
EmRF3sCtLDxZNaYmHyBt0IUsmg6tTWNnzlP8d6IN1sYLeDOqDDEwqiuwfMLzA1BlWU1FKgtJ88as
/SyJKm8fEtZCle502rFAJfKlnjolPBLMBsc2TyI4lbSZcrlQG1l+imJGI81RYZg5taG+2+P7GC2Z
lSyMYZFUnE9GZCnBaapHZN47hmbnvdeVMwyFsLG3ezcX6KtHZTp/zZo6+Xz//t4eY9wGFPOy7SvL
1AuPhej3INomaHw9a60DqjblLrW9+hBHSv3YdtUH4rrq9b7NG7/MdkIJQwOLeTJaZ4vwBUgkQEwn
bH0zyx3W2o2ncaSXNM91c1Td6v21YWlQIvXlzAKY8sW1AVvk1QjWtT4Ul6ZfNTQfcf7KKXRU5YmC
IWCXvhPJUUugPt9HLvpBsN+FX+4ve2WrWTFtUNkMgM5/8Sv6vgnKUa06H1xT9JFf+gNS6/ChZzj7
qHa1fg5afQvMdfPeuxSsAHXgn6G2Zjz7+sKOYcLsGMKefia8IN6X3GkwJFZt7LpJNZ8GJ3cfDD0N
Qvg/88v99f4ec1tcUao95Fr8gbCDtTSuVw303n3mU52OviNnn5/dse6cvSjCgnFh0UynMhwR4m7z
aHgZNa/+K2q16F+lrvr+sWu0jrk5pFd+wvg6fkyCIDt1VlmebQ2FcKP6FJUnVdG9c8Jc30PcAfXe
3V/Crb+VQCn2To5gk5kvbkc6qX2dZ3HmW+mU/GiZzXppsyqCvRJa4yMCQNlB62gsMBMc7cRs6I/3
7a/cFCZf6KlQkgBIvpz68NqgKUO1zP3KNaJPYlCjD5Giicdcbz2ArJWzUVPSV84LHOBk5JQEQbAu
P1mXpXB4ILXu00SvXxrdSc9lX/S72J7nfqfUZvnR88Lom9Ad+PeDflKVfQF9w+eUsdUPme40X6e5
HjvU2U3GjWdHvFGqnw9g771DZtntAcCi8pkeJlLWZZN16X5kVv9cG3r+FcL1bO9Msw3xlsH7FufC
fElTqHU3PqsuH4fFyZTtP9JfyZR308QeFQ/i/ErPfQ8csr0zg8kZDpVdl8WutZrhL/CK3qPXpdCG
0qczwmPdQlnzONpxYZymJELrIu+r+J9mrpQL9KZmfWIwzbR2Y0XNQwJlkM6AXtB4Aq4jwJDpkf1a
6dA97u8fkN8T08uV8Jmoo0i8DJ3N6wsu6PGgCTGkhD1xjSKDnhgQoULos9cpGp8nxyung2Rr/EAv
I5Hvi+Y85kYYfAutcvrcDObwt6HSPDvYAYKahySf7ZOuKtleRPm/93/sigPEDZC3kk/ybi/ZCXua
I0Aw6sq3M025TGXefwAXAsdHQJgaBU16rqwg/w8xi9wcwhYm9nnH5a/6I/EY9ZRWJzpRPvcrexyF
oZx7I+6eZSL0ohrF/JbSi2DQUrWexjDL9/FUJj/evfLfLh8PQrR8Ax9ux1yFSqarfegvux19dxrA
g5v9oNQ/fjAQaDkAywvei/GE9YcqnwN5hCy6LFXxNDOj6CSgBuwhkD4OUzDyjcvpMYr079HUzY8W
DAC7Ip/6jUN567UwiL+Haokk6Iae2ystlVnkcvDZ3OGxbYzwMRhV5ThW6t955TYbTvLWZxENy8wS
WjUWumwr6GHStBHqJb4H/e3ZsRN9JyZ3PJROZBxCI0s+N62efx68zt1Y6C0YRiKXMQ78BPmim3Ra
TfBYY9xOfhV4/VM35/nBUUxvn4hM+64Ganqq0FDmuYBBHLoZdzo00aCfR+XdnCS8sRK1RizMGafa
tvAD0TiLvBza0Q/GSf/Vgjk7W0ad+I0Q1saqf4Mhr30O06gkAISL4Ch42q9vVNrHip0xM+Z7/eiV
eyOeZ5x5T9t3n86Oi2Z9leELUZSIUdaxqvmfjnIyM78MoTSPUelF32vN9vJ9FyTio1HRWD7EkB0o
TylS3n9ZFk1jOLi1QiqcT20IK1dgfb9/I2/TB3oZrIDfb9FoW0LTXHcSJhn56LOnDGtOlaaU8E5A
M0jZv/7rvrHbCwHVmlSKBvXryobx9YZBCFLOLe+Q7zhxQDULpuvjnM8M6YMFYRZI6FCkPty3eRu6
wAfCuwD7AMx1WL+2aYU9RM9Gp/k549J73VD6g9Y64YSWlwojeB1pD4UAFNCm+hzumdMYP93/ASuL
pqQNyFDuMN24RcEnk6M4wHd0fwilpqtuly95Pqm7oVLtf2N0q94dXjNp5TKAw+mnc7rMKvSgFnNE
ccRXWjc42k4KwzdGj7ZWeyclrMKDG4Fn/Q+LJMalxE3ERIvqepeZHgcJZra6X/H6PsCmnT3mXd5+
sOa2OhYcp427d3tsmZSg3MCIE6eJyse1PcDISjYTkfjhlKWXZm5alLbCTvs8jb2lbYRJa0eIOqGE
i0pN9iValJAPrvq0MXynqLXoXHVei+weuVS9w+8H1bFs+2EXmkMijmC3nU95rDjvHoL5TZJNlgkX
Ce3c5TkmHa8oixq2X+sCOicTmOrDBBHG3gpLyFIhcidHtTZz1JtHBbMuDZnfFWlCh0WylitgOCxL
mH4xBx0JfQ9FfswU+CFJFMt3qO4/Ow2Kgy6D5ed3nilG/hn2kc0pWVda0j1xoxUFEivLB26X/MX0
bvLkTYHz2az04jjEzFv9B3tyIJN+mKyTLjyFO43uxCNu+WZiFrhtZ6ySHTD/+IPbl9FDDV/Exgpv
AkFWSFBC8gfUgcnyxSmmXlhpAXfVRwd8+C7J4j8agKFPilaLQxYV/fc6L+ytWHnFKmkc8DQau2Q3
lnRYfwSCaT4PGXP0ij/FzncvCoN9qWndIQ9seNJEa/zKASFu6f3cXFhcME0aGt/A6vHHi3MEOClj
LltXfDfr87+r1uYdNET1ve8d5/v973h7ZKUpcLAE2ETXSwIjN1XNGhEfxQ/sWH2uhqh6MMbIvNQG
I3KDaVLkaJEqJUYNtrA7q6bB7NNKlGXJZRZS9lWnjXEUXgyaq9OXDNXfL56VQ5aRqUUgqJgp1glq
OgYvi0GD8f3+ym+eGlqmgEclYAkkMFtw/WUnkdDJ0OvoYiZV+a9bTN3TODri86RNKmpeSG2/1+1L
gyYUYLLp5zBreW3QHD10KSs9uqAbkUfQwVLeGKv2B936ApkGhNjuL3DlFMlePZYkd6qzFMjM2trI
59Dw/KlChY24iWBir3SMt8Lcjgva2M81c8xfSIpxEGBUb66X19vMpU+GE/gNDCJHS1DP2ql6oJ71
esjE+/eSbpCkFeJ28oYu9hLNZEgIgjm8jACstDPKkuaphYfA21sUd6yD3VTi8d3biUkSI0IxOLCW
GOAqtSsC2BgFFqvL4QmNeuUr0pPjuIcq4Od9Wytnkza7Sf0IRDX7uYgQIkiNDAe220udetUh0WCI
L+oMfdOpTU65bvz6D+bYRyb7IBZjAP360ymIUVsTbvsiuhn0RJO05pOe1O0p1KxZ2UXzuMXFvLpA
+u2MEtLZo79/bZHOcIfaUBZdMr1M2z3aBnH/1CSFox/quUhShllShofuL3PlhEIkR7bDLC7P5LKP
2aMRNKfCUXwlyRT1VUAfUOwZaJzaE+Aea+tJXnk6cG5cPspFjHcvawgVOMgo9/LoAjtIG+3R0FGK
EyqoysOcjKJ6paT8mjJysVGOu10lk4rEe/Lu/57WvN5aLa9jsuc8vri1DpgavJe1L+uRl1qbtq7h
qi18N9QMZHc0Ba5t6aWWMlQl4gsU4fqjVbTGCe2G7hVAYLlx49dNSToojEmk57WpunXNyahqlgVc
sDyMpaofwY3bnz0VVax3nxT2EFf9/4zJp+uPV18dJFOk6kaXCk0QsSudfoIkUbcT5ewmhb3hqG8P
CtZgEZTgb4Kb3/XVP6zVitZ5isHSKq83pz3U91Q0Edco4GRyyw9z7U7PBe7i23uvA3NOJD5EccQ1
lIuvF4nuRATcyY4vcdLHZy3rvAt8D+VRjZRNec6VrycxwRK/SVWJcsO1rcpudXuI9PjSsazvXoUs
UxY4DK4mZbal6bdqi0iGWUTZZl4S6Ql9GvN6mKPLlBvmC5NyymvWQvc1TM1WJrdmCjpEWui/54iW
sD8PyB+lUSW6zBEarjvRNOhQWd3QhHseBifaOJa3XlO2FJiCBlFD7215UNDyqjodLtVLDdDykz2U
3wfGumRnQ/sWD1335f4BuQ3Qrs0tnoXJLiMrDJPoUgwz4nQgGHIen2Hw/nIbW3z0wkotvzVDZbm7
lB90vG99Y7HLjEaJGRv2ULm62H3cUw/Q+11A9PRJQfkN+La5Jde+Zk82+gi4aW9RcL4+okUQuIPJ
+3fxoAt8Tr1E+Rq6Ts849WT9XY+59e65MGIXMGe4K0AQYLf1a4Nlq5cFz0d86Scv+KqOevFawi60
b5HcepztvtsYQFj7nIB4UAH+3V9bUvh5ZmeIvrUIeCkoG7umi3v1tZsiMRwL9NLms9cJ1UFqcJwT
aO2sLUzY2gbTH5IINKCboE2u19srTgvJtPTglTkgI1cRP02O8PNCLX+yG8qGW127nLYUYWDAD7NL
BGGWKbERNUF8yaq6/5INHbUOw4yTRzucIUq9f1pXjTEAxzeliq3Zi4htdL0+HV01upRK0HQf67YX
j3pZTdWHMTOSjSL9bQkZgh4wn5AS8GhQElucVUDc2tAxwnnJ4V4M9mADchQTx9jawUE9t7sxFNlf
LtKDez0a0CZ28gFVdl1LX0YSsY3AeOX5sjjJoPNBWkPpvShUFkWR9X1WcXG00rY+GqE3NihZBt5p
CDjZOyYtovhMaa3agjTeTn+wD4xWGjZ6HhLSIb/KHy9n0OaxkXVtekkKxC8PImin76YdwNDYpDAN
mvh9/qrBfL9roKn0kVMviB1ay/swAb1/Zaav3N8/CPJDX9W5JXeSLDrJCEI2GK5/klHljtSDSy5F
buXTHnVT2KyR3w4f7ttZuU2wHjiSydqlTryEc4YjUF8rmrOLblYjCboKMnaemyzcuVM+/+pE43y+
b3HFf+AVSTzoCiHbsiwj6inPO4DY/JKFefA8TXY8wjgxw+cd6PPPWHjKlybQml2cus7GdPbKYslf
8ZYEmYD5b9IFOyrScQZsYPTFRTRqC0e9HQtml5Xi8xTZm7555SvS/qMMTROdeGWpn9CraMh3vcfu
Jnk3HEvhcXgFyqvtht9YWRngLKm7JlmdUWq4Pi5jpoWmGlX5pUpNFZW3poaEt45dscstAV2C3Wxx
/a85D6AJlJgsxMtZpfzOf1yaDjqpOhNzfqnjQD8h1Woj5Dzrv6guhk+tWcRnim/tntFL09rLvtw+
hePjlGjK9P3+iVrxHJLlmfiJrFpipa5/SS/0ECqZqLhEte4plEqhso1L7tbOBgQdqw5D4UaqHu9b
XW65ZHOToCxJov1bseLaKmDKzqFaOvmi16rHoTTrpyTu8J3V0P9yUi98L6RUGoSFlB4bPopAaOES
5rrnLWKl9NUM93lMwvaxHAA8IJPZdy/a6MXvjOylQTJ52T+ReaC1+MJ5m4Y5A026b4AmLM4RmLhf
ege+7tCk81ZnT36kPx2eNEZfj+iPAjTQOrndfxynjMpgzQSv6gdzmiUHCql580XxnDA6GKLI5g0v
tPb15NiZTPPoGC9D7qAoJUuxNvtR1rjossPmmb2YI7h2p/PcQ5ga4xb5oPw+yxXy1lL0Aa7K0774
fqKPNG8sGO1APmaGJpO2Rq1axfMAY0C0L2dSeFUb8h+UbeaHLpYCt/dP7PKeyC0Gy0P5WQZOxBfX
Wyysqqr6KtF8nbpUvtM73fiSWzTjlNAz/+mVLvnUm1729b7VpQ/8P1bJSxkTpj66vJ1w01r93E6a
rwqhFbuqINdCydYyD/ftrHxRKZIls1DimZtaHkTkjRtXserPKLk0D1bLGMShAx8aP8SJrn7r9cF+
L4SetcnmBWED1wOY3yJmUdocOhyv1P1cB0mObhvTJoj+wJyUPHUBFb4dZblS+XF/pTdQWMyynyAO
GDlhT5cSLzAuD1S+BsNPmrn8FKlmflCDqivAzYiBv42O5mAmX7R+MiMAucP8nOm1vRE9rlxYmuO/
y/3M8aCFdn2aEgOIXMoAMHVhJ6uZz7WDRzUCwruzMntL/2MZNMgVM3kNJy4JK0IJi41mQGsUMHEY
fhpMs/ekahD4Mw373HpprR1Hy6N20xhO+SI8Z6vIuHKAcRDcGOAdUJYtCxxxlXsVjWrT7yejyw9g
GhPz6LVh+Xj/s64cYN5uVD1/w2GBWV9vaJHpguzFMAELWbUHhDtBmaiJAvMyTHPyg/6Y8M73Ta5u
KwO/BEQUBLwlpXadKvTC44ClDUM4PTRhhRhj67aauQsMQ3lpZy/TDv1oBpdsmLcgLCsOURKxAUmS
nA03A/zhOBd0HUbeF+Qp/66AbdUPMPLq6Qng8vAEHXExPQKYHb5YiEYi1mAh5fz+VxzhAjIOOcHA
hJj8+H88O1EwVn1npZoP5jZJnydFr0jvtLjyPubgYrWXQnfHrVRndeHU6mDCh44eFehro3FYCacC
meBXdaSnH5RgzA+NCk/H0cj6wdkjLDTLALgoIX7mfxY7dAy1y/1vv3bcaHz8/x+xqBsoejxEs1bp
vlC19iOAlfxHTnnkaBdWA/AbZZn79lZeH7wE8QttUPrLy662cKIZPXpP93UFJAavctYf6H7q35KW
JuFxysLpZz56drDxLqzZ5TkhOpYDy+ayx9NOWetqfWr4UVk3f0dWqwevUY5g+ClGfBzZpClx/9JR
dflyf71r+8sjTy4PHaxkFb/+yMrQBEFemYZPibk5KonhnYIO2tKdbs/xcbbGrfmqtYUyPCuVFUFb
g7i+NggmlA5d3Zi+W2rNS+oN/WvplIkL9UjqwgBTFFG4DylbbQ22rhoG2g7AkIlaMpBrwykUK4VT
l4avDKV2ihmt3w1DWr966iCQko8DWPCDSY+y//BlASkwgEPtAjq7xTWCoq7XzLA2fLs0mg8wFI5f
+ryn36OjaBntaMqO0c5OWntLlnPt6QMGIzNIvBeA0usFayIq4yFWAacYQDoRtNbd9kEdTUSE1Jnp
mP+yTmAm1Gno5dPQvzZntVk4gPYxfRt5cz+tlPnTzOxTsCv0ueKu1pFxLCOpxnX/BK8uE8cs6abg
gl2CG2c9jSAmLHkd3EjTD9o003+KY68YDmNGGWej5LF2jBi2J4ziJQe/Kb3mH644K8xptOrc9NXY
/KAoLuQ9bt+d2OLmlBnz/LE0lOnH+5dIFkvhCcIcwvKFTS1U6qDriaQ8day/G4qAbxB8WnaiENfk
G99xbT9JVEGBkDFCgLf4jo6KLHnVOxwboTi/GIvTM3ipe5Ci5qS24+n+0uRPX6QbMr8BGkbpAfzf
4naEASxImt3YfqFZwbNedWV+KMfyVdT1RamS7EHDK7pPGsKGuzwIqg3zK18TTwSFLy8cZfDlsDv4
ISa0nNL2mwkx6QelD+wQORST0TG4G+uzrdRqejDzeNrin1pZOGcWOheAeLBTLJtEQTI4dp+5WLbQ
j50VhACDRI/RIauCfwkybIQPkMwOd8NYArofy9hUN7706uJtWcUEAEk2sjhWSdUkpZmrjl/aCCX0
ucYYtjLS24g8a4ZGDVdxoo2abdyglSeHThVgZEQHSJCXaCrNpdHXVq7ji8FQ46OwjLTfacL7V0nC
Tt9V9mBsfOW1vZboLen4mS8y5Ub8cWcnY1b5zLHjd8oQdt0+G5Pon6pL8uig9l2gQN45NcqDZ84l
VDK1o3+r+TfVRmK7tm4q2RIoKIGJy4cA6sNJnerE8ZM6r1FSHewdCn1RvbOS4AuEL9EWBfna9/3T
4CJ2Yg4I0aQpsH21U8rkCOmY+iUemTc6B6BNEBQHQ7bTEhiej/cv9YoLIYGXs7ZEzuSOi6GgWkdi
NCsEX7iIqgouoEZ7pttUJHszbLuNWTnz1oMAnqWlDN6TbHOJHzP0MetsM7D8MK3NYAd/TmzuCrff
0oVbWxQJFsAxuI6Ajyw8VUGOkRC3kNw5upjLXWUU/edorBhzikdjqv3376HEbkiOVyrRy9NiqlmD
YJBh+eUUdd1THLlOsw8qm8ZnIgp3Y4BzJcWSpRaGIXjWAFAtnb4ZJiqu3vLtovRg2I1BNelDq34t
4Oz/bnmd+hHl+eJLog/jhhdaNQ3aHtIuCj5MVl1fTrvIqA8MtumPvLkg2Q21eTRTs0gedQBH9ZMu
emQX+2iKfyr88xZ5ztpn/c2KwVPO1VwCV2D57pu0bR3fiBizY5Iq+UvthbmfhFNv4L1v7yNgKrgO
OT48N4SE1yvVs5FholjT/UAN62EPZ3n1M7JQIjllmWF1R1eNs2SnioJu7P3DdOt6oIFjfTyyFEip
g1xbdpWxawcSCb8o7PAgNChTDqjvmvrXBqmx82y1Uf/vfZO3+4pJaFC5lQC4KOldm9QMVHYHqwej
K/LuJYRZMd8Lcti9qsTRVnf51geAwIZeyiVBJjRbBkiqN0N7mMW2r/dl/D+aM2nNKcw80b376cIO
RLYQ2vIRCXSvFzXqrWaHLnYsd66LU5o68XxIJkexHmyjdA6pDa3uxuO1cmqAu1AMBVHJI7asb7ud
YzdWWns+HVdDnBpR0pRKBDT7IHWa4LmCcu5X42hiq1R5+2qSBVNuIR2Gz4qzc71YNnGipwtmNChL
y9uPaEGeYrqb8cltQuPvvHHnAzouSCUryEuYh3zs0q0axMrB/fM3LFtTQm+QvwvD+FJYavoxbNo4
OaYVHBEHt+vKPaqO8IXeP7i3/kgm/2DbZeEdIqTFN3YHt+16C6QuT84cPUPp1Rt7EXupsbMhXnpu
IICtd8mUt29B0nYbbn/dOlPYyIpRY1tCsOOJzBmx5PCiB5b2baIQEOwJJ+xvdWuCuRmL5BMhavk1
DnNjwxGv3FhuKxESxX9SqWVr2xCNnWWmrfgj1ZhnU4FVPU8d5WsLHujh/h6vfVbGS8FCEshyuBae
MEubbC7GNLyU2lDvhnIIP3lJMB26Ofuqj5717b65lSuEKiZT1uQzqKIslRXBwah5P6WKnxURVBSz
1o3TMWfz46MJydMY7uoJLFrojPZGL3fFMYFCoZFCRwNnqC5CsKYL0Reyg+hCnX2yTymUn85D68TW
f9hQir8wfEgycYRJru9qb1RJKSIrvmhQejzwyIy7WWNUK3PnvnmILYUS+/09XfuEPCn0wuiuIsCy
uCZ13qMWORrxpWVocTjFAASKB2+qrejMFIFTP+alLT7ft7n2HekNEcDTzyVtkb/pjzg+TwOtCEyQ
wnprOC/DrI77XAnUvVW23me7s+pjY+ZbBCpr14LaL9Uxdpe+/MKoMjNeogs3vKAZ6YxIF5blo47W
wuemZmTx/gJXbcFZRbIvmcduKICozymgikDNZ4P4pKZqtQ+GvPEOZYcE6caZWTubhF18PWY+QM0b
17tZOFqYOV4UX1K9zf9WtbQMH9osFsXh/YsCJUKMzu4xfSBd3h9frYkgrTDS3PORVO1PaVk6wd5o
29B4tKa52WL8XdtCjgatAtg6CJsX59KwKitGNMWjHDSozlE0km7EbNUiPjaJEf28v7a1PSSZpcHO
0gCEyP/+x9rGoHKijEjDt2jvfxB6AQQIUFSdHu/bWXsWeIh/A65wm8sgWY5vuWmXBT5dDys/e6ET
v9IocV9nDRgrQktu0YOEyur4b9RA1XrD/FooQHVEqo9IvbYlh5GqQprWz0Lx09lz851iNP2x0kX5
XDY9g+mjJ05scfwAlUXaHPOiKb7fX//azWc6AGw5aFCqH4tYRAujtAoSPHjUVcFrwFzba0rO8lJY
c0bzwaYrVOfGxm1c6WDqYOqk9BFNU6kcf/11zUKDWiKIPV8Lpzp9Lcs62DUwFRgPGVUbHY3NIA/d
XdLPuv5Mvyz/EFiw4FwKdW5+3d+A3wyH14UySmSgiskfSAcpA17/lpCya195ZeDnWYYbqtnuM0Pz
VbDvM619UnsvfAi1tIVDYrIeFDDB+Z60VIODfxgmpH9FehConZ3v/661ZwCNA24bnGVgsxZOJGx0
CzbXJGCkqszNw9hkYnisUjVmxHsKu7MC48XjfzDJFZcEeDI9XnyVXFO6UC9Nxx/b2TQ4jKJ95ecN
7tEwR4PQLMqtt/smbzQj5asKGEFC74Cvkktd734FCV2RD50NrVPlan6kejCzcDIU7USRuW52zFjo
MHMmSl7vo6gPX5zMUH+k8xh8Djw1bpEdjYpHTwRjcTGUbrAO93/hioPgZ8nBNnJ4Kbxw/QNjp/QC
wwoD+jhVInYonnfefiKP9tteV5JhV+lWfrSMzLU+WVVjbGXxK+eAp5ECLuQNXJpliDXOU+o2EDZd
prGxXim/dwcbrbC9mZA6QAc/bcEhV1wSYCo5LuQS193QlDqN1qr6qAZ+B24w/8csqv6il0NwFpNQ
vdeE4aH8C7Nnlv1Jo2rh7cUcbr1sK16JjiPpJu1+otglaKQgT+yDeVZ8EBVBdBCFpxKjC9DbP4cU
zO8+LWwR7KwprKsNj7zmm4CR4Zdk+RjuCuv6g0Pymeg92KdLMvb90e3CZF9BwXoqo0Dxzo6VOv8K
RpI+NGZRP6hFGyXH2a63OMZWd+CPX7E4dn3TDE3fMAc3GWUznDMDuMPOi425/mzH8fhrmM2EIC2p
za2JRrm+hT/kQWQHbO424PhFjTELcqYrUkPx9UnyR1STaXxuKqqZyF8zPPb+24XP5Xi7dN9vnl8L
xSFRh0N06RliV7+oeqEru1Fj6PjQm2n4bDatm/6CRmF4KKqi0TfMr10uOnh0wf8vx9r1t3Zmq8rK
WoSXoGYkzqvy5ONcFOJH6hX1V8a7CnvDm6xdLthuJN4YLNQNMwEdLC8cSicENTm4w2EmAjoKRDqN
Q6u4ivkwm4oDEW6CcPMeruQqRU0nVcQGhn/tE4MuJxPlAfYoT14vexZVp5XwBF5gYA7Og+EFByit
rYOwiy3kzropOl6gv6BkWN5kxcqwP1vhRRuH9K3WZb6ke6O909re2ZoFXjPGWAB4ReRQOcSL7NfQ
8JF2y5g105zjq0LmlMGCIio4PrTY0jfqGavWcMiSV5TW93IXW80bZvi6Az8StaYc7NSIptOgNOF8
bDjTzun+VVk7qwyPQ2khvTMo+euPpjftGJYy17YEXY7B0dNDCinjpymCvTQMpve3f4mHJOKU7aRu
vaxaxCpasr1aKb7Z2cGu8hxKqFkfFt88M8q24MQr98JVYRtDTkQ+PstX1qxp4SiMy/lOk0d71jk/
MZBfPnZzdW6m3vtWGLFzMlIFKn23hHBi416ufEuJ05bSrjAv3ASkFTOIAX2A8NJqU3Juuql97qJc
2wlTBFvzVzfQaaIIjEELxaQe4KvlvIFVG06bt53CC1vWxQcnVJyfCBzV8YH/XxzzIanj/fy/3H3J
cuPIluWv0N6mqswamQBIDGyrSrPgIEqhkEIhKeIxY0ODJATmyTGjrM160x/R6169Re962bv8k/6S
Pg4KkXQQSUgC7EVaKkeGJJ/9+h3OPdeh5LhpVfHBMlLnnrv2lUjJVlEcvjppiQ4IkUoETZEGAY5e
ujsHxtbOQAlSEN/gaIVCvnGJMgUNmomQXVgk6XsBa9AHquvab1o6Bkn7EA1H6+05FkdilO7dzsTs
G4g7K2+1o0HNZQzZd65UnPVxp+zc9W43VcHQ1td913ZT5yulqaqJNtgJG6I3E1xrB2C+ZE+/umoO
SIVZzTQfgv/p9LXt7ArQfLgdUF8QJh7blawYaTydE3ubgtdyt4TFh4xMBOvycFHwbtTjFuvQVgHU
AMEFqG+o3dAyZmZiYRcJQbKdW6VTchuEksffyLYc5p9JZSnzZTXPMu9xJwjxhkjA/fY4kjqEFKjO
YEch3AS3RDs7KwToaWe4qr0NjRnKx5oId3+bAZt7r0xjKTvz5MLsi3p3LjASJ9W6JN0RPhN+UGCP
UbtxO/PlsljKhaS40Ngyt/q4swuhh0+pqzeQpMG/qgBbcYT92SXAiINW2UH+SLED1V0RGZXy0UNJ
dfHByvPZ698YGH/UiQQOS+pAZk+Pm3qhCW+LvQ1mSFpZ5JCS/iqJg+o8UgLz9SE7VPE+6I3u7qEc
EOe7ANy59naaeE71qYwqsru0grn0pCZmuX79xagzJ+B+wGq2pybZVjXLOGSY+6GzS24L27XVZZUi
RfkTKCZ3Uo/PoetmwJkKI47KHNS4YefmJVHAlahQtQXGNvMWUgjDSfRlIQDhoyHbGyNX58F0IXpZ
/IQQcZ684WYgJRRHBjQplACM7T8Em1hghAqYk2KiaLFSKhsQojvrgIunnywfQeKeCXedVKBvqGsV
Tl1w+rAdJjM5teBedba5QPhqNXc4T16IMKHzpcdHymtTF+kbUlc+gH8GbuT2G5KFZpaEQCdsZXOa
I1GOCJWzjHnFWyZqTnrA53SxWjYKIFS01j1w4SBCaSl65S6J/cS13e08zdXoki+tanqZ57H1+rDk
nFa4mVJIJTavJU5RccHICApGb3degYrvgjWT7GJh5aQ8kyKuqt4HYFTuc0l2yFBcdewa0kABOG8r
XvnUVKKMpiOmxc6HE6yYmfMFlxZ5vEoCZyqfCQiR9iUcdpwW5PPC9wNnGLIa2nEOA+5sSYx4Z8tJ
xER+igACaCBFo2gXWivJ9MFsePr6d84SbxXNWIM2285bLkVSGFUcOFspKvNfUT/uvDTEabgMI8FL
1kBxJX3GXodJjXQ1sBMhlQCJP23uQCExYru0MmdbeYF/O6sgbZeFVcnpUoogZa/mnCMLG55PFe/1
rzJizIjLAbKDp3HeuvtVIYMXbhe6W/iQvOhMCpNyDf5wb3rlokRttDQLEbSgCyPc8eqScF6mfjm9
2F27K8zg5KXoayC16PcPBDtchxnvGrK3FT0neFKzOXclZ1N5tyzyqOixqbv6EusMNaqBADvA9jXn
ELy1UMx5GxmR9MESfP8zTKPdDqUuE+30tLrEANIlaPgDQWWok2xX3AzVFOaAP239nSEUK68Ey+A6
VqBane6nc0og8kB4FrEjiBy2n4DIYj5LFH9rmKr0kKZERWph6q8C20dG9Bv6UuhJgSWEDltnxXMT
GfQMc2+rxpJ7bgM5d4P8fkVZ4IT1QSU75wXpiegt9X+37WVUQcrT1J+528hBDsSF4+TxBuWnRXkj
ENO/Pz2xrusH9YKmwcLNDiYbdhGrSjCRBoocVSezZeA/QY+l8ob70cn9GcCBRaETcLNfnO60c4Zw
o4NBG/o+XPxsp0RxqiB1cfCJE6OWd+KmT6VEMvASJxyKXZ/urEukwTIHUwDsNAUUCWxnXjFDIi6P
k2+7vqtsCIpAlwtLIJm/5CvRAAmEz6d9xU26ZggjHRVzEXBELlrrDswReQcNJPJwVRTTsxZgRUWx
uWmpXoaGIvXIsc6+oEwAWirAJzBr9QX3nyzuqp23nUt57qPyJcCPgZQjuUCYmq9l0oBCgdxTpF5h
ahSr1+rMmimWKrsyvPppLKFadxahrrNtgmka5ESm+h42cR9hT9cGHnbZOi0qkBIhEnP8rRdzcvrB
cqfZV+QtkGipRnx6m0fp67OIMUkcFZ5WHYJXoKWV2lGSxbmbBFuZR3ZGbM6L6x1nCfYiA6vHRSnY
/t3rzygAT1ArKOMB2FnZMypV4A0HG16wNRXT2+TYzoUMzr5l6pH4Es9T1SPOOpf0oL/WLuaS4bkz
ww+2OfJPE8wQmwjX40yH7u1rrhCqPb5NesnaqiHc9vA2Ak6GnOKWrC5jHBcjJsFW4T3irYhciOEy
DtSoRzXsugvQECj0BHgJ/JddyBDFtVKgqrGQJI1+dQVwe8eGF3xKyvmrcbggeKYCmlZ5RyZ2q6cq
AThP8LNgi+wwW1y7iW9qEagq+1TArq2ifHHyVEVSC5QkdkYojADiTciPra0Q45MXRLs7u4rTcyEr
bv2ITHuESV93rY3KJS4CNs8OtkSleVgZClYvAp9yIRegEAhXshK/weQEHhYQeXr6aSUMdobQm+co
HjPzwXwEOrKVYivTM3nnkehOIqKj9jwHXSexJkhAEAmomnbmmcn5kWOYeQCIkqTc2FxqkYUThVLP
E9dh2EI1pzUFkKMK6GR7HQsUfYtLyd+mAELtLlFXi083bihHmxCWy4dEApZxSXZmwF/5VdgXyu/a
xcPeW28er8RUXVGhGlVT/pOBguoxijkKwXzhKPOCX81D4PBPi7CudaULCmwN0IRgLmF30Seyi1rx
go/6dp6db0ROyKMzP+OVN/UDyw85NMgsaAcCo8SDQx+mwtYTfC58nFtCHt7M4f7hejrqXEOEERD/
Bo0qjgw7IVspStTcSXETIsvjNqZH3s+KANhlX7k2g2Dnr08vYHd/yCijuDYw3tDvH1gDJKx2HKzA
YDsrdlm0cPNdsCoNUO2SKEnlpSmhCM/pHjvPKEo9ApoNrgWE69ge/WjqoOQKF2xBukveq0EVo3SH
OP1WISy4wW2NPyFpBBUSRLx8p3vu0jqlg55bV54kfj7NXSfcVrGtrrkiL89dLvZAkeKbmwppi3+f
hzuuZ7qdnYJkGHT41LfdljOBIYcGiCWC7Q4B6gK1S3bqIsxVZ2FDlVnxEOPpEjRhfU9S58VAqgbF
1wKr3SY3DJ08RKTcgMBRETvZgKRVUddVPON7nr7O6R3009rNecXDI2HLUFryaC1HmfWIJDJBRQ00
BOXXFpAqV46RJK9kpKT6IMApeJ/A3gz9utWrNSvTkK+o/VB5XLGxi9Tnz6JpEU4/WLwtlT1itet9
RykJYD7xJsJkaV1KWA1xWpC5s51Jjsg9IJchda5QKTWUwSCHaHFfnY6uzQOqDvmzFPx5RE6UzFBn
aG4m/lZ1CRx1guBCIYzIXO7LE+66/YgPwJmFuaFONd3dg9svCyAgAoWBu1WcwHpIArDnnAcy7sNZ
qIYx6s1I0/T89CXs7JJafmCZovxLrSeqEsspX84Tb4vEDM/8OJfCqfctC4Qkfm8kgBMuwYg7JT36
RRewi0adgcWYI7noKKEUMfRI4S0QtdqkMiQtrkwxOIM25Qm6MMuCagVyTFfcgKBJ5j+6uSso9lIg
yVRyEfbLzXShBIVCNiSKTetDCWXv8+lV6TphsEvBgkXT0uEEZzciTmQD/Fo7nLDQqO78cl5li9J2
ywvDm8/vTvfVdWUpqgOUp3BawrfI9gXrN/GtKedu0yAoyYo3zTC/E5OZvVvw8MQv5479VVUrT+7p
t+tU05IIyL0HyBBRRrZfM4FTOAKb2TYjqTv/osxnCWctBWTbFj09dZ0xqgIh21IG7Lzt4vILknB2
WHrbWE2D3Uq0duU3pNvzl4mz879KsVBuTi9p19TgE0bWCjAAsHBaL4viBoqXlBYONeclxSczqYi7
IYHq91Wr7jon9PKglChgykeYEbxgUuX4sEoTx52C8VsgVnqu8mUan8Vmmas9L2bnQqJcG64qUCrg
Y2K3zAszkILIbrD1k6LYWOKUv1QrJOcsrMRSlKVtFsXuLUsJdggafIcrqw0/Jw6AZbzI+VvBRgbM
GqUAEQ2ZpW6gn96yzqkhp4MqdDiTbd8auAML301g/MpcYiH8k5rIwbXIzMqXYlKY8sr2E68vhYqe
g7ZBShcTERgQmh+58z1nGjhlPoW6qgBEKvG2j+plchWvlEotnWWGiBz4FHe7c892whvkToQPp2fd
dffh+IYzFsYqLNXWhgJbD+mOiMGWB6WItdglvBCeOXZifI3sEHArPpYje4UsXvnL6Y67lhtUf5g4
qj1BzLVuiF3aeCZh/G/VgOPXUNbF2ULOkrm8QjA4/hwDwVb1KAmdc4XChYxDsIIDK8MeXj4Mp6hr
w3nbxFdy+8yZJ8r8PceFKdE4uzIBISUJ8gwWHsq/9Sm53X1DElAsGyRCa50jN5RyASnl22oKj4Ah
2Z5yCVwqReeorv9roZrxdJFNgaTriYZ1CQgEFRDzp8VugKVtTVouY7nkYnjcwTOdgQvCiYtLVYbg
u51XKBnX56LuArAA0YWEVgCfcG3b9W7CGIQDqmPD705y4YtUmBezXITXnU8L44OpEOcrsTPzvQ3q
vS+i4wOzK6HGnpCW0qfTJ+x4yWu2a2hnYNEBZWbreRGsIlAqgAa3oEuNwBLBKZcqrYO6iIi9IwuU
xgKOOZ4X8c3pfo9PNvqtWaHw3IBru6XQZEBfWBnKTW2nShZuRHe2s9e4uFKydFELkm516PToox24
VNonykNTEqzpkULKVwWXIZnfhqWdOMoiUyr3XIRTNP9Mab/JAqElWXlfWPPYPSt3zhPMhHhuoJpK
EQo9qtWxSMNQYACA3wFBg6PMSUVBwruUKtbWjmDZVJZf6CjaWFnvvQhY5fWukItkw4G0BBYC56lL
KXFmyub0FnQcQgxCRTCdqk7IgWnbA3AN+OBGtbaKDQ1W5EiQPPrTFASMTiyvFctyr5BjCdAaDnG5
teQcfwjOUXsFKyWujJ5X81gbAHEhkklpGjDETlvwhGKVEPDjg8O7UOUIplAoeGfw5QEgfnrenR0B
p1aHTeEWbAnVoOSBW0LaxjYyucRFip9j5WcuKNj6cDU9HbWfDSISWYrsCB1N59G5BSeFvVYCyQp7
NrLrLgG1A/AA/JswSej3D+wRlfC846iFtY0dlEsBYx685ZtZxSn5WSRLrn/tuHzUl/tLDwf7KOPU
gGcGPMOQl8hBYTuNEKrlfAOs2UaQB+ZlZU+Lh7ngGtdF4BfuBqgKE1TleZVt/DKSnZ497Dy7mAgU
Alqc7YgLUrSkVJhGqHiQZGnwRZmiBG1mJoZ0VhiwYxZubE5n10Zgy9Xahrd2thCKLEdtUnWnCrof
8slrSzDANcODBwdMHog84u/WE5LMQE6zm4N92c4l/4vLVwSxFmQmrWUP9+j1J1hELgPy1ymwqa2p
mwCTx0JlO9skT3bFFaiwRP+iIqSY9zl/uo4w0lOplx45qsdASyvbOYkZY1bGTC5XIZCzyTc34cK+
qMrxCwziUoCpsaW0HmO7XJntinGkcA7APaJ7zRdm8CuXJY9lVSpvkTNIq0UIn14EeELYg+vuOMTf
kO2/xTByF/Vj5ikIZRAXiHuQZ10yHvRwlOOREpG3Cwd6MnDwvoJraZmmUt7Og9y1NCJKlr1Aal5o
XTuqme0WYs5H6SbjEuMjeFd28vL0Wel64A9H0Xrg+WnGi4BM2NskifnzTHXVcuNBcV4lOZm9l1xJ
vASyIu0rI9rVLRUOqJoI4/UIsGEjiCuloWlvFTP3nZVhGLMLH4mz98BZIScJnKY7DgVc46qvzH3X
QZqBGZt6Z2qGe3Z7rTQHV0gk2lsL+PhLgCmhv4hKXspLqYBmcHZ6dTt7ozn51AUBOG5LY52bpSzZ
eWFvM+S+raOymN/NrbCEC6+weszzruME6Q7MFsXnI77ETgyVnKOZFKLoBCrN7wDwFlGzaiFCGbaX
RmxI4jJWpgDhho7jWguDoFI3L5gz9fb1E5YoFo5SL9KiVuwoiJCmVTbzza26kwxE5QtLCD8FnpUr
i2kWIPX5dHddTxuY0xC7BqkFzJHWpEXkpyeoWoUCMHD06JnEf8lT1BGxrUT+DEy33dNd13YedkfF
4cFLakSzUgABLZKc5alD1kUEwO+nsKoAr4Bxa/W9Yl2XpHYpUdQ41XnY7rw4UUUiBMZWTmeB+8ET
UULHgdMMJZ03xJ5zX5VdlEtrkyNyH7tY50zhogCgA+/HkesMz2BZIC0KcH1Jzm8zFJ1CZh4XuivV
59U36PoSWLVo/h/uSRv8k5Tg9p4S9GVGQr5UDUG6jMKUXwCmb65MpVBeHcCm6Rag5IEpJ4FfsCXh
wedS+rLDGdtqNvOLlenJxnzFVanRI+C71hDKO9zpcEzgPWm5BJU8Ad4epM/bOImsjzYhHnW6cA7K
PSQiyKF7ptV1F+B6oVSzIMCDx5M9LXMv83ZpBHW9QPypXBTVTNK4MpiuVRSg/VIV4IDteTs6J1gD
GlHvG1RPreswdeAMRalfWkPByM7czJyHS84Jkm9wyez62L07O0NgmUbV8GC288jDnWkECiD+W1Oc
Em8tl3xQLkSLc5NFANbvHgWyczEBoUJEBHHsI7QmeGuSHbEUc5sjRHFlqXF4JQCxuQIKx5aWFm9B
V3y9KIP7EcgmSBgRVi+7fQKyc0o7hX2jBJH/ETVmv0koJfzJj1DXQACJ4WpQd+2Xicgyl4KYD4VQ
pCBf+VUBM042nDXsY+tbBW+C/pb+aC6cBIj2UYAyLQSu4qYowWQ6ivwEINyVVMqCtfRTuUTBICl7
g6imdcEo2JYit1ovQySj2p+AwMI2k32hXIbghLkHW9ZuvoGm30e922Xs4ApIUBgRW4Jvht07cJPH
eQ6PxdYVIn4twud3HgJmfymbPOolqNM4uABb4XxRRSKnvX5d4fxEIjHolaG3to5NkM9dnmScsy2T
6a8uV/D2Qkax7suZUIhXicG7fz/dX9ebBF8nFhYSBr7WVn+O48WSzxVIz1DkSIdrNfFXXuD46wwk
sedQZ+fn8x0Rq/XpbrtuP1xe+AJiExmBre2MFQ+ZbUoKIGVaiBdFDkfUkshIYvLtkHs9jyi8PzAz
aKY+WAjbCbqJElixwZsuUGpZvEUGNG6IpGTpmiiztI9GtHNmwKLCEgBoBhBi9uy4vOUnNqqibx0D
qRJxMvc+qZyLgFEsmW9RKGrIH+gogO5vZzh6heFVGRGcbcGlUXWuqE6lyaHp31jIsV8kpaNUCzEz
xL6M5y5pCoVQpTVsIb/b/lOUWFNQ5gKpGYkdkV9ngapeQ5GtNpU1zcVzD451ZX9efn4s/quhBzd7
T0P8y7/j8yOl8rIMM2l9/OVjqPt3CdH15EoL/53+6vcfZX/xlyvrkQRx8C1p/xTzS2j/uf+VlmjM
h7WfWEn5KdVJeavHqZuc/u5+pJgIbegmwA7fB0dNvOiH6on8YUMTvR7XfRnq//G3xyD1Ezo+wwr8
vz1/6+LpP/6GtMSDy/h9SPVsTrXgaph0+oSmp/JPAG/Dr4HHsv7C9XQD33j+NngnfgKJDirqziA5
f2bW5o9mf3pizSLvj8P3ITOreGro+3Whk6dKC0bUaugVc5eEn+AqRiIeeBTqL0jMw7nzP6HsCqQz
RGH9hbfhz7UC8HUMXILp/CcY1Ei3B4yjY/u5+fwnSBvobZAB9de+w4PL9KNPAZC6A9dAFH+CrYTn
CQ6Ug+1X5j9h3qgvixhO/QXR+NLtf8H6fJcRS9Nyn2oRYunxgRzq/YHm6B83cCAhQPcMRYpi0uE6
gY4BvOXfmF+kEmbf1e8S5xdG4NSi8+CbjSit+33+9ecJHw/lu8Q4/hYrCV7//YNZIgcNLI0vmRek
qo+5HM0JUuRgisGjrvk9P8OsUXz0w4cr0r9IeyHGrEEzm3NLJxp5RA5p/SI8z/pa8yC9330j1iPU
zv3QqVAEhKj52Lwdz1M+uCUnm/QT9Ja0msUZgnbz+wrRN+mV7cYWM1DAOQe2uE5JEOrNqOrnEPYe
hPSQYV4HJDEn7zy9vbDAZ1L25SFtv0vjhGhwBTfN0DEjqkMd1UPavQvS7jGjAjctsjqk7Y/0JrAj
BgZeBQ8FBYkgJIL4AaUoG9LHDVQpI2j3ggriQPRM8Y8MgAjAake9pL8rRfELTzfOjNY6iCD0Ahs+
LSsKHAgls6TZ1ux03tDRQnNxhyZ3iZboGNy+vfqCdgjk4d1d6XEQBonmsVsFwxbuOVgLgADAyARx
0dERfsPcrjTDJPoDMyvUj6F/QZcCUwlgLbRwz+BFXGrEenjAAZxc64mpE1fzn5jFRNwKNFh41pD/
gZg7EjihDPR0eyiY11Sk4tn957xS9KqLL3qlDjblxzwsC921Kka2itD8/nBlX3j7lkGcaJPb1ttC
0/2Htrx2J3eam2lPAWkaqy/b0WN4sLIvHPQmxRX2NJeR2sev4esbPg/8JyqODgeMsGXzsXm+X9/w
NRaYaEbKjBg+g+Et32i+5rHNznub/XEXjvp/hcEXjlUN/xRqn/tw9CgP39x3Pm4PYXYXNv/Qm1kr
PeyrRIkuhzYLAWVYqdc0VGtSQvPp7VdnEcTQQyZ4ZybnOql0AzX+fGZJqOdthMFrJGUu/rEy/Pp7
v0hdAy8mM1xKoDV0uCvd9zTiNA3RtabEG0ObvSA6fdCbhupmRzhw6zhp65KUwX/oaJeV/miya0v5
qoY2e2b57UWgkffBzWok0CcX8bHGNMLGnRHNf2SUA3WEG72xHmAcwfhsZk8PBHXgD12LDXy7fqyX
TUt1u72v1t4iP2Upb3TiaT7b7BjrALc3u7oUvjl0EZYkgM+XEQ2oWTK83fPUh8xhFgE1aIe3e/F4
JBxQLmyEdhPNZUdLAWlDV/e9TloHrOaUGtwsLJ8rrdRZn/8YL9AHLclap4HmCg8d8AcrMdO2aoI6
0MNbvnODTHPaQz5l7b1Qvf9gQa4nuh8nusWuM+VjHbwgaaF7D0FKjKYtKn3qYnBDm74K3CesCdMu
BfkPb9fXHoOmnXq4tHrC4GapbG+aqVulaKGhrf6BXwBQpBHaDkiusbJijKcZEdCW1iNQ1MHQlbiB
4zI1NLdpqV5iip0Y2vBtgFeOvXhAJg9vl95ovd0wpTobOuC7WmoSy2cOMXK8Rmg61FghAbfTCK1m
Ggw6wmjCgBGN0HCuP7GPB4DRYzRrJdXeG9c0Rk8bWFiaj283wD47BEvMKJdwzI7QLoqq6k+TS8s3
ngLWbDyOmKS/O5Zf+Ip8gXL1iHO3BJagGWy9Jicdki9s/AqhFt3XDcIe6DGsmjudPLTuNs1/HnoF
YXjok+AblBf2SQW8eBzBjHjHlfaoP7UtPWBxxtDnUEImyJjVBoEYWKhGUGx/+x9U/HeZZgjCI9SO
3EHkvgC3uy84c3onfpxrjcYZmwhlHbakV/6VceQ/o2PNQOBPay4AvcEjvBrvfANv/mGjI5yjRZDE
Odyxh81SSN/pA9Nv1S7wJjOXVhxB+UP94tR/sprR0XWdjtDs0tSYR3OMh+JWD9MHF6E7iC/EnCZL
gKEYSUAZOoYu8kr3gkdC34xJf38jnMAl0AIE6dXNyOuDPcJhWQZeAPjdYbPSCHrLEusLX9BkD2/w
v68R088I1tlSC/XJF508MfrGyUDzC5/slW3B6kuYE0/xRUMPztoow6Rphu4iBWQObjRCiCuA3HMn
mxTKFyNTKHfH4A6IBTAn0+wYWsY6Ma0gZMU1ZZIbOtx7XPuN5rUUI0rKOrTljfbAXkJaBGBwo2br
GRhDTTk+CMCHDh/r8rf/k+iTp3+5QElkwtw61LsY3vyl7pfMMesAGaWvVu4/WA9trQAFsIaP9gNA
G4nJPC5QMkdo13porQIF7w49Zlfak2ZoMULLTVtU/qBWc/Px7UYffJxBkrDHYRTDCVH7nJHBKFM3
xnDdVqMj3OIrPKSPbb/bKGubQvpabLQRlCBjLANtue0bQlm0EZoOKip/o5Q9E/IIx/jagorfjLA+
wWM8GXWr7EskjBEe3IthbmHFsZYyoz4G9r1esN3+9o/Ub6cUjBFtuoVl8sQIYhBKNMN/u5y408tH
U3ddndE4xTHiWM8YyiM8bZ3NN1R03lHvDeuaRb7ZCOsBaDDRJh/0oOUxo5j4wYOG37eNVRVGkJ53
6RPrFQJsb/ho7wPWSgMj9PBG7377X8HkPvB++0eNCLkhv/1v/9FiMcco5zC8o3tcwxYstS73OnQP
7zW/agtoJPgPH/Bn4+iCjxE/hJ/AAd5mcqbFjFqE5LPhYwZk3mrp9OIo2EP4YZBVwKgE4hgP7Ncj
GwRkTsPX4avlPWgPOfO0Ivl8eMN7GXp8v8cIxi0sMrmHMsfEt4A9Hz7qdw+lzuydgmw4lHBAsiqt
eQ1B3W9P/Tg/bJ2Y8Rd0xHZmoUj96NgfuBOooYICJy9LQzrQ1X4MwPsdSR8YBU0Y4SYBTQ/Ucf1W
LjTygIe+aZQq2iM8yPCkp5bL+tKFEZ4GOlpgxxm1cow4EvUkLTQTmGmmaVorbejTvtRKxOW74kiU
PmRw663TMYbZvAJZkN/C/o/xnjXtdvuJKYXa0NXYEN2H96NpiB7mMSAbyCx40t0gZRXKMQy7cw0m
/+FwwW7RfHy7+fUe57i1f6AFGN7ulUao/tS29seIJNDQeUyNJMZpDp6W4aO+Aaw0CWg2C6uq8iNc
7jtgIBKAFcDcVkvTaz2zWAlCSXSGHut9Lx/SR9ZxUVP0DW37Hvgb60l7qod/Hzwgwa8ZcP0WjAFi
vIe1sF+fJc5lEHcJQxRGaPp9+8HfL9QXC6hnbAsN39PI4F4qIF7C7swYvtYFddnF5uSLRQyrU8iD
3GT4vD7fnexhhIOMqkRay9GPSi7DR75E4tSjxh6pMfx4dxqrFdWM8kPvwh29zGsk/8JMTNnDMoaP
cH86ocIk5m//cHWvbJaXXjRUzWg+Djj/dAJXGnpg0WQwksaIP+4nsH8FJv+6zy74t2bUdBIo3vRn
1vzrVPa/oA32zUBk0cKxZXADIygS74AefNAsm214hDf5HfHakNIR3smF5hsuVLXYPDyUY6Adr0qN
plYxzY4xYDNtb9oIatoCGB7WUzIdYayApjwET6wGMoYr8Y5Ykw+a7zBa+xhRW6DdWNTVGL5J5AIb
k0v6r7t3t4fHoa6UOvQBukBmJ9QUdpHrqqEjtNxudQT58F4LWdGACo/Norz9FbssiVFWbXEGT9/w
pvesIZdBC+QC8tfhbe+9qh1tj3ClL7VKc8zjJRnhXn/QWu6UMQB/wPxqwdEVofSsQw8yDEWANFtn
eYzowJXmPlkZayMIYzgl0LBWtu/0GOrYtR6ysUqB1pMbusA3oCRATl+XjQZyyDHad45UFbB3j9Aw
+LmsMDyy804ynLwQJgjLwNBCiI1mmLVtPIZH897UrHaeUV26YOg+3mu2dbzSCJk0U3i7gL7XLOAG
mnbqpRhDw6BuAqoWtsUcqJ2bvt4+5s/Vg96xHGP4YL9YegK6jWaM9XqMIeo+goUqyCYXCUDZ4eTn
yRrYzyBJn2/mYXeoOTKGn+m5w8vU12ITcbyfJ83/Wl2dKijf0ozi7RtzF8Lp55Zd8gaMeLTqyNCb
cGU9PSHNZa3FjHNxppxuHQ6A76yVp9LLn1ftzrTAuw1P/8+T7/+7z+tvZkAPBujZwO80gqurflU0
bBCx3P/33/9n7GilBk9XCfc3RnAO/Cp8wF2LCm4jWn+0GdTbN+7eAqacAzaSBQRSFkYUEhnePsA4
juY0xz3+eWVpQQl7yZp8Qo4C61Oaoy4kqOaHd7oKnKcAC3ivOTAjLZZDB4VwwXXWu3k/LrS55777
63k4lgBOs2GdMa4Q/ML6EanHGJm4V3rRCjYItBzkUDm2d7/dUCyZXju3r2goBkyoTdP1y9PvgOvP
Lfq8T8K8OyLFq4lsh87je9ZIB3ljzbz2xyv1Upn8nZDucGkAjN8H/vva/3EXeP8mDb3Ah+On8v0U
bR7T1/o7zV7/GUG4nGYAMws8gjm6LMMW41K/wO0f7Ab2MzgeiRUy4x0jBHgBkh2m0TGwlxcx0XQG
QoW6mE0vb3+yMdaoaYUKC4Cmmo9vb/R9QJ5aSzBG8vBlmiM43gyvHu0YKLIPOijZWJEJ8tWmm7ev
wkeAPJpW6sGOAdT7BMJVxumMAkxNJ28f6p2WPlmTd0RrgyxPEqq+UBu+Q6EArRlj/SCN4RJ8fpDo
mCdrz4LFwDpqxDHgDX+HKgsUkM8QqIGYtZnN21f8Vx12bdNMvShj8LJdBxMcun+JJ23/AZLSm87e
PuYNpT+Z3KUPTzDIQbLMXEXUlRtDLANO/dBlo4BdE/JuDOjOu4d0cpXGzIl8bn2ENfrP2/Xd+vbL
evXfJvTwgL5scnT+Qe3Lo3Q8AKqqSEueovZl3+Ycvt+/P8ldf3pAQ9/5kL/o+8/qED2XXTy9TMP0
PL2SPeBw3M+/fvhHzQTrof7z+H3nf0VWBEAXjnjLx2DqQdjkW+A6HU4glFxD1WIVlXXAu6GialB/
omzX5v9z9r2LEH3o6Ybu+bs9xNZj+FG1BvZmFUSR5gUtwdcnefo16QXIFNt44RGc93eBC4qCTgTV
GHG/ZUBhZ/96qYMu2zf+revNGQMOVocX6SsAjIwFn0VXP2NQvy2DoLmMsIj354+K7zH4384s2zps
c4yY0hnorajO9vTMs19TDtGCUEfBbsDy/9g6f6EKegYU8KM5oRWsjtsf4dV/br+O99LNpjjDd00e
BMUyPDGboo6gQAKBzMQXxjADznVQmT2f0L076XEFFKDb/BkzCTB0D9+YSwtlAoCta1qiR1YYIy1v
aRIoqQDvd7xQwhjMytd6PllqbgeP1RjkXtdWK396DNKNL5oPtpCUWWtlBCjCtYZwFNPqGHeWLvBX
HZFylmcaPFtNV2+3ZG6s5BHg1s7HBXVERuhAC5FNQ6fQwcZBq5/9riEc1Yh7UYjpBgvDrvl8hOuI
Ryo2Nbc71D9G4YS9w/pcd5GV8V8m72KgsmNksdfCBrhzGuedIFy1TH2T0VNQ3mX4mt0HDpiJmVUT
x1Al7gFAYUc7BnjoPgW3ZGuwI5zMv2N7rT30/ixNENdt1rV2QoyRLHSkZKLuZdPJ26/skiI5aNpG
c2mbJmstByhjRUE9GdRghi0/k8Zge2VCHpMrkJKSyccUgWnoi51qnEKDgTxMexRMRWFUVFdqxvhH
0/5xhs++vtRf0NQhBhWt7LEeQ3gsADFr8W6P4dNeEK1iM6PHYD9YAvikN4ePXpAxovtLapC1HMRj
gFrWj0imY4v/jBEbfdbJ8f62OLbGyGk/01yHaiZdckDpvfb9NvUmBbycEc3CKKA1YEOAS2KOhnCy
sNgLDSwKEUT+cHl45oQxzJwbva1ajhDu+EzS9mDFMW7IF5DFVIi/MxtXVwc/re79uGdA7ijVN/RR
OJzNn8O721Un8J87y/2Np2L5e73YZgCngGQbPUAWIXOcxgDc3qZxC30sjgHPuv/t/4IDpmSkC/BH
jUz48ylBXTUWm22p9+r5+J7w6A6kgDi8K+tnqMWLIjR9FXgPXIBKR4HHP9kse5bhGa3y6MI/9cv/
BwAA//8=</cx:binary>
              </cx:geoCache>
            </cx:geography>
          </cx:layoutPr>
        </cx:series>
      </cx:plotAreaRegion>
    </cx:plotArea>
    <cx:legend pos="r" align="min" overlay="0">
      <cx:txPr>
        <a:bodyPr spcFirstLastPara="1" vertOverflow="ellipsis" horzOverflow="overflow" wrap="square" lIns="0" tIns="0" rIns="0" bIns="0" anchor="ctr" anchorCtr="1"/>
        <a:lstStyle/>
        <a:p>
          <a:pPr algn="ctr" rtl="0">
            <a:defRPr sz="1000">
              <a:latin typeface="Times New Roman" panose="02020603050405020304" pitchFamily="18" charset="0"/>
              <a:ea typeface="Times New Roman" panose="02020603050405020304" pitchFamily="18" charset="0"/>
              <a:cs typeface="Times New Roman" panose="02020603050405020304" pitchFamily="18" charset="0"/>
            </a:defRPr>
          </a:pPr>
          <a:endParaRPr lang="en-US" sz="1000" b="0" i="0" u="none" strike="noStrike" baseline="0">
            <a:solidFill>
              <a:sysClr val="window" lastClr="FFFFFF">
                <a:lumMod val="95000"/>
              </a:sysClr>
            </a:solidFill>
            <a:latin typeface="Times New Roman" panose="02020603050405020304" pitchFamily="18" charset="0"/>
            <a:cs typeface="Times New Roman" panose="02020603050405020304" pitchFamily="18" charset="0"/>
          </a:endParaRPr>
        </a:p>
      </cx:txPr>
    </cx:legend>
  </cx:chart>
  <cx:spPr>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t="100000" r="100000"/>
      </a:path>
      <a:tileRect l="-100000" b="-100000"/>
    </a:gradFill>
    <a:effectLst>
      <a:innerShdw blurRad="114300">
        <a:prstClr val="black"/>
      </a:innerShdw>
    </a:effectLst>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1">
  <cs:axisTitle>
    <cs:lnRef idx="0"/>
    <cs:fillRef idx="0"/>
    <cs:effectRef idx="0"/>
    <cs:fontRef idx="minor">
      <a:schemeClr val="lt1">
        <a:lumMod val="75000"/>
      </a:schemeClr>
    </cs:fontRef>
    <cs:defRPr sz="900"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lt1"/>
    </cs:fontRef>
    <cs:spPr>
      <a:solidFill>
        <a:schemeClr val="dk1">
          <a:lumMod val="75000"/>
          <a:lumOff val="25000"/>
        </a:schemeClr>
      </a:solidFill>
      <a:ln w="6350" cap="flat" cmpd="sng" algn="ctr">
        <a:solidFill>
          <a:schemeClr val="dk1">
            <a:tint val="75000"/>
          </a:schemeClr>
        </a:solidFill>
        <a:round/>
      </a:ln>
    </cs:spPr>
    <cs:defRPr sz="1000" kern="1200"/>
  </cs:chartArea>
  <cs:dataLabel>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dataLabel>
  <cs:dataLabelCallout>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cs:spPr>
  </cs:dataPoint>
  <cs:dataPoint3D>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a:scene3d>
        <a:camera prst="orthographicFront"/>
        <a:lightRig rig="threePt" dir="t"/>
      </a:scene3d>
      <a:sp3d prstMaterial="fla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dk1">
            <a:lumMod val="75000"/>
            <a:lumOff val="2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bg2">
          <a:lumMod val="75000"/>
          <a:alpha val="27000"/>
        </a:schemeClr>
      </a:solidFill>
      <a:sp3d/>
    </cs:spPr>
  </cs:floor>
  <cs:gridlineMajor>
    <cs:lnRef idx="0"/>
    <cs:fillRef idx="0"/>
    <cs:effectRef idx="0"/>
    <cs:fontRef idx="minor">
      <a:schemeClr val="tx1"/>
    </cs:fontRef>
    <cs:spPr>
      <a:ln w="9525">
        <a:solidFill>
          <a:schemeClr val="lt1">
            <a:lumMod val="50000"/>
          </a:schemeClr>
        </a:solidFill>
      </a:ln>
    </cs:spPr>
  </cs:gridlineMajor>
  <cs:gridlineMinor>
    <cs:lnRef idx="0"/>
    <cs:fillRef idx="0"/>
    <cs:effectRef idx="0"/>
    <cs:fontRef idx="minor">
      <a:schemeClr val="tx1"/>
    </cs:fontRef>
    <cs:spPr>
      <a:ln w="9525">
        <a:solidFill>
          <a:schemeClr val="lt1">
            <a:lumMod val="40000"/>
          </a:schemeClr>
        </a:solidFill>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cs:fontRef>
    <cs:defRPr sz="1800" b="0" kern="1200" cap="all" baseline="0"/>
  </cs:title>
  <cs:trendline>
    <cs:lnRef idx="0">
      <cs:styleClr val="auto"/>
    </cs:lnRef>
    <cs:fillRef idx="0"/>
    <cs:effectRef idx="0"/>
    <cs:fontRef idx="minor">
      <a:schemeClr val="dk1"/>
    </cs:fontRef>
    <cs:spPr>
      <a:ln w="9525"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tx1"/>
    </cs:fontRef>
    <cs:spPr>
      <a:sp3d/>
    </cs:spPr>
  </cs:wall>
</cs:chartStyle>
</file>

<file path=ppt/charts/style1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497">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solidFill>
        <a:schemeClr val="dk1"/>
      </a:solidFill>
    </cs:spPr>
    <cs:defRPr sz="1000"/>
  </cs:chartArea>
  <cs:dataLabel>
    <cs:lnRef idx="0"/>
    <cs:fillRef idx="0"/>
    <cs:effectRef idx="0"/>
    <cs:fontRef idx="minor">
      <a:schemeClr val="lt1">
        <a:lumMod val="9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solidFill>
        <a:schemeClr val="phClr"/>
      </a:solidFill>
      <a:ln w="3175">
        <a:solidFill>
          <a:schemeClr val="dk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30000"/>
          </a:schemeClr>
        </a:solidFill>
        <a:round/>
      </a:ln>
    </cs:spPr>
  </cs:gridlineMajor>
  <cs:gridlineMinor>
    <cs:lnRef idx="0"/>
    <cs:fillRef idx="0"/>
    <cs:effectRef idx="0"/>
    <cs:fontRef idx="minor">
      <a:schemeClr val="lt1"/>
    </cs:fontRef>
    <cs:spPr>
      <a:ln>
        <a:solidFill>
          <a:schemeClr val="lt1">
            <a:lumMod val="95000"/>
            <a:alpha val="3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400"/>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15.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1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800"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smtClean="0"/>
              <a:t>7/4/2026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0852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1641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t>7/4/2026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3821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1160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5087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35910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38307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9770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440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6806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7/4/2026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86647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smtClean="0"/>
              <a:pPr/>
              <a:t>7/4/2026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40921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smtClean="0"/>
              <a:pPr/>
              <a:t>7/4/2026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0838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76414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618420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79111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smtClean="0"/>
              <a:t>7/4/2026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31578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7/4/2026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42302513"/>
      </p:ext>
    </p:extLst>
  </p:cSld>
  <p:clrMap bg1="dk1" tx1="lt1" bg2="dk2" tx2="lt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 id="2147483948" r:id="rId15"/>
    <p:sldLayoutId id="2147483949" r:id="rId16"/>
    <p:sldLayoutId id="2147483950"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4/relationships/chartEx" Target="../charts/chartEx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D0B8-BE37-4995-A3BE-B2E1943029D6}"/>
              </a:ext>
            </a:extLst>
          </p:cNvPr>
          <p:cNvSpPr>
            <a:spLocks noGrp="1"/>
          </p:cNvSpPr>
          <p:nvPr>
            <p:ph type="ctrTitle"/>
          </p:nvPr>
        </p:nvSpPr>
        <p:spPr>
          <a:xfrm>
            <a:off x="1371600" y="1104900"/>
            <a:ext cx="9448800" cy="2738230"/>
          </a:xfrm>
        </p:spPr>
        <p:txBody>
          <a:bodyPr>
            <a:noAutofit/>
          </a:bodyPr>
          <a:lstStyle/>
          <a:p>
            <a:pPr algn="ctr"/>
            <a:r>
              <a:rPr lang="en-US" sz="4000" dirty="0">
                <a:latin typeface="Times New Roman" panose="02020603050405020304" pitchFamily="18" charset="0"/>
                <a:cs typeface="Times New Roman" panose="02020603050405020304" pitchFamily="18" charset="0"/>
              </a:rPr>
              <a:t>Electronics Manufacturing Intelligence Hub: Production, Sales, Profitability &amp; Supply Chain Analytics</a:t>
            </a:r>
          </a:p>
        </p:txBody>
      </p:sp>
    </p:spTree>
    <p:extLst>
      <p:ext uri="{BB962C8B-B14F-4D97-AF65-F5344CB8AC3E}">
        <p14:creationId xmlns:p14="http://schemas.microsoft.com/office/powerpoint/2010/main" val="3357273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9FDA-88F0-4876-B76B-7331DD9478DE}"/>
              </a:ext>
            </a:extLst>
          </p:cNvPr>
          <p:cNvSpPr>
            <a:spLocks noGrp="1"/>
          </p:cNvSpPr>
          <p:nvPr>
            <p:ph type="title"/>
          </p:nvPr>
        </p:nvSpPr>
        <p:spPr>
          <a:xfrm>
            <a:off x="685800" y="3211"/>
            <a:ext cx="10820400" cy="1293028"/>
          </a:xfrm>
        </p:spPr>
        <p:txBody>
          <a:bodyPr>
            <a:normAutofit/>
          </a:bodyPr>
          <a:lstStyle/>
          <a:p>
            <a:pPr algn="l"/>
            <a:r>
              <a:rPr lang="en-IN" altLang="ko-KR" dirty="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3FCF7B-5098-4E93-A90F-3E104B742525}"/>
              </a:ext>
            </a:extLst>
          </p:cNvPr>
          <p:cNvSpPr>
            <a:spLocks noGrp="1"/>
          </p:cNvSpPr>
          <p:nvPr>
            <p:ph idx="1"/>
          </p:nvPr>
        </p:nvSpPr>
        <p:spPr>
          <a:xfrm>
            <a:off x="685800" y="1296240"/>
            <a:ext cx="10820400" cy="4922446"/>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Project Overview:</a:t>
            </a:r>
          </a:p>
          <a:p>
            <a:pPr marL="0" indent="0">
              <a:buNone/>
            </a:pPr>
            <a:r>
              <a:rPr lang="en-US" sz="2800" dirty="0">
                <a:latin typeface="Times New Roman" panose="02020603050405020304" pitchFamily="18" charset="0"/>
                <a:cs typeface="Times New Roman" panose="02020603050405020304" pitchFamily="18" charset="0"/>
              </a:rPr>
              <a:t>  Introduction to this dataset, project goals, and business objectives.</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Data Analysis &amp; Visualization:</a:t>
            </a:r>
          </a:p>
          <a:p>
            <a:pPr marL="0" indent="0">
              <a:buNone/>
            </a:pP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Exploratory Data Analysis (EDA), sales trends, products, profitability, customer behavior, and supply chain analysis using Excel.</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IN" sz="2800" b="1" dirty="0">
                <a:latin typeface="Times New Roman" panose="02020603050405020304" pitchFamily="18" charset="0"/>
                <a:cs typeface="Times New Roman" panose="02020603050405020304" pitchFamily="18" charset="0"/>
              </a:rPr>
              <a:t>Recommendations &amp; Conclusion</a:t>
            </a:r>
            <a:r>
              <a:rPr lang="en-US" sz="2800" b="1" dirty="0">
                <a:latin typeface="Times New Roman" panose="02020603050405020304" pitchFamily="18" charset="0"/>
                <a:cs typeface="Times New Roman" panose="02020603050405020304" pitchFamily="18" charset="0"/>
              </a:rPr>
              <a:t>:</a:t>
            </a:r>
          </a:p>
          <a:p>
            <a:pPr marL="0" indent="0">
              <a:buNone/>
            </a:pPr>
            <a:r>
              <a:rPr lang="en-US" sz="2800" dirty="0">
                <a:latin typeface="Times New Roman" panose="02020603050405020304" pitchFamily="18" charset="0"/>
                <a:cs typeface="Times New Roman" panose="02020603050405020304" pitchFamily="18" charset="0"/>
              </a:rPr>
              <a:t> Strategies and recommendations to improve sales, customer engagement, and overall business performance.</a:t>
            </a:r>
            <a:endParaRPr lang="en-US" altLang="ko-KR" sz="2800" dirty="0">
              <a:latin typeface="Times New Roman" panose="02020603050405020304" pitchFamily="18" charset="0"/>
              <a:cs typeface="Times New Roman" panose="02020603050405020304" pitchFamily="18" charset="0"/>
            </a:endParaRPr>
          </a:p>
          <a:p>
            <a:pPr marL="0" indent="0">
              <a:buNone/>
            </a:pPr>
            <a:endParaRPr lang="en-US" sz="2800" b="1" dirty="0">
              <a:solidFill>
                <a:schemeClr val="accent6"/>
              </a:solidFill>
              <a:latin typeface="Times New Roman" panose="02020603050405020304" pitchFamily="18" charset="0"/>
              <a:cs typeface="Times New Roman" panose="02020603050405020304" pitchFamily="18" charset="0"/>
            </a:endParaRPr>
          </a:p>
          <a:p>
            <a:pPr marL="0" indent="0">
              <a:buNone/>
            </a:pPr>
            <a:endParaRPr lang="en-US" sz="2800" b="1" dirty="0">
              <a:solidFill>
                <a:schemeClr val="accent6"/>
              </a:solidFill>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altLang="ko-KR" sz="2800" dirty="0">
              <a:latin typeface="Times New Roman" panose="02020603050405020304" pitchFamily="18" charset="0"/>
              <a:cs typeface="Times New Roman" panose="02020603050405020304" pitchFamily="18" charset="0"/>
            </a:endParaRPr>
          </a:p>
          <a:p>
            <a:pPr marL="0" indent="0">
              <a:buNone/>
            </a:pPr>
            <a:endParaRPr lang="en-US" altLang="ko-KR" sz="2800" dirty="0">
              <a:latin typeface="Times New Roman" panose="02020603050405020304" pitchFamily="18" charset="0"/>
              <a:cs typeface="Times New Roman" panose="02020603050405020304" pitchFamily="18" charset="0"/>
            </a:endParaRPr>
          </a:p>
          <a:p>
            <a:pPr marL="0" indent="0">
              <a:buNone/>
            </a:pPr>
            <a:endParaRPr lang="en-US" altLang="ko-KR"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44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9FDA-88F0-4876-B76B-7331DD9478DE}"/>
              </a:ext>
            </a:extLst>
          </p:cNvPr>
          <p:cNvSpPr>
            <a:spLocks noGrp="1"/>
          </p:cNvSpPr>
          <p:nvPr>
            <p:ph type="title"/>
          </p:nvPr>
        </p:nvSpPr>
        <p:spPr>
          <a:xfrm>
            <a:off x="685800" y="3211"/>
            <a:ext cx="10820400" cy="1293028"/>
          </a:xfrm>
        </p:spPr>
        <p:txBody>
          <a:bodyPr>
            <a:normAutofit/>
          </a:bodyPr>
          <a:lstStyle/>
          <a:p>
            <a:pPr algn="l"/>
            <a:r>
              <a:rPr lang="en-IN" dirty="0">
                <a:latin typeface="Times New Roman" panose="02020603050405020304" pitchFamily="18" charset="0"/>
                <a:cs typeface="Times New Roman" panose="02020603050405020304" pitchFamily="18" charset="0"/>
              </a:rPr>
              <a:t>Project Overview</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3FCF7B-5098-4E93-A90F-3E104B742525}"/>
              </a:ext>
            </a:extLst>
          </p:cNvPr>
          <p:cNvSpPr>
            <a:spLocks noGrp="1"/>
          </p:cNvSpPr>
          <p:nvPr>
            <p:ph idx="1"/>
          </p:nvPr>
        </p:nvSpPr>
        <p:spPr>
          <a:xfrm>
            <a:off x="685800" y="1296239"/>
            <a:ext cx="10820400" cy="5558549"/>
          </a:xfrm>
        </p:spPr>
        <p:txBody>
          <a:bodyPr>
            <a:normAutofit fontScale="92500" lnSpcReduction="20000"/>
          </a:bodyPr>
          <a:lstStyle/>
          <a:p>
            <a:pPr marL="0" indent="0">
              <a:buNone/>
            </a:pPr>
            <a:r>
              <a:rPr lang="en-IN" sz="2800" b="1" dirty="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a:p>
            <a:pPr marL="0" indent="0">
              <a:lnSpc>
                <a:spcPct val="150000"/>
              </a:lnSpc>
              <a:buNone/>
            </a:pPr>
            <a:r>
              <a:rPr lang="en-IN" sz="1800" dirty="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The objective of this project to analyse Electronics manufacturing, sales and operational performance using data analytics techniques. This project helps identify sales trends, product performance, profitability, customer behaviour and supply chain operations to support data-driven business decisions.</a:t>
            </a:r>
            <a:endParaRPr lang="en-IN" sz="1800" dirty="0">
              <a:latin typeface="Times New Roman" panose="02020603050405020304" pitchFamily="18" charset="0"/>
              <a:cs typeface="Times New Roman" panose="02020603050405020304" pitchFamily="18" charset="0"/>
            </a:endParaRPr>
          </a:p>
          <a:p>
            <a:pPr marL="0" indent="0">
              <a:lnSpc>
                <a:spcPct val="150000"/>
              </a:lnSpc>
              <a:buNone/>
            </a:pPr>
            <a:r>
              <a:rPr lang="en-IN" sz="2400" b="1" dirty="0">
                <a:latin typeface="Times New Roman" panose="02020603050405020304" pitchFamily="18" charset="0"/>
                <a:cs typeface="Times New Roman" panose="02020603050405020304" pitchFamily="18" charset="0"/>
              </a:rPr>
              <a:t>Tools &amp; Techniques Used</a:t>
            </a:r>
          </a:p>
          <a:p>
            <a:pPr marL="0" indent="0">
              <a:lnSpc>
                <a:spcPct val="150000"/>
              </a:lnSpc>
              <a:buNone/>
            </a:pPr>
            <a:r>
              <a:rPr lang="en-IN" sz="2000" b="1" dirty="0">
                <a:latin typeface="Times New Roman" panose="02020603050405020304" pitchFamily="18" charset="0"/>
                <a:cs typeface="Times New Roman" panose="02020603050405020304" pitchFamily="18" charset="0"/>
              </a:rPr>
              <a:t>Excel</a:t>
            </a:r>
          </a:p>
          <a:p>
            <a:pPr marL="285750" indent="-285750">
              <a:lnSpc>
                <a:spcPct val="150000"/>
              </a:lnSpc>
              <a:buFont typeface="Wingdings" panose="05000000000000000000" pitchFamily="2" charset="2"/>
              <a:buChar char="v"/>
            </a:pPr>
            <a:r>
              <a:rPr lang="en-IN" sz="1900" b="1" dirty="0">
                <a:latin typeface="Times New Roman" panose="02020603050405020304" pitchFamily="18" charset="0"/>
                <a:cs typeface="Times New Roman" panose="02020603050405020304" pitchFamily="18" charset="0"/>
              </a:rPr>
              <a:t>Power Query</a:t>
            </a:r>
            <a:r>
              <a:rPr lang="en-IN" sz="1900" dirty="0">
                <a:latin typeface="Times New Roman" panose="02020603050405020304" pitchFamily="18" charset="0"/>
                <a:cs typeface="Times New Roman" panose="02020603050405020304" pitchFamily="18" charset="0"/>
              </a:rPr>
              <a:t> – Data Cleaning &amp; Analysis</a:t>
            </a:r>
          </a:p>
          <a:p>
            <a:pPr marL="285750" indent="-285750">
              <a:lnSpc>
                <a:spcPct val="150000"/>
              </a:lnSpc>
              <a:buFont typeface="Wingdings" panose="05000000000000000000" pitchFamily="2" charset="2"/>
              <a:buChar char="v"/>
            </a:pPr>
            <a:r>
              <a:rPr lang="en-IN" sz="1900" b="1" dirty="0">
                <a:latin typeface="Times New Roman" panose="02020603050405020304" pitchFamily="18" charset="0"/>
                <a:cs typeface="Times New Roman" panose="02020603050405020304" pitchFamily="18" charset="0"/>
              </a:rPr>
              <a:t>Power Pivot</a:t>
            </a:r>
            <a:r>
              <a:rPr lang="en-IN" sz="1900" dirty="0">
                <a:latin typeface="Times New Roman" panose="02020603050405020304" pitchFamily="18" charset="0"/>
                <a:cs typeface="Times New Roman" panose="02020603050405020304" pitchFamily="18" charset="0"/>
              </a:rPr>
              <a:t> – Data Modeling</a:t>
            </a:r>
          </a:p>
          <a:p>
            <a:pPr marL="285750" indent="-285750">
              <a:lnSpc>
                <a:spcPct val="150000"/>
              </a:lnSpc>
              <a:buFont typeface="Wingdings" panose="05000000000000000000" pitchFamily="2" charset="2"/>
              <a:buChar char="v"/>
            </a:pPr>
            <a:r>
              <a:rPr lang="en-IN" sz="1900" b="1" dirty="0">
                <a:latin typeface="Times New Roman" panose="02020603050405020304" pitchFamily="18" charset="0"/>
                <a:cs typeface="Times New Roman" panose="02020603050405020304" pitchFamily="18" charset="0"/>
              </a:rPr>
              <a:t>Pivot Tables &amp; Pivot Charts</a:t>
            </a:r>
            <a:r>
              <a:rPr lang="en-IN" sz="1900" dirty="0">
                <a:latin typeface="Times New Roman" panose="02020603050405020304" pitchFamily="18" charset="0"/>
                <a:cs typeface="Times New Roman" panose="02020603050405020304" pitchFamily="18" charset="0"/>
              </a:rPr>
              <a:t> – KPIs  &amp; Visualization </a:t>
            </a:r>
          </a:p>
          <a:p>
            <a:pPr marL="285750" indent="-285750">
              <a:lnSpc>
                <a:spcPct val="150000"/>
              </a:lnSpc>
              <a:buFont typeface="Wingdings" panose="05000000000000000000" pitchFamily="2" charset="2"/>
              <a:buChar char="v"/>
            </a:pPr>
            <a:r>
              <a:rPr lang="en-IN" sz="1900" b="1" dirty="0">
                <a:latin typeface="Times New Roman" panose="02020603050405020304" pitchFamily="18" charset="0"/>
                <a:cs typeface="Times New Roman" panose="02020603050405020304" pitchFamily="18" charset="0"/>
              </a:rPr>
              <a:t>Dashboard</a:t>
            </a:r>
            <a:r>
              <a:rPr lang="en-IN" sz="1900" dirty="0">
                <a:latin typeface="Times New Roman" panose="02020603050405020304" pitchFamily="18" charset="0"/>
                <a:cs typeface="Times New Roman" panose="02020603050405020304" pitchFamily="18" charset="0"/>
              </a:rPr>
              <a:t> – Reporting &amp; Insights</a:t>
            </a:r>
            <a:endParaRPr lang="en-IN" sz="1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633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AA552-DF17-4601-857D-2DCCC536F27D}"/>
              </a:ext>
            </a:extLst>
          </p:cNvPr>
          <p:cNvSpPr>
            <a:spLocks noGrp="1"/>
          </p:cNvSpPr>
          <p:nvPr>
            <p:ph type="title"/>
          </p:nvPr>
        </p:nvSpPr>
        <p:spPr>
          <a:xfrm>
            <a:off x="1141413" y="765550"/>
            <a:ext cx="8610600" cy="1293028"/>
          </a:xfrm>
        </p:spPr>
        <p:txBody>
          <a:bodyPr>
            <a:normAutofit/>
          </a:bodyPr>
          <a:lstStyle/>
          <a:p>
            <a:pPr algn="l"/>
            <a:r>
              <a:rPr lang="en-US" dirty="0">
                <a:latin typeface="Times New Roman" panose="02020603050405020304" pitchFamily="18" charset="0"/>
                <a:cs typeface="Times New Roman" panose="02020603050405020304" pitchFamily="18" charset="0"/>
              </a:rPr>
              <a:t>Data Collection</a:t>
            </a:r>
          </a:p>
        </p:txBody>
      </p:sp>
      <p:sp>
        <p:nvSpPr>
          <p:cNvPr id="3" name="Content Placeholder 2">
            <a:extLst>
              <a:ext uri="{FF2B5EF4-FFF2-40B4-BE49-F238E27FC236}">
                <a16:creationId xmlns:a16="http://schemas.microsoft.com/office/drawing/2014/main" id="{F9C44B8F-93DF-4D71-8F94-801C55630A28}"/>
              </a:ext>
            </a:extLst>
          </p:cNvPr>
          <p:cNvSpPr>
            <a:spLocks noGrp="1"/>
          </p:cNvSpPr>
          <p:nvPr>
            <p:ph idx="1"/>
          </p:nvPr>
        </p:nvSpPr>
        <p:spPr>
          <a:xfrm>
            <a:off x="1285459" y="1659730"/>
            <a:ext cx="10016917" cy="584775"/>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I need to gather data from the client.</a:t>
            </a:r>
          </a:p>
        </p:txBody>
      </p:sp>
      <p:sp>
        <p:nvSpPr>
          <p:cNvPr id="4" name="TextBox 3">
            <a:extLst>
              <a:ext uri="{FF2B5EF4-FFF2-40B4-BE49-F238E27FC236}">
                <a16:creationId xmlns:a16="http://schemas.microsoft.com/office/drawing/2014/main" id="{089F89DA-84F2-4631-9F4F-0265B9D91F4D}"/>
              </a:ext>
            </a:extLst>
          </p:cNvPr>
          <p:cNvSpPr txBox="1"/>
          <p:nvPr/>
        </p:nvSpPr>
        <p:spPr>
          <a:xfrm>
            <a:off x="1141413" y="2457425"/>
            <a:ext cx="9170504"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UNDERSTANDING THE DATA AND BUSINESS</a:t>
            </a:r>
          </a:p>
        </p:txBody>
      </p:sp>
      <p:sp>
        <p:nvSpPr>
          <p:cNvPr id="6" name="TextBox 5">
            <a:extLst>
              <a:ext uri="{FF2B5EF4-FFF2-40B4-BE49-F238E27FC236}">
                <a16:creationId xmlns:a16="http://schemas.microsoft.com/office/drawing/2014/main" id="{4C5D1BA5-8A86-489F-84C9-CA31185AFA0B}"/>
              </a:ext>
            </a:extLst>
          </p:cNvPr>
          <p:cNvSpPr txBox="1"/>
          <p:nvPr/>
        </p:nvSpPr>
        <p:spPr>
          <a:xfrm>
            <a:off x="1285458" y="3138300"/>
            <a:ext cx="10016917" cy="317009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 Entire Dataset Description:</a:t>
            </a:r>
          </a:p>
          <a:p>
            <a:r>
              <a:rPr lang="en-US" sz="2400" dirty="0">
                <a:latin typeface="Times New Roman" panose="02020603050405020304" pitchFamily="18" charset="0"/>
                <a:cs typeface="Times New Roman" panose="02020603050405020304" pitchFamily="18" charset="0"/>
              </a:rPr>
              <a:t>   This dataset is used to analyze the complete electronics manufacturing business lifecycle, covering production operations, product performance, sales transactions, customer behavior, and supply chain logistics. </a:t>
            </a:r>
          </a:p>
          <a:p>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Niche of my data:</a:t>
            </a:r>
          </a:p>
          <a:p>
            <a:r>
              <a:rPr lang="en-US" sz="2400" dirty="0">
                <a:latin typeface="Times New Roman" panose="02020603050405020304" pitchFamily="18" charset="0"/>
                <a:cs typeface="Times New Roman" panose="02020603050405020304" pitchFamily="18" charset="0"/>
              </a:rPr>
              <a:t>    This dataset contains information about production, sales, shipment, products, customer, facility and dates full details for their electronics.</a:t>
            </a:r>
          </a:p>
        </p:txBody>
      </p:sp>
    </p:spTree>
    <p:extLst>
      <p:ext uri="{BB962C8B-B14F-4D97-AF65-F5344CB8AC3E}">
        <p14:creationId xmlns:p14="http://schemas.microsoft.com/office/powerpoint/2010/main" val="24627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AA552-DF17-4601-857D-2DCCC536F27D}"/>
              </a:ext>
            </a:extLst>
          </p:cNvPr>
          <p:cNvSpPr>
            <a:spLocks noGrp="1"/>
          </p:cNvSpPr>
          <p:nvPr>
            <p:ph type="title"/>
          </p:nvPr>
        </p:nvSpPr>
        <p:spPr>
          <a:xfrm>
            <a:off x="1437197" y="419817"/>
            <a:ext cx="8610600" cy="1293028"/>
          </a:xfrm>
        </p:spPr>
        <p:txBody>
          <a:bodyPr>
            <a:normAutofit/>
          </a:bodyPr>
          <a:lstStyle/>
          <a:p>
            <a:pPr algn="l"/>
            <a:r>
              <a:rPr lang="en-US" dirty="0">
                <a:latin typeface="Times New Roman" panose="02020603050405020304" pitchFamily="18" charset="0"/>
                <a:cs typeface="Times New Roman" panose="02020603050405020304" pitchFamily="18" charset="0"/>
              </a:rPr>
              <a:t>Data set description</a:t>
            </a:r>
          </a:p>
        </p:txBody>
      </p:sp>
      <p:sp>
        <p:nvSpPr>
          <p:cNvPr id="7" name="TextBox 6">
            <a:extLst>
              <a:ext uri="{FF2B5EF4-FFF2-40B4-BE49-F238E27FC236}">
                <a16:creationId xmlns:a16="http://schemas.microsoft.com/office/drawing/2014/main" id="{FD58814A-B75E-481B-900B-E6B2D58D6010}"/>
              </a:ext>
            </a:extLst>
          </p:cNvPr>
          <p:cNvSpPr txBox="1"/>
          <p:nvPr/>
        </p:nvSpPr>
        <p:spPr>
          <a:xfrm flipH="1">
            <a:off x="1437197" y="1494778"/>
            <a:ext cx="8117620"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 Production Fact Table: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Stores production-related transactions including quantities produced and defective units. This table contains Rows – 4500 and Columns – 8.</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9A7C8A7-50BA-45D6-97E0-F04FE2858CDD}"/>
              </a:ext>
            </a:extLst>
          </p:cNvPr>
          <p:cNvPicPr>
            <a:picLocks noChangeAspect="1"/>
          </p:cNvPicPr>
          <p:nvPr/>
        </p:nvPicPr>
        <p:blipFill>
          <a:blip r:embed="rId2"/>
          <a:stretch>
            <a:fillRect/>
          </a:stretch>
        </p:blipFill>
        <p:spPr>
          <a:xfrm>
            <a:off x="1446804" y="2812844"/>
            <a:ext cx="9867900" cy="2991608"/>
          </a:xfrm>
          <a:prstGeom prst="rect">
            <a:avLst/>
          </a:prstGeom>
        </p:spPr>
      </p:pic>
    </p:spTree>
    <p:extLst>
      <p:ext uri="{BB962C8B-B14F-4D97-AF65-F5344CB8AC3E}">
        <p14:creationId xmlns:p14="http://schemas.microsoft.com/office/powerpoint/2010/main" val="3163002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1437197" y="1229734"/>
            <a:ext cx="8117620" cy="10772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2. Sales fact table: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Contains sales transaction data including revenue, profit, discounts, and quantity sold. This table contains Rows – 8500 and Columns – 14.</a:t>
            </a:r>
          </a:p>
        </p:txBody>
      </p:sp>
      <p:pic>
        <p:nvPicPr>
          <p:cNvPr id="2" name="Picture 1">
            <a:extLst>
              <a:ext uri="{FF2B5EF4-FFF2-40B4-BE49-F238E27FC236}">
                <a16:creationId xmlns:a16="http://schemas.microsoft.com/office/drawing/2014/main" id="{E8ED1099-AB99-4031-AE02-F777ACB4C192}"/>
              </a:ext>
            </a:extLst>
          </p:cNvPr>
          <p:cNvPicPr>
            <a:picLocks noChangeAspect="1"/>
          </p:cNvPicPr>
          <p:nvPr/>
        </p:nvPicPr>
        <p:blipFill>
          <a:blip r:embed="rId2"/>
          <a:stretch>
            <a:fillRect/>
          </a:stretch>
        </p:blipFill>
        <p:spPr>
          <a:xfrm>
            <a:off x="1437197" y="2589791"/>
            <a:ext cx="9782175" cy="3038475"/>
          </a:xfrm>
          <a:prstGeom prst="rect">
            <a:avLst/>
          </a:prstGeom>
        </p:spPr>
      </p:pic>
    </p:spTree>
    <p:extLst>
      <p:ext uri="{BB962C8B-B14F-4D97-AF65-F5344CB8AC3E}">
        <p14:creationId xmlns:p14="http://schemas.microsoft.com/office/powerpoint/2010/main" val="379047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569843" y="817302"/>
            <a:ext cx="11529392" cy="10772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 Shipment fact table: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Stores shipment and logistics information including shipment cost, carrier, and delivery details. This table contains Rows – 7500, Columns – 13.</a:t>
            </a:r>
          </a:p>
        </p:txBody>
      </p:sp>
      <p:pic>
        <p:nvPicPr>
          <p:cNvPr id="2" name="Picture 1">
            <a:extLst>
              <a:ext uri="{FF2B5EF4-FFF2-40B4-BE49-F238E27FC236}">
                <a16:creationId xmlns:a16="http://schemas.microsoft.com/office/drawing/2014/main" id="{44F3EED0-EFCF-42F5-AAE0-FFD05BCF183B}"/>
              </a:ext>
            </a:extLst>
          </p:cNvPr>
          <p:cNvPicPr>
            <a:picLocks noChangeAspect="1"/>
          </p:cNvPicPr>
          <p:nvPr/>
        </p:nvPicPr>
        <p:blipFill>
          <a:blip r:embed="rId2"/>
          <a:stretch>
            <a:fillRect/>
          </a:stretch>
        </p:blipFill>
        <p:spPr>
          <a:xfrm>
            <a:off x="569843" y="2504947"/>
            <a:ext cx="11304105" cy="3710322"/>
          </a:xfrm>
          <a:prstGeom prst="rect">
            <a:avLst/>
          </a:prstGeom>
        </p:spPr>
      </p:pic>
    </p:spTree>
    <p:extLst>
      <p:ext uri="{BB962C8B-B14F-4D97-AF65-F5344CB8AC3E}">
        <p14:creationId xmlns:p14="http://schemas.microsoft.com/office/powerpoint/2010/main" val="2005639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323230" y="1203230"/>
            <a:ext cx="9205083" cy="10772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4. Product dimension table: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Contains product details such as product name, category, brand, and product line. This table contains Rows – 16, Columns – 11.</a:t>
            </a:r>
          </a:p>
        </p:txBody>
      </p:sp>
      <p:pic>
        <p:nvPicPr>
          <p:cNvPr id="2" name="Picture 1">
            <a:extLst>
              <a:ext uri="{FF2B5EF4-FFF2-40B4-BE49-F238E27FC236}">
                <a16:creationId xmlns:a16="http://schemas.microsoft.com/office/drawing/2014/main" id="{FA8A5CDC-5BC6-4BAB-940E-D1F3555133DE}"/>
              </a:ext>
            </a:extLst>
          </p:cNvPr>
          <p:cNvPicPr>
            <a:picLocks noChangeAspect="1"/>
          </p:cNvPicPr>
          <p:nvPr/>
        </p:nvPicPr>
        <p:blipFill>
          <a:blip r:embed="rId2"/>
          <a:stretch>
            <a:fillRect/>
          </a:stretch>
        </p:blipFill>
        <p:spPr>
          <a:xfrm>
            <a:off x="323230" y="2683151"/>
            <a:ext cx="11510962" cy="2419350"/>
          </a:xfrm>
          <a:prstGeom prst="rect">
            <a:avLst/>
          </a:prstGeom>
        </p:spPr>
      </p:pic>
    </p:spTree>
    <p:extLst>
      <p:ext uri="{BB962C8B-B14F-4D97-AF65-F5344CB8AC3E}">
        <p14:creationId xmlns:p14="http://schemas.microsoft.com/office/powerpoint/2010/main" val="623353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1000539" y="668894"/>
            <a:ext cx="10190921" cy="138499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5. Customer dimension table: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table contains customer master data and demographic information. It is used to analyze customer purchasing behavior, revenue contribution, geographic distribution, and customer segmentation.. This table contains Rows – 5, Columns – 7.</a:t>
            </a:r>
          </a:p>
        </p:txBody>
      </p:sp>
      <p:pic>
        <p:nvPicPr>
          <p:cNvPr id="3" name="Picture 2">
            <a:extLst>
              <a:ext uri="{FF2B5EF4-FFF2-40B4-BE49-F238E27FC236}">
                <a16:creationId xmlns:a16="http://schemas.microsoft.com/office/drawing/2014/main" id="{A5989C79-B97F-47F1-B0E8-0C8BB8ACE644}"/>
              </a:ext>
            </a:extLst>
          </p:cNvPr>
          <p:cNvPicPr>
            <a:picLocks noChangeAspect="1"/>
          </p:cNvPicPr>
          <p:nvPr/>
        </p:nvPicPr>
        <p:blipFill>
          <a:blip r:embed="rId2"/>
          <a:stretch>
            <a:fillRect/>
          </a:stretch>
        </p:blipFill>
        <p:spPr>
          <a:xfrm>
            <a:off x="1000539" y="2413249"/>
            <a:ext cx="10190921" cy="3259022"/>
          </a:xfrm>
          <a:prstGeom prst="rect">
            <a:avLst/>
          </a:prstGeom>
        </p:spPr>
      </p:pic>
    </p:spTree>
    <p:extLst>
      <p:ext uri="{BB962C8B-B14F-4D97-AF65-F5344CB8AC3E}">
        <p14:creationId xmlns:p14="http://schemas.microsoft.com/office/powerpoint/2010/main" val="348138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1437197" y="1309247"/>
            <a:ext cx="8117620" cy="10772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6. Date dimension table: </a:t>
            </a:r>
            <a:br>
              <a:rPr lang="en-US" dirty="0"/>
            </a:br>
            <a:r>
              <a:rPr lang="en-US" dirty="0"/>
              <a:t>       </a:t>
            </a:r>
            <a:r>
              <a:rPr lang="en-US" sz="2000" dirty="0">
                <a:latin typeface="Times New Roman" panose="02020603050405020304" pitchFamily="18" charset="0"/>
                <a:cs typeface="Times New Roman" panose="02020603050405020304" pitchFamily="18" charset="0"/>
              </a:rPr>
              <a:t>Date dimension used for time-based analysis such as monthly, quarterly, and yearly trends. This table contains Rows – 731, Columns – 11.</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CA3FFCA-4C57-4F41-8CC2-3F074F1C7BA7}"/>
              </a:ext>
            </a:extLst>
          </p:cNvPr>
          <p:cNvPicPr>
            <a:picLocks noChangeAspect="1"/>
          </p:cNvPicPr>
          <p:nvPr/>
        </p:nvPicPr>
        <p:blipFill>
          <a:blip r:embed="rId2"/>
          <a:stretch>
            <a:fillRect/>
          </a:stretch>
        </p:blipFill>
        <p:spPr>
          <a:xfrm>
            <a:off x="1437197" y="3115710"/>
            <a:ext cx="9915525" cy="3126064"/>
          </a:xfrm>
          <a:prstGeom prst="rect">
            <a:avLst/>
          </a:prstGeom>
        </p:spPr>
      </p:pic>
    </p:spTree>
    <p:extLst>
      <p:ext uri="{BB962C8B-B14F-4D97-AF65-F5344CB8AC3E}">
        <p14:creationId xmlns:p14="http://schemas.microsoft.com/office/powerpoint/2010/main" val="252686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58814A-B75E-481B-900B-E6B2D58D6010}"/>
              </a:ext>
            </a:extLst>
          </p:cNvPr>
          <p:cNvSpPr txBox="1"/>
          <p:nvPr/>
        </p:nvSpPr>
        <p:spPr>
          <a:xfrm flipH="1">
            <a:off x="1141413" y="1309247"/>
            <a:ext cx="8117620" cy="10772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7. Facility dimension table: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Contains manufacturing facility information including plant location and production capacity. This table contains Rows – 6, Columns – 8.</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853D9A9-14E3-41B8-AE09-7560285EF254}"/>
              </a:ext>
            </a:extLst>
          </p:cNvPr>
          <p:cNvPicPr>
            <a:picLocks noChangeAspect="1"/>
          </p:cNvPicPr>
          <p:nvPr/>
        </p:nvPicPr>
        <p:blipFill>
          <a:blip r:embed="rId2"/>
          <a:stretch>
            <a:fillRect/>
          </a:stretch>
        </p:blipFill>
        <p:spPr>
          <a:xfrm>
            <a:off x="1141413" y="2895186"/>
            <a:ext cx="10255457" cy="2869510"/>
          </a:xfrm>
          <a:prstGeom prst="rect">
            <a:avLst/>
          </a:prstGeom>
        </p:spPr>
      </p:pic>
    </p:spTree>
    <p:extLst>
      <p:ext uri="{BB962C8B-B14F-4D97-AF65-F5344CB8AC3E}">
        <p14:creationId xmlns:p14="http://schemas.microsoft.com/office/powerpoint/2010/main" val="221530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7516-E30B-43F9-8234-92AE17BD58AD}"/>
              </a:ext>
            </a:extLst>
          </p:cNvPr>
          <p:cNvSpPr>
            <a:spLocks noGrp="1"/>
          </p:cNvSpPr>
          <p:nvPr>
            <p:ph type="title"/>
          </p:nvPr>
        </p:nvSpPr>
        <p:spPr>
          <a:xfrm>
            <a:off x="1141412" y="0"/>
            <a:ext cx="9905998" cy="786212"/>
          </a:xfrm>
        </p:spPr>
        <p:txBody>
          <a:bodyPr>
            <a:normAutofit/>
          </a:bodyPr>
          <a:lstStyle/>
          <a:p>
            <a:pPr algn="l"/>
            <a:r>
              <a:rPr lang="en-US" dirty="0">
                <a:latin typeface="Times New Roman" panose="02020603050405020304" pitchFamily="18" charset="0"/>
                <a:cs typeface="Times New Roman" panose="02020603050405020304" pitchFamily="18" charset="0"/>
              </a:rPr>
              <a:t>ETL  Pipeline:</a:t>
            </a:r>
          </a:p>
        </p:txBody>
      </p:sp>
      <p:sp>
        <p:nvSpPr>
          <p:cNvPr id="3" name="Content Placeholder 2">
            <a:extLst>
              <a:ext uri="{FF2B5EF4-FFF2-40B4-BE49-F238E27FC236}">
                <a16:creationId xmlns:a16="http://schemas.microsoft.com/office/drawing/2014/main" id="{62789117-DA9B-4ADF-BBF8-BF7E398BBDF2}"/>
              </a:ext>
            </a:extLst>
          </p:cNvPr>
          <p:cNvSpPr>
            <a:spLocks noGrp="1"/>
          </p:cNvSpPr>
          <p:nvPr>
            <p:ph idx="1"/>
          </p:nvPr>
        </p:nvSpPr>
        <p:spPr>
          <a:xfrm>
            <a:off x="1141412" y="622852"/>
            <a:ext cx="9905999" cy="623514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ETL Process Flow</a:t>
            </a:r>
          </a:p>
          <a:p>
            <a:pPr>
              <a:buAutoNum type="arabicPeriod"/>
            </a:pPr>
            <a:r>
              <a:rPr lang="en-US" sz="1800" dirty="0">
                <a:latin typeface="Times New Roman" panose="02020603050405020304" pitchFamily="18" charset="0"/>
                <a:cs typeface="Times New Roman" panose="02020603050405020304" pitchFamily="18" charset="0"/>
              </a:rPr>
              <a:t>Extract (E)</a:t>
            </a:r>
          </a:p>
          <a:p>
            <a:pPr marL="0" indent="0">
              <a:buNone/>
            </a:pPr>
            <a:r>
              <a:rPr lang="en-US" sz="1800" dirty="0">
                <a:latin typeface="Times New Roman" panose="02020603050405020304" pitchFamily="18" charset="0"/>
                <a:cs typeface="Times New Roman" panose="02020603050405020304" pitchFamily="18" charset="0"/>
              </a:rPr>
              <a:t>   The project data was extracted from multiple </a:t>
            </a:r>
            <a:r>
              <a:rPr lang="en-US" sz="1800" b="1" dirty="0">
                <a:latin typeface="Times New Roman" panose="02020603050405020304" pitchFamily="18" charset="0"/>
                <a:cs typeface="Times New Roman" panose="02020603050405020304" pitchFamily="18" charset="0"/>
              </a:rPr>
              <a:t>CSV files from client given data.</a:t>
            </a:r>
          </a:p>
          <a:p>
            <a:pPr marL="0" indent="0">
              <a:buNone/>
            </a:pPr>
            <a:r>
              <a:rPr lang="en-US" sz="1800" b="1" dirty="0">
                <a:latin typeface="Times New Roman" panose="02020603050405020304" pitchFamily="18" charset="0"/>
                <a:cs typeface="Times New Roman" panose="02020603050405020304" pitchFamily="18" charset="0"/>
              </a:rPr>
              <a:t>2. Transform (T)</a:t>
            </a:r>
          </a:p>
          <a:p>
            <a:pPr marL="0" indent="0">
              <a:buNone/>
            </a:pPr>
            <a:r>
              <a:rPr lang="en-US" sz="1800" dirty="0">
                <a:latin typeface="Times New Roman" panose="02020603050405020304" pitchFamily="18" charset="0"/>
                <a:cs typeface="Times New Roman" panose="02020603050405020304" pitchFamily="18" charset="0"/>
              </a:rPr>
              <a:t>   The transformation phase was performed using </a:t>
            </a:r>
            <a:r>
              <a:rPr lang="en-US" sz="1800" b="1" dirty="0">
                <a:latin typeface="Times New Roman" panose="02020603050405020304" pitchFamily="18" charset="0"/>
                <a:cs typeface="Times New Roman" panose="02020603050405020304" pitchFamily="18" charset="0"/>
              </a:rPr>
              <a:t>Power Query Editor</a:t>
            </a:r>
            <a:r>
              <a:rPr lang="en-US" sz="1800" dirty="0">
                <a:latin typeface="Times New Roman" panose="02020603050405020304" pitchFamily="18" charset="0"/>
                <a:cs typeface="Times New Roman" panose="02020603050405020304" pitchFamily="18" charset="0"/>
              </a:rPr>
              <a:t> to ensure high-quality and analysis-ready data.</a:t>
            </a:r>
          </a:p>
          <a:p>
            <a:pPr marL="0" indent="0">
              <a:buNone/>
            </a:pPr>
            <a:r>
              <a:rPr lang="en-US" sz="1800" b="1" dirty="0">
                <a:latin typeface="Times New Roman" panose="02020603050405020304" pitchFamily="18" charset="0"/>
                <a:cs typeface="Times New Roman" panose="02020603050405020304" pitchFamily="18" charset="0"/>
              </a:rPr>
              <a:t>a) Changed Data Types</a:t>
            </a:r>
          </a:p>
          <a:p>
            <a:r>
              <a:rPr lang="en-US" sz="1800" dirty="0">
                <a:latin typeface="Times New Roman" panose="02020603050405020304" pitchFamily="18" charset="0"/>
                <a:cs typeface="Times New Roman" panose="02020603050405020304" pitchFamily="18" charset="0"/>
              </a:rPr>
              <a:t>Converted each column to the appropriate data type.</a:t>
            </a:r>
          </a:p>
          <a:p>
            <a:pPr marL="0" indent="0">
              <a:buNone/>
            </a:pPr>
            <a:r>
              <a:rPr lang="en-US" sz="1800" b="1" dirty="0">
                <a:latin typeface="Times New Roman" panose="02020603050405020304" pitchFamily="18" charset="0"/>
                <a:cs typeface="Times New Roman" panose="02020603050405020304" pitchFamily="18" charset="0"/>
              </a:rPr>
              <a:t>b) Handling Null Values</a:t>
            </a:r>
          </a:p>
          <a:p>
            <a:r>
              <a:rPr lang="en-US" sz="1800" dirty="0">
                <a:latin typeface="Times New Roman" panose="02020603050405020304" pitchFamily="18" charset="0"/>
                <a:cs typeface="Times New Roman" panose="02020603050405020304" pitchFamily="18" charset="0"/>
              </a:rPr>
              <a:t>Identified and treated missing values.</a:t>
            </a:r>
          </a:p>
          <a:p>
            <a:pPr marL="0" indent="0">
              <a:buNone/>
            </a:pPr>
            <a:r>
              <a:rPr lang="en-US" sz="1800" b="1" dirty="0">
                <a:latin typeface="Times New Roman" panose="02020603050405020304" pitchFamily="18" charset="0"/>
                <a:cs typeface="Times New Roman" panose="02020603050405020304" pitchFamily="18" charset="0"/>
              </a:rPr>
              <a:t>c) Removing Duplicates</a:t>
            </a:r>
          </a:p>
          <a:p>
            <a:r>
              <a:rPr lang="en-US" sz="1800" dirty="0">
                <a:latin typeface="Times New Roman" panose="02020603050405020304" pitchFamily="18" charset="0"/>
                <a:cs typeface="Times New Roman" panose="02020603050405020304" pitchFamily="18" charset="0"/>
              </a:rPr>
              <a:t>Duplicate records were identified using unique business keys and removed.</a:t>
            </a:r>
          </a:p>
          <a:p>
            <a:pPr marL="0" indent="0">
              <a:buNone/>
            </a:pPr>
            <a:r>
              <a:rPr lang="en-US" sz="1800" b="1" dirty="0">
                <a:latin typeface="Times New Roman" panose="02020603050405020304" pitchFamily="18" charset="0"/>
                <a:cs typeface="Times New Roman" panose="02020603050405020304" pitchFamily="18" charset="0"/>
              </a:rPr>
              <a:t>d) Data Standardization</a:t>
            </a:r>
          </a:p>
          <a:p>
            <a:r>
              <a:rPr lang="en-US" sz="1800" dirty="0">
                <a:latin typeface="Times New Roman" panose="02020603050405020304" pitchFamily="18" charset="0"/>
                <a:cs typeface="Times New Roman" panose="02020603050405020304" pitchFamily="18" charset="0"/>
              </a:rPr>
              <a:t>Standardized data to maintain consistency across all tables.</a:t>
            </a:r>
          </a:p>
          <a:p>
            <a:pPr marL="0" indent="0">
              <a:buNone/>
            </a:pPr>
            <a:r>
              <a:rPr lang="en-US" sz="1800" b="1" dirty="0">
                <a:latin typeface="Times New Roman" panose="02020603050405020304" pitchFamily="18" charset="0"/>
                <a:cs typeface="Times New Roman" panose="02020603050405020304" pitchFamily="18" charset="0"/>
              </a:rPr>
              <a:t>3. Load (L)</a:t>
            </a:r>
          </a:p>
          <a:p>
            <a:pPr marL="0" indent="0">
              <a:buNone/>
            </a:pPr>
            <a:r>
              <a:rPr lang="en-US" sz="1800" dirty="0">
                <a:latin typeface="Times New Roman" panose="02020603050405020304" pitchFamily="18" charset="0"/>
                <a:cs typeface="Times New Roman" panose="02020603050405020304" pitchFamily="18" charset="0"/>
              </a:rPr>
              <a:t> After completing all transformations to load the file in excel.</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905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38B2-C87F-4F65-B43A-E7009932CEEF}"/>
              </a:ext>
            </a:extLst>
          </p:cNvPr>
          <p:cNvSpPr>
            <a:spLocks noGrp="1"/>
          </p:cNvSpPr>
          <p:nvPr>
            <p:ph type="title"/>
          </p:nvPr>
        </p:nvSpPr>
        <p:spPr>
          <a:xfrm>
            <a:off x="808383" y="0"/>
            <a:ext cx="10240616" cy="516835"/>
          </a:xfrm>
        </p:spPr>
        <p:txBody>
          <a:bodyPr>
            <a:normAutofit fontScale="90000"/>
          </a:bodyPr>
          <a:lstStyle/>
          <a:p>
            <a:pPr algn="l"/>
            <a:r>
              <a:rPr lang="en-US" dirty="0">
                <a:latin typeface="Times New Roman" panose="02020603050405020304" pitchFamily="18" charset="0"/>
                <a:cs typeface="Times New Roman" panose="02020603050405020304" pitchFamily="18" charset="0"/>
              </a:rPr>
              <a:t>Data modeling</a:t>
            </a:r>
          </a:p>
        </p:txBody>
      </p:sp>
      <p:sp>
        <p:nvSpPr>
          <p:cNvPr id="5" name="TextBox 4">
            <a:extLst>
              <a:ext uri="{FF2B5EF4-FFF2-40B4-BE49-F238E27FC236}">
                <a16:creationId xmlns:a16="http://schemas.microsoft.com/office/drawing/2014/main" id="{345F6811-922F-42C0-B1FD-41B987DEA19E}"/>
              </a:ext>
            </a:extLst>
          </p:cNvPr>
          <p:cNvSpPr txBox="1"/>
          <p:nvPr/>
        </p:nvSpPr>
        <p:spPr>
          <a:xfrm>
            <a:off x="808382" y="661234"/>
            <a:ext cx="11383617"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Data Model Description:</a:t>
            </a:r>
          </a:p>
          <a:p>
            <a:r>
              <a:rPr lang="en-US" dirty="0">
                <a:latin typeface="Times New Roman" panose="02020603050405020304" pitchFamily="18" charset="0"/>
                <a:cs typeface="Times New Roman" panose="02020603050405020304" pitchFamily="18" charset="0"/>
              </a:rPr>
              <a:t>    This data model follows a star schema architecture with multiple fact and dimension tables that enable comprehensive business intelligence and KPI reporting.</a:t>
            </a:r>
          </a:p>
        </p:txBody>
      </p:sp>
      <p:graphicFrame>
        <p:nvGraphicFramePr>
          <p:cNvPr id="19" name="Content Placeholder 18">
            <a:extLst>
              <a:ext uri="{FF2B5EF4-FFF2-40B4-BE49-F238E27FC236}">
                <a16:creationId xmlns:a16="http://schemas.microsoft.com/office/drawing/2014/main" id="{65B71E99-9D4C-47D5-88A7-C2040C1060B1}"/>
              </a:ext>
            </a:extLst>
          </p:cNvPr>
          <p:cNvGraphicFramePr>
            <a:graphicFrameLocks noGrp="1"/>
          </p:cNvGraphicFramePr>
          <p:nvPr>
            <p:ph idx="1"/>
            <p:extLst>
              <p:ext uri="{D42A27DB-BD31-4B8C-83A1-F6EECF244321}">
                <p14:modId xmlns:p14="http://schemas.microsoft.com/office/powerpoint/2010/main" val="1198459038"/>
              </p:ext>
            </p:extLst>
          </p:nvPr>
        </p:nvGraphicFramePr>
        <p:xfrm>
          <a:off x="808383" y="1566717"/>
          <a:ext cx="11224591" cy="5291286"/>
        </p:xfrm>
        <a:graphic>
          <a:graphicData uri="http://schemas.openxmlformats.org/drawingml/2006/table">
            <a:tbl>
              <a:tblPr/>
              <a:tblGrid>
                <a:gridCol w="3688833">
                  <a:extLst>
                    <a:ext uri="{9D8B030D-6E8A-4147-A177-3AD203B41FA5}">
                      <a16:colId xmlns:a16="http://schemas.microsoft.com/office/drawing/2014/main" val="3198529209"/>
                    </a:ext>
                  </a:extLst>
                </a:gridCol>
                <a:gridCol w="3794228">
                  <a:extLst>
                    <a:ext uri="{9D8B030D-6E8A-4147-A177-3AD203B41FA5}">
                      <a16:colId xmlns:a16="http://schemas.microsoft.com/office/drawing/2014/main" val="683727123"/>
                    </a:ext>
                  </a:extLst>
                </a:gridCol>
                <a:gridCol w="3741530">
                  <a:extLst>
                    <a:ext uri="{9D8B030D-6E8A-4147-A177-3AD203B41FA5}">
                      <a16:colId xmlns:a16="http://schemas.microsoft.com/office/drawing/2014/main" val="4129701838"/>
                    </a:ext>
                  </a:extLst>
                </a:gridCol>
              </a:tblGrid>
              <a:tr h="204707">
                <a:tc>
                  <a:txBody>
                    <a:bodyPr/>
                    <a:lstStyle/>
                    <a:p>
                      <a:pPr algn="l"/>
                      <a:r>
                        <a:rPr lang="en-US" sz="1100">
                          <a:latin typeface="Times New Roman" panose="02020603050405020304" pitchFamily="18" charset="0"/>
                          <a:cs typeface="Times New Roman" panose="02020603050405020304" pitchFamily="18" charset="0"/>
                        </a:rPr>
                        <a:t>Relationship</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Cardinality</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Description</a:t>
                      </a:r>
                    </a:p>
                  </a:txBody>
                  <a:tcPr marL="25310" marR="25310" marT="12655" marB="12655" anchor="ctr">
                    <a:lnL>
                      <a:noFill/>
                    </a:lnL>
                    <a:lnR>
                      <a:noFill/>
                    </a:lnR>
                    <a:lnT>
                      <a:noFill/>
                    </a:lnT>
                    <a:lnB>
                      <a:noFill/>
                    </a:lnB>
                  </a:tcPr>
                </a:tc>
                <a:extLst>
                  <a:ext uri="{0D108BD9-81ED-4DB2-BD59-A6C34878D82A}">
                    <a16:rowId xmlns:a16="http://schemas.microsoft.com/office/drawing/2014/main" val="2343409664"/>
                  </a:ext>
                </a:extLst>
              </a:tr>
              <a:tr h="569303">
                <a:tc>
                  <a:txBody>
                    <a:bodyPr/>
                    <a:lstStyle/>
                    <a:p>
                      <a:pPr algn="l"/>
                      <a:r>
                        <a:rPr lang="en-US" sz="1100" b="1">
                          <a:latin typeface="Times New Roman" panose="02020603050405020304" pitchFamily="18" charset="0"/>
                          <a:cs typeface="Times New Roman" panose="02020603050405020304" pitchFamily="18" charset="0"/>
                        </a:rPr>
                        <a:t>ddate → fsales</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dirty="0">
                          <a:latin typeface="Times New Roman" panose="02020603050405020304" pitchFamily="18" charset="0"/>
                          <a:cs typeface="Times New Roman" panose="02020603050405020304" pitchFamily="18" charset="0"/>
                        </a:rPr>
                        <a:t>Connects each sales transaction to its corresponding order date, enabling Year, Quarter, Month, and Daily sales analysis.</a:t>
                      </a:r>
                    </a:p>
                  </a:txBody>
                  <a:tcPr marL="25310" marR="25310" marT="12655" marB="12655" anchor="ctr">
                    <a:lnL>
                      <a:noFill/>
                    </a:lnL>
                    <a:lnR>
                      <a:noFill/>
                    </a:lnR>
                    <a:lnT>
                      <a:noFill/>
                    </a:lnT>
                    <a:lnB>
                      <a:noFill/>
                    </a:lnB>
                  </a:tcPr>
                </a:tc>
                <a:extLst>
                  <a:ext uri="{0D108BD9-81ED-4DB2-BD59-A6C34878D82A}">
                    <a16:rowId xmlns:a16="http://schemas.microsoft.com/office/drawing/2014/main" val="2858689350"/>
                  </a:ext>
                </a:extLst>
              </a:tr>
              <a:tr h="389524">
                <a:tc>
                  <a:txBody>
                    <a:bodyPr/>
                    <a:lstStyle/>
                    <a:p>
                      <a:pPr algn="l"/>
                      <a:r>
                        <a:rPr lang="en-US" sz="1100" b="1">
                          <a:latin typeface="Times New Roman" panose="02020603050405020304" pitchFamily="18" charset="0"/>
                          <a:cs typeface="Times New Roman" panose="02020603050405020304" pitchFamily="18" charset="0"/>
                        </a:rPr>
                        <a:t>ddate → fproduction</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Links production records to the production date for analyzing manufacturing trends over time.</a:t>
                      </a:r>
                    </a:p>
                  </a:txBody>
                  <a:tcPr marL="25310" marR="25310" marT="12655" marB="12655" anchor="ctr">
                    <a:lnL>
                      <a:noFill/>
                    </a:lnL>
                    <a:lnR>
                      <a:noFill/>
                    </a:lnR>
                    <a:lnT>
                      <a:noFill/>
                    </a:lnT>
                    <a:lnB>
                      <a:noFill/>
                    </a:lnB>
                  </a:tcPr>
                </a:tc>
                <a:extLst>
                  <a:ext uri="{0D108BD9-81ED-4DB2-BD59-A6C34878D82A}">
                    <a16:rowId xmlns:a16="http://schemas.microsoft.com/office/drawing/2014/main" val="2738607311"/>
                  </a:ext>
                </a:extLst>
              </a:tr>
              <a:tr h="389524">
                <a:tc>
                  <a:txBody>
                    <a:bodyPr/>
                    <a:lstStyle/>
                    <a:p>
                      <a:pPr algn="l"/>
                      <a:r>
                        <a:rPr lang="en-US" sz="1100" b="1">
                          <a:latin typeface="Times New Roman" panose="02020603050405020304" pitchFamily="18" charset="0"/>
                          <a:cs typeface="Times New Roman" panose="02020603050405020304" pitchFamily="18" charset="0"/>
                        </a:rPr>
                        <a:t>ddate → fshipment (Ship Date)</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dirty="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Associates shipment records with the shipment date to monitor shipping activities and logistics performance.</a:t>
                      </a:r>
                    </a:p>
                  </a:txBody>
                  <a:tcPr marL="25310" marR="25310" marT="12655" marB="12655" anchor="ctr">
                    <a:lnL>
                      <a:noFill/>
                    </a:lnL>
                    <a:lnR>
                      <a:noFill/>
                    </a:lnR>
                    <a:lnT>
                      <a:noFill/>
                    </a:lnT>
                    <a:lnB>
                      <a:noFill/>
                    </a:lnB>
                  </a:tcPr>
                </a:tc>
                <a:extLst>
                  <a:ext uri="{0D108BD9-81ED-4DB2-BD59-A6C34878D82A}">
                    <a16:rowId xmlns:a16="http://schemas.microsoft.com/office/drawing/2014/main" val="4021692931"/>
                  </a:ext>
                </a:extLst>
              </a:tr>
              <a:tr h="384527">
                <a:tc>
                  <a:txBody>
                    <a:bodyPr/>
                    <a:lstStyle/>
                    <a:p>
                      <a:pPr algn="l"/>
                      <a:r>
                        <a:rPr lang="en-US" sz="1100" b="1">
                          <a:latin typeface="Times New Roman" panose="02020603050405020304" pitchFamily="18" charset="0"/>
                          <a:cs typeface="Times New Roman" panose="02020603050405020304" pitchFamily="18" charset="0"/>
                        </a:rPr>
                        <a:t>ddate → fshipment (Delivery Date)</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Links shipment records to the delivery date for evaluating delivery timelines and delays.</a:t>
                      </a:r>
                    </a:p>
                  </a:txBody>
                  <a:tcPr marL="25310" marR="25310" marT="12655" marB="12655" anchor="ctr">
                    <a:lnL>
                      <a:noFill/>
                    </a:lnL>
                    <a:lnR>
                      <a:noFill/>
                    </a:lnR>
                    <a:lnT>
                      <a:noFill/>
                    </a:lnT>
                    <a:lnB>
                      <a:noFill/>
                    </a:lnB>
                  </a:tcPr>
                </a:tc>
                <a:extLst>
                  <a:ext uri="{0D108BD9-81ED-4DB2-BD59-A6C34878D82A}">
                    <a16:rowId xmlns:a16="http://schemas.microsoft.com/office/drawing/2014/main" val="3690007866"/>
                  </a:ext>
                </a:extLst>
              </a:tr>
              <a:tr h="564347">
                <a:tc>
                  <a:txBody>
                    <a:bodyPr/>
                    <a:lstStyle/>
                    <a:p>
                      <a:pPr algn="l"/>
                      <a:r>
                        <a:rPr lang="en-US" sz="1100" b="1" dirty="0">
                          <a:latin typeface="Times New Roman" panose="02020603050405020304" pitchFamily="18" charset="0"/>
                          <a:cs typeface="Times New Roman" panose="02020603050405020304" pitchFamily="18" charset="0"/>
                        </a:rPr>
                        <a:t>dcustomer → fsales</a:t>
                      </a:r>
                      <a:endParaRPr lang="en-US" sz="1100" dirty="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Connects customers with their sales transactions, enabling customer revenue, profitability, and purchasing behavior analysis.</a:t>
                      </a:r>
                    </a:p>
                  </a:txBody>
                  <a:tcPr marL="25310" marR="25310" marT="12655" marB="12655" anchor="ctr">
                    <a:lnL>
                      <a:noFill/>
                    </a:lnL>
                    <a:lnR>
                      <a:noFill/>
                    </a:lnR>
                    <a:lnT>
                      <a:noFill/>
                    </a:lnT>
                    <a:lnB>
                      <a:noFill/>
                    </a:lnB>
                  </a:tcPr>
                </a:tc>
                <a:extLst>
                  <a:ext uri="{0D108BD9-81ED-4DB2-BD59-A6C34878D82A}">
                    <a16:rowId xmlns:a16="http://schemas.microsoft.com/office/drawing/2014/main" val="4156370156"/>
                  </a:ext>
                </a:extLst>
              </a:tr>
              <a:tr h="492088">
                <a:tc>
                  <a:txBody>
                    <a:bodyPr/>
                    <a:lstStyle/>
                    <a:p>
                      <a:pPr algn="l"/>
                      <a:r>
                        <a:rPr lang="en-US" sz="1100" b="1" dirty="0">
                          <a:latin typeface="Times New Roman" panose="02020603050405020304" pitchFamily="18" charset="0"/>
                          <a:cs typeface="Times New Roman" panose="02020603050405020304" pitchFamily="18" charset="0"/>
                        </a:rPr>
                        <a:t>dcustomer → fshipment</a:t>
                      </a:r>
                      <a:endParaRPr lang="en-US" sz="1100" dirty="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dirty="0">
                          <a:latin typeface="Times New Roman" panose="02020603050405020304" pitchFamily="18" charset="0"/>
                          <a:cs typeface="Times New Roman" panose="02020603050405020304" pitchFamily="18" charset="0"/>
                        </a:rPr>
                        <a:t>Associates customers with shipment records for tracking delivery status and customer fulfillment performance.</a:t>
                      </a:r>
                    </a:p>
                  </a:txBody>
                  <a:tcPr marL="25310" marR="25310" marT="12655" marB="12655" anchor="ctr">
                    <a:lnL>
                      <a:noFill/>
                    </a:lnL>
                    <a:lnR>
                      <a:noFill/>
                    </a:lnR>
                    <a:lnT>
                      <a:noFill/>
                    </a:lnT>
                    <a:lnB>
                      <a:noFill/>
                    </a:lnB>
                  </a:tcPr>
                </a:tc>
                <a:extLst>
                  <a:ext uri="{0D108BD9-81ED-4DB2-BD59-A6C34878D82A}">
                    <a16:rowId xmlns:a16="http://schemas.microsoft.com/office/drawing/2014/main" val="4044891236"/>
                  </a:ext>
                </a:extLst>
              </a:tr>
              <a:tr h="389524">
                <a:tc>
                  <a:txBody>
                    <a:bodyPr/>
                    <a:lstStyle/>
                    <a:p>
                      <a:pPr algn="l"/>
                      <a:r>
                        <a:rPr lang="en-US" sz="1100" b="1">
                          <a:latin typeface="Times New Roman" panose="02020603050405020304" pitchFamily="18" charset="0"/>
                          <a:cs typeface="Times New Roman" panose="02020603050405020304" pitchFamily="18" charset="0"/>
                        </a:rPr>
                        <a:t>dproduct → fsales</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Links products to sales transactions, supporting product-wise revenue, profit, and sales trend analysis.</a:t>
                      </a:r>
                    </a:p>
                  </a:txBody>
                  <a:tcPr marL="25310" marR="25310" marT="12655" marB="12655" anchor="ctr">
                    <a:lnL>
                      <a:noFill/>
                    </a:lnL>
                    <a:lnR>
                      <a:noFill/>
                    </a:lnR>
                    <a:lnT>
                      <a:noFill/>
                    </a:lnT>
                    <a:lnB>
                      <a:noFill/>
                    </a:lnB>
                  </a:tcPr>
                </a:tc>
                <a:extLst>
                  <a:ext uri="{0D108BD9-81ED-4DB2-BD59-A6C34878D82A}">
                    <a16:rowId xmlns:a16="http://schemas.microsoft.com/office/drawing/2014/main" val="2846002504"/>
                  </a:ext>
                </a:extLst>
              </a:tr>
              <a:tr h="389524">
                <a:tc>
                  <a:txBody>
                    <a:bodyPr/>
                    <a:lstStyle/>
                    <a:p>
                      <a:pPr algn="l"/>
                      <a:r>
                        <a:rPr lang="en-US" sz="1100" b="1">
                          <a:latin typeface="Times New Roman" panose="02020603050405020304" pitchFamily="18" charset="0"/>
                          <a:cs typeface="Times New Roman" panose="02020603050405020304" pitchFamily="18" charset="0"/>
                        </a:rPr>
                        <a:t>dproduct → fproduction</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Connects products to production records, enabling production quantity and defect analysis by product.</a:t>
                      </a:r>
                    </a:p>
                  </a:txBody>
                  <a:tcPr marL="25310" marR="25310" marT="12655" marB="12655" anchor="ctr">
                    <a:lnL>
                      <a:noFill/>
                    </a:lnL>
                    <a:lnR>
                      <a:noFill/>
                    </a:lnR>
                    <a:lnT>
                      <a:noFill/>
                    </a:lnT>
                    <a:lnB>
                      <a:noFill/>
                    </a:lnB>
                  </a:tcPr>
                </a:tc>
                <a:extLst>
                  <a:ext uri="{0D108BD9-81ED-4DB2-BD59-A6C34878D82A}">
                    <a16:rowId xmlns:a16="http://schemas.microsoft.com/office/drawing/2014/main" val="4277940793"/>
                  </a:ext>
                </a:extLst>
              </a:tr>
              <a:tr h="389524">
                <a:tc>
                  <a:txBody>
                    <a:bodyPr/>
                    <a:lstStyle/>
                    <a:p>
                      <a:pPr algn="l"/>
                      <a:r>
                        <a:rPr lang="en-US" sz="1100" b="1" dirty="0">
                          <a:latin typeface="Times New Roman" panose="02020603050405020304" pitchFamily="18" charset="0"/>
                          <a:cs typeface="Times New Roman" panose="02020603050405020304" pitchFamily="18" charset="0"/>
                        </a:rPr>
                        <a:t>dproduct → fshipment</a:t>
                      </a:r>
                      <a:endParaRPr lang="en-US" sz="1100" dirty="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Associates products with shipment records to analyze shipping volumes and logistics by product.</a:t>
                      </a:r>
                    </a:p>
                  </a:txBody>
                  <a:tcPr marL="25310" marR="25310" marT="12655" marB="12655" anchor="ctr">
                    <a:lnL>
                      <a:noFill/>
                    </a:lnL>
                    <a:lnR>
                      <a:noFill/>
                    </a:lnR>
                    <a:lnT>
                      <a:noFill/>
                    </a:lnT>
                    <a:lnB>
                      <a:noFill/>
                    </a:lnB>
                  </a:tcPr>
                </a:tc>
                <a:extLst>
                  <a:ext uri="{0D108BD9-81ED-4DB2-BD59-A6C34878D82A}">
                    <a16:rowId xmlns:a16="http://schemas.microsoft.com/office/drawing/2014/main" val="2879645333"/>
                  </a:ext>
                </a:extLst>
              </a:tr>
              <a:tr h="564347">
                <a:tc>
                  <a:txBody>
                    <a:bodyPr/>
                    <a:lstStyle/>
                    <a:p>
                      <a:pPr algn="l"/>
                      <a:r>
                        <a:rPr lang="en-US" sz="1100" b="1">
                          <a:latin typeface="Times New Roman" panose="02020603050405020304" pitchFamily="18" charset="0"/>
                          <a:cs typeface="Times New Roman" panose="02020603050405020304" pitchFamily="18" charset="0"/>
                        </a:rPr>
                        <a:t>dfacility → fproduction</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Connects manufacturing facilities with production records to evaluate production capacity, output, and quality performance.</a:t>
                      </a:r>
                    </a:p>
                  </a:txBody>
                  <a:tcPr marL="25310" marR="25310" marT="12655" marB="12655" anchor="ctr">
                    <a:lnL>
                      <a:noFill/>
                    </a:lnL>
                    <a:lnR>
                      <a:noFill/>
                    </a:lnR>
                    <a:lnT>
                      <a:noFill/>
                    </a:lnT>
                    <a:lnB>
                      <a:noFill/>
                    </a:lnB>
                  </a:tcPr>
                </a:tc>
                <a:extLst>
                  <a:ext uri="{0D108BD9-81ED-4DB2-BD59-A6C34878D82A}">
                    <a16:rowId xmlns:a16="http://schemas.microsoft.com/office/drawing/2014/main" val="2341216965"/>
                  </a:ext>
                </a:extLst>
              </a:tr>
              <a:tr h="564347">
                <a:tc>
                  <a:txBody>
                    <a:bodyPr/>
                    <a:lstStyle/>
                    <a:p>
                      <a:pPr algn="l"/>
                      <a:r>
                        <a:rPr lang="en-US" sz="1100" b="1">
                          <a:latin typeface="Times New Roman" panose="02020603050405020304" pitchFamily="18" charset="0"/>
                          <a:cs typeface="Times New Roman" panose="02020603050405020304" pitchFamily="18" charset="0"/>
                        </a:rPr>
                        <a:t>dfacility → fshipment</a:t>
                      </a:r>
                      <a:endParaRPr lang="en-US" sz="1100">
                        <a:latin typeface="Times New Roman" panose="02020603050405020304" pitchFamily="18" charset="0"/>
                        <a:cs typeface="Times New Roman" panose="02020603050405020304" pitchFamily="18" charset="0"/>
                      </a:endParaRPr>
                    </a:p>
                  </a:txBody>
                  <a:tcPr marL="25310" marR="25310" marT="12655" marB="12655" anchor="ctr">
                    <a:lnL>
                      <a:noFill/>
                    </a:lnL>
                    <a:lnR>
                      <a:noFill/>
                    </a:lnR>
                    <a:lnT>
                      <a:noFill/>
                    </a:lnT>
                    <a:lnB>
                      <a:noFill/>
                    </a:lnB>
                  </a:tcPr>
                </a:tc>
                <a:tc>
                  <a:txBody>
                    <a:bodyPr/>
                    <a:lstStyle/>
                    <a:p>
                      <a:pPr algn="l"/>
                      <a:r>
                        <a:rPr lang="en-US" sz="1100">
                          <a:latin typeface="Times New Roman" panose="02020603050405020304" pitchFamily="18" charset="0"/>
                          <a:cs typeface="Times New Roman" panose="02020603050405020304" pitchFamily="18" charset="0"/>
                        </a:rPr>
                        <a:t>One-to-Many (1:*)</a:t>
                      </a:r>
                    </a:p>
                  </a:txBody>
                  <a:tcPr marL="25310" marR="25310" marT="12655" marB="12655" anchor="ctr">
                    <a:lnL>
                      <a:noFill/>
                    </a:lnL>
                    <a:lnR>
                      <a:noFill/>
                    </a:lnR>
                    <a:lnT>
                      <a:noFill/>
                    </a:lnT>
                    <a:lnB>
                      <a:noFill/>
                    </a:lnB>
                  </a:tcPr>
                </a:tc>
                <a:tc>
                  <a:txBody>
                    <a:bodyPr/>
                    <a:lstStyle/>
                    <a:p>
                      <a:pPr algn="l"/>
                      <a:r>
                        <a:rPr lang="en-US" sz="1100" dirty="0">
                          <a:latin typeface="Times New Roman" panose="02020603050405020304" pitchFamily="18" charset="0"/>
                          <a:cs typeface="Times New Roman" panose="02020603050405020304" pitchFamily="18" charset="0"/>
                        </a:rPr>
                        <a:t>Links facilities with shipment records to analyze shipment volumes, delivery efficiency, and logistics performance by plant.</a:t>
                      </a:r>
                    </a:p>
                  </a:txBody>
                  <a:tcPr marL="25310" marR="25310" marT="12655" marB="12655" anchor="ctr">
                    <a:lnL>
                      <a:noFill/>
                    </a:lnL>
                    <a:lnR>
                      <a:noFill/>
                    </a:lnR>
                    <a:lnT>
                      <a:noFill/>
                    </a:lnT>
                    <a:lnB>
                      <a:noFill/>
                    </a:lnB>
                  </a:tcPr>
                </a:tc>
                <a:extLst>
                  <a:ext uri="{0D108BD9-81ED-4DB2-BD59-A6C34878D82A}">
                    <a16:rowId xmlns:a16="http://schemas.microsoft.com/office/drawing/2014/main" val="3955464969"/>
                  </a:ext>
                </a:extLst>
              </a:tr>
            </a:tbl>
          </a:graphicData>
        </a:graphic>
      </p:graphicFrame>
    </p:spTree>
    <p:extLst>
      <p:ext uri="{BB962C8B-B14F-4D97-AF65-F5344CB8AC3E}">
        <p14:creationId xmlns:p14="http://schemas.microsoft.com/office/powerpoint/2010/main" val="4178117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C506D15-423D-45CD-8DD8-22DC2FEAFA71}"/>
              </a:ext>
            </a:extLst>
          </p:cNvPr>
          <p:cNvPicPr>
            <a:picLocks noGrp="1" noChangeAspect="1"/>
          </p:cNvPicPr>
          <p:nvPr>
            <p:ph idx="1"/>
          </p:nvPr>
        </p:nvPicPr>
        <p:blipFill>
          <a:blip r:embed="rId2"/>
          <a:stretch>
            <a:fillRect/>
          </a:stretch>
        </p:blipFill>
        <p:spPr>
          <a:xfrm>
            <a:off x="-132522" y="0"/>
            <a:ext cx="12324521" cy="6857999"/>
          </a:xfrm>
          <a:prstGeom prst="rect">
            <a:avLst/>
          </a:prstGeom>
        </p:spPr>
      </p:pic>
    </p:spTree>
    <p:extLst>
      <p:ext uri="{BB962C8B-B14F-4D97-AF65-F5344CB8AC3E}">
        <p14:creationId xmlns:p14="http://schemas.microsoft.com/office/powerpoint/2010/main" val="126682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1092200" y="0"/>
            <a:ext cx="9955211" cy="1060174"/>
          </a:xfrm>
        </p:spPr>
        <p:txBody>
          <a:bodyPr>
            <a:normAutofit/>
          </a:bodyPr>
          <a:lstStyle/>
          <a:p>
            <a:pPr algn="l"/>
            <a:r>
              <a:rPr lang="en-US" sz="3200" dirty="0">
                <a:latin typeface="Times New Roman" panose="02020603050405020304" pitchFamily="18" charset="0"/>
                <a:cs typeface="Times New Roman" panose="02020603050405020304" pitchFamily="18" charset="0"/>
              </a:rPr>
              <a:t>1.SalEs Performance analysis</a:t>
            </a:r>
            <a:br>
              <a:rPr lang="en-US" dirty="0"/>
            </a:br>
            <a:r>
              <a:rPr lang="en-US" sz="2400" dirty="0">
                <a:latin typeface="Times New Roman" panose="02020603050405020304" pitchFamily="18" charset="0"/>
                <a:cs typeface="Times New Roman" panose="02020603050405020304" pitchFamily="18" charset="0"/>
              </a:rPr>
              <a:t>1. Is revenue growing consistently? </a:t>
            </a:r>
            <a:endParaRPr lang="en-US"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2B4A919F-0F4F-4B63-97F9-87B6E071F260}"/>
              </a:ext>
            </a:extLst>
          </p:cNvPr>
          <p:cNvGraphicFramePr>
            <a:graphicFrameLocks noGrp="1"/>
          </p:cNvGraphicFramePr>
          <p:nvPr>
            <p:ph idx="1"/>
            <p:extLst>
              <p:ext uri="{D42A27DB-BD31-4B8C-83A1-F6EECF244321}">
                <p14:modId xmlns:p14="http://schemas.microsoft.com/office/powerpoint/2010/main" val="1104482461"/>
              </p:ext>
            </p:extLst>
          </p:nvPr>
        </p:nvGraphicFramePr>
        <p:xfrm>
          <a:off x="1092200" y="1060174"/>
          <a:ext cx="10655300" cy="345881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92A2E370-109B-497E-90E4-AC408ACE107D}"/>
              </a:ext>
            </a:extLst>
          </p:cNvPr>
          <p:cNvSpPr txBox="1"/>
          <p:nvPr/>
        </p:nvSpPr>
        <p:spPr>
          <a:xfrm flipH="1">
            <a:off x="1092198" y="4625009"/>
            <a:ext cx="9955212"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Revenue remains relatively stable during the first nine months, fluctuating between </a:t>
            </a:r>
            <a:r>
              <a:rPr lang="en-US" b="1" dirty="0">
                <a:latin typeface="Times New Roman" panose="02020603050405020304" pitchFamily="18" charset="0"/>
                <a:cs typeface="Times New Roman" panose="02020603050405020304" pitchFamily="18" charset="0"/>
              </a:rPr>
              <a:t>₹12 million and ₹15 million</a:t>
            </a:r>
            <a:r>
              <a:rPr lang="en-US" dirty="0">
                <a:latin typeface="Times New Roman" panose="02020603050405020304" pitchFamily="18" charset="0"/>
                <a:cs typeface="Times New Roman" panose="02020603050405020304" pitchFamily="18" charset="0"/>
              </a:rPr>
              <a:t>, indicating consistent baseline business performance.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significant surge occurs in </a:t>
            </a:r>
            <a:r>
              <a:rPr lang="en-US" b="1" dirty="0">
                <a:latin typeface="Times New Roman" panose="02020603050405020304" pitchFamily="18" charset="0"/>
                <a:cs typeface="Times New Roman" panose="02020603050405020304" pitchFamily="18" charset="0"/>
              </a:rPr>
              <a:t>Month 10</a:t>
            </a:r>
            <a:r>
              <a:rPr lang="en-US" dirty="0">
                <a:latin typeface="Times New Roman" panose="02020603050405020304" pitchFamily="18" charset="0"/>
                <a:cs typeface="Times New Roman" panose="02020603050405020304" pitchFamily="18" charset="0"/>
              </a:rPr>
              <a:t>, where revenue reaches its highest level of approximately </a:t>
            </a:r>
            <a:r>
              <a:rPr lang="en-US" b="1" dirty="0">
                <a:latin typeface="Times New Roman" panose="02020603050405020304" pitchFamily="18" charset="0"/>
                <a:cs typeface="Times New Roman" panose="02020603050405020304" pitchFamily="18" charset="0"/>
              </a:rPr>
              <a:t>₹21 million</a:t>
            </a:r>
            <a:r>
              <a:rPr lang="en-US" dirty="0">
                <a:latin typeface="Times New Roman" panose="02020603050405020304" pitchFamily="18" charset="0"/>
                <a:cs typeface="Times New Roman" panose="02020603050405020304" pitchFamily="18" charset="0"/>
              </a:rPr>
              <a:t>, followed by a slight decline in Month 11 and a recovery in Month 12.</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Understanding the drivers behind the Month 10 spike can help replicate this success in future periods.</a:t>
            </a:r>
          </a:p>
        </p:txBody>
      </p:sp>
    </p:spTree>
    <p:extLst>
      <p:ext uri="{BB962C8B-B14F-4D97-AF65-F5344CB8AC3E}">
        <p14:creationId xmlns:p14="http://schemas.microsoft.com/office/powerpoint/2010/main" val="1751488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1141413" y="0"/>
            <a:ext cx="9905998" cy="1060174"/>
          </a:xfrm>
        </p:spPr>
        <p:txBody>
          <a:bodyPr/>
          <a:lstStyle/>
          <a:p>
            <a:pPr algn="l"/>
            <a:r>
              <a:rPr lang="en-US" sz="2400" dirty="0">
                <a:latin typeface="Times New Roman" panose="02020603050405020304" pitchFamily="18" charset="0"/>
                <a:cs typeface="Times New Roman" panose="02020603050405020304" pitchFamily="18" charset="0"/>
              </a:rPr>
              <a:t>2.Are profits growing along with revenue? </a:t>
            </a:r>
            <a:endParaRPr lang="en-US"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35350974-73EE-4367-96A6-B0515A07EAC6}"/>
              </a:ext>
            </a:extLst>
          </p:cNvPr>
          <p:cNvGraphicFramePr>
            <a:graphicFrameLocks noGrp="1"/>
          </p:cNvGraphicFramePr>
          <p:nvPr>
            <p:ph idx="1"/>
            <p:extLst>
              <p:ext uri="{D42A27DB-BD31-4B8C-83A1-F6EECF244321}">
                <p14:modId xmlns:p14="http://schemas.microsoft.com/office/powerpoint/2010/main" val="570446075"/>
              </p:ext>
            </p:extLst>
          </p:nvPr>
        </p:nvGraphicFramePr>
        <p:xfrm>
          <a:off x="1141412" y="846449"/>
          <a:ext cx="10003666" cy="377856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92A2E370-109B-497E-90E4-AC408ACE107D}"/>
              </a:ext>
            </a:extLst>
          </p:cNvPr>
          <p:cNvSpPr txBox="1"/>
          <p:nvPr/>
        </p:nvSpPr>
        <p:spPr>
          <a:xfrm flipH="1">
            <a:off x="1141414" y="4625009"/>
            <a:ext cx="9905997"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October</a:t>
            </a:r>
            <a:r>
              <a:rPr lang="en-US" dirty="0">
                <a:latin typeface="Times New Roman" panose="02020603050405020304" pitchFamily="18" charset="0"/>
                <a:cs typeface="Times New Roman" panose="02020603050405020304" pitchFamily="18" charset="0"/>
              </a:rPr>
              <a:t> recorded the highest revenue (</a:t>
            </a:r>
            <a:r>
              <a:rPr lang="en-US" b="1" dirty="0">
                <a:latin typeface="Times New Roman" panose="02020603050405020304" pitchFamily="18" charset="0"/>
                <a:cs typeface="Times New Roman" panose="02020603050405020304" pitchFamily="18" charset="0"/>
              </a:rPr>
              <a:t>₹21.27M</a:t>
            </a:r>
            <a:r>
              <a:rPr lang="en-US" dirty="0">
                <a:latin typeface="Times New Roman" panose="02020603050405020304" pitchFamily="18" charset="0"/>
                <a:cs typeface="Times New Roman" panose="02020603050405020304" pitchFamily="18" charset="0"/>
              </a:rPr>
              <a:t>) and also the highest profit (</a:t>
            </a:r>
            <a:r>
              <a:rPr lang="en-US" b="1" dirty="0">
                <a:latin typeface="Times New Roman" panose="02020603050405020304" pitchFamily="18" charset="0"/>
                <a:cs typeface="Times New Roman" panose="02020603050405020304" pitchFamily="18" charset="0"/>
              </a:rPr>
              <a:t>₹6.22M</a:t>
            </a:r>
            <a:r>
              <a:rPr lang="en-US" dirty="0">
                <a:latin typeface="Times New Roman" panose="02020603050405020304" pitchFamily="18" charset="0"/>
                <a:cs typeface="Times New Roman" panose="02020603050405020304" pitchFamily="18" charset="0"/>
              </a:rPr>
              <a:t>), showing a strong positive relationship between revenue and profitability.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December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November</a:t>
            </a:r>
            <a:r>
              <a:rPr lang="en-US" dirty="0">
                <a:latin typeface="Times New Roman" panose="02020603050405020304" pitchFamily="18" charset="0"/>
                <a:cs typeface="Times New Roman" panose="02020603050405020304" pitchFamily="18" charset="0"/>
              </a:rPr>
              <a:t> also delivered strong revenue and profit performance, making the final quarter the most profitable period of the year.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Throughout the year, profit remains relatively proportional to revenue, indicating stable margin management.</a:t>
            </a:r>
          </a:p>
        </p:txBody>
      </p:sp>
    </p:spTree>
    <p:extLst>
      <p:ext uri="{BB962C8B-B14F-4D97-AF65-F5344CB8AC3E}">
        <p14:creationId xmlns:p14="http://schemas.microsoft.com/office/powerpoint/2010/main" val="1528653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1141413" y="0"/>
            <a:ext cx="9905998" cy="1060174"/>
          </a:xfrm>
        </p:spPr>
        <p:txBody>
          <a:bodyPr/>
          <a:lstStyle/>
          <a:p>
            <a:pPr algn="l"/>
            <a:r>
              <a:rPr lang="en-US" sz="2400" dirty="0">
                <a:latin typeface="Times New Roman" panose="02020603050405020304" pitchFamily="18" charset="0"/>
                <a:cs typeface="Times New Roman" panose="02020603050405020304" pitchFamily="18" charset="0"/>
              </a:rPr>
              <a:t>3. Which product categories drive business? </a:t>
            </a:r>
            <a:endParaRPr lang="en-US"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AACAA45E-CA95-4C58-8A50-F8455ED31C79}"/>
              </a:ext>
            </a:extLst>
          </p:cNvPr>
          <p:cNvGraphicFramePr>
            <a:graphicFrameLocks noGrp="1"/>
          </p:cNvGraphicFramePr>
          <p:nvPr>
            <p:ph idx="1"/>
            <p:extLst>
              <p:ext uri="{D42A27DB-BD31-4B8C-83A1-F6EECF244321}">
                <p14:modId xmlns:p14="http://schemas.microsoft.com/office/powerpoint/2010/main" val="1161593808"/>
              </p:ext>
            </p:extLst>
          </p:nvPr>
        </p:nvGraphicFramePr>
        <p:xfrm>
          <a:off x="1234178" y="844758"/>
          <a:ext cx="9905997" cy="3780251"/>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92A2E370-109B-497E-90E4-AC408ACE107D}"/>
              </a:ext>
            </a:extLst>
          </p:cNvPr>
          <p:cNvSpPr txBox="1"/>
          <p:nvPr/>
        </p:nvSpPr>
        <p:spPr>
          <a:xfrm flipH="1">
            <a:off x="1141414" y="4625009"/>
            <a:ext cx="9905997" cy="178510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Smartphones account for more than half of total revenue (56%)</a:t>
            </a:r>
            <a:r>
              <a:rPr lang="en-US" dirty="0">
                <a:latin typeface="Times New Roman" panose="02020603050405020304" pitchFamily="18" charset="0"/>
                <a:cs typeface="Times New Roman" panose="02020603050405020304" pitchFamily="18" charset="0"/>
              </a:rPr>
              <a:t>, making them the dominant contributor to business growth.</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Television</a:t>
            </a:r>
            <a:r>
              <a:rPr lang="en-US" dirty="0">
                <a:latin typeface="Times New Roman" panose="02020603050405020304" pitchFamily="18" charset="0"/>
                <a:cs typeface="Times New Roman" panose="02020603050405020304" pitchFamily="18" charset="0"/>
              </a:rPr>
              <a:t> products contribute approximately </a:t>
            </a:r>
            <a:r>
              <a:rPr lang="en-US" b="1" dirty="0">
                <a:latin typeface="Times New Roman" panose="02020603050405020304" pitchFamily="18" charset="0"/>
                <a:cs typeface="Times New Roman" panose="02020603050405020304" pitchFamily="18" charset="0"/>
              </a:rPr>
              <a:t>15%</a:t>
            </a:r>
            <a:r>
              <a:rPr lang="en-US" dirty="0">
                <a:latin typeface="Times New Roman" panose="02020603050405020304" pitchFamily="18" charset="0"/>
                <a:cs typeface="Times New Roman" panose="02020603050405020304" pitchFamily="18" charset="0"/>
              </a:rPr>
              <a:t> of revenue, making them the second-largest revenue-generating category.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Tablets</a:t>
            </a:r>
            <a:r>
              <a:rPr lang="en-US" dirty="0">
                <a:latin typeface="Times New Roman" panose="02020603050405020304" pitchFamily="18" charset="0"/>
                <a:cs typeface="Times New Roman" panose="02020603050405020304" pitchFamily="18" charset="0"/>
              </a:rPr>
              <a:t> generate around </a:t>
            </a:r>
            <a:r>
              <a:rPr lang="en-US" b="1" dirty="0">
                <a:latin typeface="Times New Roman" panose="02020603050405020304" pitchFamily="18" charset="0"/>
                <a:cs typeface="Times New Roman" panose="02020603050405020304" pitchFamily="18" charset="0"/>
              </a:rPr>
              <a:t>11%</a:t>
            </a:r>
            <a:r>
              <a:rPr lang="en-US" dirty="0">
                <a:latin typeface="Times New Roman" panose="02020603050405020304" pitchFamily="18" charset="0"/>
                <a:cs typeface="Times New Roman" panose="02020603050405020304" pitchFamily="18" charset="0"/>
              </a:rPr>
              <a:t> of total revenue, providing a moderate contribution to overall sales.</a:t>
            </a:r>
          </a:p>
        </p:txBody>
      </p:sp>
    </p:spTree>
    <p:extLst>
      <p:ext uri="{BB962C8B-B14F-4D97-AF65-F5344CB8AC3E}">
        <p14:creationId xmlns:p14="http://schemas.microsoft.com/office/powerpoint/2010/main" val="692831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4.Which products generate the highest revenue? </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891347" y="4625009"/>
            <a:ext cx="10156063" cy="15081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Galaxy S24 Ultra</a:t>
            </a:r>
            <a:r>
              <a:rPr lang="en-US" dirty="0">
                <a:latin typeface="Times New Roman" panose="02020603050405020304" pitchFamily="18" charset="0"/>
                <a:cs typeface="Times New Roman" panose="02020603050405020304" pitchFamily="18" charset="0"/>
              </a:rPr>
              <a:t> is the highest revenue-generating product, contributing approximately </a:t>
            </a:r>
            <a:r>
              <a:rPr lang="en-US" b="1" dirty="0">
                <a:latin typeface="Times New Roman" panose="02020603050405020304" pitchFamily="18" charset="0"/>
                <a:cs typeface="Times New Roman" panose="02020603050405020304" pitchFamily="18" charset="0"/>
              </a:rPr>
              <a:t>₹34.49 million</a:t>
            </a:r>
            <a:r>
              <a:rPr lang="en-US" dirty="0">
                <a:latin typeface="Times New Roman" panose="02020603050405020304" pitchFamily="18" charset="0"/>
                <a:cs typeface="Times New Roman" panose="02020603050405020304" pitchFamily="18" charset="0"/>
              </a:rPr>
              <a:t>, followed by </a:t>
            </a:r>
            <a:r>
              <a:rPr lang="en-US" b="1" dirty="0">
                <a:latin typeface="Times New Roman" panose="02020603050405020304" pitchFamily="18" charset="0"/>
                <a:cs typeface="Times New Roman" panose="02020603050405020304" pitchFamily="18" charset="0"/>
              </a:rPr>
              <a:t>Galaxy Z Fold5</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₹27.68 million</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products significantly outperform the remaining products in the portfolio, indicating strong customer demand and premium market positioning.</a:t>
            </a:r>
          </a:p>
        </p:txBody>
      </p:sp>
      <p:graphicFrame>
        <p:nvGraphicFramePr>
          <p:cNvPr id="9" name="Content Placeholder 8">
            <a:extLst>
              <a:ext uri="{FF2B5EF4-FFF2-40B4-BE49-F238E27FC236}">
                <a16:creationId xmlns:a16="http://schemas.microsoft.com/office/drawing/2014/main" id="{C8921AD5-E7AA-4454-B1F4-6A54301B119B}"/>
              </a:ext>
            </a:extLst>
          </p:cNvPr>
          <p:cNvGraphicFramePr>
            <a:graphicFrameLocks noGrp="1"/>
          </p:cNvGraphicFramePr>
          <p:nvPr>
            <p:ph idx="1"/>
            <p:extLst>
              <p:ext uri="{D42A27DB-BD31-4B8C-83A1-F6EECF244321}">
                <p14:modId xmlns:p14="http://schemas.microsoft.com/office/powerpoint/2010/main" val="4105152439"/>
              </p:ext>
            </p:extLst>
          </p:nvPr>
        </p:nvGraphicFramePr>
        <p:xfrm>
          <a:off x="891348" y="709681"/>
          <a:ext cx="10777331" cy="391532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73450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48A8-4443-4926-9064-27BDDF9240DA}"/>
              </a:ext>
            </a:extLst>
          </p:cNvPr>
          <p:cNvSpPr>
            <a:spLocks noGrp="1"/>
          </p:cNvSpPr>
          <p:nvPr>
            <p:ph type="title"/>
          </p:nvPr>
        </p:nvSpPr>
        <p:spPr>
          <a:xfrm>
            <a:off x="685800" y="0"/>
            <a:ext cx="10820400" cy="649357"/>
          </a:xfrm>
        </p:spPr>
        <p:txBody>
          <a:bodyPr>
            <a:normAutofit/>
          </a:bodyPr>
          <a:lstStyle/>
          <a:p>
            <a:pPr algn="l"/>
            <a:r>
              <a:rPr lang="en-US" sz="3600" dirty="0">
                <a:latin typeface="Times New Roman" panose="02020603050405020304" pitchFamily="18" charset="0"/>
                <a:cs typeface="Times New Roman" panose="02020603050405020304" pitchFamily="18" charset="0"/>
              </a:rPr>
              <a:t>Sales analysis insights</a:t>
            </a:r>
          </a:p>
        </p:txBody>
      </p:sp>
      <p:sp>
        <p:nvSpPr>
          <p:cNvPr id="3" name="Content Placeholder 2">
            <a:extLst>
              <a:ext uri="{FF2B5EF4-FFF2-40B4-BE49-F238E27FC236}">
                <a16:creationId xmlns:a16="http://schemas.microsoft.com/office/drawing/2014/main" id="{1CC78450-C0DE-4517-BB5F-A51C7974BB0E}"/>
              </a:ext>
            </a:extLst>
          </p:cNvPr>
          <p:cNvSpPr>
            <a:spLocks noGrp="1"/>
          </p:cNvSpPr>
          <p:nvPr>
            <p:ph idx="1"/>
          </p:nvPr>
        </p:nvSpPr>
        <p:spPr>
          <a:xfrm>
            <a:off x="685800" y="649357"/>
            <a:ext cx="10820400" cy="620864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1. Seasonal Sales Pattern</a:t>
            </a:r>
          </a:p>
          <a:p>
            <a:pPr marL="0" indent="0">
              <a:buNone/>
            </a:pPr>
            <a:r>
              <a:rPr lang="en-US" sz="2000" dirty="0">
                <a:latin typeface="Times New Roman" panose="02020603050405020304" pitchFamily="18" charset="0"/>
                <a:cs typeface="Times New Roman" panose="02020603050405020304" pitchFamily="18" charset="0"/>
              </a:rPr>
              <a:t>Insight:</a:t>
            </a:r>
          </a:p>
          <a:p>
            <a:pPr marL="0" indent="0">
              <a:buNone/>
            </a:pPr>
            <a:r>
              <a:rPr lang="en-US" sz="2000" dirty="0">
                <a:latin typeface="Times New Roman" panose="02020603050405020304" pitchFamily="18" charset="0"/>
                <a:cs typeface="Times New Roman" panose="02020603050405020304" pitchFamily="18" charset="0"/>
              </a:rPr>
              <a:t>Sales increase significantly during the final quarter, suggesting strong seasonal demand driven by holidays and promotional events. </a:t>
            </a:r>
          </a:p>
          <a:p>
            <a:pPr marL="0" indent="0">
              <a:buNone/>
            </a:pPr>
            <a:r>
              <a:rPr lang="en-US" sz="2000" dirty="0">
                <a:latin typeface="Times New Roman" panose="02020603050405020304" pitchFamily="18" charset="0"/>
                <a:cs typeface="Times New Roman" panose="02020603050405020304" pitchFamily="18" charset="0"/>
              </a:rPr>
              <a:t>2. Revenue Concentration</a:t>
            </a:r>
          </a:p>
          <a:p>
            <a:pPr marL="0" indent="0">
              <a:buNone/>
            </a:pPr>
            <a:r>
              <a:rPr lang="en-US" sz="2000" dirty="0">
                <a:latin typeface="Times New Roman" panose="02020603050405020304" pitchFamily="18" charset="0"/>
                <a:cs typeface="Times New Roman" panose="02020603050405020304" pitchFamily="18" charset="0"/>
              </a:rPr>
              <a:t>Insight:</a:t>
            </a:r>
          </a:p>
          <a:p>
            <a:pPr marL="0" indent="0">
              <a:buNone/>
            </a:pPr>
            <a:r>
              <a:rPr lang="en-US" sz="2000" dirty="0">
                <a:latin typeface="Times New Roman" panose="02020603050405020304" pitchFamily="18" charset="0"/>
                <a:cs typeface="Times New Roman" panose="02020603050405020304" pitchFamily="18" charset="0"/>
              </a:rPr>
              <a:t>A limited number of products account for a substantial portion of total revenue.</a:t>
            </a:r>
          </a:p>
          <a:p>
            <a:pPr marL="0" indent="0">
              <a:buNone/>
            </a:pPr>
            <a:r>
              <a:rPr lang="en-US" sz="2000" dirty="0">
                <a:latin typeface="Times New Roman" panose="02020603050405020304" pitchFamily="18" charset="0"/>
                <a:cs typeface="Times New Roman" panose="02020603050405020304" pitchFamily="18" charset="0"/>
              </a:rPr>
              <a:t>3. Pricing Strategy</a:t>
            </a:r>
          </a:p>
          <a:p>
            <a:pPr marL="0" indent="0">
              <a:buNone/>
            </a:pPr>
            <a:r>
              <a:rPr lang="en-US" sz="2000" dirty="0">
                <a:latin typeface="Times New Roman" panose="02020603050405020304" pitchFamily="18" charset="0"/>
                <a:cs typeface="Times New Roman" panose="02020603050405020304" pitchFamily="18" charset="0"/>
              </a:rPr>
              <a:t>Insight:</a:t>
            </a:r>
          </a:p>
          <a:p>
            <a:pPr marL="0" indent="0">
              <a:buNone/>
            </a:pPr>
            <a:r>
              <a:rPr lang="en-US" sz="2000" dirty="0">
                <a:latin typeface="Times New Roman" panose="02020603050405020304" pitchFamily="18" charset="0"/>
                <a:cs typeface="Times New Roman" panose="02020603050405020304" pitchFamily="18" charset="0"/>
              </a:rPr>
              <a:t>Premium products achieve both high revenue and strong profitability, indicating customer willingness to pay for premium offerings.</a:t>
            </a:r>
          </a:p>
          <a:p>
            <a:pPr marL="0" indent="0">
              <a:buNone/>
            </a:pPr>
            <a:r>
              <a:rPr lang="en-US" sz="2800" dirty="0">
                <a:latin typeface="Times New Roman" panose="02020603050405020304" pitchFamily="18" charset="0"/>
                <a:cs typeface="Times New Roman" panose="02020603050405020304" pitchFamily="18" charset="0"/>
              </a:rPr>
              <a:t>Recommendation:</a:t>
            </a:r>
          </a:p>
          <a:p>
            <a:r>
              <a:rPr lang="en-US" sz="2000" dirty="0">
                <a:latin typeface="Times New Roman" panose="02020603050405020304" pitchFamily="18" charset="0"/>
                <a:cs typeface="Times New Roman" panose="02020603050405020304" pitchFamily="18" charset="0"/>
              </a:rPr>
              <a:t>Continue focusing on high-margin products while monitoring operational costs to sustain profit growth.</a:t>
            </a:r>
          </a:p>
          <a:p>
            <a:r>
              <a:rPr lang="en-US" sz="2000" dirty="0">
                <a:latin typeface="Times New Roman" panose="02020603050405020304" pitchFamily="18" charset="0"/>
                <a:cs typeface="Times New Roman" panose="02020603050405020304" pitchFamily="18" charset="0"/>
              </a:rPr>
              <a:t>Continue investing in the smartphone segment while developing strategies to increase sales of lower-performing categories through product bundling and targeted promotions.</a:t>
            </a:r>
          </a:p>
          <a:p>
            <a:r>
              <a:rPr lang="en-US" sz="2000" dirty="0">
                <a:latin typeface="Times New Roman" panose="02020603050405020304" pitchFamily="18" charset="0"/>
                <a:cs typeface="Times New Roman" panose="02020603050405020304" pitchFamily="18" charset="0"/>
              </a:rPr>
              <a:t>Maintain adequate inventory of top-selling products and expand complementary accessories to increase average order value. </a:t>
            </a:r>
          </a:p>
          <a:p>
            <a:r>
              <a:rPr lang="en-US" sz="2000" dirty="0">
                <a:latin typeface="Times New Roman" panose="02020603050405020304" pitchFamily="18" charset="0"/>
                <a:cs typeface="Times New Roman" panose="02020603050405020304" pitchFamily="18" charset="0"/>
              </a:rPr>
              <a:t>Optimize discount strategies based on profitability rather than increasing discounts across all products.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427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977346" y="0"/>
            <a:ext cx="9905998" cy="1060174"/>
          </a:xfrm>
        </p:spPr>
        <p:txBody>
          <a:bodyPr>
            <a:normAutofit/>
          </a:bodyPr>
          <a:lstStyle/>
          <a:p>
            <a:pPr algn="l"/>
            <a:r>
              <a:rPr lang="en-US" dirty="0">
                <a:latin typeface="Times New Roman" panose="02020603050405020304" pitchFamily="18" charset="0"/>
                <a:cs typeface="Times New Roman" panose="02020603050405020304" pitchFamily="18" charset="0"/>
              </a:rPr>
              <a:t>2.Production Analysis</a:t>
            </a:r>
            <a:br>
              <a:rPr lang="en-US"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Which plants contribute most production?</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977347" y="4933750"/>
            <a:ext cx="9905997"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Production is distributed across three manufacturing facilities, with </a:t>
            </a:r>
            <a:r>
              <a:rPr lang="en-US" b="1" dirty="0">
                <a:latin typeface="Times New Roman" panose="02020603050405020304" pitchFamily="18" charset="0"/>
                <a:cs typeface="Times New Roman" panose="02020603050405020304" pitchFamily="18" charset="0"/>
              </a:rPr>
              <a:t>Thai Nguyen Plant</a:t>
            </a:r>
            <a:r>
              <a:rPr lang="en-US" dirty="0">
                <a:latin typeface="Times New Roman" panose="02020603050405020304" pitchFamily="18" charset="0"/>
                <a:cs typeface="Times New Roman" panose="02020603050405020304" pitchFamily="18" charset="0"/>
              </a:rPr>
              <a:t> contributing the highest production output at approximately </a:t>
            </a:r>
            <a:r>
              <a:rPr lang="en-US" b="1" dirty="0">
                <a:latin typeface="Times New Roman" panose="02020603050405020304" pitchFamily="18" charset="0"/>
                <a:cs typeface="Times New Roman" panose="02020603050405020304" pitchFamily="18" charset="0"/>
              </a:rPr>
              <a:t>1.30 million units</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Gumi Appliance Plant</a:t>
            </a:r>
            <a:r>
              <a:rPr lang="en-US" dirty="0">
                <a:latin typeface="Times New Roman" panose="02020603050405020304" pitchFamily="18" charset="0"/>
                <a:cs typeface="Times New Roman" panose="02020603050405020304" pitchFamily="18" charset="0"/>
              </a:rPr>
              <a:t> closely follows with around </a:t>
            </a:r>
            <a:r>
              <a:rPr lang="en-US" b="1" dirty="0">
                <a:latin typeface="Times New Roman" panose="02020603050405020304" pitchFamily="18" charset="0"/>
                <a:cs typeface="Times New Roman" panose="02020603050405020304" pitchFamily="18" charset="0"/>
              </a:rPr>
              <a:t>1.29 million units</a:t>
            </a:r>
            <a:r>
              <a:rPr lang="en-US" dirty="0">
                <a:latin typeface="Times New Roman" panose="02020603050405020304" pitchFamily="18" charset="0"/>
                <a:cs typeface="Times New Roman" panose="02020603050405020304" pitchFamily="18" charset="0"/>
              </a:rPr>
              <a:t>, while </a:t>
            </a:r>
            <a:r>
              <a:rPr lang="en-US" b="1" dirty="0">
                <a:latin typeface="Times New Roman" panose="02020603050405020304" pitchFamily="18" charset="0"/>
                <a:cs typeface="Times New Roman" panose="02020603050405020304" pitchFamily="18" charset="0"/>
              </a:rPr>
              <a:t>Gumi Manufacturing 1</a:t>
            </a:r>
            <a:r>
              <a:rPr lang="en-US" dirty="0">
                <a:latin typeface="Times New Roman" panose="02020603050405020304" pitchFamily="18" charset="0"/>
                <a:cs typeface="Times New Roman" panose="02020603050405020304" pitchFamily="18" charset="0"/>
              </a:rPr>
              <a:t> records approximately </a:t>
            </a:r>
            <a:r>
              <a:rPr lang="en-US" b="1" dirty="0">
                <a:latin typeface="Times New Roman" panose="02020603050405020304" pitchFamily="18" charset="0"/>
                <a:cs typeface="Times New Roman" panose="02020603050405020304" pitchFamily="18" charset="0"/>
              </a:rPr>
              <a:t>1.24 million units</a:t>
            </a:r>
            <a:r>
              <a:rPr lang="en-US" dirty="0">
                <a:latin typeface="Times New Roman" panose="02020603050405020304" pitchFamily="18" charset="0"/>
                <a:cs typeface="Times New Roman" panose="02020603050405020304" pitchFamily="18" charset="0"/>
              </a:rPr>
              <a:t>, making it the lowest producer among the three.</a:t>
            </a:r>
          </a:p>
        </p:txBody>
      </p:sp>
      <p:graphicFrame>
        <p:nvGraphicFramePr>
          <p:cNvPr id="9" name="Content Placeholder 8">
            <a:extLst>
              <a:ext uri="{FF2B5EF4-FFF2-40B4-BE49-F238E27FC236}">
                <a16:creationId xmlns:a16="http://schemas.microsoft.com/office/drawing/2014/main" id="{7AEFEE85-6912-466B-BD0F-11518EA96B00}"/>
              </a:ext>
            </a:extLst>
          </p:cNvPr>
          <p:cNvGraphicFramePr>
            <a:graphicFrameLocks noGrp="1"/>
          </p:cNvGraphicFramePr>
          <p:nvPr>
            <p:ph idx="1"/>
            <p:extLst>
              <p:ext uri="{D42A27DB-BD31-4B8C-83A1-F6EECF244321}">
                <p14:modId xmlns:p14="http://schemas.microsoft.com/office/powerpoint/2010/main" val="2783696575"/>
              </p:ext>
            </p:extLst>
          </p:nvPr>
        </p:nvGraphicFramePr>
        <p:xfrm>
          <a:off x="977347" y="970569"/>
          <a:ext cx="10737575" cy="39347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40068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2. Which factory has quality issues?</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1" y="4625009"/>
            <a:ext cx="10277059" cy="206210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Thai Nguyen Plant</a:t>
            </a:r>
            <a:r>
              <a:rPr lang="en-US" dirty="0">
                <a:latin typeface="Times New Roman" panose="02020603050405020304" pitchFamily="18" charset="0"/>
                <a:cs typeface="Times New Roman" panose="02020603050405020304" pitchFamily="18" charset="0"/>
              </a:rPr>
              <a:t> has the highest defect rate at approximately </a:t>
            </a:r>
            <a:r>
              <a:rPr lang="en-US" b="1" dirty="0">
                <a:latin typeface="Times New Roman" panose="02020603050405020304" pitchFamily="18" charset="0"/>
                <a:cs typeface="Times New Roman" panose="02020603050405020304" pitchFamily="18" charset="0"/>
              </a:rPr>
              <a:t>0.00632 (0.632%)</a:t>
            </a:r>
            <a:r>
              <a:rPr lang="en-US" dirty="0">
                <a:latin typeface="Times New Roman" panose="02020603050405020304" pitchFamily="18" charset="0"/>
                <a:cs typeface="Times New Roman" panose="02020603050405020304" pitchFamily="18" charset="0"/>
              </a:rPr>
              <a:t>, indicating it experiences slightly more quality issues than the other manufacturing facilities. </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Gumi Manufacturing 1</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Gumi Appliance Plant</a:t>
            </a:r>
            <a:r>
              <a:rPr lang="en-US" dirty="0">
                <a:latin typeface="Times New Roman" panose="02020603050405020304" pitchFamily="18" charset="0"/>
                <a:cs typeface="Times New Roman" panose="02020603050405020304" pitchFamily="18" charset="0"/>
              </a:rPr>
              <a:t> report defect rates of </a:t>
            </a:r>
            <a:r>
              <a:rPr lang="en-US" b="1" dirty="0">
                <a:latin typeface="Times New Roman" panose="02020603050405020304" pitchFamily="18" charset="0"/>
                <a:cs typeface="Times New Roman" panose="02020603050405020304" pitchFamily="18" charset="0"/>
              </a:rPr>
              <a:t>0.00628 (0.628%)</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0.00627 (0.627%)</a:t>
            </a:r>
            <a:r>
              <a:rPr lang="en-US" dirty="0">
                <a:latin typeface="Times New Roman" panose="02020603050405020304" pitchFamily="18" charset="0"/>
                <a:cs typeface="Times New Roman" panose="02020603050405020304" pitchFamily="18" charset="0"/>
              </a:rPr>
              <a:t>, respectively.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variation in defect rates across facilities is very small, demonstrating that overall manufacturing quality is consistent.</a:t>
            </a:r>
          </a:p>
        </p:txBody>
      </p:sp>
      <p:graphicFrame>
        <p:nvGraphicFramePr>
          <p:cNvPr id="6" name="Content Placeholder 5">
            <a:extLst>
              <a:ext uri="{FF2B5EF4-FFF2-40B4-BE49-F238E27FC236}">
                <a16:creationId xmlns:a16="http://schemas.microsoft.com/office/drawing/2014/main" id="{214ECB48-7AF6-4F5C-B3BF-287275D928AE}"/>
              </a:ext>
            </a:extLst>
          </p:cNvPr>
          <p:cNvGraphicFramePr>
            <a:graphicFrameLocks noGrp="1"/>
          </p:cNvGraphicFramePr>
          <p:nvPr>
            <p:ph idx="1"/>
            <p:extLst>
              <p:ext uri="{D42A27DB-BD31-4B8C-83A1-F6EECF244321}">
                <p14:modId xmlns:p14="http://schemas.microsoft.com/office/powerpoint/2010/main" val="4253993944"/>
              </p:ext>
            </p:extLst>
          </p:nvPr>
        </p:nvGraphicFramePr>
        <p:xfrm>
          <a:off x="770352" y="724886"/>
          <a:ext cx="10759039" cy="390012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042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3. Are production volumes stable?</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49" y="4625009"/>
            <a:ext cx="10277061"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Production remains consistent during </a:t>
            </a:r>
            <a:r>
              <a:rPr lang="en-US" b="1" dirty="0">
                <a:latin typeface="Times New Roman" panose="02020603050405020304" pitchFamily="18" charset="0"/>
                <a:cs typeface="Times New Roman" panose="02020603050405020304" pitchFamily="18" charset="0"/>
              </a:rPr>
              <a:t>Months 1–9</a:t>
            </a:r>
            <a:r>
              <a:rPr lang="en-US" dirty="0">
                <a:latin typeface="Times New Roman" panose="02020603050405020304" pitchFamily="18" charset="0"/>
                <a:cs typeface="Times New Roman" panose="02020603050405020304" pitchFamily="18" charset="0"/>
              </a:rPr>
              <a:t>, with only minor month-to-month fluctuations.</a:t>
            </a: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Month 10</a:t>
            </a:r>
            <a:r>
              <a:rPr lang="en-US" dirty="0">
                <a:latin typeface="Times New Roman" panose="02020603050405020304" pitchFamily="18" charset="0"/>
                <a:cs typeface="Times New Roman" panose="02020603050405020304" pitchFamily="18" charset="0"/>
              </a:rPr>
              <a:t> records the highest production output (</a:t>
            </a:r>
            <a:r>
              <a:rPr lang="en-US" b="1" dirty="0">
                <a:latin typeface="Times New Roman" panose="02020603050405020304" pitchFamily="18" charset="0"/>
                <a:cs typeface="Times New Roman" panose="02020603050405020304" pitchFamily="18" charset="0"/>
              </a:rPr>
              <a:t>approximately 410,675 units</a:t>
            </a:r>
            <a:r>
              <a:rPr lang="en-US" dirty="0">
                <a:latin typeface="Times New Roman" panose="02020603050405020304" pitchFamily="18" charset="0"/>
                <a:cs typeface="Times New Roman" panose="02020603050405020304" pitchFamily="18" charset="0"/>
              </a:rPr>
              <a:t>), indicating a major increase in manufacturing activity.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Production remains above earlier monthly averages in </a:t>
            </a:r>
            <a:r>
              <a:rPr lang="en-US" b="1" dirty="0">
                <a:latin typeface="Times New Roman" panose="02020603050405020304" pitchFamily="18" charset="0"/>
                <a:cs typeface="Times New Roman" panose="02020603050405020304" pitchFamily="18" charset="0"/>
              </a:rPr>
              <a:t>Months 11 and 12</a:t>
            </a:r>
            <a:r>
              <a:rPr lang="en-US" dirty="0">
                <a:latin typeface="Times New Roman" panose="02020603050405020304" pitchFamily="18" charset="0"/>
                <a:cs typeface="Times New Roman" panose="02020603050405020304" pitchFamily="18" charset="0"/>
              </a:rPr>
              <a:t>, showing sustained operational performance after the peak.</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positive trendline suggests gradual improvement in production output over the course of the year.</a:t>
            </a:r>
          </a:p>
        </p:txBody>
      </p:sp>
      <p:graphicFrame>
        <p:nvGraphicFramePr>
          <p:cNvPr id="8" name="Content Placeholder 7">
            <a:extLst>
              <a:ext uri="{FF2B5EF4-FFF2-40B4-BE49-F238E27FC236}">
                <a16:creationId xmlns:a16="http://schemas.microsoft.com/office/drawing/2014/main" id="{91BB9FD7-375E-4695-81C6-6D6F07B6EF42}"/>
              </a:ext>
            </a:extLst>
          </p:cNvPr>
          <p:cNvGraphicFramePr>
            <a:graphicFrameLocks noGrp="1"/>
          </p:cNvGraphicFramePr>
          <p:nvPr>
            <p:ph idx="1"/>
            <p:extLst>
              <p:ext uri="{D42A27DB-BD31-4B8C-83A1-F6EECF244321}">
                <p14:modId xmlns:p14="http://schemas.microsoft.com/office/powerpoint/2010/main" val="3578115893"/>
              </p:ext>
            </p:extLst>
          </p:nvPr>
        </p:nvGraphicFramePr>
        <p:xfrm>
          <a:off x="770351" y="770800"/>
          <a:ext cx="11063839" cy="38542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0611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4. Which product lines are causing defects?</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1" y="4625009"/>
            <a:ext cx="10277059"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Galaxy S</a:t>
            </a:r>
            <a:r>
              <a:rPr lang="en-US" sz="2000" dirty="0">
                <a:latin typeface="Times New Roman" panose="02020603050405020304" pitchFamily="18" charset="0"/>
                <a:cs typeface="Times New Roman" panose="02020603050405020304" pitchFamily="18" charset="0"/>
              </a:rPr>
              <a:t> product line records the highest number of defects across all manufacturing facilities, making it the primary contributor to overall production defects.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contrast, home appliance product lines such as </a:t>
            </a:r>
            <a:r>
              <a:rPr lang="en-US" sz="2000" b="1" dirty="0">
                <a:latin typeface="Times New Roman" panose="02020603050405020304" pitchFamily="18" charset="0"/>
                <a:cs typeface="Times New Roman" panose="02020603050405020304" pitchFamily="18" charset="0"/>
              </a:rPr>
              <a:t>Refrigerator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Washer</a:t>
            </a:r>
            <a:r>
              <a:rPr lang="en-US" sz="2000" dirty="0">
                <a:latin typeface="Times New Roman" panose="02020603050405020304" pitchFamily="18" charset="0"/>
                <a:cs typeface="Times New Roman" panose="02020603050405020304" pitchFamily="18" charset="0"/>
              </a:rPr>
              <a:t> report the fewest defects, indicating stronger quality performance.</a:t>
            </a:r>
          </a:p>
        </p:txBody>
      </p:sp>
      <p:graphicFrame>
        <p:nvGraphicFramePr>
          <p:cNvPr id="9" name="Content Placeholder 8">
            <a:extLst>
              <a:ext uri="{FF2B5EF4-FFF2-40B4-BE49-F238E27FC236}">
                <a16:creationId xmlns:a16="http://schemas.microsoft.com/office/drawing/2014/main" id="{AA2800DE-C7B3-4758-A733-E8590A5B394F}"/>
              </a:ext>
            </a:extLst>
          </p:cNvPr>
          <p:cNvGraphicFramePr>
            <a:graphicFrameLocks noGrp="1"/>
          </p:cNvGraphicFramePr>
          <p:nvPr>
            <p:ph idx="1"/>
            <p:extLst>
              <p:ext uri="{D42A27DB-BD31-4B8C-83A1-F6EECF244321}">
                <p14:modId xmlns:p14="http://schemas.microsoft.com/office/powerpoint/2010/main" val="3890827101"/>
              </p:ext>
            </p:extLst>
          </p:nvPr>
        </p:nvGraphicFramePr>
        <p:xfrm>
          <a:off x="770352" y="722934"/>
          <a:ext cx="10785544" cy="39020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65610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48A8-4443-4926-9064-27BDDF9240DA}"/>
              </a:ext>
            </a:extLst>
          </p:cNvPr>
          <p:cNvSpPr>
            <a:spLocks noGrp="1"/>
          </p:cNvSpPr>
          <p:nvPr>
            <p:ph type="title"/>
          </p:nvPr>
        </p:nvSpPr>
        <p:spPr>
          <a:xfrm>
            <a:off x="685800" y="0"/>
            <a:ext cx="10820400" cy="662609"/>
          </a:xfrm>
        </p:spPr>
        <p:txBody>
          <a:bodyPr>
            <a:normAutofit/>
          </a:bodyPr>
          <a:lstStyle/>
          <a:p>
            <a:pPr algn="l"/>
            <a:r>
              <a:rPr lang="en-US" sz="3600" dirty="0">
                <a:latin typeface="Times New Roman" panose="02020603050405020304" pitchFamily="18" charset="0"/>
                <a:cs typeface="Times New Roman" panose="02020603050405020304" pitchFamily="18" charset="0"/>
              </a:rPr>
              <a:t>production analysis insights</a:t>
            </a:r>
          </a:p>
        </p:txBody>
      </p:sp>
      <p:sp>
        <p:nvSpPr>
          <p:cNvPr id="3" name="Content Placeholder 2">
            <a:extLst>
              <a:ext uri="{FF2B5EF4-FFF2-40B4-BE49-F238E27FC236}">
                <a16:creationId xmlns:a16="http://schemas.microsoft.com/office/drawing/2014/main" id="{1CC78450-C0DE-4517-BB5F-A51C7974BB0E}"/>
              </a:ext>
            </a:extLst>
          </p:cNvPr>
          <p:cNvSpPr>
            <a:spLocks noGrp="1"/>
          </p:cNvSpPr>
          <p:nvPr>
            <p:ph idx="1"/>
          </p:nvPr>
        </p:nvSpPr>
        <p:spPr>
          <a:xfrm>
            <a:off x="685800" y="662609"/>
            <a:ext cx="10820400" cy="6195391"/>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1. Manufacturing Efficiency</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High production output combined with relatively low defect rates indicates efficient manufacturing operations. </a:t>
            </a:r>
          </a:p>
          <a:p>
            <a:r>
              <a:rPr lang="en-US" sz="1800" dirty="0">
                <a:latin typeface="Times New Roman" panose="02020603050405020304" pitchFamily="18" charset="0"/>
                <a:cs typeface="Times New Roman" panose="02020603050405020304" pitchFamily="18" charset="0"/>
              </a:rPr>
              <a:t>Production processes appear well-balanced across facilities.</a:t>
            </a:r>
          </a:p>
          <a:p>
            <a:pPr marL="0" indent="0">
              <a:buNone/>
            </a:pPr>
            <a:r>
              <a:rPr lang="en-US" sz="1800" b="1" dirty="0">
                <a:latin typeface="Times New Roman" panose="02020603050405020304" pitchFamily="18" charset="0"/>
                <a:cs typeface="Times New Roman" panose="02020603050405020304" pitchFamily="18" charset="0"/>
              </a:rPr>
              <a:t>2. Production Planning</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Manufacturing output aligns well with seasonal sales demand, reducing inventory shortages during peak business periods.</a:t>
            </a:r>
          </a:p>
          <a:p>
            <a:pPr marL="0" indent="0">
              <a:buNone/>
            </a:pPr>
            <a:r>
              <a:rPr lang="en-US" sz="1800" b="1" dirty="0">
                <a:latin typeface="Times New Roman" panose="02020603050405020304" pitchFamily="18" charset="0"/>
                <a:cs typeface="Times New Roman" panose="02020603050405020304" pitchFamily="18" charset="0"/>
              </a:rPr>
              <a:t>3. Defect Cost Reduction</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Even small defect rates can generate significant financial losses when production volumes are high.</a:t>
            </a:r>
          </a:p>
          <a:p>
            <a:pPr marL="0" indent="0">
              <a:buNone/>
            </a:pPr>
            <a:r>
              <a:rPr lang="en-US" sz="2800" dirty="0">
                <a:latin typeface="Times New Roman" panose="02020603050405020304" pitchFamily="18" charset="0"/>
                <a:cs typeface="Times New Roman" panose="02020603050405020304" pitchFamily="18" charset="0"/>
              </a:rPr>
              <a:t>Recommendation:</a:t>
            </a:r>
          </a:p>
          <a:p>
            <a:r>
              <a:rPr lang="en-US" sz="1800" dirty="0">
                <a:latin typeface="Times New Roman" panose="02020603050405020304" pitchFamily="18" charset="0"/>
                <a:cs typeface="Times New Roman" panose="02020603050405020304" pitchFamily="18" charset="0"/>
              </a:rPr>
              <a:t>Continue capacity planning based on demand forecasts to maximize equipment utilization and avoid production bottlenecks. </a:t>
            </a:r>
          </a:p>
          <a:p>
            <a:r>
              <a:rPr lang="en-US" sz="1800" dirty="0">
                <a:latin typeface="Times New Roman" panose="02020603050405020304" pitchFamily="18" charset="0"/>
                <a:cs typeface="Times New Roman" panose="02020603050405020304" pitchFamily="18" charset="0"/>
              </a:rPr>
              <a:t>Analyze best practices from high-performing plants and implement them across other facilities to improve overall productivity. </a:t>
            </a:r>
          </a:p>
          <a:p>
            <a:r>
              <a:rPr lang="en-US" sz="1800" dirty="0">
                <a:latin typeface="Times New Roman" panose="02020603050405020304" pitchFamily="18" charset="0"/>
                <a:cs typeface="Times New Roman" panose="02020603050405020304" pitchFamily="18" charset="0"/>
              </a:rPr>
              <a:t>Maintain demand-driven production planning to optimize inventory levels while avoiding overproduction.</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835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977346" y="0"/>
            <a:ext cx="9905998" cy="1060174"/>
          </a:xfrm>
        </p:spPr>
        <p:txBody>
          <a:bodyPr>
            <a:normAutofit fontScale="90000"/>
          </a:bodyPr>
          <a:lstStyle/>
          <a:p>
            <a:pPr algn="l"/>
            <a:r>
              <a:rPr lang="en-US" dirty="0">
                <a:latin typeface="Times New Roman" panose="02020603050405020304" pitchFamily="18" charset="0"/>
                <a:cs typeface="Times New Roman" panose="02020603050405020304" pitchFamily="18" charset="0"/>
              </a:rPr>
              <a:t>3.Profitability Analysis</a:t>
            </a:r>
            <a:br>
              <a:rPr lang="en-US"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Which product category generate the highest revenue?</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977347" y="4933750"/>
            <a:ext cx="9905997"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Smartphone</a:t>
            </a:r>
            <a:r>
              <a:rPr lang="en-US" dirty="0">
                <a:latin typeface="Times New Roman" panose="02020603050405020304" pitchFamily="18" charset="0"/>
                <a:cs typeface="Times New Roman" panose="02020603050405020304" pitchFamily="18" charset="0"/>
              </a:rPr>
              <a:t> category is the highest revenue-generating product category, contributing approximately </a:t>
            </a:r>
            <a:r>
              <a:rPr lang="en-US" b="1" dirty="0">
                <a:latin typeface="Times New Roman" panose="02020603050405020304" pitchFamily="18" charset="0"/>
                <a:cs typeface="Times New Roman" panose="02020603050405020304" pitchFamily="18" charset="0"/>
              </a:rPr>
              <a:t>₹98.71 million</a:t>
            </a:r>
            <a:r>
              <a:rPr lang="en-US" dirty="0">
                <a:latin typeface="Times New Roman" panose="02020603050405020304" pitchFamily="18" charset="0"/>
                <a:cs typeface="Times New Roman" panose="02020603050405020304" pitchFamily="18" charset="0"/>
              </a:rPr>
              <a:t>, which is significantly higher than all other categories.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highlights smartphones as the primary driver of business revenue and customer demand.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large revenue gap between Smartphones and the remaining categories indicates that the business is highly dependent on its smartphone product portfolio.</a:t>
            </a:r>
          </a:p>
        </p:txBody>
      </p:sp>
      <p:graphicFrame>
        <p:nvGraphicFramePr>
          <p:cNvPr id="6" name="Content Placeholder 5">
            <a:extLst>
              <a:ext uri="{FF2B5EF4-FFF2-40B4-BE49-F238E27FC236}">
                <a16:creationId xmlns:a16="http://schemas.microsoft.com/office/drawing/2014/main" id="{F9473EF6-0AE9-4917-B297-9A5DE4493CAD}"/>
              </a:ext>
            </a:extLst>
          </p:cNvPr>
          <p:cNvGraphicFramePr>
            <a:graphicFrameLocks noGrp="1"/>
          </p:cNvGraphicFramePr>
          <p:nvPr>
            <p:ph idx="1"/>
            <p:extLst>
              <p:ext uri="{D42A27DB-BD31-4B8C-83A1-F6EECF244321}">
                <p14:modId xmlns:p14="http://schemas.microsoft.com/office/powerpoint/2010/main" val="2753382979"/>
              </p:ext>
            </p:extLst>
          </p:nvPr>
        </p:nvGraphicFramePr>
        <p:xfrm>
          <a:off x="977346" y="984806"/>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8296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2. Identify the Most Profitable Product Lines</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3" y="4747247"/>
            <a:ext cx="9905997"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Galaxy S</a:t>
            </a:r>
            <a:r>
              <a:rPr lang="en-US" sz="2000" dirty="0">
                <a:latin typeface="Times New Roman" panose="02020603050405020304" pitchFamily="18" charset="0"/>
                <a:cs typeface="Times New Roman" panose="02020603050405020304" pitchFamily="18" charset="0"/>
              </a:rPr>
              <a:t> product line is the most profitable, generating approximately </a:t>
            </a:r>
            <a:r>
              <a:rPr lang="en-US" sz="2000" b="1" dirty="0">
                <a:latin typeface="Times New Roman" panose="02020603050405020304" pitchFamily="18" charset="0"/>
                <a:cs typeface="Times New Roman" panose="02020603050405020304" pitchFamily="18" charset="0"/>
              </a:rPr>
              <a:t>₹14.84 million</a:t>
            </a:r>
            <a:r>
              <a:rPr lang="en-US" sz="2000" dirty="0">
                <a:latin typeface="Times New Roman" panose="02020603050405020304" pitchFamily="18" charset="0"/>
                <a:cs typeface="Times New Roman" panose="02020603050405020304" pitchFamily="18" charset="0"/>
              </a:rPr>
              <a:t> in profit, followed by </a:t>
            </a:r>
            <a:r>
              <a:rPr lang="en-US" sz="2000" b="1" dirty="0">
                <a:latin typeface="Times New Roman" panose="02020603050405020304" pitchFamily="18" charset="0"/>
                <a:cs typeface="Times New Roman" panose="02020603050405020304" pitchFamily="18" charset="0"/>
              </a:rPr>
              <a:t>Galaxy Z</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₹11.09 million</a:t>
            </a:r>
            <a:r>
              <a:rPr lang="en-US" sz="20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Together, these two smartphone product lines contribute a substantial share of total profitability, highlighting them as the company's strongest profit drivers.</a:t>
            </a:r>
          </a:p>
        </p:txBody>
      </p:sp>
      <p:graphicFrame>
        <p:nvGraphicFramePr>
          <p:cNvPr id="8" name="Content Placeholder 7">
            <a:extLst>
              <a:ext uri="{FF2B5EF4-FFF2-40B4-BE49-F238E27FC236}">
                <a16:creationId xmlns:a16="http://schemas.microsoft.com/office/drawing/2014/main" id="{3EFF9153-1D34-476B-8D94-29C137F9896A}"/>
              </a:ext>
            </a:extLst>
          </p:cNvPr>
          <p:cNvGraphicFramePr>
            <a:graphicFrameLocks noGrp="1"/>
          </p:cNvGraphicFramePr>
          <p:nvPr>
            <p:ph idx="1"/>
            <p:extLst>
              <p:ext uri="{D42A27DB-BD31-4B8C-83A1-F6EECF244321}">
                <p14:modId xmlns:p14="http://schemas.microsoft.com/office/powerpoint/2010/main" val="1432044549"/>
              </p:ext>
            </p:extLst>
          </p:nvPr>
        </p:nvGraphicFramePr>
        <p:xfrm>
          <a:off x="770352" y="722934"/>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07992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3. Which product lines are causing defects?</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2" y="4748730"/>
            <a:ext cx="10078276"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analysis indicates that </a:t>
            </a:r>
            <a:r>
              <a:rPr lang="en-US" b="1" dirty="0">
                <a:latin typeface="Times New Roman" panose="02020603050405020304" pitchFamily="18" charset="0"/>
                <a:cs typeface="Times New Roman" panose="02020603050405020304" pitchFamily="18" charset="0"/>
              </a:rPr>
              <a:t>higher discounts do not necessarily lead to higher profitability</a:t>
            </a:r>
            <a:r>
              <a:rPr lang="en-US"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Although the </a:t>
            </a:r>
            <a:r>
              <a:rPr lang="en-US" b="1" dirty="0">
                <a:latin typeface="Times New Roman" panose="02020603050405020304" pitchFamily="18" charset="0"/>
                <a:cs typeface="Times New Roman" panose="02020603050405020304" pitchFamily="18" charset="0"/>
              </a:rPr>
              <a:t>Smartphone</a:t>
            </a:r>
            <a:r>
              <a:rPr lang="en-US" dirty="0">
                <a:latin typeface="Times New Roman" panose="02020603050405020304" pitchFamily="18" charset="0"/>
                <a:cs typeface="Times New Roman" panose="02020603050405020304" pitchFamily="18" charset="0"/>
              </a:rPr>
              <a:t> category generates the highest revenue and profit despite offering discounts, other categories with similar or even higher discount percentages contribute significantly lower profits.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suggests that profitability is influenced by a combination of pricing strategy, product demand, and cost structure rather than discounts alone.</a:t>
            </a:r>
          </a:p>
        </p:txBody>
      </p:sp>
      <p:graphicFrame>
        <p:nvGraphicFramePr>
          <p:cNvPr id="6" name="Content Placeholder 5">
            <a:extLst>
              <a:ext uri="{FF2B5EF4-FFF2-40B4-BE49-F238E27FC236}">
                <a16:creationId xmlns:a16="http://schemas.microsoft.com/office/drawing/2014/main" id="{8B147511-3ABD-4906-BD3F-649C692F92FC}"/>
              </a:ext>
            </a:extLst>
          </p:cNvPr>
          <p:cNvGraphicFramePr>
            <a:graphicFrameLocks noGrp="1"/>
          </p:cNvGraphicFramePr>
          <p:nvPr>
            <p:ph idx="1"/>
            <p:extLst>
              <p:ext uri="{D42A27DB-BD31-4B8C-83A1-F6EECF244321}">
                <p14:modId xmlns:p14="http://schemas.microsoft.com/office/powerpoint/2010/main" val="1522778489"/>
              </p:ext>
            </p:extLst>
          </p:nvPr>
        </p:nvGraphicFramePr>
        <p:xfrm>
          <a:off x="770352" y="724417"/>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0873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4. Are costs increasing faster than revenue?</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1" y="4625009"/>
            <a:ext cx="10277059"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Revenue remains higher than total cost in every month, resulting in positive profit throughout the year and Both revenue and costs show a gradual upward trend, but </a:t>
            </a:r>
            <a:r>
              <a:rPr lang="en-US" b="1" dirty="0">
                <a:latin typeface="Times New Roman" panose="02020603050405020304" pitchFamily="18" charset="0"/>
                <a:cs typeface="Times New Roman" panose="02020603050405020304" pitchFamily="18" charset="0"/>
              </a:rPr>
              <a:t>revenue increases at a faster rate</a:t>
            </a:r>
            <a:r>
              <a:rPr lang="en-US" dirty="0">
                <a:latin typeface="Times New Roman" panose="02020603050405020304" pitchFamily="18" charset="0"/>
                <a:cs typeface="Times New Roman" panose="02020603050405020304" pitchFamily="18" charset="0"/>
              </a:rPr>
              <a:t>, especially during the final quarter.</a:t>
            </a:r>
          </a:p>
          <a:p>
            <a:pPr marL="34290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Month 10</a:t>
            </a:r>
            <a:r>
              <a:rPr lang="en-US" dirty="0">
                <a:latin typeface="Times New Roman" panose="02020603050405020304" pitchFamily="18" charset="0"/>
                <a:cs typeface="Times New Roman" panose="02020603050405020304" pitchFamily="18" charset="0"/>
              </a:rPr>
              <a:t> records the highest revenue (</a:t>
            </a:r>
            <a:r>
              <a:rPr lang="en-US" b="1" dirty="0">
                <a:latin typeface="Times New Roman" panose="02020603050405020304" pitchFamily="18" charset="0"/>
                <a:cs typeface="Times New Roman" panose="02020603050405020304" pitchFamily="18" charset="0"/>
              </a:rPr>
              <a:t>₹21.27 million</a:t>
            </a:r>
            <a:r>
              <a:rPr lang="en-US" dirty="0">
                <a:latin typeface="Times New Roman" panose="02020603050405020304" pitchFamily="18" charset="0"/>
                <a:cs typeface="Times New Roman" panose="02020603050405020304" pitchFamily="18" charset="0"/>
              </a:rPr>
              <a:t>), highest cost (</a:t>
            </a:r>
            <a:r>
              <a:rPr lang="en-US" b="1" dirty="0">
                <a:latin typeface="Times New Roman" panose="02020603050405020304" pitchFamily="18" charset="0"/>
                <a:cs typeface="Times New Roman" panose="02020603050405020304" pitchFamily="18" charset="0"/>
              </a:rPr>
              <a:t>₹15.06 million</a:t>
            </a:r>
            <a:r>
              <a:rPr lang="en-US" dirty="0">
                <a:latin typeface="Times New Roman" panose="02020603050405020304" pitchFamily="18" charset="0"/>
                <a:cs typeface="Times New Roman" panose="02020603050405020304" pitchFamily="18" charset="0"/>
              </a:rPr>
              <a:t>), and highest profit (</a:t>
            </a:r>
            <a:r>
              <a:rPr lang="en-US" b="1" dirty="0">
                <a:latin typeface="Times New Roman" panose="02020603050405020304" pitchFamily="18" charset="0"/>
                <a:cs typeface="Times New Roman" panose="02020603050405020304" pitchFamily="18" charset="0"/>
              </a:rPr>
              <a:t>₹6.22 million</a:t>
            </a:r>
            <a:r>
              <a:rPr lang="en-US" dirty="0">
                <a:latin typeface="Times New Roman" panose="02020603050405020304" pitchFamily="18" charset="0"/>
                <a:cs typeface="Times New Roman" panose="02020603050405020304" pitchFamily="18" charset="0"/>
              </a:rPr>
              <a:t>), demonstrating efficient cost management during peak sales.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Despite higher operating costs in </a:t>
            </a:r>
            <a:r>
              <a:rPr lang="en-US" b="1" dirty="0">
                <a:latin typeface="Times New Roman" panose="02020603050405020304" pitchFamily="18" charset="0"/>
                <a:cs typeface="Times New Roman" panose="02020603050405020304" pitchFamily="18" charset="0"/>
              </a:rPr>
              <a:t>Months 10–12</a:t>
            </a:r>
            <a:r>
              <a:rPr lang="en-US" dirty="0">
                <a:latin typeface="Times New Roman" panose="02020603050405020304" pitchFamily="18" charset="0"/>
                <a:cs typeface="Times New Roman" panose="02020603050405020304" pitchFamily="18" charset="0"/>
              </a:rPr>
              <a:t>, profit continues to increase, indicating that additional revenue more than offsets the increase in costs.</a:t>
            </a:r>
          </a:p>
        </p:txBody>
      </p:sp>
      <p:graphicFrame>
        <p:nvGraphicFramePr>
          <p:cNvPr id="8" name="Content Placeholder 7">
            <a:extLst>
              <a:ext uri="{FF2B5EF4-FFF2-40B4-BE49-F238E27FC236}">
                <a16:creationId xmlns:a16="http://schemas.microsoft.com/office/drawing/2014/main" id="{16CDAE9D-BE3C-438C-9A5F-1E4520749C66}"/>
              </a:ext>
            </a:extLst>
          </p:cNvPr>
          <p:cNvGraphicFramePr>
            <a:graphicFrameLocks noGrp="1"/>
          </p:cNvGraphicFramePr>
          <p:nvPr>
            <p:ph idx="1"/>
            <p:extLst>
              <p:ext uri="{D42A27DB-BD31-4B8C-83A1-F6EECF244321}">
                <p14:modId xmlns:p14="http://schemas.microsoft.com/office/powerpoint/2010/main" val="2110431115"/>
              </p:ext>
            </p:extLst>
          </p:nvPr>
        </p:nvGraphicFramePr>
        <p:xfrm>
          <a:off x="770352" y="722934"/>
          <a:ext cx="10812048" cy="39020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75251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48A8-4443-4926-9064-27BDDF9240DA}"/>
              </a:ext>
            </a:extLst>
          </p:cNvPr>
          <p:cNvSpPr>
            <a:spLocks noGrp="1"/>
          </p:cNvSpPr>
          <p:nvPr>
            <p:ph type="title"/>
          </p:nvPr>
        </p:nvSpPr>
        <p:spPr>
          <a:xfrm>
            <a:off x="685800" y="0"/>
            <a:ext cx="10820400" cy="530087"/>
          </a:xfrm>
        </p:spPr>
        <p:txBody>
          <a:bodyPr>
            <a:normAutofit fontScale="90000"/>
          </a:bodyPr>
          <a:lstStyle/>
          <a:p>
            <a:pPr algn="l"/>
            <a:r>
              <a:rPr lang="en-US" sz="3600" dirty="0">
                <a:latin typeface="Times New Roman" panose="02020603050405020304" pitchFamily="18" charset="0"/>
                <a:cs typeface="Times New Roman" panose="02020603050405020304" pitchFamily="18" charset="0"/>
              </a:rPr>
              <a:t>profitability analysis insights</a:t>
            </a:r>
          </a:p>
        </p:txBody>
      </p:sp>
      <p:sp>
        <p:nvSpPr>
          <p:cNvPr id="3" name="Content Placeholder 2">
            <a:extLst>
              <a:ext uri="{FF2B5EF4-FFF2-40B4-BE49-F238E27FC236}">
                <a16:creationId xmlns:a16="http://schemas.microsoft.com/office/drawing/2014/main" id="{1CC78450-C0DE-4517-BB5F-A51C7974BB0E}"/>
              </a:ext>
            </a:extLst>
          </p:cNvPr>
          <p:cNvSpPr>
            <a:spLocks noGrp="1"/>
          </p:cNvSpPr>
          <p:nvPr>
            <p:ph idx="1"/>
          </p:nvPr>
        </p:nvSpPr>
        <p:spPr>
          <a:xfrm>
            <a:off x="685800" y="530087"/>
            <a:ext cx="10820400" cy="6327913"/>
          </a:xfrm>
        </p:spPr>
        <p:txBody>
          <a:bodyPr>
            <a:normAutofit lnSpcReduction="10000"/>
          </a:bodyPr>
          <a:lstStyle/>
          <a:p>
            <a:pPr marL="0" indent="0">
              <a:buNone/>
            </a:pPr>
            <a:r>
              <a:rPr lang="en-US" sz="1800" b="1" dirty="0">
                <a:latin typeface="Times New Roman" panose="02020603050405020304" pitchFamily="18" charset="0"/>
                <a:cs typeface="Times New Roman" panose="02020603050405020304" pitchFamily="18" charset="0"/>
              </a:rPr>
              <a:t>1. Discount Effectiveness</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Higher discounts do not always result in higher profits. </a:t>
            </a:r>
          </a:p>
          <a:p>
            <a:r>
              <a:rPr lang="en-US" sz="1800" dirty="0">
                <a:latin typeface="Times New Roman" panose="02020603050405020304" pitchFamily="18" charset="0"/>
                <a:cs typeface="Times New Roman" panose="02020603050405020304" pitchFamily="18" charset="0"/>
              </a:rPr>
              <a:t>Some product categories achieve better profit margins with moderate discount levels.</a:t>
            </a:r>
          </a:p>
          <a:p>
            <a:pPr marL="0" indent="0">
              <a:buNone/>
            </a:pPr>
            <a:r>
              <a:rPr lang="en-US" sz="1800" b="1" dirty="0">
                <a:latin typeface="Times New Roman" panose="02020603050405020304" pitchFamily="18" charset="0"/>
                <a:cs typeface="Times New Roman" panose="02020603050405020304" pitchFamily="18" charset="0"/>
              </a:rPr>
              <a:t>2. Margin Optimization</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Product profitability varies significantly across the portfolio, highlighting opportunities for margin improvement.</a:t>
            </a:r>
          </a:p>
          <a:p>
            <a:pPr marL="0" indent="0">
              <a:buNone/>
            </a:pPr>
            <a:r>
              <a:rPr lang="en-US" sz="1800" b="1" dirty="0">
                <a:latin typeface="Times New Roman" panose="02020603050405020304" pitchFamily="18" charset="0"/>
                <a:cs typeface="Times New Roman" panose="02020603050405020304" pitchFamily="18" charset="0"/>
              </a:rPr>
              <a:t>3. Seasonal Profit Trends</a:t>
            </a:r>
          </a:p>
          <a:p>
            <a:pPr marL="0" indent="0">
              <a:buNone/>
            </a:pPr>
            <a:r>
              <a:rPr lang="en-US" sz="1800" b="1" dirty="0">
                <a:latin typeface="Times New Roman" panose="02020603050405020304" pitchFamily="18" charset="0"/>
                <a:cs typeface="Times New Roman" panose="02020603050405020304" pitchFamily="18" charset="0"/>
              </a:rPr>
              <a:t>Insight: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Profit peaks during the final quarter, reflecting increased customer demand and successful seasonal sales campaigns.</a:t>
            </a:r>
          </a:p>
          <a:p>
            <a:pPr marL="0" indent="0">
              <a:buNone/>
            </a:pPr>
            <a:r>
              <a:rPr lang="en-US" dirty="0">
                <a:latin typeface="Times New Roman" panose="02020603050405020304" pitchFamily="18" charset="0"/>
                <a:cs typeface="Times New Roman" panose="02020603050405020304" pitchFamily="18" charset="0"/>
              </a:rPr>
              <a:t>Recommendation:</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Continue focusing on high-margin products while maintaining effective cost control strategies to maximize profitability. </a:t>
            </a:r>
          </a:p>
          <a:p>
            <a:r>
              <a:rPr lang="en-US" sz="1800" dirty="0">
                <a:latin typeface="Times New Roman" panose="02020603050405020304" pitchFamily="18" charset="0"/>
                <a:cs typeface="Times New Roman" panose="02020603050405020304" pitchFamily="18" charset="0"/>
              </a:rPr>
              <a:t>Allocate additional marketing and inventory resources during high-performing months to maximize profit opportunities.</a:t>
            </a:r>
          </a:p>
          <a:p>
            <a:r>
              <a:rPr lang="en-US" sz="1800" dirty="0">
                <a:latin typeface="Times New Roman" panose="02020603050405020304" pitchFamily="18" charset="0"/>
                <a:cs typeface="Times New Roman" panose="02020603050405020304" pitchFamily="18" charset="0"/>
              </a:rPr>
              <a:t>Continue monitoring procurement and operational expenses to preserve healthy profit margins as the business scales.</a:t>
            </a:r>
          </a:p>
          <a:p>
            <a:r>
              <a:rPr lang="en-US" sz="1800" dirty="0">
                <a:latin typeface="Times New Roman" panose="02020603050405020304" pitchFamily="18" charset="0"/>
                <a:cs typeface="Times New Roman" panose="02020603050405020304" pitchFamily="18" charset="0"/>
              </a:rPr>
              <a:t>Increase investment in high-performing product lines while reviewing pricing, production costs, and marketing strategies for low-profit products.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165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977346" y="0"/>
            <a:ext cx="9905998" cy="1060174"/>
          </a:xfrm>
        </p:spPr>
        <p:txBody>
          <a:bodyPr>
            <a:normAutofit fontScale="90000"/>
          </a:bodyPr>
          <a:lstStyle/>
          <a:p>
            <a:pPr algn="l"/>
            <a:r>
              <a:rPr lang="en-US" dirty="0">
                <a:latin typeface="Times New Roman" panose="02020603050405020304" pitchFamily="18" charset="0"/>
                <a:cs typeface="Times New Roman" panose="02020603050405020304" pitchFamily="18" charset="0"/>
              </a:rPr>
              <a:t>4.Customer &amp; Supply Chain Analysis</a:t>
            </a:r>
            <a:br>
              <a:rPr lang="en-US"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 Which customer generate the most revenue?</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977347" y="4933750"/>
            <a:ext cx="9905997" cy="193899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Amazon.com Inc.</a:t>
            </a:r>
            <a:r>
              <a:rPr lang="en-US" sz="2000" dirty="0">
                <a:latin typeface="Times New Roman" panose="02020603050405020304" pitchFamily="18" charset="0"/>
                <a:cs typeface="Times New Roman" panose="02020603050405020304" pitchFamily="18" charset="0"/>
              </a:rPr>
              <a:t> is the highest revenue-generating customer, contributing approximately </a:t>
            </a:r>
            <a:r>
              <a:rPr lang="en-US" sz="2000" b="1" dirty="0">
                <a:latin typeface="Times New Roman" panose="02020603050405020304" pitchFamily="18" charset="0"/>
                <a:cs typeface="Times New Roman" panose="02020603050405020304" pitchFamily="18" charset="0"/>
              </a:rPr>
              <a:t>₹36.75 million</a:t>
            </a:r>
            <a:r>
              <a:rPr lang="en-US" sz="2000" dirty="0">
                <a:latin typeface="Times New Roman" panose="02020603050405020304" pitchFamily="18" charset="0"/>
                <a:cs typeface="Times New Roman" panose="02020603050405020304" pitchFamily="18" charset="0"/>
              </a:rPr>
              <a:t>, followed closely by </a:t>
            </a:r>
            <a:r>
              <a:rPr lang="en-US" sz="2000" b="1" dirty="0">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₹36.49 million</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Best Buy Co. Inc.</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₹36.08 million</a:t>
            </a:r>
            <a:r>
              <a:rPr lang="en-US" sz="20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top four customers contribute comparable revenue, indicating a well-balanced customer portfolio with no excessive dependence on a single customer.</a:t>
            </a:r>
          </a:p>
        </p:txBody>
      </p:sp>
      <p:graphicFrame>
        <p:nvGraphicFramePr>
          <p:cNvPr id="8" name="Content Placeholder 7">
            <a:extLst>
              <a:ext uri="{FF2B5EF4-FFF2-40B4-BE49-F238E27FC236}">
                <a16:creationId xmlns:a16="http://schemas.microsoft.com/office/drawing/2014/main" id="{F5DCFC94-D60C-41A8-AEF7-4D2D1CE46F10}"/>
              </a:ext>
            </a:extLst>
          </p:cNvPr>
          <p:cNvGraphicFramePr>
            <a:graphicFrameLocks noGrp="1"/>
          </p:cNvGraphicFramePr>
          <p:nvPr>
            <p:ph idx="1"/>
            <p:extLst>
              <p:ext uri="{D42A27DB-BD31-4B8C-83A1-F6EECF244321}">
                <p14:modId xmlns:p14="http://schemas.microsoft.com/office/powerpoint/2010/main" val="2207980023"/>
              </p:ext>
            </p:extLst>
          </p:nvPr>
        </p:nvGraphicFramePr>
        <p:xfrm>
          <a:off x="960785" y="984807"/>
          <a:ext cx="10740885" cy="39489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2120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2. Which regions generate the most revenue?</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3" y="4747247"/>
            <a:ext cx="9905997"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United States</a:t>
            </a:r>
            <a:r>
              <a:rPr lang="en-US" sz="2000" dirty="0">
                <a:latin typeface="Times New Roman" panose="02020603050405020304" pitchFamily="18" charset="0"/>
                <a:cs typeface="Times New Roman" panose="02020603050405020304" pitchFamily="18" charset="0"/>
              </a:rPr>
              <a:t> is the highest revenue-generating region, contributing approximately </a:t>
            </a:r>
            <a:r>
              <a:rPr lang="en-US" sz="2000" b="1" dirty="0">
                <a:latin typeface="Times New Roman" panose="02020603050405020304" pitchFamily="18" charset="0"/>
                <a:cs typeface="Times New Roman" panose="02020603050405020304" pitchFamily="18" charset="0"/>
              </a:rPr>
              <a:t>₹176.95 million</a:t>
            </a:r>
            <a:r>
              <a:rPr lang="en-US" sz="2000" dirty="0">
                <a:latin typeface="Times New Roman" panose="02020603050405020304" pitchFamily="18" charset="0"/>
                <a:cs typeface="Times New Roman" panose="02020603050405020304" pitchFamily="18" charset="0"/>
              </a:rPr>
              <a:t>, making it the company's largest market.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Other regions, including </a:t>
            </a:r>
            <a:r>
              <a:rPr lang="en-US" sz="2000" b="1" dirty="0">
                <a:latin typeface="Times New Roman" panose="02020603050405020304" pitchFamily="18" charset="0"/>
                <a:cs typeface="Times New Roman" panose="02020603050405020304" pitchFamily="18" charset="0"/>
              </a:rPr>
              <a:t>India</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Germany</a:t>
            </a:r>
            <a:r>
              <a:rPr lang="en-US" sz="2000" dirty="0">
                <a:latin typeface="Times New Roman" panose="02020603050405020304" pitchFamily="18" charset="0"/>
                <a:cs typeface="Times New Roman" panose="02020603050405020304" pitchFamily="18" charset="0"/>
              </a:rPr>
              <a:t>, also generate substantial revenue but at comparatively lower levels.</a:t>
            </a:r>
          </a:p>
        </p:txBody>
      </p:sp>
      <mc:AlternateContent xmlns:mc="http://schemas.openxmlformats.org/markup-compatibility/2006" xmlns:cx4="http://schemas.microsoft.com/office/drawing/2016/5/10/chartex">
        <mc:Choice Requires="cx4">
          <p:graphicFrame>
            <p:nvGraphicFramePr>
              <p:cNvPr id="6" name="Content Placeholder 5">
                <a:extLst>
                  <a:ext uri="{FF2B5EF4-FFF2-40B4-BE49-F238E27FC236}">
                    <a16:creationId xmlns:a16="http://schemas.microsoft.com/office/drawing/2014/main" id="{E7482059-D0B6-41AC-86D9-BC9BC1F15105}"/>
                  </a:ext>
                </a:extLst>
              </p:cNvPr>
              <p:cNvGraphicFramePr>
                <a:graphicFrameLocks noGrp="1"/>
              </p:cNvGraphicFramePr>
              <p:nvPr>
                <p:ph idx="1"/>
                <p:extLst>
                  <p:ext uri="{D42A27DB-BD31-4B8C-83A1-F6EECF244321}">
                    <p14:modId xmlns:p14="http://schemas.microsoft.com/office/powerpoint/2010/main" val="487182170"/>
                  </p:ext>
                </p:extLst>
              </p:nvPr>
            </p:nvGraphicFramePr>
            <p:xfrm>
              <a:off x="770352" y="722934"/>
              <a:ext cx="10820400" cy="4024313"/>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6" name="Content Placeholder 5">
                <a:extLst>
                  <a:ext uri="{FF2B5EF4-FFF2-40B4-BE49-F238E27FC236}">
                    <a16:creationId xmlns:a16="http://schemas.microsoft.com/office/drawing/2014/main" id="{E7482059-D0B6-41AC-86D9-BC9BC1F15105}"/>
                  </a:ext>
                </a:extLst>
              </p:cNvPr>
              <p:cNvPicPr>
                <a:picLocks noGrp="1" noRot="1" noChangeAspect="1" noMove="1" noResize="1" noEditPoints="1" noAdjustHandles="1" noChangeArrowheads="1" noChangeShapeType="1"/>
              </p:cNvPicPr>
              <p:nvPr/>
            </p:nvPicPr>
            <p:blipFill>
              <a:blip r:embed="rId3"/>
              <a:stretch>
                <a:fillRect/>
              </a:stretch>
            </p:blipFill>
            <p:spPr>
              <a:xfrm>
                <a:off x="770352" y="722934"/>
                <a:ext cx="10820400" cy="4024313"/>
              </a:xfrm>
              <a:prstGeom prst="rect">
                <a:avLst/>
              </a:prstGeom>
            </p:spPr>
          </p:pic>
        </mc:Fallback>
      </mc:AlternateContent>
    </p:spTree>
    <p:extLst>
      <p:ext uri="{BB962C8B-B14F-4D97-AF65-F5344CB8AC3E}">
        <p14:creationId xmlns:p14="http://schemas.microsoft.com/office/powerpoint/2010/main" val="1158462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3. Online vs Direct vs Retail contribution.</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3" y="4747247"/>
            <a:ext cx="9905997"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Online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Retailer</a:t>
            </a:r>
            <a:r>
              <a:rPr lang="en-US" sz="2000" dirty="0">
                <a:latin typeface="Times New Roman" panose="02020603050405020304" pitchFamily="18" charset="0"/>
                <a:cs typeface="Times New Roman" panose="02020603050405020304" pitchFamily="18" charset="0"/>
              </a:rPr>
              <a:t> channels are the primary contributors to the business, each accounting for </a:t>
            </a:r>
            <a:r>
              <a:rPr lang="en-US" sz="2000" b="1" dirty="0">
                <a:latin typeface="Times New Roman" panose="02020603050405020304" pitchFamily="18" charset="0"/>
                <a:cs typeface="Times New Roman" panose="02020603050405020304" pitchFamily="18" charset="0"/>
              </a:rPr>
              <a:t>41%</a:t>
            </a:r>
            <a:r>
              <a:rPr lang="en-US" sz="2000" dirty="0">
                <a:latin typeface="Times New Roman" panose="02020603050405020304" pitchFamily="18" charset="0"/>
                <a:cs typeface="Times New Roman" panose="02020603050405020304" pitchFamily="18" charset="0"/>
              </a:rPr>
              <a:t> of total customer contribution.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comparison, the </a:t>
            </a:r>
            <a:r>
              <a:rPr lang="en-US" sz="2000" b="1" dirty="0">
                <a:latin typeface="Times New Roman" panose="02020603050405020304" pitchFamily="18" charset="0"/>
                <a:cs typeface="Times New Roman" panose="02020603050405020304" pitchFamily="18" charset="0"/>
              </a:rPr>
              <a:t>Direct</a:t>
            </a:r>
            <a:r>
              <a:rPr lang="en-US" sz="2000" dirty="0">
                <a:latin typeface="Times New Roman" panose="02020603050405020304" pitchFamily="18" charset="0"/>
                <a:cs typeface="Times New Roman" panose="02020603050405020304" pitchFamily="18" charset="0"/>
              </a:rPr>
              <a:t> sales channel contributes </a:t>
            </a:r>
            <a:r>
              <a:rPr lang="en-US" sz="2000" b="1" dirty="0">
                <a:latin typeface="Times New Roman" panose="02020603050405020304" pitchFamily="18" charset="0"/>
                <a:cs typeface="Times New Roman" panose="02020603050405020304" pitchFamily="18" charset="0"/>
              </a:rPr>
              <a:t>18%</a:t>
            </a:r>
            <a:r>
              <a:rPr lang="en-US" sz="2000" dirty="0">
                <a:latin typeface="Times New Roman" panose="02020603050405020304" pitchFamily="18" charset="0"/>
                <a:cs typeface="Times New Roman" panose="02020603050405020304" pitchFamily="18" charset="0"/>
              </a:rPr>
              <a:t>, indicating that the business relies more heavily on indirect sales channels for revenue generation.</a:t>
            </a:r>
          </a:p>
        </p:txBody>
      </p:sp>
      <p:graphicFrame>
        <p:nvGraphicFramePr>
          <p:cNvPr id="6" name="Content Placeholder 5">
            <a:extLst>
              <a:ext uri="{FF2B5EF4-FFF2-40B4-BE49-F238E27FC236}">
                <a16:creationId xmlns:a16="http://schemas.microsoft.com/office/drawing/2014/main" id="{C1A6E503-9C03-4D38-8EFA-E23BF6780855}"/>
              </a:ext>
            </a:extLst>
          </p:cNvPr>
          <p:cNvGraphicFramePr>
            <a:graphicFrameLocks noGrp="1"/>
          </p:cNvGraphicFramePr>
          <p:nvPr>
            <p:ph idx="1"/>
            <p:extLst>
              <p:ext uri="{D42A27DB-BD31-4B8C-83A1-F6EECF244321}">
                <p14:modId xmlns:p14="http://schemas.microsoft.com/office/powerpoint/2010/main" val="1054733374"/>
              </p:ext>
            </p:extLst>
          </p:nvPr>
        </p:nvGraphicFramePr>
        <p:xfrm>
          <a:off x="770352" y="722934"/>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6470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4. Which carrier is most expensive?</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3" y="4747247"/>
            <a:ext cx="9905997" cy="193899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UPS Worldwide</a:t>
            </a:r>
            <a:r>
              <a:rPr lang="en-US" sz="2000" dirty="0">
                <a:latin typeface="Times New Roman" panose="02020603050405020304" pitchFamily="18" charset="0"/>
                <a:cs typeface="Times New Roman" panose="02020603050405020304" pitchFamily="18" charset="0"/>
              </a:rPr>
              <a:t> incurs the highest shipping cost at approximately </a:t>
            </a:r>
            <a:r>
              <a:rPr lang="en-US" sz="2000" b="1" dirty="0">
                <a:latin typeface="Times New Roman" panose="02020603050405020304" pitchFamily="18" charset="0"/>
                <a:cs typeface="Times New Roman" panose="02020603050405020304" pitchFamily="18" charset="0"/>
              </a:rPr>
              <a:t>₹2.42 million</a:t>
            </a:r>
            <a:r>
              <a:rPr lang="en-US" sz="2000" dirty="0">
                <a:latin typeface="Times New Roman" panose="02020603050405020304" pitchFamily="18" charset="0"/>
                <a:cs typeface="Times New Roman" panose="02020603050405020304" pitchFamily="18" charset="0"/>
              </a:rPr>
              <a:t>, making it the most expensive logistics carrier.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followed by </a:t>
            </a:r>
            <a:r>
              <a:rPr lang="en-US" sz="2000" b="1" dirty="0">
                <a:latin typeface="Times New Roman" panose="02020603050405020304" pitchFamily="18" charset="0"/>
                <a:cs typeface="Times New Roman" panose="02020603050405020304" pitchFamily="18" charset="0"/>
              </a:rPr>
              <a:t>XPO Logistics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₹2.30 million</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Kuehne+Nagel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₹2.19 million</a:t>
            </a:r>
            <a:r>
              <a:rPr lang="en-US" sz="2000" dirty="0">
                <a:latin typeface="Times New Roman" panose="02020603050405020304" pitchFamily="18" charset="0"/>
                <a:cs typeface="Times New Roman" panose="02020603050405020304" pitchFamily="18" charset="0"/>
              </a:rPr>
              <a:t>). In contrast, </a:t>
            </a:r>
            <a:r>
              <a:rPr lang="en-US" sz="2000" b="1" dirty="0">
                <a:latin typeface="Times New Roman" panose="02020603050405020304" pitchFamily="18" charset="0"/>
                <a:cs typeface="Times New Roman" panose="02020603050405020304" pitchFamily="18" charset="0"/>
              </a:rPr>
              <a:t>DHL Express</a:t>
            </a:r>
            <a:r>
              <a:rPr lang="en-US" sz="2000" dirty="0">
                <a:latin typeface="Times New Roman" panose="02020603050405020304" pitchFamily="18" charset="0"/>
                <a:cs typeface="Times New Roman" panose="02020603050405020304" pitchFamily="18" charset="0"/>
              </a:rPr>
              <a:t> has the lowest shipping cost at approximately </a:t>
            </a:r>
            <a:r>
              <a:rPr lang="en-US" sz="2000" b="1" dirty="0">
                <a:latin typeface="Times New Roman" panose="02020603050405020304" pitchFamily="18" charset="0"/>
                <a:cs typeface="Times New Roman" panose="02020603050405020304" pitchFamily="18" charset="0"/>
              </a:rPr>
              <a:t>₹1.88 million</a:t>
            </a:r>
            <a:r>
              <a:rPr lang="en-US" sz="2000" dirty="0">
                <a:latin typeface="Times New Roman" panose="02020603050405020304" pitchFamily="18" charset="0"/>
                <a:cs typeface="Times New Roman" panose="02020603050405020304" pitchFamily="18" charset="0"/>
              </a:rPr>
              <a:t>, indicating a more cost-effective shipping option.</a:t>
            </a:r>
          </a:p>
        </p:txBody>
      </p:sp>
      <p:graphicFrame>
        <p:nvGraphicFramePr>
          <p:cNvPr id="8" name="Content Placeholder 7">
            <a:extLst>
              <a:ext uri="{FF2B5EF4-FFF2-40B4-BE49-F238E27FC236}">
                <a16:creationId xmlns:a16="http://schemas.microsoft.com/office/drawing/2014/main" id="{6BD3AEFD-E67E-44FB-B55B-0F2935497B9D}"/>
              </a:ext>
            </a:extLst>
          </p:cNvPr>
          <p:cNvGraphicFramePr>
            <a:graphicFrameLocks noGrp="1"/>
          </p:cNvGraphicFramePr>
          <p:nvPr>
            <p:ph idx="1"/>
            <p:extLst>
              <p:ext uri="{D42A27DB-BD31-4B8C-83A1-F6EECF244321}">
                <p14:modId xmlns:p14="http://schemas.microsoft.com/office/powerpoint/2010/main" val="1946043678"/>
              </p:ext>
            </p:extLst>
          </p:nvPr>
        </p:nvGraphicFramePr>
        <p:xfrm>
          <a:off x="770352" y="722934"/>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95716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D69E-40E4-4C1E-BC45-C839BADFA553}"/>
              </a:ext>
            </a:extLst>
          </p:cNvPr>
          <p:cNvSpPr>
            <a:spLocks noGrp="1"/>
          </p:cNvSpPr>
          <p:nvPr>
            <p:ph type="title"/>
          </p:nvPr>
        </p:nvSpPr>
        <p:spPr>
          <a:xfrm>
            <a:off x="770352" y="0"/>
            <a:ext cx="9905998" cy="1060174"/>
          </a:xfrm>
        </p:spPr>
        <p:txBody>
          <a:bodyPr>
            <a:noAutofit/>
          </a:bodyPr>
          <a:lstStyle/>
          <a:p>
            <a:pPr algn="l"/>
            <a:r>
              <a:rPr lang="en-US" sz="2400" dirty="0">
                <a:latin typeface="Times New Roman" panose="02020603050405020304" pitchFamily="18" charset="0"/>
                <a:cs typeface="Times New Roman" panose="02020603050405020304" pitchFamily="18" charset="0"/>
              </a:rPr>
              <a:t>5. What is the Distribution of Shipment Delivery Statuses?</a:t>
            </a:r>
          </a:p>
        </p:txBody>
      </p:sp>
      <p:sp>
        <p:nvSpPr>
          <p:cNvPr id="7" name="TextBox 6">
            <a:extLst>
              <a:ext uri="{FF2B5EF4-FFF2-40B4-BE49-F238E27FC236}">
                <a16:creationId xmlns:a16="http://schemas.microsoft.com/office/drawing/2014/main" id="{92A2E370-109B-497E-90E4-AC408ACE107D}"/>
              </a:ext>
            </a:extLst>
          </p:cNvPr>
          <p:cNvSpPr txBox="1"/>
          <p:nvPr/>
        </p:nvSpPr>
        <p:spPr>
          <a:xfrm flipH="1">
            <a:off x="770353" y="4747247"/>
            <a:ext cx="9905997"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Observation: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majority of shipments have been </a:t>
            </a:r>
            <a:r>
              <a:rPr lang="en-US" sz="2000" b="1" dirty="0">
                <a:latin typeface="Times New Roman" panose="02020603050405020304" pitchFamily="18" charset="0"/>
                <a:cs typeface="Times New Roman" panose="02020603050405020304" pitchFamily="18" charset="0"/>
              </a:rPr>
              <a:t>successfully delivered</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5,647 deliveries</a:t>
            </a:r>
            <a:r>
              <a:rPr lang="en-US" sz="2000" dirty="0">
                <a:latin typeface="Times New Roman" panose="02020603050405020304" pitchFamily="18" charset="0"/>
                <a:cs typeface="Times New Roman" panose="02020603050405020304" pitchFamily="18" charset="0"/>
              </a:rPr>
              <a:t>, indicating a highly efficient and reliable logistics operation.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smaller number of shipments remain </a:t>
            </a:r>
            <a:r>
              <a:rPr lang="en-US" sz="2000" b="1" dirty="0">
                <a:latin typeface="Times New Roman" panose="02020603050405020304" pitchFamily="18" charset="0"/>
                <a:cs typeface="Times New Roman" panose="02020603050405020304" pitchFamily="18" charset="0"/>
              </a:rPr>
              <a:t>In Transit (1,140)</a:t>
            </a:r>
            <a:r>
              <a:rPr lang="en-US" sz="2000" dirty="0">
                <a:latin typeface="Times New Roman" panose="02020603050405020304" pitchFamily="18" charset="0"/>
                <a:cs typeface="Times New Roman" panose="02020603050405020304" pitchFamily="18" charset="0"/>
              </a:rPr>
              <a:t>, while </a:t>
            </a:r>
            <a:r>
              <a:rPr lang="en-US" sz="2000" b="1" dirty="0">
                <a:latin typeface="Times New Roman" panose="02020603050405020304" pitchFamily="18" charset="0"/>
                <a:cs typeface="Times New Roman" panose="02020603050405020304" pitchFamily="18" charset="0"/>
              </a:rPr>
              <a:t>Delayed (573)</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Processing (140)</a:t>
            </a:r>
            <a:r>
              <a:rPr lang="en-US" sz="2000" dirty="0">
                <a:latin typeface="Times New Roman" panose="02020603050405020304" pitchFamily="18" charset="0"/>
                <a:cs typeface="Times New Roman" panose="02020603050405020304" pitchFamily="18" charset="0"/>
              </a:rPr>
              <a:t> shipments represent only a small portion of the overall shipment volume.</a:t>
            </a:r>
          </a:p>
        </p:txBody>
      </p:sp>
      <p:graphicFrame>
        <p:nvGraphicFramePr>
          <p:cNvPr id="8" name="Content Placeholder 7">
            <a:extLst>
              <a:ext uri="{FF2B5EF4-FFF2-40B4-BE49-F238E27FC236}">
                <a16:creationId xmlns:a16="http://schemas.microsoft.com/office/drawing/2014/main" id="{F70813C3-FF8A-43FA-840F-675F68DA8306}"/>
              </a:ext>
            </a:extLst>
          </p:cNvPr>
          <p:cNvGraphicFramePr>
            <a:graphicFrameLocks noGrp="1"/>
          </p:cNvGraphicFramePr>
          <p:nvPr>
            <p:ph idx="1"/>
            <p:extLst>
              <p:ext uri="{D42A27DB-BD31-4B8C-83A1-F6EECF244321}">
                <p14:modId xmlns:p14="http://schemas.microsoft.com/office/powerpoint/2010/main" val="2936419324"/>
              </p:ext>
            </p:extLst>
          </p:nvPr>
        </p:nvGraphicFramePr>
        <p:xfrm>
          <a:off x="770352" y="722934"/>
          <a:ext cx="10820400" cy="40243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7185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48A8-4443-4926-9064-27BDDF9240DA}"/>
              </a:ext>
            </a:extLst>
          </p:cNvPr>
          <p:cNvSpPr>
            <a:spLocks noGrp="1"/>
          </p:cNvSpPr>
          <p:nvPr>
            <p:ph type="title"/>
          </p:nvPr>
        </p:nvSpPr>
        <p:spPr>
          <a:xfrm>
            <a:off x="619539" y="1"/>
            <a:ext cx="10326757" cy="463826"/>
          </a:xfrm>
        </p:spPr>
        <p:txBody>
          <a:bodyPr>
            <a:normAutofit fontScale="90000"/>
          </a:bodyPr>
          <a:lstStyle/>
          <a:p>
            <a:pPr algn="l"/>
            <a:r>
              <a:rPr lang="en-US" sz="3600" dirty="0">
                <a:latin typeface="Times New Roman" panose="02020603050405020304" pitchFamily="18" charset="0"/>
                <a:cs typeface="Times New Roman" panose="02020603050405020304" pitchFamily="18" charset="0"/>
              </a:rPr>
              <a:t>Customer &amp; Supply Chain analysis insights</a:t>
            </a:r>
          </a:p>
        </p:txBody>
      </p:sp>
      <p:sp>
        <p:nvSpPr>
          <p:cNvPr id="3" name="Content Placeholder 2">
            <a:extLst>
              <a:ext uri="{FF2B5EF4-FFF2-40B4-BE49-F238E27FC236}">
                <a16:creationId xmlns:a16="http://schemas.microsoft.com/office/drawing/2014/main" id="{1CC78450-C0DE-4517-BB5F-A51C7974BB0E}"/>
              </a:ext>
            </a:extLst>
          </p:cNvPr>
          <p:cNvSpPr>
            <a:spLocks noGrp="1"/>
          </p:cNvSpPr>
          <p:nvPr>
            <p:ph idx="1"/>
          </p:nvPr>
        </p:nvSpPr>
        <p:spPr>
          <a:xfrm>
            <a:off x="685800" y="463827"/>
            <a:ext cx="10820400" cy="6394173"/>
          </a:xfrm>
        </p:spPr>
        <p:txBody>
          <a:bodyPr>
            <a:normAutofit lnSpcReduction="10000"/>
          </a:bodyPr>
          <a:lstStyle/>
          <a:p>
            <a:pPr marL="0" indent="0">
              <a:buNone/>
            </a:pPr>
            <a:r>
              <a:rPr lang="en-US" sz="1800" dirty="0">
                <a:latin typeface="Times New Roman" panose="02020603050405020304" pitchFamily="18" charset="0"/>
                <a:cs typeface="Times New Roman" panose="02020603050405020304" pitchFamily="18" charset="0"/>
              </a:rPr>
              <a:t>1. Delivery Performance</a:t>
            </a:r>
          </a:p>
          <a:p>
            <a:pPr marL="0" indent="0">
              <a:buNone/>
            </a:pPr>
            <a:r>
              <a:rPr lang="en-US" sz="1800" dirty="0">
                <a:latin typeface="Times New Roman" panose="02020603050405020304" pitchFamily="18" charset="0"/>
                <a:cs typeface="Times New Roman" panose="02020603050405020304" pitchFamily="18" charset="0"/>
              </a:rPr>
              <a:t>Insight:</a:t>
            </a:r>
          </a:p>
          <a:p>
            <a:r>
              <a:rPr lang="en-US" sz="1800" dirty="0">
                <a:latin typeface="Times New Roman" panose="02020603050405020304" pitchFamily="18" charset="0"/>
                <a:cs typeface="Times New Roman" panose="02020603050405020304" pitchFamily="18" charset="0"/>
              </a:rPr>
              <a:t>Most shipments are successfully delivered, indicating a reliable logistics network. </a:t>
            </a:r>
          </a:p>
          <a:p>
            <a:r>
              <a:rPr lang="en-US" sz="1800" dirty="0">
                <a:latin typeface="Times New Roman" panose="02020603050405020304" pitchFamily="18" charset="0"/>
                <a:cs typeface="Times New Roman" panose="02020603050405020304" pitchFamily="18" charset="0"/>
              </a:rPr>
              <a:t>Delayed shipments account for only a small proportion but still affect customer satisfaction.</a:t>
            </a:r>
          </a:p>
          <a:p>
            <a:pPr marL="0" indent="0">
              <a:buNone/>
            </a:pPr>
            <a:r>
              <a:rPr lang="en-US" sz="1800" dirty="0">
                <a:latin typeface="Times New Roman" panose="02020603050405020304" pitchFamily="18" charset="0"/>
                <a:cs typeface="Times New Roman" panose="02020603050405020304" pitchFamily="18" charset="0"/>
              </a:rPr>
              <a:t>2. Customer Satisfaction &amp; Fulfillment</a:t>
            </a:r>
          </a:p>
          <a:p>
            <a:pPr marL="0" indent="0">
              <a:buNone/>
            </a:pPr>
            <a:r>
              <a:rPr lang="en-US" sz="1800" dirty="0">
                <a:latin typeface="Times New Roman" panose="02020603050405020304" pitchFamily="18" charset="0"/>
                <a:cs typeface="Times New Roman" panose="02020603050405020304" pitchFamily="18" charset="0"/>
              </a:rPr>
              <a:t>Insight:</a:t>
            </a:r>
          </a:p>
          <a:p>
            <a:r>
              <a:rPr lang="en-US" sz="1800" dirty="0">
                <a:latin typeface="Times New Roman" panose="02020603050405020304" pitchFamily="18" charset="0"/>
                <a:cs typeface="Times New Roman" panose="02020603050405020304" pitchFamily="18" charset="0"/>
              </a:rPr>
              <a:t>A high delivery completion rate reflects efficient order fulfillment and strong supply chain performance. </a:t>
            </a:r>
          </a:p>
          <a:p>
            <a:r>
              <a:rPr lang="en-US" sz="1800" dirty="0">
                <a:latin typeface="Times New Roman" panose="02020603050405020304" pitchFamily="18" charset="0"/>
                <a:cs typeface="Times New Roman" panose="02020603050405020304" pitchFamily="18" charset="0"/>
              </a:rPr>
              <a:t>Faster deliveries improve customer retention and brand reputation.</a:t>
            </a:r>
          </a:p>
          <a:p>
            <a:pPr marL="0" indent="0">
              <a:buNone/>
            </a:pPr>
            <a:r>
              <a:rPr lang="en-US" sz="1800" dirty="0">
                <a:latin typeface="Times New Roman" panose="02020603050405020304" pitchFamily="18" charset="0"/>
                <a:cs typeface="Times New Roman" panose="02020603050405020304" pitchFamily="18" charset="0"/>
              </a:rPr>
              <a:t>3. Revenue per Customer</a:t>
            </a:r>
          </a:p>
          <a:p>
            <a:pPr marL="0" indent="0">
              <a:buNone/>
            </a:pPr>
            <a:r>
              <a:rPr lang="en-US" sz="1800" dirty="0">
                <a:latin typeface="Times New Roman" panose="02020603050405020304" pitchFamily="18" charset="0"/>
                <a:cs typeface="Times New Roman" panose="02020603050405020304" pitchFamily="18" charset="0"/>
              </a:rPr>
              <a:t>Insight:</a:t>
            </a:r>
          </a:p>
          <a:p>
            <a:r>
              <a:rPr lang="en-US" sz="1800" dirty="0">
                <a:latin typeface="Times New Roman" panose="02020603050405020304" pitchFamily="18" charset="0"/>
                <a:cs typeface="Times New Roman" panose="02020603050405020304" pitchFamily="18" charset="0"/>
              </a:rPr>
              <a:t>Average revenue per customer highlights the value of each customer relationship. </a:t>
            </a:r>
          </a:p>
          <a:p>
            <a:r>
              <a:rPr lang="en-US" sz="1800" dirty="0">
                <a:latin typeface="Times New Roman" panose="02020603050405020304" pitchFamily="18" charset="0"/>
                <a:cs typeface="Times New Roman" panose="02020603050405020304" pitchFamily="18" charset="0"/>
              </a:rPr>
              <a:t>High-value customers contribute significantly to total revenue.</a:t>
            </a:r>
          </a:p>
          <a:p>
            <a:pPr marL="0" indent="0">
              <a:buNone/>
            </a:pPr>
            <a:r>
              <a:rPr lang="en-US" sz="3200" dirty="0">
                <a:latin typeface="Times New Roman" panose="02020603050405020304" pitchFamily="18" charset="0"/>
                <a:cs typeface="Times New Roman" panose="02020603050405020304" pitchFamily="18" charset="0"/>
              </a:rPr>
              <a:t>Recommendation:</a:t>
            </a:r>
          </a:p>
          <a:p>
            <a:r>
              <a:rPr lang="en-US" sz="1800" dirty="0">
                <a:latin typeface="Times New Roman" panose="02020603050405020304" pitchFamily="18" charset="0"/>
                <a:cs typeface="Times New Roman" panose="02020603050405020304" pitchFamily="18" charset="0"/>
              </a:rPr>
              <a:t>Develop loyalty programs and customized pricing agreements for top customers.</a:t>
            </a:r>
          </a:p>
          <a:p>
            <a:r>
              <a:rPr lang="en-US" sz="1800" dirty="0">
                <a:latin typeface="Times New Roman" panose="02020603050405020304" pitchFamily="18" charset="0"/>
                <a:cs typeface="Times New Roman" panose="02020603050405020304" pitchFamily="18" charset="0"/>
              </a:rPr>
              <a:t>Increase investments in high-performing markets while expanding sales in emerging regions to diversify revenue. </a:t>
            </a:r>
          </a:p>
          <a:p>
            <a:r>
              <a:rPr lang="en-US" sz="1800" dirty="0">
                <a:latin typeface="Times New Roman" panose="02020603050405020304" pitchFamily="18" charset="0"/>
                <a:cs typeface="Times New Roman" panose="02020603050405020304" pitchFamily="18" charset="0"/>
              </a:rPr>
              <a:t>Strengthen direct-to-customer sales through digital marketing, loyalty programs, and exclusive online offerings.</a:t>
            </a:r>
          </a:p>
          <a:p>
            <a:r>
              <a:rPr lang="en-US" sz="1800" dirty="0">
                <a:latin typeface="Times New Roman" panose="02020603050405020304" pitchFamily="18" charset="0"/>
                <a:cs typeface="Times New Roman" panose="02020603050405020304" pitchFamily="18" charset="0"/>
              </a:rPr>
              <a:t>Regularly evaluate carrier performance by balancing cost, delivery speed, and service quality to optimize logistics expenses.</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699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899E-BC8C-422C-847B-0EA870126E03}"/>
              </a:ext>
            </a:extLst>
          </p:cNvPr>
          <p:cNvSpPr>
            <a:spLocks noGrp="1"/>
          </p:cNvSpPr>
          <p:nvPr>
            <p:ph type="title"/>
          </p:nvPr>
        </p:nvSpPr>
        <p:spPr>
          <a:xfrm>
            <a:off x="685800" y="128269"/>
            <a:ext cx="8610600" cy="1293028"/>
          </a:xfrm>
        </p:spPr>
        <p:txBody>
          <a:bodyPr/>
          <a:lstStyle/>
          <a:p>
            <a:pPr algn="l"/>
            <a:r>
              <a:rPr lang="en-US" dirty="0"/>
              <a:t>Conclusion:</a:t>
            </a:r>
          </a:p>
        </p:txBody>
      </p:sp>
      <p:sp>
        <p:nvSpPr>
          <p:cNvPr id="3" name="Content Placeholder 2">
            <a:extLst>
              <a:ext uri="{FF2B5EF4-FFF2-40B4-BE49-F238E27FC236}">
                <a16:creationId xmlns:a16="http://schemas.microsoft.com/office/drawing/2014/main" id="{EC715ED0-1CF0-4042-8C10-086DEAA1F965}"/>
              </a:ext>
            </a:extLst>
          </p:cNvPr>
          <p:cNvSpPr>
            <a:spLocks noGrp="1"/>
          </p:cNvSpPr>
          <p:nvPr>
            <p:ph idx="1"/>
          </p:nvPr>
        </p:nvSpPr>
        <p:spPr>
          <a:xfrm>
            <a:off x="685800" y="1160891"/>
            <a:ext cx="10820400" cy="5465196"/>
          </a:xfrm>
        </p:spPr>
        <p:txBody>
          <a:bodyPr>
            <a:normAutofit/>
          </a:bodyPr>
          <a:lstStyle/>
          <a:p>
            <a:pPr marL="0" indent="0">
              <a:buNone/>
            </a:pPr>
            <a:r>
              <a:rPr lang="en-IN" sz="3600" dirty="0">
                <a:latin typeface="Times New Roman" panose="02020603050405020304" pitchFamily="18" charset="0"/>
                <a:cs typeface="Times New Roman" panose="02020603050405020304" pitchFamily="18" charset="0"/>
              </a:rPr>
              <a:t>This project successfully analysed Electronics business performance using Microsoft Excel. Through data cleaning, analysis, and interactive dashboards, valuable insights were generated across Sales, Product, Profitability, Customer and Supply chain operations. The findings provide actionable recommendations to support better business decisions and improve overall performance.</a:t>
            </a:r>
            <a:endParaRPr lang="en-IN"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578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71EE4-9E9E-4ECC-B5B3-7FDF4B490867}"/>
              </a:ext>
            </a:extLst>
          </p:cNvPr>
          <p:cNvSpPr>
            <a:spLocks noGrp="1"/>
          </p:cNvSpPr>
          <p:nvPr>
            <p:ph idx="1"/>
          </p:nvPr>
        </p:nvSpPr>
        <p:spPr>
          <a:xfrm>
            <a:off x="685800" y="463826"/>
            <a:ext cx="10820400" cy="5754859"/>
          </a:xfrm>
        </p:spPr>
        <p:txBody>
          <a:bodyPr>
            <a:normAutofit/>
          </a:bodyPr>
          <a:lstStyle/>
          <a:p>
            <a:pPr marL="0" indent="0" algn="ctr">
              <a:lnSpc>
                <a:spcPct val="300000"/>
              </a:lnSpc>
              <a:buNone/>
            </a:pPr>
            <a:r>
              <a:rPr lang="en-US"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3640068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TM04033937[[fn=Vapor Trail]]</Template>
  <TotalTime>1131</TotalTime>
  <Words>2866</Words>
  <Application>Microsoft Office PowerPoint</Application>
  <PresentationFormat>Widescreen</PresentationFormat>
  <Paragraphs>294</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맑은 고딕</vt:lpstr>
      <vt:lpstr>Algerian</vt:lpstr>
      <vt:lpstr>Arial</vt:lpstr>
      <vt:lpstr>Calibri</vt:lpstr>
      <vt:lpstr>Century Gothic</vt:lpstr>
      <vt:lpstr>Times New Roman</vt:lpstr>
      <vt:lpstr>Wingdings</vt:lpstr>
      <vt:lpstr>Vapor Trail</vt:lpstr>
      <vt:lpstr>Electronics Manufacturing Intelligence Hub: Production, Sales, Profitability &amp; Supply Chain Analytics</vt:lpstr>
      <vt:lpstr>Objectives</vt:lpstr>
      <vt:lpstr>Project Overview</vt:lpstr>
      <vt:lpstr>Data Collection</vt:lpstr>
      <vt:lpstr>Data set description</vt:lpstr>
      <vt:lpstr>PowerPoint Presentation</vt:lpstr>
      <vt:lpstr>PowerPoint Presentation</vt:lpstr>
      <vt:lpstr>PowerPoint Presentation</vt:lpstr>
      <vt:lpstr>PowerPoint Presentation</vt:lpstr>
      <vt:lpstr>PowerPoint Presentation</vt:lpstr>
      <vt:lpstr>PowerPoint Presentation</vt:lpstr>
      <vt:lpstr>ETL  Pipeline:</vt:lpstr>
      <vt:lpstr>Data modeling</vt:lpstr>
      <vt:lpstr>PowerPoint Presentation</vt:lpstr>
      <vt:lpstr>1.SalEs Performance analysis 1. Is revenue growing consistently? </vt:lpstr>
      <vt:lpstr>2.Are profits growing along with revenue? </vt:lpstr>
      <vt:lpstr>3. Which product categories drive business? </vt:lpstr>
      <vt:lpstr>4.Which products generate the highest revenue? </vt:lpstr>
      <vt:lpstr>Sales analysis insights</vt:lpstr>
      <vt:lpstr>2.Production Analysis 1. Which plants contribute most production?</vt:lpstr>
      <vt:lpstr>2. Which factory has quality issues?</vt:lpstr>
      <vt:lpstr>3. Are production volumes stable?</vt:lpstr>
      <vt:lpstr>4. Which product lines are causing defects?</vt:lpstr>
      <vt:lpstr>production analysis insights</vt:lpstr>
      <vt:lpstr>3.Profitability Analysis 1. Which product category generate the highest revenue?</vt:lpstr>
      <vt:lpstr>2. Identify the Most Profitable Product Lines</vt:lpstr>
      <vt:lpstr>3. Which product lines are causing defects?</vt:lpstr>
      <vt:lpstr>4. Are costs increasing faster than revenue?</vt:lpstr>
      <vt:lpstr>profitability analysis insights</vt:lpstr>
      <vt:lpstr>4.Customer &amp; Supply Chain Analysis 1. Which customer generate the most revenue?</vt:lpstr>
      <vt:lpstr>2. Which regions generate the most revenue?</vt:lpstr>
      <vt:lpstr>3. Online vs Direct vs Retail contribution.</vt:lpstr>
      <vt:lpstr>4. Which carrier is most expensive?</vt:lpstr>
      <vt:lpstr>5. What is the Distribution of Shipment Delivery Statuses?</vt:lpstr>
      <vt:lpstr>Customer &amp; Supply Chain analysis insights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Electronics Manufacturing and sales analysis</dc:title>
  <dc:creator>saravanan</dc:creator>
  <cp:lastModifiedBy>saravanan</cp:lastModifiedBy>
  <cp:revision>161</cp:revision>
  <dcterms:created xsi:type="dcterms:W3CDTF">2026-06-22T08:50:02Z</dcterms:created>
  <dcterms:modified xsi:type="dcterms:W3CDTF">2026-07-04T09:17:18Z</dcterms:modified>
</cp:coreProperties>
</file>